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5.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599933c31d4f91" /><Relationship Type="http://schemas.openxmlformats.org/officeDocument/2006/relationships/extended-properties" Target="/docProps/app.xml" Id="Rd748fe04a02648a0" /><Relationship Type="http://schemas.openxmlformats.org/officeDocument/2006/relationships/officeDocument" Target="/ppt/presentation.xml" Id="Reb8c07b873174df1" /></Relationships>
</file>

<file path=ppt/presentation.xml><?xml version="1.0" encoding="utf-8"?>
<p:presentation xmlns:p="http://schemas.openxmlformats.org/presentationml/2006/main">
  <p:sldMasterIdLst>
    <p:sldMasterId xmlns:r="http://schemas.openxmlformats.org/officeDocument/2006/relationships" id="2147483648" r:id="R355ae4342105410e"/>
  </p:sldMasterIdLst>
  <p:notesMasterIdLst>
    <p:notesMasterId xmlns:r="http://schemas.openxmlformats.org/officeDocument/2006/relationships" r:id="Rc81146a059b74f7c"/>
  </p:notesMasterIdLst>
  <p:sldIdLst>
    <p:sldId xmlns:r="http://schemas.openxmlformats.org/officeDocument/2006/relationships" id="256" r:id="R98d8eac8f6c44966"/>
    <p:sldId xmlns:r="http://schemas.openxmlformats.org/officeDocument/2006/relationships" id="257" r:id="Rbba6758523174360"/>
    <p:sldId xmlns:r="http://schemas.openxmlformats.org/officeDocument/2006/relationships" id="258" r:id="R7154943b1cc641fc"/>
    <p:sldId xmlns:r="http://schemas.openxmlformats.org/officeDocument/2006/relationships" id="259" r:id="R7db09a9cebc74f06"/>
    <p:sldId xmlns:r="http://schemas.openxmlformats.org/officeDocument/2006/relationships" id="260" r:id="R8514500ae60a4138"/>
    <p:sldId xmlns:r="http://schemas.openxmlformats.org/officeDocument/2006/relationships" id="261" r:id="Rad4e0fdb227541c8"/>
    <p:sldId xmlns:r="http://schemas.openxmlformats.org/officeDocument/2006/relationships" id="262" r:id="Re01d17c20c674fce"/>
    <p:sldId xmlns:r="http://schemas.openxmlformats.org/officeDocument/2006/relationships" id="263" r:id="R3f5ebce9269642e8"/>
    <p:sldId xmlns:r="http://schemas.openxmlformats.org/officeDocument/2006/relationships" id="264" r:id="R02f240b13db648b6"/>
    <p:sldId xmlns:r="http://schemas.openxmlformats.org/officeDocument/2006/relationships" id="265" r:id="R6e3f0e6951884770"/>
    <p:sldId xmlns:r="http://schemas.openxmlformats.org/officeDocument/2006/relationships" id="266" r:id="R7f68a0aa98ab42ec"/>
    <p:sldId xmlns:r="http://schemas.openxmlformats.org/officeDocument/2006/relationships" id="267" r:id="R2080e73978024b2d"/>
    <p:sldId xmlns:r="http://schemas.openxmlformats.org/officeDocument/2006/relationships" id="268" r:id="R25b10c93c7464825"/>
    <p:sldId xmlns:r="http://schemas.openxmlformats.org/officeDocument/2006/relationships" id="269" r:id="Rcded031981fe47ce"/>
    <p:sldId xmlns:r="http://schemas.openxmlformats.org/officeDocument/2006/relationships" id="270" r:id="R6416e2ba82f14730"/>
    <p:sldId xmlns:r="http://schemas.openxmlformats.org/officeDocument/2006/relationships" id="271" r:id="R53f836f7d50a4c38"/>
    <p:sldId xmlns:r="http://schemas.openxmlformats.org/officeDocument/2006/relationships" id="272" r:id="Rae0f878aad7f4d82"/>
    <p:sldId xmlns:r="http://schemas.openxmlformats.org/officeDocument/2006/relationships" id="273" r:id="R270c399aa6714e2c"/>
    <p:sldId xmlns:r="http://schemas.openxmlformats.org/officeDocument/2006/relationships" id="274" r:id="R0173b65c221b4845"/>
    <p:sldId xmlns:r="http://schemas.openxmlformats.org/officeDocument/2006/relationships" id="275" r:id="R3a264002ef9a46b9"/>
    <p:sldId xmlns:r="http://schemas.openxmlformats.org/officeDocument/2006/relationships" id="276" r:id="Rd542b40e4bd541df"/>
    <p:sldId xmlns:r="http://schemas.openxmlformats.org/officeDocument/2006/relationships" id="277" r:id="R623967ef745d42f0"/>
    <p:sldId xmlns:r="http://schemas.openxmlformats.org/officeDocument/2006/relationships" id="278" r:id="Rf7c6bf4cf54543b9"/>
    <p:sldId xmlns:r="http://schemas.openxmlformats.org/officeDocument/2006/relationships" id="279" r:id="Rdef2881aa6904724"/>
    <p:sldId xmlns:r="http://schemas.openxmlformats.org/officeDocument/2006/relationships" id="280" r:id="R1e8badb12cdb4065"/>
    <p:sldId xmlns:r="http://schemas.openxmlformats.org/officeDocument/2006/relationships" id="281" r:id="Rcba2512d4d3843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b944150e8943fb" /><Relationship Type="http://schemas.openxmlformats.org/officeDocument/2006/relationships/slideMaster" Target="/ppt/slideMasters/slideMaster1.xml" Id="R355ae4342105410e" /><Relationship Type="http://schemas.openxmlformats.org/officeDocument/2006/relationships/notesMaster" Target="/ppt/notesMasters/notesMaster1.xml" Id="Rc81146a059b74f7c" /><Relationship Type="http://schemas.openxmlformats.org/officeDocument/2006/relationships/presProps" Target="/ppt/presProps.xml" Id="R2ec29988b1284423" /><Relationship Type="http://schemas.openxmlformats.org/officeDocument/2006/relationships/tableStyles" Target="/ppt/tableStyles.xml" Id="Ra6f572dbf7df4c93" /><Relationship Type="http://schemas.openxmlformats.org/officeDocument/2006/relationships/slide" Target="/ppt/slides/slide1.xml" Id="R98d8eac8f6c44966" /><Relationship Type="http://schemas.openxmlformats.org/officeDocument/2006/relationships/slide" Target="/ppt/slides/slide2.xml" Id="Rbba6758523174360" /><Relationship Type="http://schemas.openxmlformats.org/officeDocument/2006/relationships/slide" Target="/ppt/slides/slide3.xml" Id="R7154943b1cc641fc" /><Relationship Type="http://schemas.openxmlformats.org/officeDocument/2006/relationships/slide" Target="/ppt/slides/slide4.xml" Id="R7db09a9cebc74f06" /><Relationship Type="http://schemas.openxmlformats.org/officeDocument/2006/relationships/slide" Target="/ppt/slides/slide5.xml" Id="R8514500ae60a4138" /><Relationship Type="http://schemas.openxmlformats.org/officeDocument/2006/relationships/slide" Target="/ppt/slides/slide6.xml" Id="Rad4e0fdb227541c8" /><Relationship Type="http://schemas.openxmlformats.org/officeDocument/2006/relationships/slide" Target="/ppt/slides/slide7.xml" Id="Re01d17c20c674fce" /><Relationship Type="http://schemas.openxmlformats.org/officeDocument/2006/relationships/slide" Target="/ppt/slides/slide8.xml" Id="R3f5ebce9269642e8" /><Relationship Type="http://schemas.openxmlformats.org/officeDocument/2006/relationships/slide" Target="/ppt/slides/slide9.xml" Id="R02f240b13db648b6" /><Relationship Type="http://schemas.openxmlformats.org/officeDocument/2006/relationships/slide" Target="/ppt/slides/slide10.xml" Id="R6e3f0e6951884770" /><Relationship Type="http://schemas.openxmlformats.org/officeDocument/2006/relationships/slide" Target="/ppt/slides/slide11.xml" Id="R7f68a0aa98ab42ec" /><Relationship Type="http://schemas.openxmlformats.org/officeDocument/2006/relationships/slide" Target="/ppt/slides/slide12.xml" Id="R2080e73978024b2d" /><Relationship Type="http://schemas.openxmlformats.org/officeDocument/2006/relationships/slide" Target="/ppt/slides/slide13.xml" Id="R25b10c93c7464825" /><Relationship Type="http://schemas.openxmlformats.org/officeDocument/2006/relationships/slide" Target="/ppt/slides/slide14.xml" Id="Rcded031981fe47ce" /><Relationship Type="http://schemas.openxmlformats.org/officeDocument/2006/relationships/slide" Target="/ppt/slides/slide15.xml" Id="R6416e2ba82f14730" /><Relationship Type="http://schemas.openxmlformats.org/officeDocument/2006/relationships/slide" Target="/ppt/slides/slide16.xml" Id="R53f836f7d50a4c38" /><Relationship Type="http://schemas.openxmlformats.org/officeDocument/2006/relationships/slide" Target="/ppt/slides/slide17.xml" Id="Rae0f878aad7f4d82" /><Relationship Type="http://schemas.openxmlformats.org/officeDocument/2006/relationships/slide" Target="/ppt/slides/slide18.xml" Id="R270c399aa6714e2c" /><Relationship Type="http://schemas.openxmlformats.org/officeDocument/2006/relationships/slide" Target="/ppt/slides/slide19.xml" Id="R0173b65c221b4845" /><Relationship Type="http://schemas.openxmlformats.org/officeDocument/2006/relationships/slide" Target="/ppt/slides/slide20.xml" Id="R3a264002ef9a46b9" /><Relationship Type="http://schemas.openxmlformats.org/officeDocument/2006/relationships/slide" Target="/ppt/slides/slide21.xml" Id="Rd542b40e4bd541df" /><Relationship Type="http://schemas.openxmlformats.org/officeDocument/2006/relationships/slide" Target="/ppt/slides/slide22.xml" Id="R623967ef745d42f0" /><Relationship Type="http://schemas.openxmlformats.org/officeDocument/2006/relationships/slide" Target="/ppt/slides/slide23.xml" Id="Rf7c6bf4cf54543b9" /><Relationship Type="http://schemas.openxmlformats.org/officeDocument/2006/relationships/slide" Target="/ppt/slides/slide24.xml" Id="Rdef2881aa6904724" /><Relationship Type="http://schemas.openxmlformats.org/officeDocument/2006/relationships/slide" Target="/ppt/slides/slide25.xml" Id="R1e8badb12cdb4065" /><Relationship Type="http://schemas.openxmlformats.org/officeDocument/2006/relationships/slide" Target="/ppt/slides/slide26.xml" Id="Rcba2512d4d3843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c13c1cc82344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8432e64c834e25" /><Relationship Type="http://schemas.openxmlformats.org/officeDocument/2006/relationships/notesMaster" Target="/ppt/notesMasters/notesMaster1.xml" Id="R44547c50f0304b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a7bbc1073d4332" /><Relationship Type="http://schemas.openxmlformats.org/officeDocument/2006/relationships/notesMaster" Target="/ppt/notesMasters/notesMaster1.xml" Id="R8927aa353a5446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2e25c3f3f645b5" /><Relationship Type="http://schemas.openxmlformats.org/officeDocument/2006/relationships/notesMaster" Target="/ppt/notesMasters/notesMaster1.xml" Id="Rf3a3909cf4a44e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380a8e8fb848a8" /><Relationship Type="http://schemas.openxmlformats.org/officeDocument/2006/relationships/notesMaster" Target="/ppt/notesMasters/notesMaster1.xml" Id="Ra2e8b3fe0c2d41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be7c92fd2b47ae" /><Relationship Type="http://schemas.openxmlformats.org/officeDocument/2006/relationships/notesMaster" Target="/ppt/notesMasters/notesMaster1.xml" Id="R10d1147f4e0d45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a52c3ed3ce4b53" /><Relationship Type="http://schemas.openxmlformats.org/officeDocument/2006/relationships/notesMaster" Target="/ppt/notesMasters/notesMaster1.xml" Id="R0aaf2293026a46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39390390bc45b8" /><Relationship Type="http://schemas.openxmlformats.org/officeDocument/2006/relationships/notesMaster" Target="/ppt/notesMasters/notesMaster1.xml" Id="R581bc2226ca54a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83f4a924b949ca" /><Relationship Type="http://schemas.openxmlformats.org/officeDocument/2006/relationships/notesMaster" Target="/ppt/notesMasters/notesMaster1.xml" Id="R569c484549af47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40843952034cdf" /><Relationship Type="http://schemas.openxmlformats.org/officeDocument/2006/relationships/notesMaster" Target="/ppt/notesMasters/notesMaster1.xml" Id="Rfb106130e5854d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d8a44c123d4616" /><Relationship Type="http://schemas.openxmlformats.org/officeDocument/2006/relationships/notesMaster" Target="/ppt/notesMasters/notesMaster1.xml" Id="Ra696c629cd674b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5543b54dd646f8" /><Relationship Type="http://schemas.openxmlformats.org/officeDocument/2006/relationships/notesMaster" Target="/ppt/notesMasters/notesMaster1.xml" Id="R109b0f8b849f4a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d7c323a0464606" /><Relationship Type="http://schemas.openxmlformats.org/officeDocument/2006/relationships/notesMaster" Target="/ppt/notesMasters/notesMaster1.xml" Id="Rde5c137a9fb24f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ad9b7e06054566" /><Relationship Type="http://schemas.openxmlformats.org/officeDocument/2006/relationships/notesMaster" Target="/ppt/notesMasters/notesMaster1.xml" Id="R876cbf25d7ba45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a638c5a45b4bd8" /><Relationship Type="http://schemas.openxmlformats.org/officeDocument/2006/relationships/notesMaster" Target="/ppt/notesMasters/notesMaster1.xml" Id="R7b16283660b445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7a9d03c7e94a3a" /><Relationship Type="http://schemas.openxmlformats.org/officeDocument/2006/relationships/notesMaster" Target="/ppt/notesMasters/notesMaster1.xml" Id="R7c5a359e53d64f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2d2ae0f24d444f" /><Relationship Type="http://schemas.openxmlformats.org/officeDocument/2006/relationships/notesMaster" Target="/ppt/notesMasters/notesMaster1.xml" Id="R43c04526b82f45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a9beac42c643ec" /><Relationship Type="http://schemas.openxmlformats.org/officeDocument/2006/relationships/notesMaster" Target="/ppt/notesMasters/notesMaster1.xml" Id="Red451b5406d24f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a12a25b8854563" /><Relationship Type="http://schemas.openxmlformats.org/officeDocument/2006/relationships/notesMaster" Target="/ppt/notesMasters/notesMaster1.xml" Id="Rdfe9d1d060c544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af5dc5d2bc476f" /><Relationship Type="http://schemas.openxmlformats.org/officeDocument/2006/relationships/notesMaster" Target="/ppt/notesMasters/notesMaster1.xml" Id="R049e632e30f543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b38f9374214f58" /><Relationship Type="http://schemas.openxmlformats.org/officeDocument/2006/relationships/notesMaster" Target="/ppt/notesMasters/notesMaster1.xml" Id="Rf0bab2e40fa14cd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08855e3b6bf48aa" /><Relationship Type="http://schemas.openxmlformats.org/officeDocument/2006/relationships/notesMaster" Target="/ppt/notesMasters/notesMaster1.xml" Id="R2fa09c38f47744f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098dc9a47549f1" /><Relationship Type="http://schemas.openxmlformats.org/officeDocument/2006/relationships/notesMaster" Target="/ppt/notesMasters/notesMaster1.xml" Id="Rf6afa325dbe6472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0ac17ffe1148a4" /><Relationship Type="http://schemas.openxmlformats.org/officeDocument/2006/relationships/notesMaster" Target="/ppt/notesMasters/notesMaster1.xml" Id="Re3917db61c0a45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0e5a9a4dec4647" /><Relationship Type="http://schemas.openxmlformats.org/officeDocument/2006/relationships/notesMaster" Target="/ppt/notesMasters/notesMaster1.xml" Id="Redfa009e005e4a5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a6667575914234" /><Relationship Type="http://schemas.openxmlformats.org/officeDocument/2006/relationships/notesMaster" Target="/ppt/notesMasters/notesMaster1.xml" Id="Rdcdb3579813d417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c2eff0903c24df4" /><Relationship Type="http://schemas.openxmlformats.org/officeDocument/2006/relationships/notesMaster" Target="/ppt/notesMasters/notesMaster1.xml" Id="R8d8e2b9912fe41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Elektrische Messsignale können nach einer Änderung des Betriebszustands pendeln. Ein Messwert steigt und fällt dann wiederholt, bevor sich der Verlauf beruhigt. Diese Projektarbeit untersucht, wie sich solche Schwingungen aus einer aufgezeichneten Kurve bestimmen und beschreiben lassen. Dazu wird das mathematische Verfahren Matrix Pencil verwendet.</a:t>
            </a:r>
          </a:p>
          <a:p xmlns:a="http://schemas.openxmlformats.org/drawingml/2006/main">
            <a:r>
              <a:t/>
            </a:r>
          </a:p>
          <a:p xmlns:a="http://schemas.openxmlformats.org/drawingml/2006/main">
            <a:r>
              <a:t>Das Ziel ist zunächst eine Beschreibung der Messung: Wie schnell schwingen einzelne Anteile, wie stark sind sie und wie verändern sie sich mit der Zeit? Anschließend wird geprüft, ob sich ausgewählte Anteile rechnerisch abziehen lassen. Dabei müssen die Erkennung einer Schwingung und ihre Entfernung getrennt beurteilt werden.</a:t>
            </a:r>
          </a:p>
          <a:p xmlns:a="http://schemas.openxmlformats.org/drawingml/2006/main">
            <a:r>
              <a:t/>
            </a:r>
          </a:p>
          <a:p xmlns:a="http://schemas.openxmlformats.org/drawingml/2006/main">
            <a:r>
              <a:t>Ich führe deshalb zuerst von der Messkurve zum Modell und erkläre die einzelnen Rechenschritte. Danach folgen die Ergebnisse. Die Anwendung beginnt mit unseren Projektmessungen der Leistung. Ein eigener Abschnitt behandelt anschließend externe Netzfrequenzmessungen aus Mexiko. Diese beiden Fälle zeigen unterschiedliche Messgrößen und werden entsprechend getrennt besprochen.</a:t>
            </a:r>
          </a:p>
          <a:p xmlns:a="http://schemas.openxmlformats.org/drawingml/2006/main">
            <a:r>
              <a:t/>
            </a:r>
          </a:p>
          <a:p xmlns:a="http://schemas.openxmlformats.org/drawingml/2006/main">
            <a:r>
              <a:t>ZEIGEHINWEIS</a:t>
            </a:r>
          </a:p>
          <a:p xmlns:a="http://schemas.openxmlformats.org/drawingml/2006/main">
            <a:r>
              <a:t>Auf den Titel zeigen; die beiden Messdatenarten gleich zu Beginn unterscheiden.</a:t>
            </a:r>
          </a:p>
          <a:p xmlns:a="http://schemas.openxmlformats.org/drawingml/2006/main">
            <a:r>
              <a:t/>
            </a:r>
          </a:p>
          <a:p xmlns:a="http://schemas.openxmlformats.org/drawingml/2006/main">
            <a:r>
              <a:t>FACHLICHER HINTERGRUND UND QUELLEN</a:t>
            </a:r>
          </a:p>
          <a:p xmlns:a="http://schemas.openxmlformats.org/drawingml/2006/main">
            <a:r>
              <a:t>Diese Projektarbeit untersucht die Identifikation und gezielte rechnerische Entfernung von Schwingungsanteilen aus Zeitreihen. Im Mittelpunkt stehen die Leistungskanäle einer positiven und einer negativen Frequenzsprungantwort. Matrix Pencil bestimmt Frequenz, exponentielle Änderungsrate, Amplitude und Phase der Modellanteile. Die Auswertung trennt drei Fragen: Wie gut bildet das Gesamtmodell die Messkurve ab? Welche Anteile erfüllen die Filterregeln? Wie empfindlich sind die Ergebnisse gegenüber den Analyseparametern? Ein synthetisches Filterbeispiel, der numerische Referenzdatensatz NIST Lanczos1 und veröffentlichte ROMA-Netzfrequenzdaten ergänzen die Untersuchung um unterschiedliche Vergleichsmöglichkeiten.</a:t>
            </a:r>
          </a:p>
          <a:p xmlns:a="http://schemas.openxmlformats.org/drawingml/2006/main">
            <a:r>
              <a:t/>
            </a:r>
          </a:p>
          <a:p xmlns:a="http://schemas.openxmlformats.org/drawingml/2006/main">
            <a:r>
              <a:t>Projektcode und Sprungdatensätze: https://github.com/relaytoroot/prony_matrix_pencil_filter/tree/9d54cc7c45fbe1613cebd26e4ccbb65d9c3c774f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Wenn sich der Zustand eines elektrischen Systems ändert, muss sich der gemessene Wert nicht sofort auf einem neuen Niveau einpendeln. Er kann zunächst darüber und darunter schwanken. Eine solche wiederkehrende Änderung bezeichnen wir hier als Schwingung oder Pendelung. Ihre Stärke kann dabei mit der Zeit abnehmen.</a:t>
            </a:r>
          </a:p>
          <a:p xmlns:a="http://schemas.openxmlformats.org/drawingml/2006/main">
            <a:r>
              <a:t/>
            </a:r>
          </a:p>
          <a:p xmlns:a="http://schemas.openxmlformats.org/drawingml/2006/main">
            <a:r>
              <a:t>Wir möchten diese Bewegung mit wenigen Eigenschaften beschreiben: mit ihrer Frequenz, also der Anzahl vollständiger Schwingungen pro Sekunde, mit ihrer Stärke und mit ihrem Abklingen. Falls ein bestimmter Anteil entfernt werden soll, müssen wir außerdem prüfen, ob seine mathematische Beschreibung dafür ausreichend zuverlässig ist.</a:t>
            </a:r>
          </a:p>
          <a:p xmlns:a="http://schemas.openxmlformats.org/drawingml/2006/main">
            <a:r>
              <a:t/>
            </a:r>
          </a:p>
          <a:p xmlns:a="http://schemas.openxmlformats.org/drawingml/2006/main">
            <a:r>
              <a:t>Das Diagramm zeigt ein konkretes Beispiel aus unseren Projektmessungen: den Leistungskanal P pos nach einem negativen Frequenzsprung. Die sichtbare Leistungspendelung liegt bei etwa 2,27 Hertz. Der Leistungswert schwingt also ungefähr 2,27-mal pro Sekunde. Die Netzfrequenz dieses Datensatzes liegt dagegen in der Nähe von 50 Hertz. Diese beiden Frequenzen beschreiben unterschiedliche Vorgänge. Im nächsten Schritt ordne ich ein, wie aus dieser Messkurve eine geprüfte Filterausgabe entsteht.</a:t>
            </a:r>
          </a:p>
          <a:p xmlns:a="http://schemas.openxmlformats.org/drawingml/2006/main">
            <a:r>
              <a:t/>
            </a:r>
          </a:p>
          <a:p xmlns:a="http://schemas.openxmlformats.org/drawingml/2006/main">
            <a:r>
              <a:t>ZEIGEHINWEIS</a:t>
            </a:r>
          </a:p>
          <a:p xmlns:a="http://schemas.openxmlformats.org/drawingml/2006/main">
            <a:r>
              <a:t>Zuerst die Fragestellung nennen, dann die wiederkehrenden Wellen im konkreten Diagramm zeigen.</a:t>
            </a:r>
          </a:p>
          <a:p xmlns:a="http://schemas.openxmlformats.org/drawingml/2006/main">
            <a:r>
              <a:t/>
            </a:r>
          </a:p>
          <a:p xmlns:a="http://schemas.openxmlformats.org/drawingml/2006/main">
            <a:r>
              <a:t>FACHLICHER HINTERGRUND UND QUELLEN</a:t>
            </a:r>
          </a:p>
          <a:p xmlns:a="http://schemas.openxmlformats.org/drawingml/2006/main">
            <a:r>
              <a:t>Die Messkurven der Frequenzsprungversuche zeigen zwei zeitlich unterschiedliche Erscheinungen: zunächst einen ausgeprägten Übergangsvorgang und anschließend eine länger sichtbare Pendelung. Das Diagramm vergrößert den Abschnitt von zwei bis sieben Sekunden der negativen Frequenzsprungantwort. Die periodische Schwankung gehört zum Kanal P_pos. Sie ist von der Netzfrequenz selbst zu unterscheiden: Eine Pendelung bei ungefähr 2,27 Hz bedeutet etwa 2,27 Schwingungen des Leistungssignals pro Sekunde. Die Projektarbeit untersucht, welche Modellanteile diese Kurve beschreiben, wie ihre Amplituden abklingen und welche Auswirkungen die rechnerische Entfernung ausgewählter Anteile hat. Eine geglättete Kurve allein genügt dabei noch nicht als Nachweis einer physikalisch richtigen Zerlegung.</a:t>
            </a:r>
          </a:p>
          <a:p xmlns:a="http://schemas.openxmlformats.org/drawingml/2006/main">
            <a:r>
              <a:t/>
            </a:r>
          </a:p>
          <a:p xmlns:a="http://schemas.openxmlformats.org/drawingml/2006/main">
            <a:r>
              <a:t>Datensatz: data/Frequenz_Leistungs_Pendelung_negativer_Sprung.XLS. Projektstand: https://github.com/relaytoroot/prony_matrix_pencil_filter/tree/9d54cc7c45fbe1613cebd26e4ccbb65d9c3c774f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gesamte Auswertung lässt sich in vier Schritte gliedern. Zuerst wählen wir aus der Messung eine bestimmte Größe und einen passenden Zeitabschnitt aus. Damit steht fest, welche Kurve wir überhaupt erklären wollen.</a:t>
            </a:r>
          </a:p>
          <a:p xmlns:a="http://schemas.openxmlformats.org/drawingml/2006/main">
            <a:r>
              <a:t/>
            </a:r>
          </a:p>
          <a:p xmlns:a="http://schemas.openxmlformats.org/drawingml/2006/main">
            <a:r>
              <a:t>Im zweiten Schritt bildet das Verfahren ein Modell. Ein Modell ist hier eine berechnete Kurve, die sich aus mehreren einfachen Anteilen zusammensetzt. Dazu gehören Schwingungen und Übergänge, die ohne regelmäßiges Hin und Her abklingen. Ihre Summe soll den beobachteten Verlauf möglichst gut beschreiben.</a:t>
            </a:r>
          </a:p>
          <a:p xmlns:a="http://schemas.openxmlformats.org/drawingml/2006/main">
            <a:r>
              <a:t/>
            </a:r>
          </a:p>
          <a:p xmlns:a="http://schemas.openxmlformats.org/drawingml/2006/main">
            <a:r>
              <a:t>Im dritten Schritt prüfen wir diese Beschreibung. Wir vergleichen die Modellkurve mit den Messwerten und ziehen bekannte Vergleichswerte heran, soweit solche verfügbar sind. Erst danach folgt der vierte Schritt: Ausgewählte Anteile werden abgezogen, sofern die festgelegten Prüfregeln erfüllt sind. Das Ergebnis ist die gefilterte Ausgabe.</a:t>
            </a:r>
          </a:p>
          <a:p xmlns:a="http://schemas.openxmlformats.org/drawingml/2006/main">
            <a:r>
              <a:t/>
            </a:r>
          </a:p>
          <a:p xmlns:a="http://schemas.openxmlformats.org/drawingml/2006/main">
            <a:r>
              <a:t>Diese Abfolge gilt für beide Anwendungen. Zuerst betrachten wir die Leistung aus unseren Projektmessungen. Später folgt als eigener Vergleichsfall die Netzfrequenzmessung aus Mexiko. Die Methode ist dieselbe, die untersuchte Messgröße ist jeweils eine andere.</a:t>
            </a:r>
          </a:p>
          <a:p xmlns:a="http://schemas.openxmlformats.org/drawingml/2006/main">
            <a:r>
              <a:t/>
            </a:r>
          </a:p>
          <a:p xmlns:a="http://schemas.openxmlformats.org/drawingml/2006/main">
            <a:r>
              <a:t>ZEIGEHINWEIS</a:t>
            </a:r>
          </a:p>
          <a:p xmlns:a="http://schemas.openxmlformats.org/drawingml/2006/main">
            <a:r>
              <a:t>Die vier Schritte von oben nach unten verfolgen und bei der Prüfung die Verbindung zurück zur Messung hervorheben.</a:t>
            </a:r>
          </a:p>
          <a:p xmlns:a="http://schemas.openxmlformats.org/drawingml/2006/main">
            <a:r>
              <a:t/>
            </a:r>
          </a:p>
          <a:p xmlns:a="http://schemas.openxmlformats.org/drawingml/2006/main">
            <a:r>
              <a:t>FACHLICHER HINTERGRUND UND QUELLEN</a:t>
            </a:r>
          </a:p>
          <a:p xmlns:a="http://schemas.openxmlformats.org/drawingml/2006/main">
            <a:r>
              <a:t>Überblick über den Ablauf: Messgröße und Zeitabschnitt auswählen, Modell aus Schwingungen und aperiodischen Anteilen bestimmen, Rekonstruktion und Vergleichswerte prüfen, geeignete Modellanteile abziehen. Die Projektmessungen verwenden P_pos. Der spätere externe Mexiko-Fall verwendet die Netzfrequenz. Synthetisches Testsignal und NIST Lanczos1 prüfen unterschiedliche Teile des Verfahrens.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Hier sehen wir die beiden Projektmessungen genauer. Jede Datei enthält einen Frequenzkanal und den Leistungskanal P pos, jeweils mit einer eigenen Zeitspalte. Die Frequenz beginnt ungefähr bei 50 Hertz. Bei etwa einer Sekunde erfolgt eine Änderung nach oben oder nach unten. Darauf beziehen sich die Bezeichnungen positiver und negativer Sprung.</a:t>
            </a:r>
          </a:p>
          <a:p xmlns:a="http://schemas.openxmlformats.org/drawingml/2006/main">
            <a:r>
              <a:t/>
            </a:r>
          </a:p>
          <a:p xmlns:a="http://schemas.openxmlformats.org/drawingml/2006/main">
            <a:r>
              <a:t>Die Leistung reagiert darauf mit einem ausgeprägten Übergang und einer überlagerten Pendelung. Genau diesen Leistungskanal analysieren wir mit Matrix Pencil. Der Frequenzverlauf zeigt hier vor allem, wann und in welche Richtung die Anregung erfolgt. Die Sprungrichtung beschreibt also nicht unmittelbar die Richtung der Leistungsänderung.</a:t>
            </a:r>
          </a:p>
          <a:p xmlns:a="http://schemas.openxmlformats.org/drawingml/2006/main">
            <a:r>
              <a:t/>
            </a:r>
          </a:p>
          <a:p xmlns:a="http://schemas.openxmlformats.org/drawingml/2006/main">
            <a:r>
              <a:t>Eine Grenze der Dokumentation muss dabei sichtbar bleiben: In den Dateien sind weder die physikalische Einheit von P pos noch Messgerät und Versuchsaufbau eindeutig angegeben. Die Achse wurde lediglich zur besseren Lesbarkeit durch eine Million geteilt. Daraus lässt sich keine Einheit wie Megawatt ableiten. Unsere Aussagen beziehen sich deshalb auf die aufgezeichneten Signalverläufe und ihre mathematische Auswertung.</a:t>
            </a:r>
          </a:p>
          <a:p xmlns:a="http://schemas.openxmlformats.org/drawingml/2006/main">
            <a:r>
              <a:t/>
            </a:r>
          </a:p>
          <a:p xmlns:a="http://schemas.openxmlformats.org/drawingml/2006/main">
            <a:r>
              <a:t>ZEIGEHINWEIS</a:t>
            </a:r>
          </a:p>
          <a:p xmlns:a="http://schemas.openxmlformats.org/drawingml/2006/main">
            <a:r>
              <a:t>Erst den Frequenzsprung bei ungefähr einer Sekunde, danach die zugehörige Leistungsantwort zeigen.</a:t>
            </a:r>
          </a:p>
          <a:p xmlns:a="http://schemas.openxmlformats.org/drawingml/2006/main">
            <a:r>
              <a:t/>
            </a:r>
          </a:p>
          <a:p xmlns:a="http://schemas.openxmlformats.org/drawingml/2006/main">
            <a:r>
              <a:t>FACHLICHER HINTERGRUND UND QUELLEN</a:t>
            </a:r>
          </a:p>
          <a:p xmlns:a="http://schemas.openxmlformats.org/drawingml/2006/main">
            <a:r>
              <a:t>Die beiden Tabellen enthalten einen Netzfrequenzkanal f und einen Leistungskanal P_pos mit jeweils zugehöriger Zeitspalte. Der Frequenzkanal liegt zunächst nahe 50 Hz. Am Ende erreicht die positive Sprungantwort ungefähr 50,480 Hz, die negative ungefähr 49,483 Hz. Die zugehörigen P_pos-Kurven zeigen die Systemantwort mit einem ausgeprägten Übergang und überlagerten Schwingungen. Frequenz und Leistung erhalten eigene Achsen, weil sie unterschiedliche Größen beschreiben. Die Schwingung um 2,268 Hz ist eine zeitliche Schwankung von P_pos und nicht die Netzfrequenz selbst. Der Dateikopf nennt für P_pos keine physikalische Einheit. Die Darstellung skaliert daher lediglich um 10⁶. Versuchsaufbau, Messgerät und untersuchtes System sind aus diesen Dateien nicht eindeutig belegbar.</a:t>
            </a:r>
          </a:p>
          <a:p xmlns:a="http://schemas.openxmlformats.org/drawingml/2006/main">
            <a:r>
              <a:t/>
            </a:r>
          </a:p>
          <a:p xmlns:a="http://schemas.openxmlformats.org/drawingml/2006/main">
            <a:r>
              <a:t>Datensätze: https://github.com/relaytoroot/prony_matrix_pencil_filter/blob/9d54cc7c45fbe1613cebd26e4ccbb65d9c3c774f/data/Frequenz_Leistungs_Pendelung.XLS</a:t>
            </a:r>
          </a:p>
          <a:p xmlns:a="http://schemas.openxmlformats.org/drawingml/2006/main">
            <a:r>
              <a:t>https://github.com/relaytoroot/prony_matrix_pencil_filter/blob/9d54cc7c45fbe1613cebd26e4ccbb65d9c3c774f/data/Frequenz_Leistungs_Pendelung_negativer_Sprung.XLS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Für die Analyse verwenden wir nicht wahllos die ganze Datei. Zuerst werden jedem Leistungswert der passende Zeitpunkt und der richtige Kanal zugeordnet. Dann wählen wir den Abschnitt von einer bis sieben Sekunden aus. Er beginnt ungefähr am Frequenzsprung. Der Mittelwert wird zunächst abgezogen, damit sich die Berechnung auf die Veränderungen um diesen Grundwert konzentriert.</a:t>
            </a:r>
          </a:p>
          <a:p xmlns:a="http://schemas.openxmlformats.org/drawingml/2006/main">
            <a:r>
              <a:t/>
            </a:r>
          </a:p>
          <a:p xmlns:a="http://schemas.openxmlformats.org/drawingml/2006/main">
            <a:r>
              <a:t>Die Dateien enthalten ungefähr 4000 Werte pro Sekunde. Für die Bestimmung der Schwingungseigenschaften werden daraus 100 Werte pro Sekunde. Vorher begrenzt ein Tiefpass schnelle Signaländerungen. Das verhindert, dass beim Ausdünnen hohe Frequenzen fälschlich als langsamere Schwingungen erscheinen. Die Zahlen 4000 und 100 geben also die Abtastrate an: wie viele Werte pro Sekunde vorliegen.</a:t>
            </a:r>
          </a:p>
          <a:p xmlns:a="http://schemas.openxmlformats.org/drawingml/2006/main">
            <a:r>
              <a:t/>
            </a:r>
          </a:p>
          <a:p xmlns:a="http://schemas.openxmlformats.org/drawingml/2006/main">
            <a:r>
              <a:t>Die gefundenen Schwingungsformen werden anschließend an die ursprünglichen, dichter liegenden Werte angepasst. Auch der Signalabzug erfolgt dort. Die Messwerte vor einer Sekunde bleiben unverändert. Für die Prüfung des Modellfehlers verwendet das Programm dagegen die aufbereiteten Daten mit 100 Werten pro Sekunde.</a:t>
            </a:r>
          </a:p>
          <a:p xmlns:a="http://schemas.openxmlformats.org/drawingml/2006/main">
            <a:r>
              <a:t/>
            </a:r>
          </a:p>
          <a:p xmlns:a="http://schemas.openxmlformats.org/drawingml/2006/main">
            <a:r>
              <a:t>ZEIGEHINWEIS</a:t>
            </a:r>
          </a:p>
          <a:p xmlns:a="http://schemas.openxmlformats.org/drawingml/2006/main">
            <a:r>
              <a:t>Vom ausgewählten Zeitabschnitt zur Vereinfachung auf 100 Werte pro Sekunde gehen; danach auf die Ausgabe mit den ursprünglichen Messwerten verweisen.</a:t>
            </a:r>
          </a:p>
          <a:p xmlns:a="http://schemas.openxmlformats.org/drawingml/2006/main">
            <a:r>
              <a:t/>
            </a:r>
          </a:p>
          <a:p xmlns:a="http://schemas.openxmlformats.org/drawingml/2006/main">
            <a:r>
              <a:t>FACHLICHER HINTERGRUND UND QUELLEN</a:t>
            </a:r>
          </a:p>
          <a:p xmlns:a="http://schemas.openxmlformats.org/drawingml/2006/main">
            <a:r>
              <a:t>Für P_pos liegen je Datei 27.921 gültige Zeit-Wert-Paare zwischen etwa 0,02 und 7 Sekunden vor. Der Zeitabstand beträgt 0,00025 Sekunden und entspricht ungefähr 4.000 Hz. Die Analyse beginnt bei t₀ = 1 Sekunde. Nach dem Mittelwertabzug reduziert ein Tiefpass mit anschließender Dezimation das Schätzraster auf 100 Hz. Der Tiefpass begrenzt Aliasing bei dieser Reduktion. Matrix Pencil bestimmt die Pole auf dem reduzierten Raster. Danach werden die Pole auf das ursprüngliche Zeitraster übertragen und die Koeffizienten gemeinsam an dessen Signalwerte angepasst. Die Rekonstruktion und die Subtraktion erfolgen somit auf dem ursprünglichen Auswerteraster. Werte vor dem Analysebeginn bleiben unverändert. Nicht endliche Zeit-Wert-Paare werden vor der Analyse ausgeschlossen.</a:t>
            </a:r>
          </a:p>
          <a:p xmlns:a="http://schemas.openxmlformats.org/drawingml/2006/main">
            <a:r>
              <a:t/>
            </a:r>
          </a:p>
          <a:p xmlns:a="http://schemas.openxmlformats.org/drawingml/2006/main">
            <a:r>
              <a:t>Verfahrensimplementierung: https://github.com/relaytoroot/prony_matrix_pencil_filter/blob/9d54cc7c45fbe1613cebd26e4ccbb65d9c3c774f/src/prony_filter/filtering.py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Ein einzelner Schwingungsanteil wird hier als regelmäßige Welle mit einer veränderlichen Hüllkurve beschrieben. Die Frequenz f bestimmt, wie viele vollständige Schwingungen pro Sekunde auftreten. Die Amplitude A beschreibt die Stärke zu Beginn des untersuchten Ausschnitts. Die Phase legt fest, an welcher Stelle der Welle der Ausschnitt beginnt, also beispielsweise nahe einem Maximum oder einem Nulldurchgang.</a:t>
            </a:r>
          </a:p>
          <a:p xmlns:a="http://schemas.openxmlformats.org/drawingml/2006/main">
            <a:r>
              <a:t/>
            </a:r>
          </a:p>
          <a:p xmlns:a="http://schemas.openxmlformats.org/drawingml/2006/main">
            <a:r>
              <a:t>Sigma beschreibt, wie sich die Hüllkurve mit der Zeit verändert. Ist Sigma negativ, werden die Ausschläge kleiner. Bei Sigma gleich null bleibt die Stärke konstant. Ein positives Sigma würde im Modell ein Anwachsen beschreiben. Die Zeit in der Formel beginnt am Anfang des ausgewählten Analyseabschnitts.</a:t>
            </a:r>
          </a:p>
          <a:p xmlns:a="http://schemas.openxmlformats.org/drawingml/2006/main">
            <a:r>
              <a:t/>
            </a:r>
          </a:p>
          <a:p xmlns:a="http://schemas.openxmlformats.org/drawingml/2006/main">
            <a:r>
              <a:t>Eine gemessene Kurve besteht meist nicht aus nur einer solchen Welle. Das Gesamtmodell setzt mehrere Anteile zusammen und ergänzt den zuvor abgezogenen Grundwert. Zusätzlich sind Verläufe möglich, die ohne Hin-und-her-Schwingen abklingen und beispielsweise einen Übergang beschreiben. Erst die Summe dieser Modellanteile wird mit den tatsächlichen Messwerten verglichen.</a:t>
            </a:r>
          </a:p>
          <a:p xmlns:a="http://schemas.openxmlformats.org/drawingml/2006/main">
            <a:r>
              <a:t/>
            </a:r>
          </a:p>
          <a:p xmlns:a="http://schemas.openxmlformats.org/drawingml/2006/main">
            <a:r>
              <a:t>ZEIGEHINWEIS</a:t>
            </a:r>
          </a:p>
          <a:p xmlns:a="http://schemas.openxmlformats.org/drawingml/2006/main">
            <a:r>
              <a:t>Die Formel anhand der vier Parameter in der Tabelle erklären, ohne sie vollständig vorzulesen.</a:t>
            </a:r>
          </a:p>
          <a:p xmlns:a="http://schemas.openxmlformats.org/drawingml/2006/main">
            <a:r>
              <a:t/>
            </a:r>
          </a:p>
          <a:p xmlns:a="http://schemas.openxmlformats.org/drawingml/2006/main">
            <a:r>
              <a:t>FACHLICHER HINTERGRUND UND QUELLEN</a:t>
            </a:r>
          </a:p>
          <a:p xmlns:a="http://schemas.openxmlformats.org/drawingml/2006/main">
            <a:r>
              <a:t>Ein reeller Schwingungsanteil wird als A · exp(σ τ) · cos(2π f τ + φ) beschrieben. Die Zeit τ beginnt am Anfang des analysierten Ausschnitts. f beschreibt die Schwingungsfrequenz, σ die exponentielle Änderung der Hüllkurve, A deren Anfangswert und φ die Anfangsphase. Ein negatives σ bedeutet Abklingen. Die Summe solcher Anteile bildet zusammen mit reellen Exponentialanteilen und dem zuvor abgezogenen Grundwert das Gesamtmodell. Reelle Exponentialanteile können beispielsweise einen aperiodischen Übergang approximieren. Der Algorithmus kann auch wachsende Modellanteile schätzen. Ihre Existenz im Modell ist noch kein Nachweis einer physikalischen Instabilität. Die Filterauswahl bewertet geeignete Anteile anschließend gesondert.</a:t>
            </a:r>
          </a:p>
          <a:p xmlns:a="http://schemas.openxmlformats.org/drawingml/2006/main">
            <a:r>
              <a:t/>
            </a:r>
          </a:p>
          <a:p xmlns:a="http://schemas.openxmlformats.org/drawingml/2006/main">
            <a:r>
              <a:t>Implementierung: https://github.com/relaytoroot/prony_matrix_pencil_filter/blob/9d54cc7c45fbe1613cebd26e4ccbb65d9c3c774f/src/prony_filter/matrix_pencil.py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Jetzt kommt der Schritt von der Messkurve zu den Matrizen. Oben steht eine Folge aufbereiteter Signalwerte. Der Mittelwert wurde bereits abgezogen und das Signal nach einer Tiefpassfilterung auf 100 Werte pro Sekunde reduziert. Zwischen zwei Werten liegen deshalb 0,01 Sekunden. x in eckiger Klammer null bezeichnet den ersten Wert bei einer Sekunde, x in Klammer eins den nächsten Wert. Die Zahl in der Klammer ist eine laufende Nummer und nicht die Größe des Messwerts.</a:t>
            </a:r>
          </a:p>
          <a:p xmlns:a="http://schemas.openxmlformats.org/drawingml/2006/main">
            <a:r>
              <a:t/>
            </a:r>
          </a:p>
          <a:p xmlns:a="http://schemas.openxmlformats.org/drawingml/2006/main">
            <a:r>
              <a:t>Links werden jeweils drei benachbarte Werte in eine Zeile geschrieben. In der nächsten Zeile beginnt derselbe Ausschnitt einen Wert später. Deshalb erscheinen manche Werte mehrfach. Sie werden nicht mehrfach gemessen, sondern in mehreren überlappenden Ausschnitten verwendet. Diese Anordnung heißt Hankelmatrix.</a:t>
            </a:r>
          </a:p>
          <a:p xmlns:a="http://schemas.openxmlformats.org/drawingml/2006/main">
            <a:r>
              <a:t/>
            </a:r>
          </a:p>
          <a:p xmlns:a="http://schemas.openxmlformats.org/drawingml/2006/main">
            <a:r>
              <a:t>Die rechte Matrix entsteht genauso, beginnt aber überall einen Schritt später. Beide Matrizen enthalten also dieselbe Messkurve, gegeneinander um 0,01 Sekunden verschoben. Das gezeigte Beispiel ist bewusst klein. In der tatsächlichen Auswertung der negativen Sprungantwort besitzt jede Matrix 345 Zeilen und 256 Spalten. Aus der Beziehung zwischen den beiden Matrizen werden anschließend die Schwingungseigenschaften bestimmt.</a:t>
            </a:r>
          </a:p>
          <a:p xmlns:a="http://schemas.openxmlformats.org/drawingml/2006/main">
            <a:r>
              <a:t/>
            </a:r>
          </a:p>
          <a:p xmlns:a="http://schemas.openxmlformats.org/drawingml/2006/main">
            <a:r>
              <a:t>ZEIGEHINWEIS</a:t>
            </a:r>
          </a:p>
          <a:p xmlns:a="http://schemas.openxmlformats.org/drawingml/2006/main">
            <a:r>
              <a:t>Oben x[0] und x[1] zu den Zeiten zuordnen; anschließend die erste Zeile von H0 und H1 vergleichen.</a:t>
            </a:r>
          </a:p>
          <a:p xmlns:a="http://schemas.openxmlformats.org/drawingml/2006/main">
            <a:r>
              <a:t/>
            </a:r>
          </a:p>
          <a:p xmlns:a="http://schemas.openxmlformats.org/drawingml/2006/main">
            <a:r>
              <a:t>FACHLICHER HINTERGRUND UND QUELLEN</a:t>
            </a:r>
          </a:p>
          <a:p xmlns:a="http://schemas.openxmlformats.org/drawingml/2006/main">
            <a:r>
              <a:t>x[0], x[1] und x[2] bezeichnen aufeinanderfolgende Werte des aufbereiteten Signals. Die Zahl in der Klammer ist eine laufende Nummer und kein Messwert. x[0] liegt am Beginn des Ausschnitts bei 1,00 s, x[1] bei 1,01 s. Die erste Zeile von H0 enthält x[0], x[1] und x[2]. Die erste Zeile von H1 enthält x[1], x[2] und x[3]. Beide Tabellen stammen aus derselben Kurve; die zweite beginnt einen Messschritt später. Weitere Zeilen bilden zusätzliche überlappende Ausschnitte. Ein Messwert erscheint mehrfach, weil er zu mehreren benachbarten Ausschnitten gehört. Dieses Schema heißt Hankelmatrix. Die gezeigten 3 × 3 Tabellen erklären nur die Anordnung. Im negativen Sprungversuch umfassen H0 und H1 jeweils 345 × 256 Einträge.</a:t>
            </a:r>
          </a:p>
          <a:p xmlns:a="http://schemas.openxmlformats.org/drawingml/2006/main">
            <a:r>
              <a:t/>
            </a:r>
          </a:p>
          <a:p xmlns:a="http://schemas.openxmlformats.org/drawingml/2006/main">
            <a:r>
              <a:t>Code: src/prony_filter/matrix_pencil.py, _build_pencil_matrix. Datenstand: 9d54cc7.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Warum hilft diese Verschiebung um einen Messschritt? Für einen einzelnen exponentiellen Modellanteil ist die Änderung von einem Schritt zum nächsten immer gleich: Man erhält den nächsten Wert, indem man mit demselben Faktor z multipliziert. Bei einer Schwingung ist dieser Faktor eine komplexe Zahl. Er enthält gleichzeitig die Änderung der Stärke und den Fortschritt innerhalb der Schwingung.</a:t>
            </a:r>
          </a:p>
          <a:p xmlns:a="http://schemas.openxmlformats.org/drawingml/2006/main">
            <a:r>
              <a:t/>
            </a:r>
          </a:p>
          <a:p xmlns:a="http://schemas.openxmlformats.org/drawingml/2006/main">
            <a:r>
              <a:t>In einer Messung sind mehrere Anteile überlagert. Jeder hat seinen eigenen Faktor. Deshalb kann man nicht einfach zwei benachbarte Messwerte dividieren und daraus alle Schwingungen ablesen. Stattdessen wird die Beziehung zwischen den beiden großen Datenmatrizen gemeinsam ausgewertet.</a:t>
            </a:r>
          </a:p>
          <a:p xmlns:a="http://schemas.openxmlformats.org/drawingml/2006/main">
            <a:r>
              <a:t/>
            </a:r>
          </a:p>
          <a:p xmlns:a="http://schemas.openxmlformats.org/drawingml/2006/main">
            <a:r>
              <a:t>Die Singulärwertzerlegung, kurz SVD, bildet dafür eine reduzierte Beschreibung. Mit der hier gewählten Ordnung zwölf bleibt eine Beschreibung mit zwölf Dimensionen. Daraus entsteht die kleinere Matrix B mit zwölf Zeilen und zwölf Spalten. Die Eigenwertberechnung liefert dann die gesuchten Faktoren z, auch Pole genannt. Vereinfacht sucht sie Änderungen, bei denen eine bestimmte Modellform erhalten bleibt und sich nur ihre Stärke und Phase verändern. Ordnung zwölf bedeutet dabei nicht automatisch zwölf reale Schwingungen: Eine reale schwingende Komponente wird gewöhnlich durch ein Paar komplexer Pole beschrieben.</a:t>
            </a:r>
          </a:p>
          <a:p xmlns:a="http://schemas.openxmlformats.org/drawingml/2006/main">
            <a:r>
              <a:t/>
            </a:r>
          </a:p>
          <a:p xmlns:a="http://schemas.openxmlformats.org/drawingml/2006/main">
            <a:r>
              <a:t>ZEIGEHINWEIS</a:t>
            </a:r>
          </a:p>
          <a:p xmlns:a="http://schemas.openxmlformats.org/drawingml/2006/main">
            <a:r>
              <a:t>Den Übergang vom einzelnen Anteil links zur Überlagerung rechts zeigen, dann die drei Rechenschritte unten verfolgen.</a:t>
            </a:r>
          </a:p>
          <a:p xmlns:a="http://schemas.openxmlformats.org/drawingml/2006/main">
            <a:r>
              <a:t/>
            </a:r>
          </a:p>
          <a:p xmlns:a="http://schemas.openxmlformats.org/drawingml/2006/main">
            <a:r>
              <a:t>FACHLICHER HINTERGRUND UND QUELLEN</a:t>
            </a:r>
          </a:p>
          <a:p xmlns:a="http://schemas.openxmlformats.org/drawingml/2006/main">
            <a:r>
              <a:t>Für einen einzelnen komplexen Exponentialanteil q[k] = c · z^k gilt q[k+1] = z · q[k]. Daher beschreibt der Pol z die Änderung bei genau einem Abtastschritt. Eine gemessene Kurve enthält mehrere Anteile mit unterschiedlichen Faktoren. Für die gesamte Messung gilt deshalb nicht allgemein H1 = z · H0. Die Singulärwertzerlegung begrenzt die Beschreibung auf die Modellordnung. Aus H0 ≈ U Σ Vᴴ und H1 entsteht die reduzierte Verschiebungsmatrix B = Σ⁻¹ Uᴴ H1 V. Ihre Eigenwerte erfüllen Bv = zv und sind die gesuchten Pole. Für die negative Sprungantwort verwendet die Berechnung 601 Schätzwerte, zwei Matrizen mit jeweils 345 × 256 Einträgen und eine reduzierte Matrix B mit 12 × 12 Einträgen.</a:t>
            </a:r>
          </a:p>
          <a:p xmlns:a="http://schemas.openxmlformats.org/drawingml/2006/main">
            <a:r>
              <a:t/>
            </a:r>
          </a:p>
          <a:p xmlns:a="http://schemas.openxmlformats.org/drawingml/2006/main">
            <a:r>
              <a:t>Code: src/prony_filter/matrix_pencil.py, _build_pencil_matrix und matrix_pencil. Direkter Eigenwertnachweis: outputs/projektpraesentation_build/pole_explanation_check.json.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Hier sehen wir einen konkreten Pol aus der Leistungsantwort auf den negativen Frequenzsprung. Die Eigenwertberechnung liefert ungefähr 0,988 plus 0,142 mal i. Diese Werte wurden aus der Messung geschätzt. Sie wurden dem Verfahren nicht als erwartete Schwingung vorgegeben.</a:t>
            </a:r>
          </a:p>
          <a:p xmlns:a="http://schemas.openxmlformats.org/drawingml/2006/main">
            <a:r>
              <a:t/>
            </a:r>
          </a:p>
          <a:p xmlns:a="http://schemas.openxmlformats.org/drawingml/2006/main">
            <a:r>
              <a:t>Eine komplexe Zahl lässt sich als Punkt in einer Ebene vorstellen. Der Realteil ist die waagerechte Koordinate, der Imaginärteil die senkrechte. Der Betrag r ist der Abstand dieses Punktes vom Ursprung. Er wird mit dem Satz des Pythagoras aus beiden Koordinaten berechnet. Hier beträgt er ungefähr 0,998084. Bei jedem Zeitschritt bleiben deshalb rund 99,8084 Prozent der Amplitude erhalten. Weil der Faktor etwas kleiner als eins ist, klingt dieser Anteil langsam ab.</a:t>
            </a:r>
          </a:p>
          <a:p xmlns:a="http://schemas.openxmlformats.org/drawingml/2006/main">
            <a:r>
              <a:t/>
            </a:r>
          </a:p>
          <a:p xmlns:a="http://schemas.openxmlformats.org/drawingml/2006/main">
            <a:r>
              <a:t>Theta ist der Winkel zur positiven waagerechten Achse. Die Funktion atan2 berechnet ihn aus beiden Koordinaten und berücksichtigt dabei, in welchem der vier Quadranten der Punkt liegt. Hier beträgt der Winkel ungefähr 0,1425 Radiant oder 8,16 Grad. Das ist der Phasenfortschritt innerhalb von 0,01 Sekunden. Der Winkel ist also nicht die Anfangsphase der Schwingung. Betrag und Winkel beschreiben zusammen, wie sich dieser Modellanteil von einem Abtastschritt zum nächsten verändert. Daraus folgen auf der nächsten Folie Frequenz und Abklingrate.</a:t>
            </a:r>
          </a:p>
          <a:p xmlns:a="http://schemas.openxmlformats.org/drawingml/2006/main">
            <a:r>
              <a:t/>
            </a:r>
          </a:p>
          <a:p xmlns:a="http://schemas.openxmlformats.org/drawingml/2006/main">
            <a:r>
              <a:t>ZEIGEHINWEIS</a:t>
            </a:r>
          </a:p>
          <a:p xmlns:a="http://schemas.openxmlformats.org/drawingml/2006/main">
            <a:r>
              <a:t>Bei z beginnen; anschließend den Betrag links und den Winkel rechts als zwei Eigenschaften derselben Zahl erklären.</a:t>
            </a:r>
          </a:p>
          <a:p xmlns:a="http://schemas.openxmlformats.org/drawingml/2006/main">
            <a:r>
              <a:t/>
            </a:r>
          </a:p>
          <a:p xmlns:a="http://schemas.openxmlformats.org/drawingml/2006/main">
            <a:r>
              <a:t>FACHLICHER HINTERGRUND UND QUELLEN</a:t>
            </a:r>
          </a:p>
          <a:p xmlns:a="http://schemas.openxmlformats.org/drawingml/2006/main">
            <a:r>
              <a:t>Die komplexe Zahl z ist das Ergebnis der Eigenwertberechnung aus den Messwerten. Ein direkter Lauf des dichten Eigenwertverfahrens für die negative Sprungantwort ergibt z = 0,9879674349634076 + 0,14174734780421844 i. Die Zahlen auf der Folie sind für die Lesbarkeit gerundet. Der Realteil a und der Imaginärteil b bestimmen den Betrag r = √(a² + b²) und den Winkel θ = atan2(b,a). Der Betrag beträgt 0,9980841463312123. Die Amplitude wird bei jedem 0,01-s-Schritt damit multipliziert; sie nimmt je Schritt um etwa 0,1916 Prozent ab. Der Winkel beträgt 0,14250123277359167 Radiant beziehungsweise 8,1647 Grad pro Schritt. atan2 bestimmt den Winkel unter Berücksichtigung beider Koordinaten. r und θ sind abgeleitete Ergebnisse, keine Eingabeparameter.</a:t>
            </a:r>
          </a:p>
          <a:p xmlns:a="http://schemas.openxmlformats.org/drawingml/2006/main">
            <a:r>
              <a:t/>
            </a:r>
          </a:p>
          <a:p xmlns:a="http://schemas.openxmlformats.org/drawingml/2006/main">
            <a:r>
              <a:t>Direkter Eigenwertnachweis: outputs/projektpraesentation_build/pole_explanation_check.json.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Aus dem Pol der Leistungsmessung zum negativen Frequenzsprung kennen wir jetzt den Betrag r und den Winkel Theta. Beide beschreiben zunächst nur die Veränderung von einem Abtastschritt zum nächsten. Ein solcher Schritt dauert hier eine Hundertstelsekunde. Für eine verständliche Aussage müssen wir diese Veränderung auf eine Sekunde beziehen.</a:t>
            </a:r>
          </a:p>
          <a:p xmlns:a="http://schemas.openxmlformats.org/drawingml/2006/main">
            <a:r>
              <a:t/>
            </a:r>
          </a:p>
          <a:p xmlns:a="http://schemas.openxmlformats.org/drawingml/2006/main">
            <a:r>
              <a:t>Der Winkel beträgt ungefähr 0,1425 Radiant pro Schritt. Eine vollständige Schwingung entspricht zwei Pi Radiant. Wir teilen deshalb zuerst durch zwei Pi und anschließend durch die Schrittdauer. So erhalten wir ungefähr 2,268 Hertz: Der Anteil im Leistungssignal schwingt etwas mehr als zweimal pro Sekunde. Das ist nicht die elektrische Netzfrequenz, die im zusätzlich aufgezeichneten Frequenzkanal bei etwa 50 Hertz liegt.</a:t>
            </a:r>
          </a:p>
          <a:p xmlns:a="http://schemas.openxmlformats.org/drawingml/2006/main">
            <a:r>
              <a:t/>
            </a:r>
          </a:p>
          <a:p xmlns:a="http://schemas.openxmlformats.org/drawingml/2006/main">
            <a:r>
              <a:t>Der Betrag r liegt mit ungefähr 0,9981 knapp unter eins. Die Amplitude wird deshalb mit jedem Schritt etwas kleiner. Aus dem natürlichen Logarithmus von r, geteilt durch die Schrittdauer, folgt Sigma gleich ungefähr minus 0,192 pro Sekunde. Nach einer Sekunde beträgt die Amplitude noch etwa 82,6 Prozent ihres Anfangswerts. Rechts ist dieser einzelne Modellanteil dargestellt: waagerecht die Zeit seit Beginn des Analyseabschnitts, senkrecht sein Signalbeitrag in Tausendern der Dateieinheit. Die Anfangsphase bestimmt, wo die Kurve startet. Theta bestimmt ihren Fortschritt. Wie viele solcher Anteile das Modell zulässt, regelt die Modellordnung.</a:t>
            </a:r>
          </a:p>
          <a:p xmlns:a="http://schemas.openxmlformats.org/drawingml/2006/main">
            <a:r>
              <a:t/>
            </a:r>
          </a:p>
          <a:p xmlns:a="http://schemas.openxmlformats.org/drawingml/2006/main">
            <a:r>
              <a:t>ZEIGEHINWEIS</a:t>
            </a:r>
          </a:p>
          <a:p xmlns:a="http://schemas.openxmlformats.org/drawingml/2006/main">
            <a:r>
              <a:t>Zuerst auf die beiden Umrechnungen links zeigen, anschließend auf die abklingende Kurve rechts.</a:t>
            </a:r>
          </a:p>
          <a:p xmlns:a="http://schemas.openxmlformats.org/drawingml/2006/main">
            <a:r>
              <a:t/>
            </a:r>
          </a:p>
          <a:p xmlns:a="http://schemas.openxmlformats.org/drawingml/2006/main">
            <a:r>
              <a:t>FACHLICHER HINTERGRUND UND QUELLEN</a:t>
            </a:r>
          </a:p>
          <a:p xmlns:a="http://schemas.openxmlformats.org/drawingml/2006/main">
            <a:r>
              <a:t>Eine vollständige Schwingung entspricht 2π Radiant. Der Winkel θ beschreibt die Drehung während 0,01 Sekunden. Division durch 2π ergibt den Anteil einer Schwingung pro Schritt; Division durch die Schrittdauer ergibt Schwingungen pro Sekunde. Daraus folgt f = 2,267977559249762 Hz. Für die Amplitude gilt r = exp(σ Δt). Logarithmieren und Teilen durch Δt ergibt σ = −0,191769126383586 s⁻¹. Das negative Vorzeichen bedeutet Abklingen. Nach einer Sekunde beträgt der Amplitudenfaktor exp(σ), etwa 0,8255. Der Polwinkel θ ist der Phasenfortschritt pro Schritt. Die Anfangsphase φ wird dagegen gemeinsam mit der Amplitude aus den Koeffizienten bestimmt. Die dargestellte Kurve zeigt den so rekonstruierten einzelnen Modellanteil. Die Endergebnisse wurden aus ungerundeten Größen berechnet.</a:t>
            </a:r>
          </a:p>
          <a:p xmlns:a="http://schemas.openxmlformats.org/drawingml/2006/main">
            <a:r>
              <a:t/>
            </a:r>
          </a:p>
          <a:p xmlns:a="http://schemas.openxmlformats.org/drawingml/2006/main">
            <a:r>
              <a:t>Berechnung: outputs/projektpraesentation_build/pole_explanation_check.json; Darstellung: measurement_data.json.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Modellordnung ist eine Vorgabe dafür, wie viele exponentielle Anteile zur Beschreibung des Signals zur Verfügung stehen. Ordnung zwölf bedeutet deshalb weder zwölf Hertz noch automatisch zwölf Schwingungen.</a:t>
            </a:r>
          </a:p>
          <a:p xmlns:a="http://schemas.openxmlformats.org/drawingml/2006/main">
            <a:r>
              <a:t/>
            </a:r>
          </a:p>
          <a:p xmlns:a="http://schemas.openxmlformats.org/drawingml/2006/main">
            <a:r>
              <a:t>Eine reelle Schwingung entsteht mathematisch aus zwei zusammengehörenden komplexen Polen. Diese nennt man ein konjugiertes Polpaar. In der ersten Tabellenzeile sehen wir bei Ordnung zwölf vier solche Paare und vier reelle Anteile. Vier mal zwei plus vier ergibt zwölf. Die reellen Anteile beschreiben Verläufe ohne periodisches Hin und Her. Beim später betrachteten ROMA-Datensatz verteilt sich dieselbe Ordnung anders: fünf Paare und zwei reelle Anteile. Der separat berücksichtigte Mittelwert zählt dabei nicht mit.</a:t>
            </a:r>
          </a:p>
          <a:p xmlns:a="http://schemas.openxmlformats.org/drawingml/2006/main">
            <a:r>
              <a:t/>
            </a:r>
          </a:p>
          <a:p xmlns:a="http://schemas.openxmlformats.org/drawingml/2006/main">
            <a:r>
              <a:t>Eine höhere Ordnung gibt dem Modell mehr Möglichkeiten, die Messkurve nachzubilden. Damit kann aber auch Rauschen oder eine nur im gewählten Zeitfenster auftretende Besonderheit angepasst werden. Die kleinste Abweichung allein entscheidet deshalb nicht über die beste Ordnung. Entscheidend ist auch, ob Frequenzen und Dämpfungen bei leicht veränderten Einstellungen ähnlich bleiben. Zunächst betrachten wir, wie das Programm die Rekonstruktion und einen möglichen Filterabzug bewertet.</a:t>
            </a:r>
          </a:p>
          <a:p xmlns:a="http://schemas.openxmlformats.org/drawingml/2006/main">
            <a:r>
              <a:t/>
            </a:r>
          </a:p>
          <a:p xmlns:a="http://schemas.openxmlformats.org/drawingml/2006/main">
            <a:r>
              <a:t>ZEIGEHINWEIS</a:t>
            </a:r>
          </a:p>
          <a:p xmlns:a="http://schemas.openxmlformats.org/drawingml/2006/main">
            <a:r>
              <a:t>Bei Ordnung 12 auf die erste Tabellenzeile zeigen und vier Paare mal zwei plus vier reelle Anteile abzählen.</a:t>
            </a:r>
          </a:p>
          <a:p xmlns:a="http://schemas.openxmlformats.org/drawingml/2006/main">
            <a:r>
              <a:t/>
            </a:r>
          </a:p>
          <a:p xmlns:a="http://schemas.openxmlformats.org/drawingml/2006/main">
            <a:r>
              <a:t>FACHLICHER HINTERGRUND UND QUELLEN</a:t>
            </a:r>
          </a:p>
          <a:p xmlns:a="http://schemas.openxmlformats.org/drawingml/2006/main">
            <a:r>
              <a:t>Die Modellordnung begrenzt die Zahl komplexer Exponentialanteile. Sie entspricht weder unmittelbar der Zahl realer Schwingungen noch einer bereits nachgewiesenen Zahl physikalischer Moden. Ein konjugiertes komplexes Polpaar beschreibt eine reelle Schwingung. Bei der negativen Sprungantwort liefert Ordnung 12 vier solcher Paare und vier reelle Exponentialanteile. Bei der ROMA-Messung entstehen mit Ordnung 12 fünf Paare und zwei reelle Anteile. Ordnung 36 liefert dort 17 Paare und zwei reelle Anteile. Der separat abgezogene Mittelwert zählt nicht mit. Höhere Ordnung erhöht die Freiheitsgrade der Anpassung. Eine geeignete Wahl muss deshalb neben dem Kurvenfehler auch die Stabilität der geschätzten Parameter berücksichtigen.</a:t>
            </a:r>
          </a:p>
          <a:p xmlns:a="http://schemas.openxmlformats.org/drawingml/2006/main">
            <a:r>
              <a:t/>
            </a:r>
          </a:p>
          <a:p xmlns:a="http://schemas.openxmlformats.org/drawingml/2006/main">
            <a:r>
              <a:t>Berechnung: outputs/projektpraesentation_build/measurement_data.json und outputs/praesentation_build/deck_data.json</a:t>
            </a:r>
          </a:p>
          <a:p xmlns:a="http://schemas.openxmlformats.org/drawingml/2006/main">
            <a:r>
              <a:t>Code: https://github.com/relaytoroot/prony_matrix_pencil_filter/tree/9d54cc7c45fbe1613cebd26e4ccbb65d9c3c774f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Hier sind zwei Rechenschritte zu unterscheiden. Für die Rekonstruktion werden alle geschätzten Anteile und der Grundwert zusammengesetzt. Diese Modellkurve wird dann mit der Messung verglichen. Erst danach wird entschieden, welche einzelnen Anteile entfernt werden dürfen.</a:t>
            </a:r>
          </a:p>
          <a:p xmlns:a="http://schemas.openxmlformats.org/drawingml/2006/main">
            <a:r>
              <a:t/>
            </a:r>
          </a:p>
          <a:p xmlns:a="http://schemas.openxmlformats.org/drawingml/2006/main">
            <a:r>
              <a:t>In der Formel ist x die Messung und x mit Dach die Modellkurve. Im Zähler steht ihre Abweichung über sämtliche betrachteten Zeitpunkte. Dazu werden die Differenzen quadriert, addiert und anschließend wird die Wurzel gezogen. Der Nenner macht genau dasselbe mit der Messung nach Abzug ihres Mittelwerts. Dadurch wird die Modellabweichung an der Größe der gemessenen Schwankung gemessen. Es werden also Signalwerte verglichen, keine Frequenzdifferenzen.</a:t>
            </a:r>
          </a:p>
          <a:p xmlns:a="http://schemas.openxmlformats.org/drawingml/2006/main">
            <a:r>
              <a:t/>
            </a:r>
          </a:p>
          <a:p xmlns:a="http://schemas.openxmlformats.org/drawingml/2006/main">
            <a:r>
              <a:t>Im Programm muss dieser relative Fehler höchstens zehn Prozent betragen. Diese Zahl ist eine heuristische Prüfgrenze. Eine wissenschaftliche Kalibrierung ist nicht dokumentiert. Für unsere Leistungsmessungen muss der ausgewählte Anteil im Zielband von 1,76 bis 2,64 Hertz liegen und darf nicht wachsen. Die relative Dämpfung berücksichtigt sowohl das Abklingen als auch die Schwingungsfrequenz. Zugelassen sind Werte bis 0,3. Auch die Norm des gesamten Abzugs ist begrenzt: auf das 1,25-Fache der Norm der mittelwertbereinigten Messung.</a:t>
            </a:r>
          </a:p>
          <a:p xmlns:a="http://schemas.openxmlformats.org/drawingml/2006/main">
            <a:r>
              <a:t/>
            </a:r>
          </a:p>
          <a:p xmlns:a="http://schemas.openxmlformats.org/drawingml/2006/main">
            <a:r>
              <a:t>Wenn die Prüfungen bestanden sind, entsteht die Filterausgabe durch Messung minus ausgewählte Modellanteile. Das ist eine rechnerische Freigabe, noch kein unabhängiger Nachweis der physikalischen Richtigkeit. Mit einer bekannten Sollkurve lässt sich der Ablauf gezielt überprüfen.</a:t>
            </a:r>
          </a:p>
          <a:p xmlns:a="http://schemas.openxmlformats.org/drawingml/2006/main">
            <a:r>
              <a:t/>
            </a:r>
          </a:p>
          <a:p xmlns:a="http://schemas.openxmlformats.org/drawingml/2006/main">
            <a:r>
              <a:t>ZEIGEHINWEIS</a:t>
            </a:r>
          </a:p>
          <a:p xmlns:a="http://schemas.openxmlformats.org/drawingml/2006/main">
            <a:r>
              <a:t>Den Zähler als Modellabweichung und den Nenner als Schwankung um den Mittelwert erläutern; danach zur Filterausgabe unten wechseln.</a:t>
            </a:r>
          </a:p>
          <a:p xmlns:a="http://schemas.openxmlformats.org/drawingml/2006/main">
            <a:r>
              <a:t/>
            </a:r>
          </a:p>
          <a:p xmlns:a="http://schemas.openxmlformats.org/drawingml/2006/main">
            <a:r>
              <a:t>FACHLICHER HINTERGRUND UND QUELLEN</a:t>
            </a:r>
          </a:p>
          <a:p xmlns:a="http://schemas.openxmlformats.org/drawingml/2006/main">
            <a:r>
              <a:t>Die Rekonstruktion summiert sämtliche geschätzten Modellanteile. Die Filterausgabe entsteht dagegen durch Subtraktion ausschließlich der zur Entfernung zugelassenen Anteile vom Eingangssignal. Ein Anteil muss im vorgegebenen Frequenzband liegen, darf innerhalb der numerischen Toleranz nicht wachsen und darf die Grenze der relativen Dämpfung von 0,3 nicht überschreiten. Zusätzlich muss der relative Rekonstruktionsfehler höchstens 10 Prozent betragen. Er ist die L2-Norm der Modellabweichung geteilt durch die L2-Norm des mittelwertbereinigten Signals, ausgewertet im Schätzraster. Schließlich darf die Norm des abzuziehenden Anteils höchstens das 1,25-Fache der Signalrestnorm betragen. Diese Grenzen sind implementierte Prüfregeln. Eine wissenschaftliche Kalibrierung genau dieser Schwellen ist im Projekt nicht dokumentiert.</a:t>
            </a:r>
          </a:p>
          <a:p xmlns:a="http://schemas.openxmlformats.org/drawingml/2006/main">
            <a:r>
              <a:t/>
            </a:r>
          </a:p>
          <a:p xmlns:a="http://schemas.openxmlformats.org/drawingml/2006/main">
            <a:r>
              <a:t>Filterregeln: https://github.com/relaytoroot/prony_matrix_pencil_filter/blob/9d54cc7c45fbe1613cebd26e4ccbb65d9c3c774f/src/prony_filter/filtering.py</a:t>
            </a:r>
          </a:p>
          <a:p xmlns:a="http://schemas.openxmlformats.org/drawingml/2006/main">
            <a:r>
              <a:t>Bandauswahl: https://github.com/relaytoroot/prony_matrix_pencil_filter/blob/9d54cc7c45fbe1613cebd26e4ccbb65d9c3c774f/src/prony_filter/resonance.py</a:t>
            </a:r>
          </a:p>
          <a:p xmlns:a="http://schemas.openxmlformats.org/drawingml/2006/main">
            <a:r>
              <a:t/>
            </a:r>
          </a:p>
          <a:p xmlns:a="http://schemas.openxmlformats.org/drawingml/2006/main">
            <a:r>
              <a:t>Bei ‖v‖₂ werden alle Werte von v quadriert, addiert und anschließend die Wurzel gezogen. x̄ ist der Mittelwert. Die Norm im Nenner bezieht sich auf die Messung nach Mittelwertabzug, nicht auf den Rest nach der Modellanpassung.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Wie lässt sich prüfen, ob der Filter tatsächlich den gewünschten Anteil entfernt? Dafür braucht man ein Beispiel, bei dem die Bestandteile vorher bekannt sind. Dieses künstlich erzeugte Signal enthält einen Grundwertsprung und zwei Schwingungen: eine bei 2,24 Hertz und eine bei fünf Hertz. Entfernt werden soll nur die erste. Die Sollkurve ist das erwartete Signal nach dieser Entfernung. Sie enthält also weiterhin den Grundwert und die Fünf-Hertz-Schwingung.</a:t>
            </a:r>
          </a:p>
          <a:p xmlns:a="http://schemas.openxmlformats.org/drawingml/2006/main">
            <a:r>
              <a:t/>
            </a:r>
          </a:p>
          <a:p xmlns:a="http://schemas.openxmlformats.org/drawingml/2006/main">
            <a:r>
              <a:t>Das Diagramm zeigt die Zeit in Sekunden und den Signalwert in willkürlichen Einheiten. Grau ist das Eingangssignal. Blau ist die berechnete Filterausgabe, orange gestrichelt die bekannte Sollkurve. Die beiden letzten Kurven liegen praktisch übereinander. Ihre verbleibenden Wellen sind erwünscht: Der Fünf-Hertz-Anteil soll erhalten bleiben.</a:t>
            </a:r>
          </a:p>
          <a:p xmlns:a="http://schemas.openxmlformats.org/drawingml/2006/main">
            <a:r>
              <a:t/>
            </a:r>
          </a:p>
          <a:p xmlns:a="http://schemas.openxmlformats.org/drawingml/2006/main">
            <a:r>
              <a:t>Über alle 1.200 Werte bleibt die größte Abweichung zur Sollkurve unter drei mal zehn hoch minus dreizehn. Der vollständige Rechenablauf funktioniert damit für dieses rauschfreie Beispiel sehr genau. Die nächste Prüfung vergleicht die geschätzten Modellwerte mit unabhängig veröffentlichten Vergleichswerten.</a:t>
            </a:r>
          </a:p>
          <a:p xmlns:a="http://schemas.openxmlformats.org/drawingml/2006/main">
            <a:r>
              <a:t/>
            </a:r>
          </a:p>
          <a:p xmlns:a="http://schemas.openxmlformats.org/drawingml/2006/main">
            <a:r>
              <a:t>ZEIGEHINWEIS</a:t>
            </a:r>
          </a:p>
          <a:p xmlns:a="http://schemas.openxmlformats.org/drawingml/2006/main">
            <a:r>
              <a:t>Zunächst die bekannte Filteraufgabe erläutern, dann auf die blaue Filterausgabe und die orange gestrichelte Sollkurve zeigen.</a:t>
            </a:r>
          </a:p>
          <a:p xmlns:a="http://schemas.openxmlformats.org/drawingml/2006/main">
            <a:r>
              <a:t/>
            </a:r>
          </a:p>
          <a:p xmlns:a="http://schemas.openxmlformats.org/drawingml/2006/main">
            <a:r>
              <a:t>FACHLICHER HINTERGRUND UND QUELLEN</a:t>
            </a:r>
          </a:p>
          <a:p xmlns:a="http://schemas.openxmlformats.org/drawingml/2006/main">
            <a:r>
              <a:t>Das synthetische Beispiel enthält einen bekannten Grundwertsprung und zwei abklingende Schwingungen. Der Grundwert steigt bei einer Sekunde von 100 auf 120. Hinzu kommen ein Anteil bei 2,24 Hz und ein kleinerer Anteil bei 5 Hz. Für diesen Test ist der 2,24-Hz-Anteil zur Entfernung vorgesehen. Die bereinigte Sollkurve besteht deshalb aus dem Grundwert und dem verbleibenden 5-Hz-Anteil. Mit Ordnung 5 erreicht die Berechnung über alle 1.200 Werte eine maximale Abweichung von ungefähr 2,98 · 10⁻¹³ zur Sollkurve. Werte vor dem Sprung bleiben unverändert. Das rauschfreie Beispiel prüft den vollständigen Rechenablauf unter idealen Bedingungen. Es ersetzt keine Bewertung realer Messdaten.</a:t>
            </a:r>
          </a:p>
          <a:p xmlns:a="http://schemas.openxmlformats.org/drawingml/2006/main">
            <a:r>
              <a:t/>
            </a:r>
          </a:p>
          <a:p xmlns:a="http://schemas.openxmlformats.org/drawingml/2006/main">
            <a:r>
              <a:t>Erzeugung: examples/create_demo_measurement.py</a:t>
            </a:r>
          </a:p>
          <a:p xmlns:a="http://schemas.openxmlformats.org/drawingml/2006/main">
            <a:r>
              <a:t>Ergebnisse: outputs/demo_material/demo_reference.json</a:t>
            </a:r>
          </a:p>
          <a:p xmlns:a="http://schemas.openxmlformats.org/drawingml/2006/main">
            <a:r>
              <a:t>Projekt: https://github.com/relaytoroot/prony_matrix_pencil_filter/tree/9d54cc7c45fbe1613cebd26e4ccbb65d9c3c774f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Hier wird geprüft, ob Matrix Pencil die Werte eines bekannten Modells wiederfindet. Diese veröffentlichten Vergleichswerte heißen Referenzparameter. Ein Parameter ist dabei eine Zahl, die einen Bestandteil des Modells festlegt. In diesem Beispiel sind das die Anfangsgewichte und die Abklingraten von drei Exponentialanteilen.</a:t>
            </a:r>
          </a:p>
          <a:p xmlns:a="http://schemas.openxmlformats.org/drawingml/2006/main">
            <a:r>
              <a:t/>
            </a:r>
          </a:p>
          <a:p xmlns:a="http://schemas.openxmlformats.org/drawingml/2006/main">
            <a:r>
              <a:t>Der Datensatz Lanczos1 stammt vom amerikanischen Normungsinstitut NIST. Er enthält 24 künstlich erzeugte Werte. Die drei zugrunde liegenden Anteile klingen nur ab. Sie pendeln nicht. Als Abklingraten sind eins, drei und fünf pro x-Einheit angegeben. In einer Schreibweise mit negativem Exponenten stehen entsprechend minus eins, minus drei und minus fünf im Exponenten vor x. Das sind keine Schwingungsfrequenzen.</a:t>
            </a:r>
          </a:p>
          <a:p xmlns:a="http://schemas.openxmlformats.org/drawingml/2006/main">
            <a:r>
              <a:t/>
            </a:r>
          </a:p>
          <a:p xmlns:a="http://schemas.openxmlformats.org/drawingml/2006/main">
            <a:r>
              <a:t>Die orangefarbenen Punkte zeigen die NIST-Daten, die blaue Linie das angepasste Modell. Für die Achsen sind keine physikalischen Einheiten angegeben. Die geschätzten Anfangsgewichte und Abklingraten stimmen innerhalb der festgelegten Prüftoleranz mit den bekannten Werten überein. Anders als beim späteren Mexiko-Vergleich sind diese Referenzwerte Bestandteile eines bekannten künstlichen Modells, keine Vergleichsschätzungen aus einer Messung. Nach diesen kontrollierten Prüfungen folgen die Leistungsmessungen.</a:t>
            </a:r>
          </a:p>
          <a:p xmlns:a="http://schemas.openxmlformats.org/drawingml/2006/main">
            <a:r>
              <a:t/>
            </a:r>
          </a:p>
          <a:p xmlns:a="http://schemas.openxmlformats.org/drawingml/2006/main">
            <a:r>
              <a:t>ZEIGEHINWEIS</a:t>
            </a:r>
          </a:p>
          <a:p xmlns:a="http://schemas.openxmlformats.org/drawingml/2006/main">
            <a:r>
              <a:t>Erst die Definition der Referenzparameter nennen; danach die orangefarbenen Datenpunkte mit der blauen Modellkurve vergleichen.</a:t>
            </a:r>
          </a:p>
          <a:p xmlns:a="http://schemas.openxmlformats.org/drawingml/2006/main">
            <a:r>
              <a:t/>
            </a:r>
          </a:p>
          <a:p xmlns:a="http://schemas.openxmlformats.org/drawingml/2006/main">
            <a:r>
              <a:t>FACHLICHER HINTERGRUND UND QUELLEN</a:t>
            </a:r>
          </a:p>
          <a:p xmlns:a="http://schemas.openxmlformats.org/drawingml/2006/main">
            <a:r>
              <a:t>NIST Lanczos1 enthält 24 synthetisch erzeugte Werte einer Summe aus drei reellen Exponentialfunktionen. Die veröffentlichten Referenzparameter beschreiben Amplituden von ungefähr 0,0951, 0,8607 und 1,5576 sowie positive Zerfallsraten von 1, 3 und 5 pro x-Einheit. Die Quelle nennt keine physikalischen Einheiten für x und y. Mit Ordnung 3 und ohne Mittelwertabzug reproduziert Matrix Pencil die Referenzparameter innerhalb der festgelegten relativen Prüftoleranz von 10⁻⁶. Der relative Rekonstruktionsfehler beträgt ungefähr 8,74 · 10⁻¹⁴. Dieser Vergleich prüft den Exponentialschätzer. Die Zerfallsraten sind keine Schwingungsfrequenzen. Die NIST-Zertifizierung betrifft die veröffentlichten Parameter und stellt keine Zertifizierung des Projektprogramms dar.</a:t>
            </a:r>
          </a:p>
          <a:p xmlns:a="http://schemas.openxmlformats.org/drawingml/2006/main">
            <a:r>
              <a:t/>
            </a:r>
          </a:p>
          <a:p xmlns:a="http://schemas.openxmlformats.org/drawingml/2006/main">
            <a:r>
              <a:t>Referenz: https://www.itl.nist.gov/div898/strd/nls/data/lanczos1.shtml</a:t>
            </a:r>
          </a:p>
          <a:p xmlns:a="http://schemas.openxmlformats.org/drawingml/2006/main">
            <a:r>
              <a:t>Ergebnisse: outputs/referenzpruefung/pruefbericht.json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Tabelle fasst unsere Auswertung der beiden bereitgestellten Leistungsmessungen zusammen. Sie enthalten die Antworten auf einen positiven und einen negativen Frequenzsprung. Positiv und negativ bezeichnen die Richtung des Frequenzsprungs um 50 Hertz. Analysiert wird jeweils das Leistungssignal P pos, mit Ordnung zwölf von einer bis sieben Sekunden.</a:t>
            </a:r>
          </a:p>
          <a:p xmlns:a="http://schemas.openxmlformats.org/drawingml/2006/main">
            <a:r>
              <a:t/>
            </a:r>
          </a:p>
          <a:p xmlns:a="http://schemas.openxmlformats.org/drawingml/2006/main">
            <a:r>
              <a:t>In beiden Leistungssignalen liegt die dominante geschätzte Schwingung bei ungefähr 2,268 Hertz. Diese Pendelfrequenz ist von der elektrischen Netzfrequenz zu unterscheiden. Die Dämpfung ist beim negativen Sprung stärker negativ. Der geschätzte Anteil klingt dort deshalb schneller ab.</a:t>
            </a:r>
          </a:p>
          <a:p xmlns:a="http://schemas.openxmlformats.org/drawingml/2006/main">
            <a:r>
              <a:t/>
            </a:r>
          </a:p>
          <a:p xmlns:a="http://schemas.openxmlformats.org/drawingml/2006/main">
            <a:r>
              <a:t>Die Fehler von 0,763 und 0,594 Prozent gelten für die Rekonstruktion dieser Leistungsmessungen im Schätzraster mit 100 Werten pro Sekunde. Sie gehören nicht zum späteren Mexiko-Beispiel. Beide Filterungen werden zugelassen: negativ ein Schwingungspaar, positiv zwei. Der zweite positive Anteil liegt bei etwa 2,480 Hertz ebenfalls im Zielband. Eine ähnlich kleine Gesamtabweichung bedeutet also nicht dieselbe Zerlegung. Als Nächstes sehen wir den Abzug in den Leistungskurven.</a:t>
            </a:r>
          </a:p>
          <a:p xmlns:a="http://schemas.openxmlformats.org/drawingml/2006/main">
            <a:r>
              <a:t/>
            </a:r>
          </a:p>
          <a:p xmlns:a="http://schemas.openxmlformats.org/drawingml/2006/main">
            <a:r>
              <a:t>ZEIGEHINWEIS</a:t>
            </a:r>
          </a:p>
          <a:p xmlns:a="http://schemas.openxmlformats.org/drawingml/2006/main">
            <a:r>
              <a:t>Die beiden Datenspalten zeilenweise vergleichen: zuerst Frequenz, dann Abklingen, Modellfehler und Zahl der entfernten Paare.</a:t>
            </a:r>
          </a:p>
          <a:p xmlns:a="http://schemas.openxmlformats.org/drawingml/2006/main">
            <a:r>
              <a:t/>
            </a:r>
          </a:p>
          <a:p xmlns:a="http://schemas.openxmlformats.org/drawingml/2006/main">
            <a:r>
              <a:t>FACHLICHER HINTERGRUND UND QUELLEN</a:t>
            </a:r>
          </a:p>
          <a:p xmlns:a="http://schemas.openxmlformats.org/drawingml/2006/main">
            <a:r>
              <a:t>Beide Sprungantworten werden mit Ordnung 12 ab einer Sekunde bis zum Datenende ausgewertet. Das Zielband ergibt sich aus 2,2 Hz ± 20 Prozent und reicht von 1,76 bis 2,64 Hz. Die positive Sprungantwort liefert eine dominante Frequenz von 2,268418 Hz und σ = −0,106929 s⁻¹. Bei der negativen Sprungantwort sind es 2,267978 Hz und σ = −0,191769 s⁻¹. Die relativen Modellfehler im 100-Hz-Schätzraster betragen 0,762941 beziehungsweise 0,594349 Prozent. Auf dem ursprünglichen Raster liegen sie bei 0,766011 und 0,609861 Prozent. Die Filterregeln lassen in beiden Fällen einen Abzug zu. Die auf sechs Dezimalstellen veröffentlichten Projektwerte werden reproduziert. Eine externe Bestätigung des physikalischen Versuchs ist damit nicht verbunden.</a:t>
            </a:r>
          </a:p>
          <a:p xmlns:a="http://schemas.openxmlformats.org/drawingml/2006/main">
            <a:r>
              <a:t/>
            </a:r>
          </a:p>
          <a:p xmlns:a="http://schemas.openxmlformats.org/drawingml/2006/main">
            <a:r>
              <a:t>Datensätze: https://github.com/relaytoroot/prony_matrix_pencil_filter/blob/9d54cc7c45fbe1613cebd26e4ccbb65d9c3c774f/data/Frequenz_Leistungs_Pendelung.XLS</a:t>
            </a:r>
          </a:p>
          <a:p xmlns:a="http://schemas.openxmlformats.org/drawingml/2006/main">
            <a:r>
              <a:t>https://github.com/relaytoroot/prony_matrix_pencil_filter/blob/9d54cc7c45fbe1613cebd26e4ccbb65d9c3c774f/data/Frequenz_Leistungs_Pendelung_negativer_Sprung.XLS</a:t>
            </a:r>
          </a:p>
          <a:p xmlns:a="http://schemas.openxmlformats.org/drawingml/2006/main">
            <a:r>
              <a:t>Auswertung: outputs/messdateien_2026-10-15/pruefbericht.json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Diese Folie zeigt die negative Frequenzsprungantwort. Blau ist die Messung, Orange die Filterausgabe. Links sehen wir den gesamten Verlauf. Rechts ist der Zeitraum von vier bis sieben Sekunden vergrößert. In beiden Diagrammen steht auf der waagerechten Achse die Zeit in Sekunden. Die senkrechte Achse zeigt den Kanal P pos, geteilt durch eine Million. Da die physikalische Einheit in der Datei nicht dokumentiert ist, wird hier bewusst nur die Dateieinheit genannt.</a:t>
            </a:r>
          </a:p>
          <a:p xmlns:a="http://schemas.openxmlformats.org/drawingml/2006/main">
            <a:r>
              <a:t/>
            </a:r>
          </a:p>
          <a:p xmlns:a="http://schemas.openxmlformats.org/drawingml/2006/main">
            <a:r>
              <a:t>Entfernt wird der geschätzte Schwingungsanteil bei ungefähr 2,268 Hertz. Das Programm zieht diesen Anteil punktweise von der ursprünglichen Messung ab. Im rechten Ausschnitt wird die Verringerung der Pendelung gut sichtbar. Der große Übergang im linken Diagramm würde diesen Unterschied optisch verdecken.</a:t>
            </a:r>
          </a:p>
          <a:p xmlns:a="http://schemas.openxmlformats.org/drawingml/2006/main">
            <a:r>
              <a:t/>
            </a:r>
          </a:p>
          <a:p xmlns:a="http://schemas.openxmlformats.org/drawingml/2006/main">
            <a:r>
              <a:t>Vor einer Sekunde bleiben sämtliche Werte unverändert. Nach dem Analysebeginn ist die Differenz zwischen Messung und Ausgabe genau der berechnete Abzugsanteil. Eine unabhängig bekannte bereinigte Sollkurve fehlt hier allerdings. Die Darstellung belegt daher den rechnerischen Eingriff, aber keine vollständig abgesicherte physikalische Bereinigung. Die positive Sprungantwort zeigt eine etwas andere Zerlegung.</a:t>
            </a:r>
          </a:p>
          <a:p xmlns:a="http://schemas.openxmlformats.org/drawingml/2006/main">
            <a:r>
              <a:t/>
            </a:r>
          </a:p>
          <a:p xmlns:a="http://schemas.openxmlformats.org/drawingml/2006/main">
            <a:r>
              <a:t>ZEIGEHINWEIS</a:t>
            </a:r>
          </a:p>
          <a:p xmlns:a="http://schemas.openxmlformats.org/drawingml/2006/main">
            <a:r>
              <a:t>Links den vollständigen Verlauf einordnen, rechts im vergrößerten Ausschnitt Messung und Filterausgabe vergleichen.</a:t>
            </a:r>
          </a:p>
          <a:p xmlns:a="http://schemas.openxmlformats.org/drawingml/2006/main">
            <a:r>
              <a:t/>
            </a:r>
          </a:p>
          <a:p xmlns:a="http://schemas.openxmlformats.org/drawingml/2006/main">
            <a:r>
              <a:t>FACHLICHER HINTERGRUND UND QUELLEN</a:t>
            </a:r>
          </a:p>
          <a:p xmlns:a="http://schemas.openxmlformats.org/drawingml/2006/main">
            <a:r>
              <a:t>Bei der negativen Sprungantwort wird ein konjugiertes Polpaar bei ungefähr 2,267978 Hz zur Entfernung zugelassen. Es beschreibt den abklingenden Schwingungsanteil mit σ = −0,191769 s⁻¹. Die Filterausgabe entsteht durch dessen Subtraktion vom ursprünglichen P_pos-Verlauf. Die vergrößerte spätere Phase macht den Unterschied sichtbar, der in der Darstellung des großen Übergangs klein erscheint. Die Rechenprüfung bestätigt exakt die Identität Filterausgabe = Eingang − Abzugsanteil. Vor dem Analysebeginn bei einer Sekunde sind Eingang und Ausgabe identisch. Die Kurve belegt, welcher rechnerische Anteil entfernt wurde. Da eine unabhängig bekannte bereinigte Sollkurve fehlt, lässt sich daraus keine vollständige physikalische Richtigkeit des verbleibenden Signals ableiten.</a:t>
            </a:r>
          </a:p>
          <a:p xmlns:a="http://schemas.openxmlformats.org/drawingml/2006/main">
            <a:r>
              <a:t/>
            </a:r>
          </a:p>
          <a:p xmlns:a="http://schemas.openxmlformats.org/drawingml/2006/main">
            <a:r>
              <a:t>Datensatz: https://github.com/relaytoroot/prony_matrix_pencil_filter/blob/9d54cc7c45fbe1613cebd26e4ccbb65d9c3c774f/data/Frequenz_Leistungs_Pendelung_negativer_Sprung.XLS</a:t>
            </a:r>
          </a:p>
          <a:p xmlns:a="http://schemas.openxmlformats.org/drawingml/2006/main">
            <a:r>
              <a:t>Auswertung: outputs/messdateien_2026-10-15/pruefbericht.json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Auch hier ist die Messung blau und die Filterausgabe orange dargestellt. Links steht der vollständige Verlauf, rechts der Ausschnitt von vier bis sieben Sekunden. Die Zeitachse ist in Sekunden angegeben. Die Werte des Kanals P pos sind wieder durch eine Million geteilt und tragen die nicht näher dokumentierte Dateieinheit.</a:t>
            </a:r>
          </a:p>
          <a:p xmlns:a="http://schemas.openxmlformats.org/drawingml/2006/main">
            <a:r>
              <a:t/>
            </a:r>
          </a:p>
          <a:p xmlns:a="http://schemas.openxmlformats.org/drawingml/2006/main">
            <a:r>
              <a:t>Beim positiven Frequenzsprung werden zwei Schwingungsanteile abgezogen: der dominante Anteil bei ungefähr 2,268 Hertz und ein weiterer bei ungefähr 2,480 Hertz. Der zweite Anteil klingt deutlich schneller ab. Die orange Kurve entsteht deshalb aus der Messung minus der Summe beider Anteile. Sie zeigt nicht nur die Entfernung einer einzigen Frequenz.</a:t>
            </a:r>
          </a:p>
          <a:p xmlns:a="http://schemas.openxmlformats.org/drawingml/2006/main">
            <a:r>
              <a:t/>
            </a:r>
          </a:p>
          <a:p xmlns:a="http://schemas.openxmlformats.org/drawingml/2006/main">
            <a:r>
              <a:t>Wie zuvor bleiben die Werte vor einer Sekunde erhalten. Das Gesamtmodell passt in dieser Einstellung mit weniger als einem Prozent Fehler gut zur Messkurve. Daraus folgt aber noch nicht, dass beide geschätzten Anteile eindeutig reale Vorgänge beschreiben. Die nächsten Folien betrachten einen externen Vergleichsfall. Dafür ist zunächst wichtig, seine Messgröße von unseren Leistungsmessungen zu unterscheiden.</a:t>
            </a:r>
          </a:p>
          <a:p xmlns:a="http://schemas.openxmlformats.org/drawingml/2006/main">
            <a:r>
              <a:t/>
            </a:r>
          </a:p>
          <a:p xmlns:a="http://schemas.openxmlformats.org/drawingml/2006/main">
            <a:r>
              <a:t>ZEIGEHINWEIS</a:t>
            </a:r>
          </a:p>
          <a:p xmlns:a="http://schemas.openxmlformats.org/drawingml/2006/main">
            <a:r>
              <a:t>Im rechten Ausschnitt auf die verbleibende orange Kurve zeigen und betonen, dass zwei Modellanteile abgezogen wurden.</a:t>
            </a:r>
          </a:p>
          <a:p xmlns:a="http://schemas.openxmlformats.org/drawingml/2006/main">
            <a:r>
              <a:t/>
            </a:r>
          </a:p>
          <a:p xmlns:a="http://schemas.openxmlformats.org/drawingml/2006/main">
            <a:r>
              <a:t>FACHLICHER HINTERGRUND UND QUELLEN</a:t>
            </a:r>
          </a:p>
          <a:p xmlns:a="http://schemas.openxmlformats.org/drawingml/2006/main">
            <a:r>
              <a:t>Bei der positiven Sprungantwort enthält das vorgegebene Zielband zwei zur Entfernung zugelassene Polpaare. Der dominante Anteil liegt bei 2,268418 Hz mit σ = −0,106929 s⁻¹. Ein weiterer Anteil liegt bei 2,480095 Hz mit σ = −0,834682 s⁻¹ und klingt damit deutlich schneller ab. Die Filterausgabe zieht die Summe beider Modellanteile ab. Sie ist daher nicht allein das Ergebnis einer Entfernung genau der dominanten Frequenz. Der gesamte Rekonstruktionsfehler bleibt in dieser Standardkonfiguration unter einem Prozent. Die Empfindlichkeitsprüfung zeigt jedoch, dass andere Fenster und Ordnungen die Zerlegung deutlich verändern können. Ein kleiner Fehler der Gesamtkurve genügt deshalb nicht, um jeden einzelnen geschätzten Anteil physikalisch eindeutig zuzuordnen.</a:t>
            </a:r>
          </a:p>
          <a:p xmlns:a="http://schemas.openxmlformats.org/drawingml/2006/main">
            <a:r>
              <a:t/>
            </a:r>
          </a:p>
          <a:p xmlns:a="http://schemas.openxmlformats.org/drawingml/2006/main">
            <a:r>
              <a:t>Datensatz: https://github.com/relaytoroot/prony_matrix_pencil_filter/blob/9d54cc7c45fbe1613cebd26e4ccbb65d9c3c774f/data/Frequenz_Leistungs_Pendelung.XLS</a:t>
            </a:r>
          </a:p>
          <a:p xmlns:a="http://schemas.openxmlformats.org/drawingml/2006/main">
            <a:r>
              <a:t>Auswertung: outputs/messdateien_2026-10-15/pruefbericht.json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Bevor wir zum Mexiko-Beispiel wechseln, trenne ich die beiden Datengrundlagen. Links stehen die bereitgestellten Projektdateien. Dort wurde der Kanal P pos nach einem positiven beziehungsweise negativen Frequenzsprung ausgewertet. Der zusätzlich aufgezeichnete Frequenzkanal liegt im Bereich von 50 Hertz. Die ungefähr 2,268 Hertz beschreiben hingegen die Pendelung im Leistungssignal. Für P pos ist keine physikalische Einheit belegt. Das Ziel war, diese Pendelung zu bestimmen und den ausgewählten Modellanteil abzuziehen.</a:t>
            </a:r>
          </a:p>
          <a:p xmlns:a="http://schemas.openxmlformats.org/drawingml/2006/main">
            <a:r>
              <a:t/>
            </a:r>
          </a:p>
          <a:p xmlns:a="http://schemas.openxmlformats.org/drawingml/2006/main">
            <a:r>
              <a:t>Rechts steht ein externer, veröffentlichter FNET-Datensatz aus Mexiko. Hier ist die ausgewertete Messgröße die Netzfrequenz selbst. Sie liegt um 60 Hertz und zeigt darüber langsame zeitliche Schwankungen. Gesucht werden die Schwingungsanteile dieser Frequenzabweichung. Diese können mit den veröffentlichten ROMA-Ergebnissen verglichen werden.</a:t>
            </a:r>
          </a:p>
          <a:p xmlns:a="http://schemas.openxmlformats.org/drawingml/2006/main">
            <a:r>
              <a:t/>
            </a:r>
          </a:p>
          <a:p xmlns:a="http://schemas.openxmlformats.org/drawingml/2006/main">
            <a:r>
              <a:t>Die gemeinsame Grundlage ist die Matrix-Pencil-Methode. Messgröße, Ereignis und Referenzlage unterscheiden sich jedoch. Die ermittelten Frequenzen und Modellfehler lassen sich deshalb nicht unmittelbar von einem Fall auf den anderen übertragen. Als Nächstes betrachten wir den Verlauf der Netzfrequenz in Mexiko.</a:t>
            </a:r>
          </a:p>
          <a:p xmlns:a="http://schemas.openxmlformats.org/drawingml/2006/main">
            <a:r>
              <a:t/>
            </a:r>
          </a:p>
          <a:p xmlns:a="http://schemas.openxmlformats.org/drawingml/2006/main">
            <a:r>
              <a:t>ZEIGEHINWEIS</a:t>
            </a:r>
          </a:p>
          <a:p xmlns:a="http://schemas.openxmlformats.org/drawingml/2006/main">
            <a:r>
              <a:t>Zuerst links die Projektdateien mit dem Leistungssignal einordnen, dann rechts den externen Mexiko-Fall mit der Netzfrequenz gegenüberstellen.</a:t>
            </a:r>
          </a:p>
          <a:p xmlns:a="http://schemas.openxmlformats.org/drawingml/2006/main">
            <a:r>
              <a:t/>
            </a:r>
          </a:p>
          <a:p xmlns:a="http://schemas.openxmlformats.org/drawingml/2006/main">
            <a:r>
              <a:t>FACHLICHER HINTERGRUND UND QUELLEN</a:t>
            </a:r>
          </a:p>
          <a:p xmlns:a="http://schemas.openxmlformats.org/drawingml/2006/main">
            <a:r>
              <a:t>Die Projektmessungen enthalten Leistung P_pos und Netzfrequenz f. Für die Schwingungszerlegung wird P_pos verwendet. Die Einheit von P_pos ist nicht dokumentiert. Der Mexiko-Datensatz enthält die Netzfrequenz nahe 60 Hz und dient als externer Vergleich anhand veröffentlichter ROMA-Parameter. Unterschiedliche Messgrößen und Zeitfenster erlauben keinen unmittelbaren Vergleich der Modellfehler als Qualitätsrangfolge.</a:t>
            </a:r>
          </a:p>
          <a:p xmlns:a="http://schemas.openxmlformats.org/drawingml/2006/main">
            <a:r>
              <a:t/>
            </a:r>
          </a:p>
          <a:p xmlns:a="http://schemas.openxmlformats.org/drawingml/2006/main">
            <a:r>
              <a:t>Quellen: Projektdateien unter data/; ROMA User Guide, Tabelle 2.1: https://github.com/wamsmx/cict/blob/0c397eb5f139bd765179f70868c04ce460343229/User_guides/ROMA/ROMA%20-%20User%20guide.pdf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Damit ist die Auswertung unserer beiden Leistungsmessungen abgeschlossen. Jetzt wechseln wir zu einem externen Referenzdatensatz aus Mexiko. Die bisherigen Dateien enthalten den Leistungskanal P pos und den Netzfrequenzkanal f. Analysiert haben wir dort die Leistung P pos. Hier ist die untersuchte Messgröße dagegen die Netzfrequenz selbst, angegeben in Hertz.</a:t>
            </a:r>
          </a:p>
          <a:p xmlns:a="http://schemas.openxmlformats.org/drawingml/2006/main">
            <a:r>
              <a:t/>
            </a:r>
          </a:p>
          <a:p xmlns:a="http://schemas.openxmlformats.org/drawingml/2006/main">
            <a:r>
              <a:t>Die veröffentlichte Aufzeichnung gehört zu einem Netzereignis vom 28. Dezember 2020. Der Messkanal wird Mazatlán zugeordnet. Wir haben diese Messung nicht selbst durchgeführt. Der Zweck ihrer Auswertung ist der Vergleich mit den veröffentlichten ROMA-Ergebnissen.</a:t>
            </a:r>
          </a:p>
          <a:p xmlns:a="http://schemas.openxmlformats.org/drawingml/2006/main">
            <a:r>
              <a:t/>
            </a:r>
          </a:p>
          <a:p xmlns:a="http://schemas.openxmlformats.org/drawingml/2006/main">
            <a:r>
              <a:t>Links sehen wir 301 Netzfrequenzwerte über 30 Sekunden, mit jeweils einer Zehntelsekunde Abstand. Waagerecht steht die Zeit, senkrecht die Netzfrequenz nahe 60 Hertz. Eine erkannte Mode von etwa 0,317 Hertz beschreibt die langsame Schwankung dieser Netzfrequenz. Sie ist also von der elektrischen Grundfrequenz um 60 Hertz zu unterscheiden. Die Ausschläge werden insgesamt kleiner. An dieser veröffentlichten Zeitreihe untersuchen wir nun, ob unsere Schwingungsparameter zu den Angaben der Autoren passen.</a:t>
            </a:r>
          </a:p>
          <a:p xmlns:a="http://schemas.openxmlformats.org/drawingml/2006/main">
            <a:r>
              <a:t/>
            </a:r>
          </a:p>
          <a:p xmlns:a="http://schemas.openxmlformats.org/drawingml/2006/main">
            <a:r>
              <a:t>ZEIGEHINWEIS</a:t>
            </a:r>
          </a:p>
          <a:p xmlns:a="http://schemas.openxmlformats.org/drawingml/2006/main">
            <a:r>
              <a:t>Den Wechsel zum externen Referenzfall ausdrücklich ankündigen, danach die beiden Diagrammachsen zeigen.</a:t>
            </a:r>
          </a:p>
          <a:p xmlns:a="http://schemas.openxmlformats.org/drawingml/2006/main">
            <a:r>
              <a:t/>
            </a:r>
          </a:p>
          <a:p xmlns:a="http://schemas.openxmlformats.org/drawingml/2006/main">
            <a:r>
              <a:t>FACHLICHER HINTERGRUND UND QUELLEN</a:t>
            </a:r>
          </a:p>
          <a:p xmlns:a="http://schemas.openxmlformats.org/drawingml/2006/main">
            <a:r>
              <a:t>Die ROMA-Aufzeichnung stammt aus dem Netzereignis vom 28. Dezember 2020 in Mexiko. Der betrachtete FDR-Kanal med_1422 wird Mazatlán zugeordnet. Das Messprinzip von FNET/GridEye besteht darin, an einer Steckdose das Spannungssignal aufzunehmen und daraus unter anderem die Netzfrequenz abzuleiten. Die CSV enthält bereits Frequenzwerte und keine Rohabtastung der ungefähr 60-Hz-Spannung. Der verwendete Ausschnitt umfasst 301 Werte von 230 bis 260 Sekunden mit 0,1 Sekunden Abstand. Seine Zeitachse beweist nicht, dass die Störung genau bei 230 Sekunden beginnt. Eine identifizierte Mode bei ungefähr 0,317 Hz bezeichnet eine langsame Schwankung dieser Netzfrequenz. Die Messung stammt aus einer externen Veröffentlichung.</a:t>
            </a:r>
          </a:p>
          <a:p xmlns:a="http://schemas.openxmlformats.org/drawingml/2006/main">
            <a:r>
              <a:t/>
            </a:r>
          </a:p>
          <a:p xmlns:a="http://schemas.openxmlformats.org/drawingml/2006/main">
            <a:r>
              <a:t>Messdaten: https://github.com/wamsmx/cict/blob/0c397eb5f139bd765179f70868c04ce460343229/Dataset/ROMA/mex28dic_wams_v.csv</a:t>
            </a:r>
          </a:p>
          <a:p xmlns:a="http://schemas.openxmlformats.org/drawingml/2006/main">
            <a:r>
              <a:t>Handbuch: https://github.com/wamsmx/cict/blob/0c397eb5f139bd765179f70868c04ce460343229/User_guides/ROMA/ROMA%20-%20User%20guide.pdf</a:t>
            </a:r>
          </a:p>
          <a:p xmlns:a="http://schemas.openxmlformats.org/drawingml/2006/main">
            <a:r>
              <a:t>Messprinzip: https://fnetpublic.utk.edu/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Zunächst prüfen wir, ob unsere Methode zu ähnlichen Schwingungsparametern kommt wie eine bereits veröffentlichte Auswertung derselben mexikanischen Zeitreihe. Dafür verwenden wir die Angaben anderer Autoren im ROMA-Handbuch. Diese Vergleichswerte heißen hier Referenzparameter: Gemeint sind die Frequenz und die Abklingrate einer Schwingung. Die Autoren haben sie mit der ERA-Methode geschätzt. Wir verwenden Matrix Pencil mit Ordnung zwölf.</a:t>
            </a:r>
          </a:p>
          <a:p xmlns:a="http://schemas.openxmlformats.org/drawingml/2006/main">
            <a:r>
              <a:t/>
            </a:r>
          </a:p>
          <a:p xmlns:a="http://schemas.openxmlformats.org/drawingml/2006/main">
            <a:r>
              <a:t>In der Tabelle steht links die veröffentlichte Frequenz und daneben unser Ergebnis. Die erste Zeile nennt 0,317 Hertz bei den Autoren und ungefähr 0,316823 Hertz bei Matrix Pencil. Die nächste Spalte zeigt die relative Differenz: rund 0,056 Prozent. Auch die beiden anderen Frequenzdifferenzen liegen unter 0,06 Prozent. Rechts werden die Abklingraten Sigma verglichen. Negative Werte bedeuten, dass die Schwingung mit der Zeit kleiner wird.</a:t>
            </a:r>
          </a:p>
          <a:p xmlns:a="http://schemas.openxmlformats.org/drawingml/2006/main">
            <a:r>
              <a:t/>
            </a:r>
          </a:p>
          <a:p xmlns:a="http://schemas.openxmlformats.org/drawingml/2006/main">
            <a:r>
              <a:t>Die Übereinstimmung spricht dafür, dass beide Verfahren ähnliche Schwingungsanteile erkennen. Die gerundeten Autorenwerte sind jedoch Schätzungen und keine bekannten physikalischen Wahrheitswerte. Auf der nächsten Folie folgt eine andere Prüfung: Wie gut bildet die Summe aller Modellanteile die gesamte Messkurve nach?</a:t>
            </a:r>
          </a:p>
          <a:p xmlns:a="http://schemas.openxmlformats.org/drawingml/2006/main">
            <a:r>
              <a:t/>
            </a:r>
          </a:p>
          <a:p xmlns:a="http://schemas.openxmlformats.org/drawingml/2006/main">
            <a:r>
              <a:t>ZEIGEHINWEIS</a:t>
            </a:r>
          </a:p>
          <a:p xmlns:a="http://schemas.openxmlformats.org/drawingml/2006/main">
            <a:r>
              <a:t>Zuerst den Zweck des Vergleichs erklären, dann die Frequenzspalten der ersten Zeile und rechts die Abklingraten zeigen.</a:t>
            </a:r>
          </a:p>
          <a:p xmlns:a="http://schemas.openxmlformats.org/drawingml/2006/main">
            <a:r>
              <a:t/>
            </a:r>
          </a:p>
          <a:p xmlns:a="http://schemas.openxmlformats.org/drawingml/2006/main">
            <a:r>
              <a:t>FACHLICHER HINTERGRUND UND QUELLEN</a:t>
            </a:r>
          </a:p>
          <a:p xmlns:a="http://schemas.openxmlformats.org/drawingml/2006/main">
            <a:r>
              <a:t>Der Vergleich betrachtet die drei im ROMA-Handbuch für med_1422 angegebenen Schwingungsanteile. Die Autoren bestimmen ihre Werte mit ERA und einer Energieschwelle von 60 Prozent. Die Matrix-Pencil-Auswertung verwendet Ordnung 12 für denselben Datenausschnitt. Die Frequenzen stimmen mit den gerundeten Autorenwerten 0,317, 0,617 und 0,720 Hz jeweils bis auf weniger als 0,06 Prozent überein. Auch die exponentiellen Änderungsraten liegen nahe den Tabellenwerten. Dieser Befund zeigt Übereinstimmung zweier Auswertungen. Die gerundeten Autorenwerte sind keine zertifizierten physikalischen Wahrheitswerte. Die kleinen Frequenzdifferenzen dürfen deshalb nicht als absolute Messgenauigkeit interpretiert werden. Das vollständige Modell enthält über die drei verglichenen Paare hinaus weitere Anteile.</a:t>
            </a:r>
          </a:p>
          <a:p xmlns:a="http://schemas.openxmlformats.org/drawingml/2006/main">
            <a:r>
              <a:t/>
            </a:r>
          </a:p>
          <a:p xmlns:a="http://schemas.openxmlformats.org/drawingml/2006/main">
            <a:r>
              <a:t>Referenz: https://github.com/wamsmx/cict/blob/0c397eb5f139bd765179f70868c04ce460343229/User_guides/ROMA/ROMA%20-%20User%20guide.pdf, Tabelle 2.1, PDF-Seite 14</a:t>
            </a:r>
          </a:p>
          <a:p xmlns:a="http://schemas.openxmlformats.org/drawingml/2006/main">
            <a:r>
              <a:t>Berechnung: outputs/referenzpruefung/pruefbericht.json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Oben sehen wir den Vergleich zwischen mexikanischer Netzfrequenzmessung und Rekonstruktion. Blau ist die gemessene Schwankung, Orange die Summe aller geschätzten Modellanteile. Zur besseren Darstellung wurde der Mittelwert von ungefähr 59,773 Hertz abgezogen. Die senkrechte Achse zeigt deshalb Abweichungen in Millihertz. Ein Millihertz ist ein Tausendstel Hertz.</a:t>
            </a:r>
          </a:p>
          <a:p xmlns:a="http://schemas.openxmlformats.org/drawingml/2006/main">
            <a:r>
              <a:t/>
            </a:r>
          </a:p>
          <a:p xmlns:a="http://schemas.openxmlformats.org/drawingml/2006/main">
            <a:r>
              <a:t>Über große Bereiche liegen beide Kurven dicht zusammen. Zwischen ungefähr 240 und 243 Sekunden treten jedoch schnelle Änderungen auf, die das Modell sichtbar schlechter nachbildet. Unten ist der verbleibende Rest dargestellt: Für jeden Zeitpunkt wurde der Modellwert vom Messwert abgezogen. Eine perfekte Rekonstruktion würde dort durchgehend null ergeben.</a:t>
            </a:r>
          </a:p>
          <a:p xmlns:a="http://schemas.openxmlformats.org/drawingml/2006/main">
            <a:r>
              <a:t/>
            </a:r>
          </a:p>
          <a:p xmlns:a="http://schemas.openxmlformats.org/drawingml/2006/main">
            <a:r>
              <a:t>Der auffällige Abschnitt trägt etwa 55 Prozent zur gesamten Fehlerquadratsumme bei. Damit wissen wir, wo ein großer Teil des Fehlers entsteht. Seine Ursache bleibt offen. Zusätzliche Dynamik, Messartefakte oder Grenzen des Modells sind mögliche Erklärungen, aber hier nicht nachgewiesen. Die orange Kurve ist zunächst unsere Rekonstruktion. Ob tatsächlich ein Anteil aus der Messung entfernt wird, entscheidet erst die anschließende Filterprüfung.</a:t>
            </a:r>
          </a:p>
          <a:p xmlns:a="http://schemas.openxmlformats.org/drawingml/2006/main">
            <a:r>
              <a:t/>
            </a:r>
          </a:p>
          <a:p xmlns:a="http://schemas.openxmlformats.org/drawingml/2006/main">
            <a:r>
              <a:t>ZEIGEHINWEIS</a:t>
            </a:r>
          </a:p>
          <a:p xmlns:a="http://schemas.openxmlformats.org/drawingml/2006/main">
            <a:r>
              <a:t>Oben die blaue und orange Kurve vergleichen; um 240 bis 243 Sekunden nach unten zur Restkurve zeigen.</a:t>
            </a:r>
          </a:p>
          <a:p xmlns:a="http://schemas.openxmlformats.org/drawingml/2006/main">
            <a:r>
              <a:t/>
            </a:r>
          </a:p>
          <a:p xmlns:a="http://schemas.openxmlformats.org/drawingml/2006/main">
            <a:r>
              <a:t>FACHLICHER HINTERGRUND UND QUELLEN</a:t>
            </a:r>
          </a:p>
          <a:p xmlns:a="http://schemas.openxmlformats.org/drawingml/2006/main">
            <a:r>
              <a:t>Die Rekonstruktionsgrafik vergleicht das mittelwertbereinigte Messsignal mit der Summe sämtlicher Modellanteile der Ordnung 12. Die Restkurve ist punktweise Messung minus Modell. Zwischen ungefähr 240 und 243 Sekunden wird der Verlauf deutlich schlechter nachgebildet als in anderen Bereichen. Der einschließlich der Randpunkte betrachtete Abschnitt verursacht ungefähr 55 Prozent der gesamten Fehlerquadratsumme. Diese Beobachtung lokalisiert einen wesentlichen Beitrag zum Gesamtfehler. Sie erklärt seine Ursache noch nicht. Zusätzliche Dynamik, Messartefakte, Rauschen oder eine unpassende Modellannahme kommen als Möglichkeiten infrage. Ohne weitere Informationen lässt sich keine davon belegen. Die dargestellte Modellkurve ist eine Rekonstruktion und unterscheidet sich begrifflich von der gefilterten Ausgabe.</a:t>
            </a:r>
          </a:p>
          <a:p xmlns:a="http://schemas.openxmlformats.org/drawingml/2006/main">
            <a:r>
              <a:t/>
            </a:r>
          </a:p>
          <a:p xmlns:a="http://schemas.openxmlformats.org/drawingml/2006/main">
            <a:r>
              <a:t>Datensatz: https://github.com/wamsmx/cict/blob/0c397eb5f139bd765179f70868c04ce460343229/Dataset/ROMA/mex28dic_wams_v.csv</a:t>
            </a:r>
          </a:p>
          <a:p xmlns:a="http://schemas.openxmlformats.org/drawingml/2006/main">
            <a:r>
              <a:t>Berechnung: outputs/praesentation_build/deck_data.json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17,05 Prozent beschreiben ausschließlich diesen mexikanischen Referenzfall. Sie fassen die Abweichung zwischen gemessener Netzfrequenz und Modellkurve in einer Zahl zusammen. Dafür vergleichen wir die Signalwerte an genau denselben 301 Zeitpunkten. An jedem Zeitpunkt bilden wir Messwert minus Modellwert. Diese Differenzen werden quadriert, gemittelt und anschließend wird die Wurzel gezogen. Das ist der RMSE, also die Wurzel aus dem mittleren Fehlerquadrat.</a:t>
            </a:r>
          </a:p>
          <a:p xmlns:a="http://schemas.openxmlformats.org/drawingml/2006/main">
            <a:r>
              <a:t/>
            </a:r>
          </a:p>
          <a:p xmlns:a="http://schemas.openxmlformats.org/drawingml/2006/main">
            <a:r>
              <a:t>In der ersten Tabellenzeile steht das Ergebnis: Die typische Größe der Modellabweichung beträgt nach diesem Maß etwa 5,565 Millihertz. Um diesen Wert einordnen zu können, brauchen wir eine Bezugsgröße. Dafür verwenden wir die gemessene Schwankung nach Abzug ihres Mittelwerts. Ihr quadratischer Mittelwert mit anschließender Wurzel, kurz RMS, beträgt etwa 32,646 Millihertz.</a:t>
            </a:r>
          </a:p>
          <a:p xmlns:a="http://schemas.openxmlformats.org/drawingml/2006/main">
            <a:r>
              <a:t/>
            </a:r>
          </a:p>
          <a:p xmlns:a="http://schemas.openxmlformats.org/drawingml/2006/main">
            <a:r>
              <a:t>Unten teilen wir 5,565 durch 32,646 und multiplizieren mit hundert. Daraus entstehen die 17,05 Prozent. Bezogen wird der Fehler also auf die Stärke der gemessenen Schwankung. Die Netzfrequenz von ungefähr 60 Hertz ist hier keine Bezugsgröße. Auch werden für diese Rechnung keine erkannten Modenfrequenzen voneinander abgezogen. Deshalb können die Frequenzen in der vorherigen Tabelle sehr gut übereinstimmen, während das gesamte Signalmodell noch einen deutlichen Fehler hat.</a:t>
            </a:r>
          </a:p>
          <a:p xmlns:a="http://schemas.openxmlformats.org/drawingml/2006/main">
            <a:r>
              <a:t/>
            </a:r>
          </a:p>
          <a:p xmlns:a="http://schemas.openxmlformats.org/drawingml/2006/main">
            <a:r>
              <a:t>ZEIGEHINWEIS</a:t>
            </a:r>
          </a:p>
          <a:p xmlns:a="http://schemas.openxmlformats.org/drawingml/2006/main">
            <a:r>
              <a:t>Erst die beiden Tabellenwerte, dann die Division darunter zeigen; dabei auf den Vergleich gleicher Zeitpunkte verweisen.</a:t>
            </a:r>
          </a:p>
          <a:p xmlns:a="http://schemas.openxmlformats.org/drawingml/2006/main">
            <a:r>
              <a:t/>
            </a:r>
          </a:p>
          <a:p xmlns:a="http://schemas.openxmlformats.org/drawingml/2006/main">
            <a:r>
              <a:t>FACHLICHER HINTERGRUND UND QUELLEN</a:t>
            </a:r>
          </a:p>
          <a:p xmlns:a="http://schemas.openxmlformats.org/drawingml/2006/main">
            <a:r>
              <a:t>Der Modellfehler entsteht durch den Vergleich der Signalwerte zu denselben Zeitpunkten. Für jeden Punkt wird die Differenz zwischen Messung und Rekonstruktion gebildet. Die L2-Norm dieser Differenzen wird durch die L2-Norm der Messwerte nach Mittelwertabzug geteilt. Bei gleich langen Reihen entspricht das dem Verhältnis aus RMSE der Modellabweichung und RMS des mittelwertbereinigten Signals. Im ROMA-Fall beträgt der RMSE 5,565 mHz und der Signal-RMS 32,646 mHz. Das Verhältnis ergibt 17,05 Prozent. Die Bezugsgröße ist somit die gemessene Schwankung, nicht die Netzfrequenz von ungefähr 60 Hz. Für diese Kennzahl werden keine identifizierten Modenfrequenzen voneinander abgezogen. Der Frequenzvergleich mit der Autorentabelle ist eine separate Prüfung.</a:t>
            </a:r>
          </a:p>
          <a:p xmlns:a="http://schemas.openxmlformats.org/drawingml/2006/main">
            <a:r>
              <a:t/>
            </a:r>
          </a:p>
          <a:p xmlns:a="http://schemas.openxmlformats.org/drawingml/2006/main">
            <a:r>
              <a:t>Berechnung: outputs/praesentation_build/deck_data.json</a:t>
            </a:r>
          </a:p>
          <a:p xmlns:a="http://schemas.openxmlformats.org/drawingml/2006/main">
            <a:r>
              <a:t>Fehlerdefinition: https://github.com/relaytoroot/prony_matrix_pencil_filter/blob/9d54cc7c45fbe1613cebd26e4ccbb65d9c3c774f/src/prony_filter/filtering.py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Jetzt folgt die Filterentscheidung für die mexikanische Netzfrequenzmessung bei Ordnung zwölf. Die erste Tabellenzeile prüft die Frequenz. Die erkannte Mode bei ungefähr 0,316823 Hertz liegt im gewünschten Zielband. Diese Bedingung ist erfüllt.</a:t>
            </a:r>
          </a:p>
          <a:p xmlns:a="http://schemas.openxmlformats.org/drawingml/2006/main">
            <a:r>
              <a:t/>
            </a:r>
          </a:p>
          <a:p xmlns:a="http://schemas.openxmlformats.org/drawingml/2006/main">
            <a:r>
              <a:t>Die zweite Zeile prüft die Qualität des gesamten Modells. Im Programm ist dafür eine Grenze von zehn Prozent eingestellt. Unser Fehler beträgt 17,05 Prozent und überschreitet diese Grenze. Deshalb blockiert der Code den Abzug. Die Ausgabe des Filters ist in diesem Fall exakt das ursprüngliche Eingangssignal. Diese Blockierung betrifft den ROMA-Fall. Bei unseren beiden Leistungsmessungen wird mit der Standardkonfiguration tatsächlich gefiltert.</a:t>
            </a:r>
          </a:p>
          <a:p xmlns:a="http://schemas.openxmlformats.org/drawingml/2006/main">
            <a:r>
              <a:t/>
            </a:r>
          </a:p>
          <a:p xmlns:a="http://schemas.openxmlformats.org/drawingml/2006/main">
            <a:r>
              <a:t>Die zehn Prozent sind eine heuristische Schutzregel des Prototyps. Sie sollen den Abzug bei unzureichender Rekonstruktion verhindern. Die Zahl stammt weder aus der ROMA-Veröffentlichung noch aus einem allgemeinen physikalischen Gesetz. Ihre geeignete Wahl müsste anhand weiterer Versuche begründet werden. Damit stellt sich die nächste Frage: Verbessert eine höhere Modellordnung die Rekonstruktion ausreichend, und bleiben dabei die einzelnen Schwingungsparameter plausibel?</a:t>
            </a:r>
          </a:p>
          <a:p xmlns:a="http://schemas.openxmlformats.org/drawingml/2006/main">
            <a:r>
              <a:t/>
            </a:r>
          </a:p>
          <a:p xmlns:a="http://schemas.openxmlformats.org/drawingml/2006/main">
            <a:r>
              <a:t>ZEIGEHINWEIS</a:t>
            </a:r>
          </a:p>
          <a:p xmlns:a="http://schemas.openxmlformats.org/drawingml/2006/main">
            <a:r>
              <a:t>Die drei Tabellenzeilen nacheinander durchgehen und anschließend die Gleichheit von Filterausgabe und Eingangssignal betonen.</a:t>
            </a:r>
          </a:p>
          <a:p xmlns:a="http://schemas.openxmlformats.org/drawingml/2006/main">
            <a:r>
              <a:t/>
            </a:r>
          </a:p>
          <a:p xmlns:a="http://schemas.openxmlformats.org/drawingml/2006/main">
            <a:r>
              <a:t>FACHLICHER HINTERGRUND UND QUELLEN</a:t>
            </a:r>
          </a:p>
          <a:p xmlns:a="http://schemas.openxmlformats.org/drawingml/2006/main">
            <a:r>
              <a:t>Die geschätzte ROMA-Mode bei 0,316823 Hz liegt im Zielband von 0,30115 bis 0,33285 Hz und klingt ab. Die Bandprüfung allein würde deshalb eine Entfernung zulassen. Der relative Gesamtfehler von 17,05 Prozent überschreitet jedoch die implementierte Grenze von 10 Prozent. Die Qualitätsprüfung nimmt die Entfernung zurück und setzt den Abzugsanteil auf null. Die Filterausgabe ist daher exakt gleich dem Eingangssignal. Die Blockierung beruht hier auf der unzureichenden Anpassung des Gesamtmodells nach der gewählten Regel. Sie beruht nicht darauf, dass die dominante Frequenz außerhalb des Zielbands läge. Die 10-Prozent-Grenze ist eine Schutzregel des Prototyps. Sie stammt nicht aus der ROMA-Veröffentlichung und ist nicht als allgemein gültige physikalische Grenze belegt.</a:t>
            </a:r>
          </a:p>
          <a:p xmlns:a="http://schemas.openxmlformats.org/drawingml/2006/main">
            <a:r>
              <a:t/>
            </a:r>
          </a:p>
          <a:p xmlns:a="http://schemas.openxmlformats.org/drawingml/2006/main">
            <a:r>
              <a:t>Regel: https://github.com/relaytoroot/prony_matrix_pencil_filter/blob/9d54cc7c45fbe1613cebd26e4ccbb65d9c3c774f/src/prony_filter/filtering.py</a:t>
            </a:r>
          </a:p>
          <a:p xmlns:a="http://schemas.openxmlformats.org/drawingml/2006/main">
            <a:r>
              <a:t>Referenz: https://github.com/wamsmx/cict/blob/0c397eb5f139bd765179f70868c04ce460343229/User_guides/ROMA/ROMA%20-%20User%20guide.pdf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Auch diese Ordnungsstudie betrifft die mexikanische Netzfrequenzmessung. Links steht waagerecht die Modellordnung und senkrecht der relative Anpassungsfehler. Mit zunehmender Ordnung stehen mehr Exponentialanteile zur Verfügung. In diesem Beispiel kann sich die Modellkurve dadurch immer genauer an die Messwerte anpassen.</a:t>
            </a:r>
          </a:p>
          <a:p xmlns:a="http://schemas.openxmlformats.org/drawingml/2006/main">
            <a:r>
              <a:t/>
            </a:r>
          </a:p>
          <a:p xmlns:a="http://schemas.openxmlformats.org/drawingml/2006/main">
            <a:r>
              <a:t>Bei Ordnung zwölf beträgt der Fehler 17,05 Prozent, bei Ordnung vierundzwanzig 12,83 Prozent und bei Ordnung sechsunddreißig 8,76 Prozent. Der letzte Wert liegt unter der gestrichelten Zehn-Prozent-Linie. Die Fehlerbedingung des Filters wäre damit erfüllt.</a:t>
            </a:r>
          </a:p>
          <a:p xmlns:a="http://schemas.openxmlformats.org/drawingml/2006/main">
            <a:r>
              <a:t/>
            </a:r>
          </a:p>
          <a:p xmlns:a="http://schemas.openxmlformats.org/drawingml/2006/main">
            <a:r>
              <a:t>Rechts sehen wir jedoch, weshalb der Kurvenfehler allein nicht ausreicht. Für die Mode nahe 0,72 Hertz nennen die Autoren eine Amplitude von ungefähr 0,004 Hertz. Ordnung zwölf liefert etwa 0,0045 Hertz. Bei Ordnung sechsunddreißig steigt der Wert auf ungefähr 0,0213 Hertz. Obwohl die Gesamtkurve besser passt, verändert sich also die Zerlegung in einzelne Anteile deutlich. Mehr Modellanteile garantieren deshalb keine bessere physikalische Beschreibung. Zusätzlich betrachten wir nun, wie sich die Modelle an Messpunkten verhalten, die beim Anpassen ausgelassen wurden.</a:t>
            </a:r>
          </a:p>
          <a:p xmlns:a="http://schemas.openxmlformats.org/drawingml/2006/main">
            <a:r>
              <a:t/>
            </a:r>
          </a:p>
          <a:p xmlns:a="http://schemas.openxmlformats.org/drawingml/2006/main">
            <a:r>
              <a:t>ZEIGEHINWEIS</a:t>
            </a:r>
          </a:p>
          <a:p xmlns:a="http://schemas.openxmlformats.org/drawingml/2006/main">
            <a:r>
              <a:t>Links den Fehlerverlauf und die Zehn-Prozent-Linie zeigen; anschließend rechts die drei Amplituden vergleichen.</a:t>
            </a:r>
          </a:p>
          <a:p xmlns:a="http://schemas.openxmlformats.org/drawingml/2006/main">
            <a:r>
              <a:t/>
            </a:r>
          </a:p>
          <a:p xmlns:a="http://schemas.openxmlformats.org/drawingml/2006/main">
            <a:r>
              <a:t>FACHLICHER HINTERGRUND UND QUELLEN</a:t>
            </a:r>
          </a:p>
          <a:p xmlns:a="http://schemas.openxmlformats.org/drawingml/2006/main">
            <a:r>
              <a:t>Eine höhere Modellordnung vergrößert die Zahl der verfügbaren Exponentialanteile. Beim ROMA-Datensatz beträgt der Gesamtfehler mit Ordnung 12 ungefähr 17,05 Prozent und mit Ordnung 36 ungefähr 8,76 Prozent. Ordnung 36 unterschreitet damit die implementierte Freigabegrenze. Die Einzelparameter müssen trotzdem gesondert beurteilt werden. Für den Anteil nahe 0,72 Hz nennt die Autorentabelle eine Amplitude von etwa 0,004 Hz. Ordnung 12 liefert ungefähr 0,0045 Hz, Ordnung 36 ungefähr 0,0213 Hz. Auch die geschätzte Dämpfung weicht bei Ordnung 36 stärker ab. Die bessere Anpassung der Gesamtkurve geht hier also mit einer veränderten modalen Zerlegung einher. Daraus folgt keine automatisch bessere physikalische Beschreibung.</a:t>
            </a:r>
          </a:p>
          <a:p xmlns:a="http://schemas.openxmlformats.org/drawingml/2006/main">
            <a:r>
              <a:t/>
            </a:r>
          </a:p>
          <a:p xmlns:a="http://schemas.openxmlformats.org/drawingml/2006/main">
            <a:r>
              <a:t>Autorenwerte: https://github.com/wamsmx/cict/blob/0c397eb5f139bd765179f70868c04ce460343229/User_guides/ROMA/ROMA%20-%20User%20guide.pdf</a:t>
            </a:r>
          </a:p>
          <a:p xmlns:a="http://schemas.openxmlformats.org/drawingml/2006/main">
            <a:r>
              <a:t>Berechnung: outputs/praesentation_build/deck_data.json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Für diese Prüfung der mexikanischen Zeitreihe wird zunächst nur jeder zweite Messwert verwendet. Aus diesen 151 Punkten werden die Modelle geschätzt. Die 150 dazwischenliegenden Werte bleiben bei der Anpassung unbenutzt. Anschließend prüfen wir, wie gut das jeweilige Modell auch diese Zwischenpunkte trifft.</a:t>
            </a:r>
          </a:p>
          <a:p xmlns:a="http://schemas.openxmlformats.org/drawingml/2006/main">
            <a:r>
              <a:t/>
            </a:r>
          </a:p>
          <a:p xmlns:a="http://schemas.openxmlformats.org/drawingml/2006/main">
            <a:r>
              <a:t>Die blaue Linie zeigt den Fehler auf den verwendeten Punkten. Er sinkt mit steigender Ordnung stark ab. Orange zeigt den Fehler auf den ausgelassenen Zwischenpunkten. Bei Ordnung sechsunddreißig liegen die beiden Fehler bei etwa 4,72 und 10,13 Prozent. Bei Ordnung zweiundsiebzig verbessert sich der blaue Wert auf etwa 0,36 Prozent. Der orange Wert steigt jedoch auf ungefähr 13,99 Prozent. Das ist ein Hinweis auf Überanpassung: Die zusätzlichen Modellanteile helfen zunehmend vor allem bei den bereits verwendeten Punkten.</a:t>
            </a:r>
          </a:p>
          <a:p xmlns:a="http://schemas.openxmlformats.org/drawingml/2006/main">
            <a:r>
              <a:t/>
            </a:r>
          </a:p>
          <a:p xmlns:a="http://schemas.openxmlformats.org/drawingml/2006/main">
            <a:r>
              <a:t>Diese Prüfung bleibt innerhalb derselben Aufzeichnung. Benachbarte Messwerte hängen häufig zusammen. Eine unabhängige Validierung ist das daher nicht. Für die Ordnungswahl betrachten wir gemeinsam den Kurvenfehler und die Stabilität der Schwingungsparameter. Eine weitere, unabhängig dokumentierte Messung wäre ein stärkerer Nachweis.</a:t>
            </a:r>
          </a:p>
          <a:p xmlns:a="http://schemas.openxmlformats.org/drawingml/2006/main">
            <a:r>
              <a:t/>
            </a:r>
          </a:p>
          <a:p xmlns:a="http://schemas.openxmlformats.org/drawingml/2006/main">
            <a:r>
              <a:t>ZEIGEHINWEIS</a:t>
            </a:r>
          </a:p>
          <a:p xmlns:a="http://schemas.openxmlformats.org/drawingml/2006/main">
            <a:r>
              <a:t>Blau als verwendete Punkte und Orange als ausgelassene Zwischenpunkte erklären; dann Ordnung 36 und 72 vergleichen.</a:t>
            </a:r>
          </a:p>
          <a:p xmlns:a="http://schemas.openxmlformats.org/drawingml/2006/main">
            <a:r>
              <a:t/>
            </a:r>
          </a:p>
          <a:p xmlns:a="http://schemas.openxmlformats.org/drawingml/2006/main">
            <a:r>
              <a:t>FACHLICHER HINTERGRUND UND QUELLEN</a:t>
            </a:r>
          </a:p>
          <a:p xmlns:a="http://schemas.openxmlformats.org/drawingml/2006/main">
            <a:r>
              <a:t>Die Interpolationsprüfung verwendet zunächst nur jeden zweiten Wert der ROMA-Zeitreihe. Das Modell wird aus 151 Punkten geschätzt und anschließend an den 150 dazwischenliegenden ausgelassenen Punkten beurteilt. Bei Ordnung 36 beträgt der Fehler auf den verwendeten Punkten 4,72 Prozent und auf den ausgelassenen Punkten 10,13 Prozent. Bei Ordnung 72 sinkt der Anpassungsfehler auf 0,36 Prozent, während der Zwischenpunktfehler auf 13,99 Prozent steigt. Dieses Verhalten ist ein Hinweis auf Überanpassung. Die Zwischenpunkte sind zeitlich benachbart und können stark mit den Trainingswerten korreliert sein. Der Test ist deshalb eine Interpolationsprüfung innerhalb derselben Aufzeichnung und keine unabhängige Validierung an einem anderen Netzereignis. Eine abschließend optimale Ordnung wird daraus nicht abgeleitet.</a:t>
            </a:r>
          </a:p>
          <a:p xmlns:a="http://schemas.openxmlformats.org/drawingml/2006/main">
            <a:r>
              <a:t/>
            </a:r>
          </a:p>
          <a:p xmlns:a="http://schemas.openxmlformats.org/drawingml/2006/main">
            <a:r>
              <a:t>Berechnung: outputs/praesentation_build/deck_data.json, alternating_holdout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SPRECHTEXT</a:t>
            </a:r>
          </a:p>
          <a:p xmlns:a="http://schemas.openxmlformats.org/drawingml/2006/main">
            <a:r>
              <a:t/>
            </a:r>
          </a:p>
          <a:p xmlns:a="http://schemas.openxmlformats.org/drawingml/2006/main">
            <a:r>
              <a:t>Die Schlussfolgerungen lassen sich anhand der beiden Datengruppen zusammenfassen. Links stehen unsere Projektmessungen. Untersucht wurde der Leistungskanal P pos nach einem positiven beziehungsweise negativen Frequenzsprung. Mit der verwendeten Einstellung werden beide Sprungantworten tatsächlich gefiltert. Die betrachtete Leistungspendelung liegt bei ungefähr 2,268 Hertz. Der relative Modellfehler beträgt rund 0,763 Prozent beim positiven und 0,594 Prozent beim negativen Sprung.</a:t>
            </a:r>
          </a:p>
          <a:p xmlns:a="http://schemas.openxmlformats.org/drawingml/2006/main">
            <a:r>
              <a:t/>
            </a:r>
          </a:p>
          <a:p xmlns:a="http://schemas.openxmlformats.org/drawingml/2006/main">
            <a:r>
              <a:t>Rechts steht der externe Referenzfall aus Mexiko. Hier wird die Netzfrequenz untersucht. Die ausgewählten Schwingungsfrequenzen stimmen gut mit den veröffentlichten ROMA-Werten überein. Gleichzeitig beträgt der Fehler des Gesamtmodells bei Ordnung zwölf 17,05 Prozent. Damit überschreitet er die eingestellte Schutzgrenze, und der Filterabzug bleibt blockiert.</a:t>
            </a:r>
          </a:p>
          <a:p xmlns:a="http://schemas.openxmlformats.org/drawingml/2006/main">
            <a:r>
              <a:t/>
            </a:r>
          </a:p>
          <a:p xmlns:a="http://schemas.openxmlformats.org/drawingml/2006/main">
            <a:r>
              <a:t>Daraus folgt: Frequenzübereinstimmung und Filterfreigabe sind getrennt zu bewerten. Eine gut erkannte Frequenz allein bestätigt noch keine ausreichende Rekonstruktion. Auch eine ausgeführte Filterung beweist noch keine physikalisch korrekte Bereinigung. Für die realen Messungen fehlt eine unabhängig bekannte, saubere Referenzkurve. Diese Grenze muss bei der Bewertung der Ergebnisse berücksichtigt werden.</a:t>
            </a:r>
          </a:p>
          <a:p xmlns:a="http://schemas.openxmlformats.org/drawingml/2006/main">
            <a:r>
              <a:t/>
            </a:r>
          </a:p>
          <a:p xmlns:a="http://schemas.openxmlformats.org/drawingml/2006/main">
            <a:r>
              <a:t>ZEIGEHINWEIS</a:t>
            </a:r>
          </a:p>
          <a:p xmlns:a="http://schemas.openxmlformats.org/drawingml/2006/main">
            <a:r>
              <a:t>Linke Spalte mit den Leistungsmessungen und rechte Spalte mit Mexiko getrennt vortragen; danach die Aussage zur Filterfreigabe betonen.</a:t>
            </a:r>
          </a:p>
          <a:p xmlns:a="http://schemas.openxmlformats.org/drawingml/2006/main">
            <a:r>
              <a:t/>
            </a:r>
          </a:p>
          <a:p xmlns:a="http://schemas.openxmlformats.org/drawingml/2006/main">
            <a:r>
              <a:t>FACHLICHER HINTERGRUND UND QUELLEN</a:t>
            </a:r>
          </a:p>
          <a:p xmlns:a="http://schemas.openxmlformats.org/drawingml/2006/main">
            <a:r>
              <a:t>Projektmessungen: P_pos, Ordnung 12, t0 = 1 s bis 7 s, Fehler auf dem 100-Hz-Schätzraster 0,762940964946 % positiv und 0,594349210787 % negativ. Beide Filterungen freigegeben. Mexiko: Netzfrequenz, Ordnung 12, 301 Werte, relativer Modellfehler 17,046095 %, Filterung blockiert. Die Daten unterscheiden sich in Messgröße, Aufzeichnung und Referenzlage. Für beide Messgruppen ist keine unabhängig bekannte bereinigte Sollkurve gegeben.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ceaf9b9e914c9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f75f7afa2d48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1e6f6ee8644a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39ffdf00f34e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99b5ad345241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9ed8442da34d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55C931-492F-4FA3-8CF5-4EDBF42E24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656DFB-FA3A-4D4B-B32A-C0C7223FFD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38094A-AFAD-40FC-905D-F469FEA318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81F707-2797-4C89-9AF6-3451E54E8F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8DFBDFF-AEC7-4EA7-B032-A66F495C4F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D4E5576-534E-4CD6-98B6-AC74835595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05B455-2085-4F47-925D-00D1496E11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AB7494B-A843-4F06-8E05-93B289251BC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7B3117-0944-44C2-AE0B-4528886ACB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58D959-B38D-467C-A24E-8D03A95B02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0dc10ed9314443" /><Relationship Type="http://schemas.openxmlformats.org/officeDocument/2006/relationships/slideLayout" Target="/ppt/slideLayouts/slideLayout1.xml" Id="Rf974b6bd1e454783" /><Relationship Type="http://schemas.openxmlformats.org/officeDocument/2006/relationships/slideLayout" Target="/ppt/slideLayouts/slideLayout2.xml" Id="R1b19480b70ad402b" /><Relationship Type="http://schemas.openxmlformats.org/officeDocument/2006/relationships/slideLayout" Target="/ppt/slideLayouts/slideLayout3.xml" Id="R16ab45fd22024e05" /><Relationship Type="http://schemas.openxmlformats.org/officeDocument/2006/relationships/slideLayout" Target="/ppt/slideLayouts/slideLayout4.xml" Id="R1e31d6b3fd33446e" /><Relationship Type="http://schemas.openxmlformats.org/officeDocument/2006/relationships/slideLayout" Target="/ppt/slideLayouts/slideLayout5.xml" Id="R3c8c4fc35bfa43bf" /><Relationship Type="http://schemas.openxmlformats.org/officeDocument/2006/relationships/slideLayout" Target="/ppt/slideLayouts/slideLayout6.xml" Id="Red90a1ca3a034c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74b6bd1e454783"/>
    <p:sldLayoutId xmlns:r="http://schemas.openxmlformats.org/officeDocument/2006/relationships" id="2147483650" r:id="R1b19480b70ad402b"/>
    <p:sldLayoutId xmlns:r="http://schemas.openxmlformats.org/officeDocument/2006/relationships" id="2147483651" r:id="R16ab45fd22024e05"/>
    <p:sldLayoutId xmlns:r="http://schemas.openxmlformats.org/officeDocument/2006/relationships" id="2147483652" r:id="R1e31d6b3fd33446e"/>
    <p:sldLayoutId xmlns:r="http://schemas.openxmlformats.org/officeDocument/2006/relationships" id="2147483653" r:id="R3c8c4fc35bfa43bf"/>
    <p:sldLayoutId xmlns:r="http://schemas.openxmlformats.org/officeDocument/2006/relationships" id="2147483654" r:id="Red90a1ca3a034c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e09b7422904d8e" /><Relationship Type="http://schemas.openxmlformats.org/officeDocument/2006/relationships/notesSlide" Target="/ppt/notesSlides/notesSlide1.xml" Id="Rc9089763a70a41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6608ff42c64eec" /><Relationship Type="http://schemas.openxmlformats.org/officeDocument/2006/relationships/chart" Target="/ppt/slides/charts/chart1.xml" Id="R57c3a39b49ea4405" /><Relationship Type="http://schemas.openxmlformats.org/officeDocument/2006/relationships/notesSlide" Target="/ppt/notesSlides/notesSlide2.xml" Id="R03eb3152e52a4b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b3910f4e6ff4985" /><Relationship Type="http://schemas.openxmlformats.org/officeDocument/2006/relationships/notesSlide" Target="/ppt/notesSlides/notesSlide3.xml" Id="Re7a7f0def12940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10cf940ca604dc1" /><Relationship Type="http://schemas.openxmlformats.org/officeDocument/2006/relationships/chart" Target="/ppt/slides/charts/chart2.xml" Id="R325dc1dc9ac342dd" /><Relationship Type="http://schemas.openxmlformats.org/officeDocument/2006/relationships/chart" Target="/ppt/slides/charts/chart3.xml" Id="R0061ec9c853b4897" /><Relationship Type="http://schemas.openxmlformats.org/officeDocument/2006/relationships/notesSlide" Target="/ppt/notesSlides/notesSlide4.xml" Id="R6a712009b6d745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0c8b8d570b43ce" /><Relationship Type="http://schemas.openxmlformats.org/officeDocument/2006/relationships/notesSlide" Target="/ppt/notesSlides/notesSlide5.xml" Id="R7083308bed894b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8bab0faa3f4b31" /><Relationship Type="http://schemas.openxmlformats.org/officeDocument/2006/relationships/notesSlide" Target="/ppt/notesSlides/notesSlide6.xml" Id="R219866152da24f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3df7289b074383" /><Relationship Type="http://schemas.openxmlformats.org/officeDocument/2006/relationships/notesSlide" Target="/ppt/notesSlides/notesSlide7.xml" Id="R7d341667a6a343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92eaa4cb9e441a" /><Relationship Type="http://schemas.openxmlformats.org/officeDocument/2006/relationships/notesSlide" Target="/ppt/notesSlides/notesSlide8.xml" Id="R85d9adff70d944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446a8424a74f4f" /><Relationship Type="http://schemas.openxmlformats.org/officeDocument/2006/relationships/notesSlide" Target="/ppt/notesSlides/notesSlide9.xml" Id="Re4fca74a326c43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a7106e269614a5d" /><Relationship Type="http://schemas.openxmlformats.org/officeDocument/2006/relationships/chart" Target="/ppt/slides/charts/chart4.xml" Id="Rd04379a8de6c4b1c" /><Relationship Type="http://schemas.openxmlformats.org/officeDocument/2006/relationships/notesSlide" Target="/ppt/notesSlides/notesSlide10.xml" Id="R605ade87849841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46f0e248ee7446d" /><Relationship Type="http://schemas.openxmlformats.org/officeDocument/2006/relationships/notesSlide" Target="/ppt/notesSlides/notesSlide11.xml" Id="R38da2ba183c744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19975e9b21c44bc" /><Relationship Type="http://schemas.openxmlformats.org/officeDocument/2006/relationships/notesSlide" Target="/ppt/notesSlides/notesSlide12.xml" Id="R0d2c9d97781d41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fa2f2b3dd8c4d74" /><Relationship Type="http://schemas.openxmlformats.org/officeDocument/2006/relationships/chart" Target="/ppt/slides/charts/chart5.xml" Id="Rdaf8673ff99145b5" /><Relationship Type="http://schemas.openxmlformats.org/officeDocument/2006/relationships/notesSlide" Target="/ppt/notesSlides/notesSlide13.xml" Id="R1b084c06139d4c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9560e1e87dc42a2" /><Relationship Type="http://schemas.openxmlformats.org/officeDocument/2006/relationships/chart" Target="/ppt/slides/charts/chart6.xml" Id="R984319b89f634c9b" /><Relationship Type="http://schemas.openxmlformats.org/officeDocument/2006/relationships/notesSlide" Target="/ppt/notesSlides/notesSlide14.xml" Id="R72564cfbcba744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2e81f9c35a447b9" /><Relationship Type="http://schemas.openxmlformats.org/officeDocument/2006/relationships/notesSlide" Target="/ppt/notesSlides/notesSlide15.xml" Id="R4f699046759040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140e560039e401f" /><Relationship Type="http://schemas.openxmlformats.org/officeDocument/2006/relationships/chart" Target="/ppt/slides/charts/chart7.xml" Id="Rc588c4ac63aa4ba3" /><Relationship Type="http://schemas.openxmlformats.org/officeDocument/2006/relationships/chart" Target="/ppt/slides/charts/chart8.xml" Id="R797fe02e9a0d4be4" /><Relationship Type="http://schemas.openxmlformats.org/officeDocument/2006/relationships/notesSlide" Target="/ppt/notesSlides/notesSlide16.xml" Id="R9b269c2280b646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3074ee163a74984" /><Relationship Type="http://schemas.openxmlformats.org/officeDocument/2006/relationships/chart" Target="/ppt/slides/charts/chart9.xml" Id="Rfea1dbf80d7846ef" /><Relationship Type="http://schemas.openxmlformats.org/officeDocument/2006/relationships/chart" Target="/ppt/slides/charts/chart10.xml" Id="R8925004407c945b7" /><Relationship Type="http://schemas.openxmlformats.org/officeDocument/2006/relationships/notesSlide" Target="/ppt/notesSlides/notesSlide17.xml" Id="Rca864435828248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b8de5be1d1640f4" /><Relationship Type="http://schemas.openxmlformats.org/officeDocument/2006/relationships/notesSlide" Target="/ppt/notesSlides/notesSlide18.xml" Id="R5711dcbd897943d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070f3b9c14f424d" /><Relationship Type="http://schemas.openxmlformats.org/officeDocument/2006/relationships/chart" Target="/ppt/slides/charts/chart11.xml" Id="R5a89cffb6bd54109" /><Relationship Type="http://schemas.openxmlformats.org/officeDocument/2006/relationships/notesSlide" Target="/ppt/notesSlides/notesSlide19.xml" Id="R18cac2da35d44ff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42c9b80224d490a" /><Relationship Type="http://schemas.openxmlformats.org/officeDocument/2006/relationships/notesSlide" Target="/ppt/notesSlides/notesSlide20.xml" Id="R32f2441ce4be41c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1cb4a89e9074421" /><Relationship Type="http://schemas.openxmlformats.org/officeDocument/2006/relationships/chart" Target="/ppt/slides/charts/chart12.xml" Id="R255ca03df2d54a7f" /><Relationship Type="http://schemas.openxmlformats.org/officeDocument/2006/relationships/chart" Target="/ppt/slides/charts/chart13.xml" Id="R3f067a7afe7741fe" /><Relationship Type="http://schemas.openxmlformats.org/officeDocument/2006/relationships/notesSlide" Target="/ppt/notesSlides/notesSlide21.xml" Id="Ra0b0c181b29148e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b2fc190bc884268" /><Relationship Type="http://schemas.openxmlformats.org/officeDocument/2006/relationships/notesSlide" Target="/ppt/notesSlides/notesSlide22.xml" Id="R350c9dc60f2e422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75015f8584d4d41" /><Relationship Type="http://schemas.openxmlformats.org/officeDocument/2006/relationships/notesSlide" Target="/ppt/notesSlides/notesSlide23.xml" Id="R7d12526fef974f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f7b62f86f9a4f00" /><Relationship Type="http://schemas.openxmlformats.org/officeDocument/2006/relationships/chart" Target="/ppt/slides/charts/chart14.xml" Id="Rb0db08a0d1554f21" /><Relationship Type="http://schemas.openxmlformats.org/officeDocument/2006/relationships/notesSlide" Target="/ppt/notesSlides/notesSlide24.xml" Id="R1caf4bd45ca14e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a7c76dbf6114f8e" /><Relationship Type="http://schemas.openxmlformats.org/officeDocument/2006/relationships/chart" Target="/ppt/slides/charts/chart15.xml" Id="R71521020f06b4c56" /><Relationship Type="http://schemas.openxmlformats.org/officeDocument/2006/relationships/notesSlide" Target="/ppt/notesSlides/notesSlide25.xml" Id="R48180b7127bf4b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30111252c41489f" /><Relationship Type="http://schemas.openxmlformats.org/officeDocument/2006/relationships/notesSlide" Target="/ppt/notesSlides/notesSlide26.xml" Id="Rc478d35d0be54f8b" /></Relationships>
</file>

<file path=ppt/slides/charts/_rels/chart1.xml.rels><Relationships xmlns="http://schemas.openxmlformats.org/package/2006/relationships"><Relationship Id="rIdChartSnapshot1" Type="http://schemas.openxmlformats.org/officeDocument/2006/relationships/package" Target="../../embeddings/chart-data-snapshot-002.xlsx"/></Relationships>
</file>

<file path=ppt/slides/charts/_rels/chart2.xml.rels><Relationships xmlns="http://schemas.openxmlformats.org/package/2006/relationships"><Relationship Id="rIdChartSnapshot1" Type="http://schemas.openxmlformats.org/officeDocument/2006/relationships/package" Target="../../embeddings/chart-data-snapshot-009.xlsx"/></Relationships>
</file>

<file path=ppt/slides/charts/_rels/chart3.xml.rels><Relationships xmlns="http://schemas.openxmlformats.org/package/2006/relationships"><Relationship Id="rIdChartSnapshot1" Type="http://schemas.openxmlformats.org/officeDocument/2006/relationships/package" Target="../../embeddings/chart-data-snapshot-010.xlsx"/></Relationships>
</file>

<file path=ppt/slides/charts/_rels/chart4.xml.rels><Relationships xmlns="http://schemas.openxmlformats.org/package/2006/relationships"><Relationship Id="rIdChartSnapshot1" Type="http://schemas.openxmlformats.org/officeDocument/2006/relationships/package" Target="../../embeddings/chart-data-snapshot-011.xlsx"/></Relationships>
</file>

<file path=ppt/slides/charts/_rels/chart5.xml.rels><Relationships xmlns="http://schemas.openxmlformats.org/package/2006/relationships"><Relationship Id="rIdChartSnapshot1" Type="http://schemas.openxmlformats.org/officeDocument/2006/relationships/package" Target="../../embeddings/chart-data-snapshot-003.xlsx"/></Relationships>
</file>

<file path=ppt/slides/charts/_rels/chart6.xml.rels><Relationships xmlns="http://schemas.openxmlformats.org/package/2006/relationships"><Relationship Id="rIdChartSnapshot1" Type="http://schemas.openxmlformats.org/officeDocument/2006/relationships/package" Target="../../embeddings/chart-data-snapshot-004.xlsx"/></Relationships>
</file>

<file path=ppt/slides/charts/_rels/chart7.xml.rels><Relationships xmlns="http://schemas.openxmlformats.org/package/2006/relationships"><Relationship Id="rIdChartSnapshot1" Type="http://schemas.openxmlformats.org/officeDocument/2006/relationships/package" Target="../../embeddings/chart-data-snapshot-012.xlsx"/></Relationships>
</file>

<file path=ppt/slides/charts/_rels/chart8.xml.rels><Relationships xmlns="http://schemas.openxmlformats.org/package/2006/relationships"><Relationship Id="rIdChartSnapshot1" Type="http://schemas.openxmlformats.org/officeDocument/2006/relationships/package" Target="../../embeddings/chart-data-snapshot-013.xlsx"/></Relationships>
</file>

<file path=ppt/slides/charts/_rels/chart9.xml.rels><Relationships xmlns="http://schemas.openxmlformats.org/package/2006/relationships"><Relationship Id="rIdChartSnapshot1" Type="http://schemas.openxmlformats.org/officeDocument/2006/relationships/package" Target="../../embeddings/chart-data-snapshot-014.xlsx"/></Relationships>
</file>

<file path=ppt/slides/charts/_rels/chart10.xml.rels><Relationships xmlns="http://schemas.openxmlformats.org/package/2006/relationships"><Relationship Id="rIdChartSnapshot1" Type="http://schemas.openxmlformats.org/officeDocument/2006/relationships/package" Target="../../embeddings/chart-data-snapshot-015.xlsx"/></Relationships>
</file>

<file path=ppt/slides/charts/_rels/chart11.xml.rels><Relationships xmlns="http://schemas.openxmlformats.org/package/2006/relationships"><Relationship Id="rIdChartSnapshot1" Type="http://schemas.openxmlformats.org/officeDocument/2006/relationships/package" Target="../../embeddings/chart-data-snapshot-001.xlsx"/></Relationships>
</file>

<file path=ppt/slides/charts/_rels/chart12.xml.rels><Relationships xmlns="http://schemas.openxmlformats.org/package/2006/relationships"><Relationship Id="rIdChartSnapshot1" Type="http://schemas.openxmlformats.org/officeDocument/2006/relationships/package" Target="../../embeddings/chart-data-snapshot-005.xlsx"/></Relationships>
</file>

<file path=ppt/slides/charts/_rels/chart13.xml.rels><Relationships xmlns="http://schemas.openxmlformats.org/package/2006/relationships"><Relationship Id="rIdChartSnapshot1" Type="http://schemas.openxmlformats.org/officeDocument/2006/relationships/package" Target="../../embeddings/chart-data-snapshot-006.xlsx"/></Relationships>
</file>

<file path=ppt/slides/charts/_rels/chart14.xml.rels><Relationships xmlns="http://schemas.openxmlformats.org/package/2006/relationships"><Relationship Id="rIdChartSnapshot1" Type="http://schemas.openxmlformats.org/officeDocument/2006/relationships/package" Target="../../embeddings/chart-data-snapshot-007.xlsx"/></Relationships>
</file>

<file path=ppt/slides/charts/_rels/chart15.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P_pos</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Data'!$A$2:$A$2154</c:f>
              <c:numCache>
                <c:formatCode>General</c:formatCode>
                <c:ptCount val="2153"/>
                <c:pt idx="0">
                  <c:v>2.00300000001</c:v>
                </c:pt>
                <c:pt idx="1">
                  <c:v>2.00325000001</c:v>
                </c:pt>
                <c:pt idx="2">
                  <c:v>2.00775000001</c:v>
                </c:pt>
                <c:pt idx="3">
                  <c:v>2.00800000001</c:v>
                </c:pt>
                <c:pt idx="4">
                  <c:v>2.01250000001</c:v>
                </c:pt>
                <c:pt idx="5">
                  <c:v>2.01275000001</c:v>
                </c:pt>
                <c:pt idx="6">
                  <c:v>2.01725000001</c:v>
                </c:pt>
                <c:pt idx="7">
                  <c:v>2.01750000001</c:v>
                </c:pt>
                <c:pt idx="8">
                  <c:v>2.02200000001</c:v>
                </c:pt>
                <c:pt idx="9">
                  <c:v>2.02225000001</c:v>
                </c:pt>
                <c:pt idx="10">
                  <c:v>2.02675000001</c:v>
                </c:pt>
                <c:pt idx="11">
                  <c:v>2.02700000001</c:v>
                </c:pt>
                <c:pt idx="12">
                  <c:v>2.03150000001</c:v>
                </c:pt>
                <c:pt idx="13">
                  <c:v>2.03175000001</c:v>
                </c:pt>
                <c:pt idx="14">
                  <c:v>2.03625000001</c:v>
                </c:pt>
                <c:pt idx="15">
                  <c:v>2.03650000001</c:v>
                </c:pt>
                <c:pt idx="16">
                  <c:v>2.04100000001</c:v>
                </c:pt>
                <c:pt idx="17">
                  <c:v>2.04125000001</c:v>
                </c:pt>
                <c:pt idx="18">
                  <c:v>2.04200000001</c:v>
                </c:pt>
                <c:pt idx="19">
                  <c:v>2.04575000001</c:v>
                </c:pt>
                <c:pt idx="20">
                  <c:v>2.04600000001</c:v>
                </c:pt>
                <c:pt idx="21">
                  <c:v>2.04625000001</c:v>
                </c:pt>
                <c:pt idx="22">
                  <c:v>2.05050000001</c:v>
                </c:pt>
                <c:pt idx="23">
                  <c:v>2.05075000001</c:v>
                </c:pt>
                <c:pt idx="24">
                  <c:v>2.05525000001</c:v>
                </c:pt>
                <c:pt idx="25">
                  <c:v>2.05550000001</c:v>
                </c:pt>
                <c:pt idx="26">
                  <c:v>2.06000000001</c:v>
                </c:pt>
                <c:pt idx="27">
                  <c:v>2.06025000001</c:v>
                </c:pt>
                <c:pt idx="28">
                  <c:v>2.06475000001</c:v>
                </c:pt>
                <c:pt idx="29">
                  <c:v>2.06500000001</c:v>
                </c:pt>
                <c:pt idx="30">
                  <c:v>2.06950000001</c:v>
                </c:pt>
                <c:pt idx="31">
                  <c:v>2.06975000001</c:v>
                </c:pt>
                <c:pt idx="32">
                  <c:v>2.07425000001</c:v>
                </c:pt>
                <c:pt idx="33">
                  <c:v>2.07450000001</c:v>
                </c:pt>
                <c:pt idx="34">
                  <c:v>2.07900000001</c:v>
                </c:pt>
                <c:pt idx="35">
                  <c:v>2.07925000001</c:v>
                </c:pt>
                <c:pt idx="36">
                  <c:v>2.08375000001</c:v>
                </c:pt>
                <c:pt idx="37">
                  <c:v>2.08400000001</c:v>
                </c:pt>
                <c:pt idx="38">
                  <c:v>2.08850000001</c:v>
                </c:pt>
                <c:pt idx="39">
                  <c:v>2.08875000001</c:v>
                </c:pt>
                <c:pt idx="40">
                  <c:v>2.09325000001</c:v>
                </c:pt>
                <c:pt idx="41">
                  <c:v>2.09350000001</c:v>
                </c:pt>
                <c:pt idx="42">
                  <c:v>2.09800000001</c:v>
                </c:pt>
                <c:pt idx="43">
                  <c:v>2.09825000001</c:v>
                </c:pt>
                <c:pt idx="44">
                  <c:v>2.10275000001</c:v>
                </c:pt>
                <c:pt idx="45">
                  <c:v>2.10300000001</c:v>
                </c:pt>
                <c:pt idx="46">
                  <c:v>2.10750000001</c:v>
                </c:pt>
                <c:pt idx="47">
                  <c:v>2.10775000001</c:v>
                </c:pt>
                <c:pt idx="48">
                  <c:v>2.11225000001</c:v>
                </c:pt>
                <c:pt idx="49">
                  <c:v>2.11250000001</c:v>
                </c:pt>
                <c:pt idx="50">
                  <c:v>2.11700000001</c:v>
                </c:pt>
                <c:pt idx="51">
                  <c:v>2.11725000001</c:v>
                </c:pt>
                <c:pt idx="52">
                  <c:v>2.12175000001</c:v>
                </c:pt>
                <c:pt idx="53">
                  <c:v>2.12200000001</c:v>
                </c:pt>
                <c:pt idx="54">
                  <c:v>2.12650000001</c:v>
                </c:pt>
                <c:pt idx="55">
                  <c:v>2.12675000001</c:v>
                </c:pt>
                <c:pt idx="56">
                  <c:v>2.13125000001</c:v>
                </c:pt>
                <c:pt idx="57">
                  <c:v>2.13150000001</c:v>
                </c:pt>
                <c:pt idx="58">
                  <c:v>2.13600000001</c:v>
                </c:pt>
                <c:pt idx="59">
                  <c:v>2.13625000001</c:v>
                </c:pt>
                <c:pt idx="60">
                  <c:v>2.14075000001</c:v>
                </c:pt>
                <c:pt idx="61">
                  <c:v>2.14100000001</c:v>
                </c:pt>
                <c:pt idx="62">
                  <c:v>2.14550000001</c:v>
                </c:pt>
                <c:pt idx="63">
                  <c:v>2.14575000001</c:v>
                </c:pt>
                <c:pt idx="64">
                  <c:v>2.15025000001</c:v>
                </c:pt>
                <c:pt idx="65">
                  <c:v>2.15050000001</c:v>
                </c:pt>
                <c:pt idx="66">
                  <c:v>2.15500000001</c:v>
                </c:pt>
                <c:pt idx="67">
                  <c:v>2.15525000001</c:v>
                </c:pt>
                <c:pt idx="68">
                  <c:v>2.15975000001</c:v>
                </c:pt>
                <c:pt idx="69">
                  <c:v>2.16000000001</c:v>
                </c:pt>
                <c:pt idx="70">
                  <c:v>2.16450000001</c:v>
                </c:pt>
                <c:pt idx="71">
                  <c:v>2.16475000001</c:v>
                </c:pt>
                <c:pt idx="72">
                  <c:v>2.16925000001</c:v>
                </c:pt>
                <c:pt idx="73">
                  <c:v>2.16950000001</c:v>
                </c:pt>
                <c:pt idx="74">
                  <c:v>2.17400000001</c:v>
                </c:pt>
                <c:pt idx="75">
                  <c:v>2.17425000001</c:v>
                </c:pt>
                <c:pt idx="76">
                  <c:v>2.17875000001</c:v>
                </c:pt>
                <c:pt idx="77">
                  <c:v>2.17900000001</c:v>
                </c:pt>
                <c:pt idx="78">
                  <c:v>2.18350000001</c:v>
                </c:pt>
                <c:pt idx="79">
                  <c:v>2.18375000001</c:v>
                </c:pt>
                <c:pt idx="80">
                  <c:v>2.18825000001</c:v>
                </c:pt>
                <c:pt idx="81">
                  <c:v>2.18850000001</c:v>
                </c:pt>
                <c:pt idx="82">
                  <c:v>2.19300000001</c:v>
                </c:pt>
                <c:pt idx="83">
                  <c:v>2.19325000001</c:v>
                </c:pt>
                <c:pt idx="84">
                  <c:v>2.19775000001</c:v>
                </c:pt>
                <c:pt idx="85">
                  <c:v>2.19800000001</c:v>
                </c:pt>
                <c:pt idx="86">
                  <c:v>2.20250000001</c:v>
                </c:pt>
                <c:pt idx="87">
                  <c:v>2.20275000001</c:v>
                </c:pt>
                <c:pt idx="88">
                  <c:v>2.20725000001</c:v>
                </c:pt>
                <c:pt idx="89">
                  <c:v>2.20750000001</c:v>
                </c:pt>
                <c:pt idx="90">
                  <c:v>2.21200000001</c:v>
                </c:pt>
                <c:pt idx="91">
                  <c:v>2.21225000001</c:v>
                </c:pt>
                <c:pt idx="92">
                  <c:v>2.21675000001</c:v>
                </c:pt>
                <c:pt idx="93">
                  <c:v>2.21700000001</c:v>
                </c:pt>
                <c:pt idx="94">
                  <c:v>2.22150000001</c:v>
                </c:pt>
                <c:pt idx="95">
                  <c:v>2.22175000001</c:v>
                </c:pt>
                <c:pt idx="96">
                  <c:v>2.22625000001</c:v>
                </c:pt>
                <c:pt idx="97">
                  <c:v>2.22650000001</c:v>
                </c:pt>
                <c:pt idx="98">
                  <c:v>2.23100000001</c:v>
                </c:pt>
                <c:pt idx="99">
                  <c:v>2.23125000001</c:v>
                </c:pt>
                <c:pt idx="100">
                  <c:v>2.23575000001</c:v>
                </c:pt>
                <c:pt idx="101">
                  <c:v>2.23600000001</c:v>
                </c:pt>
                <c:pt idx="102">
                  <c:v>2.24050000001</c:v>
                </c:pt>
                <c:pt idx="103">
                  <c:v>2.24075000001</c:v>
                </c:pt>
                <c:pt idx="104">
                  <c:v>2.24525000001</c:v>
                </c:pt>
                <c:pt idx="105">
                  <c:v>2.24550000001</c:v>
                </c:pt>
                <c:pt idx="106">
                  <c:v>2.25000000001</c:v>
                </c:pt>
                <c:pt idx="107">
                  <c:v>2.25025000001</c:v>
                </c:pt>
                <c:pt idx="108">
                  <c:v>2.25475000001</c:v>
                </c:pt>
                <c:pt idx="109">
                  <c:v>2.25500000001</c:v>
                </c:pt>
                <c:pt idx="110">
                  <c:v>2.25950000001</c:v>
                </c:pt>
                <c:pt idx="111">
                  <c:v>2.25975000001</c:v>
                </c:pt>
                <c:pt idx="112">
                  <c:v>2.26425000001</c:v>
                </c:pt>
                <c:pt idx="113">
                  <c:v>2.26450000001</c:v>
                </c:pt>
                <c:pt idx="114">
                  <c:v>2.26675000001</c:v>
                </c:pt>
                <c:pt idx="115">
                  <c:v>2.26825000001</c:v>
                </c:pt>
                <c:pt idx="116">
                  <c:v>2.26900000001</c:v>
                </c:pt>
                <c:pt idx="117">
                  <c:v>2.26925000001</c:v>
                </c:pt>
                <c:pt idx="118">
                  <c:v>2.27375000001</c:v>
                </c:pt>
                <c:pt idx="119">
                  <c:v>2.27400000001</c:v>
                </c:pt>
                <c:pt idx="120">
                  <c:v>2.27850000001</c:v>
                </c:pt>
                <c:pt idx="121">
                  <c:v>2.27875000001</c:v>
                </c:pt>
                <c:pt idx="122">
                  <c:v>2.28325000001</c:v>
                </c:pt>
                <c:pt idx="123">
                  <c:v>2.28350000001</c:v>
                </c:pt>
                <c:pt idx="124">
                  <c:v>2.28800000001</c:v>
                </c:pt>
                <c:pt idx="125">
                  <c:v>2.28825000001</c:v>
                </c:pt>
                <c:pt idx="126">
                  <c:v>2.29275000001</c:v>
                </c:pt>
                <c:pt idx="127">
                  <c:v>2.29300000001</c:v>
                </c:pt>
                <c:pt idx="128">
                  <c:v>2.29750000001</c:v>
                </c:pt>
                <c:pt idx="129">
                  <c:v>2.29775000001</c:v>
                </c:pt>
                <c:pt idx="130">
                  <c:v>2.30225000001</c:v>
                </c:pt>
                <c:pt idx="131">
                  <c:v>2.30250000001</c:v>
                </c:pt>
                <c:pt idx="132">
                  <c:v>2.30700000001</c:v>
                </c:pt>
                <c:pt idx="133">
                  <c:v>2.30725000001</c:v>
                </c:pt>
                <c:pt idx="134">
                  <c:v>2.31175000001</c:v>
                </c:pt>
                <c:pt idx="135">
                  <c:v>2.31200000001</c:v>
                </c:pt>
                <c:pt idx="136">
                  <c:v>2.31650000001</c:v>
                </c:pt>
                <c:pt idx="137">
                  <c:v>2.31675000001</c:v>
                </c:pt>
                <c:pt idx="138">
                  <c:v>2.32125000001</c:v>
                </c:pt>
                <c:pt idx="139">
                  <c:v>2.32150000001</c:v>
                </c:pt>
                <c:pt idx="140">
                  <c:v>2.32600000001</c:v>
                </c:pt>
                <c:pt idx="141">
                  <c:v>2.32625000001</c:v>
                </c:pt>
                <c:pt idx="142">
                  <c:v>2.33075000001</c:v>
                </c:pt>
                <c:pt idx="143">
                  <c:v>2.33100000001</c:v>
                </c:pt>
                <c:pt idx="144">
                  <c:v>2.33550000001</c:v>
                </c:pt>
                <c:pt idx="145">
                  <c:v>2.33575000001</c:v>
                </c:pt>
                <c:pt idx="146">
                  <c:v>2.34025000001</c:v>
                </c:pt>
                <c:pt idx="147">
                  <c:v>2.34050000001</c:v>
                </c:pt>
                <c:pt idx="148">
                  <c:v>2.34500000001</c:v>
                </c:pt>
                <c:pt idx="149">
                  <c:v>2.34525000001</c:v>
                </c:pt>
                <c:pt idx="150">
                  <c:v>2.34975000001</c:v>
                </c:pt>
                <c:pt idx="151">
                  <c:v>2.35000000001</c:v>
                </c:pt>
                <c:pt idx="152">
                  <c:v>2.35450000001</c:v>
                </c:pt>
                <c:pt idx="153">
                  <c:v>2.35475000001</c:v>
                </c:pt>
                <c:pt idx="154">
                  <c:v>2.35925000001</c:v>
                </c:pt>
                <c:pt idx="155">
                  <c:v>2.35950000001</c:v>
                </c:pt>
                <c:pt idx="156">
                  <c:v>2.36400000001</c:v>
                </c:pt>
                <c:pt idx="157">
                  <c:v>2.36425000001</c:v>
                </c:pt>
                <c:pt idx="158">
                  <c:v>2.36875000001</c:v>
                </c:pt>
                <c:pt idx="159">
                  <c:v>2.36900000001</c:v>
                </c:pt>
                <c:pt idx="160">
                  <c:v>2.37350000001</c:v>
                </c:pt>
                <c:pt idx="161">
                  <c:v>2.37375000001</c:v>
                </c:pt>
                <c:pt idx="162">
                  <c:v>2.37825000001</c:v>
                </c:pt>
                <c:pt idx="163">
                  <c:v>2.37850000001</c:v>
                </c:pt>
                <c:pt idx="164">
                  <c:v>2.38300000001</c:v>
                </c:pt>
                <c:pt idx="165">
                  <c:v>2.38325000001</c:v>
                </c:pt>
                <c:pt idx="166">
                  <c:v>2.38775000001</c:v>
                </c:pt>
                <c:pt idx="167">
                  <c:v>2.38800000001</c:v>
                </c:pt>
                <c:pt idx="168">
                  <c:v>2.39250000001</c:v>
                </c:pt>
                <c:pt idx="169">
                  <c:v>2.39275000001</c:v>
                </c:pt>
                <c:pt idx="170">
                  <c:v>2.39725000001</c:v>
                </c:pt>
                <c:pt idx="171">
                  <c:v>2.39750000001</c:v>
                </c:pt>
                <c:pt idx="172">
                  <c:v>2.40200000001</c:v>
                </c:pt>
                <c:pt idx="173">
                  <c:v>2.40225000001</c:v>
                </c:pt>
                <c:pt idx="174">
                  <c:v>2.40675000001</c:v>
                </c:pt>
                <c:pt idx="175">
                  <c:v>2.40700000001</c:v>
                </c:pt>
                <c:pt idx="176">
                  <c:v>2.41150000001</c:v>
                </c:pt>
                <c:pt idx="177">
                  <c:v>2.41175000001</c:v>
                </c:pt>
                <c:pt idx="178">
                  <c:v>2.41625000001</c:v>
                </c:pt>
                <c:pt idx="179">
                  <c:v>2.41650000001</c:v>
                </c:pt>
                <c:pt idx="180">
                  <c:v>2.42100000001</c:v>
                </c:pt>
                <c:pt idx="181">
                  <c:v>2.42125000001</c:v>
                </c:pt>
                <c:pt idx="182">
                  <c:v>2.42575000001</c:v>
                </c:pt>
                <c:pt idx="183">
                  <c:v>2.42600000001</c:v>
                </c:pt>
                <c:pt idx="184">
                  <c:v>2.43050000001</c:v>
                </c:pt>
                <c:pt idx="185">
                  <c:v>2.43075000001</c:v>
                </c:pt>
                <c:pt idx="186">
                  <c:v>2.43525000001</c:v>
                </c:pt>
                <c:pt idx="187">
                  <c:v>2.43550000001</c:v>
                </c:pt>
                <c:pt idx="188">
                  <c:v>2.44000000001</c:v>
                </c:pt>
                <c:pt idx="189">
                  <c:v>2.44025000001</c:v>
                </c:pt>
                <c:pt idx="190">
                  <c:v>2.44475000001</c:v>
                </c:pt>
                <c:pt idx="191">
                  <c:v>2.44500000001</c:v>
                </c:pt>
                <c:pt idx="192">
                  <c:v>2.44950000001</c:v>
                </c:pt>
                <c:pt idx="193">
                  <c:v>2.44975000001</c:v>
                </c:pt>
                <c:pt idx="194">
                  <c:v>2.45425000001</c:v>
                </c:pt>
                <c:pt idx="195">
                  <c:v>2.45450000001</c:v>
                </c:pt>
                <c:pt idx="196">
                  <c:v>2.45900000001</c:v>
                </c:pt>
                <c:pt idx="197">
                  <c:v>2.45925000001</c:v>
                </c:pt>
                <c:pt idx="198">
                  <c:v>2.46375000001</c:v>
                </c:pt>
                <c:pt idx="199">
                  <c:v>2.46400000001</c:v>
                </c:pt>
                <c:pt idx="200">
                  <c:v>2.46850000001</c:v>
                </c:pt>
                <c:pt idx="201">
                  <c:v>2.46875000001</c:v>
                </c:pt>
                <c:pt idx="202">
                  <c:v>2.47325000001</c:v>
                </c:pt>
                <c:pt idx="203">
                  <c:v>2.47350000001</c:v>
                </c:pt>
                <c:pt idx="204">
                  <c:v>2.47800000001</c:v>
                </c:pt>
                <c:pt idx="205">
                  <c:v>2.47825000001</c:v>
                </c:pt>
                <c:pt idx="206">
                  <c:v>2.48275000001</c:v>
                </c:pt>
                <c:pt idx="207">
                  <c:v>2.48300000001</c:v>
                </c:pt>
                <c:pt idx="208">
                  <c:v>2.48500000001</c:v>
                </c:pt>
                <c:pt idx="209">
                  <c:v>2.48725000001</c:v>
                </c:pt>
                <c:pt idx="210">
                  <c:v>2.48750000001</c:v>
                </c:pt>
                <c:pt idx="211">
                  <c:v>2.48775000001</c:v>
                </c:pt>
                <c:pt idx="212">
                  <c:v>2.49225000001</c:v>
                </c:pt>
                <c:pt idx="213">
                  <c:v>2.49250000001</c:v>
                </c:pt>
                <c:pt idx="214">
                  <c:v>2.49700000001</c:v>
                </c:pt>
                <c:pt idx="215">
                  <c:v>2.49725000001</c:v>
                </c:pt>
                <c:pt idx="216">
                  <c:v>2.50175000001</c:v>
                </c:pt>
                <c:pt idx="217">
                  <c:v>2.50200000001</c:v>
                </c:pt>
                <c:pt idx="218">
                  <c:v>2.50650000001</c:v>
                </c:pt>
                <c:pt idx="219">
                  <c:v>2.50675000001</c:v>
                </c:pt>
                <c:pt idx="220">
                  <c:v>2.51125000001</c:v>
                </c:pt>
                <c:pt idx="221">
                  <c:v>2.51150000001</c:v>
                </c:pt>
                <c:pt idx="222">
                  <c:v>2.51600000001</c:v>
                </c:pt>
                <c:pt idx="223">
                  <c:v>2.51625000001</c:v>
                </c:pt>
                <c:pt idx="224">
                  <c:v>2.52075000001</c:v>
                </c:pt>
                <c:pt idx="225">
                  <c:v>2.52100000001</c:v>
                </c:pt>
                <c:pt idx="226">
                  <c:v>2.52550000001</c:v>
                </c:pt>
                <c:pt idx="227">
                  <c:v>2.52575000001</c:v>
                </c:pt>
                <c:pt idx="228">
                  <c:v>2.53025000001</c:v>
                </c:pt>
                <c:pt idx="229">
                  <c:v>2.53050000001</c:v>
                </c:pt>
                <c:pt idx="230">
                  <c:v>2.53500000001</c:v>
                </c:pt>
                <c:pt idx="231">
                  <c:v>2.53525000001</c:v>
                </c:pt>
                <c:pt idx="232">
                  <c:v>2.53975000001</c:v>
                </c:pt>
                <c:pt idx="233">
                  <c:v>2.54000000001</c:v>
                </c:pt>
                <c:pt idx="234">
                  <c:v>2.54450000001</c:v>
                </c:pt>
                <c:pt idx="235">
                  <c:v>2.54475000001</c:v>
                </c:pt>
                <c:pt idx="236">
                  <c:v>2.54925000001</c:v>
                </c:pt>
                <c:pt idx="237">
                  <c:v>2.54950000001</c:v>
                </c:pt>
                <c:pt idx="238">
                  <c:v>2.55400000001</c:v>
                </c:pt>
                <c:pt idx="239">
                  <c:v>2.55425000001</c:v>
                </c:pt>
                <c:pt idx="240">
                  <c:v>2.55875000001</c:v>
                </c:pt>
                <c:pt idx="241">
                  <c:v>2.55900000001</c:v>
                </c:pt>
                <c:pt idx="242">
                  <c:v>2.56350000001</c:v>
                </c:pt>
                <c:pt idx="243">
                  <c:v>2.56375000001</c:v>
                </c:pt>
                <c:pt idx="244">
                  <c:v>2.56825000001</c:v>
                </c:pt>
                <c:pt idx="245">
                  <c:v>2.56850000001</c:v>
                </c:pt>
                <c:pt idx="246">
                  <c:v>2.57300000001</c:v>
                </c:pt>
                <c:pt idx="247">
                  <c:v>2.57325000001</c:v>
                </c:pt>
                <c:pt idx="248">
                  <c:v>2.57775000001</c:v>
                </c:pt>
                <c:pt idx="249">
                  <c:v>2.57800000001</c:v>
                </c:pt>
                <c:pt idx="250">
                  <c:v>2.58250000001</c:v>
                </c:pt>
                <c:pt idx="251">
                  <c:v>2.58275000001</c:v>
                </c:pt>
                <c:pt idx="252">
                  <c:v>2.58725000001</c:v>
                </c:pt>
                <c:pt idx="253">
                  <c:v>2.58750000001</c:v>
                </c:pt>
                <c:pt idx="254">
                  <c:v>2.59200000001</c:v>
                </c:pt>
                <c:pt idx="255">
                  <c:v>2.59225000001</c:v>
                </c:pt>
                <c:pt idx="256">
                  <c:v>2.59675000001</c:v>
                </c:pt>
                <c:pt idx="257">
                  <c:v>2.59700000001</c:v>
                </c:pt>
                <c:pt idx="258">
                  <c:v>2.60150000001</c:v>
                </c:pt>
                <c:pt idx="259">
                  <c:v>2.60175000001</c:v>
                </c:pt>
                <c:pt idx="260">
                  <c:v>2.60625000001</c:v>
                </c:pt>
                <c:pt idx="261">
                  <c:v>2.60650000001</c:v>
                </c:pt>
                <c:pt idx="262">
                  <c:v>2.61100000001</c:v>
                </c:pt>
                <c:pt idx="263">
                  <c:v>2.61125000001</c:v>
                </c:pt>
                <c:pt idx="264">
                  <c:v>2.61575000001</c:v>
                </c:pt>
                <c:pt idx="265">
                  <c:v>2.61600000001</c:v>
                </c:pt>
                <c:pt idx="266">
                  <c:v>2.62050000001</c:v>
                </c:pt>
                <c:pt idx="267">
                  <c:v>2.62075000001</c:v>
                </c:pt>
                <c:pt idx="268">
                  <c:v>2.62525000001</c:v>
                </c:pt>
                <c:pt idx="269">
                  <c:v>2.62550000001</c:v>
                </c:pt>
                <c:pt idx="270">
                  <c:v>2.63000000001</c:v>
                </c:pt>
                <c:pt idx="271">
                  <c:v>2.63025000001</c:v>
                </c:pt>
                <c:pt idx="272">
                  <c:v>2.63475000001</c:v>
                </c:pt>
                <c:pt idx="273">
                  <c:v>2.63500000001</c:v>
                </c:pt>
                <c:pt idx="274">
                  <c:v>2.63950000001</c:v>
                </c:pt>
                <c:pt idx="275">
                  <c:v>2.63975000001</c:v>
                </c:pt>
                <c:pt idx="276">
                  <c:v>2.64425000001</c:v>
                </c:pt>
                <c:pt idx="277">
                  <c:v>2.64450000001</c:v>
                </c:pt>
                <c:pt idx="278">
                  <c:v>2.64900000001</c:v>
                </c:pt>
                <c:pt idx="279">
                  <c:v>2.64925000001</c:v>
                </c:pt>
                <c:pt idx="280">
                  <c:v>2.65375000001</c:v>
                </c:pt>
                <c:pt idx="281">
                  <c:v>2.65400000001</c:v>
                </c:pt>
                <c:pt idx="282">
                  <c:v>2.65850000001</c:v>
                </c:pt>
                <c:pt idx="283">
                  <c:v>2.65875000001</c:v>
                </c:pt>
                <c:pt idx="284">
                  <c:v>2.66325000001</c:v>
                </c:pt>
                <c:pt idx="285">
                  <c:v>2.66350000001</c:v>
                </c:pt>
                <c:pt idx="286">
                  <c:v>2.66800000001</c:v>
                </c:pt>
                <c:pt idx="287">
                  <c:v>2.66825000001</c:v>
                </c:pt>
                <c:pt idx="288">
                  <c:v>2.67275000001</c:v>
                </c:pt>
                <c:pt idx="289">
                  <c:v>2.67300000001</c:v>
                </c:pt>
                <c:pt idx="290">
                  <c:v>2.67750000001</c:v>
                </c:pt>
                <c:pt idx="291">
                  <c:v>2.67775000001</c:v>
                </c:pt>
                <c:pt idx="292">
                  <c:v>2.68225000001</c:v>
                </c:pt>
                <c:pt idx="293">
                  <c:v>2.68250000001</c:v>
                </c:pt>
                <c:pt idx="294">
                  <c:v>2.68700000001</c:v>
                </c:pt>
                <c:pt idx="295">
                  <c:v>2.68725000001</c:v>
                </c:pt>
                <c:pt idx="296">
                  <c:v>2.69175000001</c:v>
                </c:pt>
                <c:pt idx="297">
                  <c:v>2.69200000001</c:v>
                </c:pt>
                <c:pt idx="298">
                  <c:v>2.69650000001</c:v>
                </c:pt>
                <c:pt idx="299">
                  <c:v>2.69675000001</c:v>
                </c:pt>
                <c:pt idx="300">
                  <c:v>2.70125000001</c:v>
                </c:pt>
                <c:pt idx="301">
                  <c:v>2.70150000001</c:v>
                </c:pt>
                <c:pt idx="302">
                  <c:v>2.70600000001</c:v>
                </c:pt>
                <c:pt idx="303">
                  <c:v>2.70625000001</c:v>
                </c:pt>
                <c:pt idx="304">
                  <c:v>2.70750000001</c:v>
                </c:pt>
                <c:pt idx="305">
                  <c:v>2.70850000001</c:v>
                </c:pt>
                <c:pt idx="306">
                  <c:v>2.71075000001</c:v>
                </c:pt>
                <c:pt idx="307">
                  <c:v>2.71100000001</c:v>
                </c:pt>
                <c:pt idx="308">
                  <c:v>2.71550000001</c:v>
                </c:pt>
                <c:pt idx="309">
                  <c:v>2.71575000001</c:v>
                </c:pt>
                <c:pt idx="310">
                  <c:v>2.72025000001</c:v>
                </c:pt>
                <c:pt idx="311">
                  <c:v>2.72050000001</c:v>
                </c:pt>
                <c:pt idx="312">
                  <c:v>2.72500000001</c:v>
                </c:pt>
                <c:pt idx="313">
                  <c:v>2.72525000001</c:v>
                </c:pt>
                <c:pt idx="314">
                  <c:v>2.72975000001</c:v>
                </c:pt>
                <c:pt idx="315">
                  <c:v>2.73000000001</c:v>
                </c:pt>
                <c:pt idx="316">
                  <c:v>2.73450000001</c:v>
                </c:pt>
                <c:pt idx="317">
                  <c:v>2.73475000001</c:v>
                </c:pt>
                <c:pt idx="318">
                  <c:v>2.73925000001</c:v>
                </c:pt>
                <c:pt idx="319">
                  <c:v>2.73950000001</c:v>
                </c:pt>
                <c:pt idx="320">
                  <c:v>2.74400000001</c:v>
                </c:pt>
                <c:pt idx="321">
                  <c:v>2.74425000001</c:v>
                </c:pt>
                <c:pt idx="322">
                  <c:v>2.74875000001</c:v>
                </c:pt>
                <c:pt idx="323">
                  <c:v>2.74900000001</c:v>
                </c:pt>
                <c:pt idx="324">
                  <c:v>2.75350000001</c:v>
                </c:pt>
                <c:pt idx="325">
                  <c:v>2.75375000001</c:v>
                </c:pt>
                <c:pt idx="326">
                  <c:v>2.75825000001</c:v>
                </c:pt>
                <c:pt idx="327">
                  <c:v>2.75850000001</c:v>
                </c:pt>
                <c:pt idx="328">
                  <c:v>2.76300000001</c:v>
                </c:pt>
                <c:pt idx="329">
                  <c:v>2.76325000001</c:v>
                </c:pt>
                <c:pt idx="330">
                  <c:v>2.76775000001</c:v>
                </c:pt>
                <c:pt idx="331">
                  <c:v>2.76800000001</c:v>
                </c:pt>
                <c:pt idx="332">
                  <c:v>2.77250000001</c:v>
                </c:pt>
                <c:pt idx="333">
                  <c:v>2.77275000001</c:v>
                </c:pt>
                <c:pt idx="334">
                  <c:v>2.77725000001</c:v>
                </c:pt>
                <c:pt idx="335">
                  <c:v>2.77750000001</c:v>
                </c:pt>
                <c:pt idx="336">
                  <c:v>2.78200000001</c:v>
                </c:pt>
                <c:pt idx="337">
                  <c:v>2.78225000001</c:v>
                </c:pt>
                <c:pt idx="338">
                  <c:v>2.78675000001</c:v>
                </c:pt>
                <c:pt idx="339">
                  <c:v>2.78700000001</c:v>
                </c:pt>
                <c:pt idx="340">
                  <c:v>2.79150000001</c:v>
                </c:pt>
                <c:pt idx="341">
                  <c:v>2.79175000001</c:v>
                </c:pt>
                <c:pt idx="342">
                  <c:v>2.79625000001</c:v>
                </c:pt>
                <c:pt idx="343">
                  <c:v>2.79650000001</c:v>
                </c:pt>
                <c:pt idx="344">
                  <c:v>2.80100000001</c:v>
                </c:pt>
                <c:pt idx="345">
                  <c:v>2.80125000001</c:v>
                </c:pt>
                <c:pt idx="346">
                  <c:v>2.80575000001</c:v>
                </c:pt>
                <c:pt idx="347">
                  <c:v>2.80600000001</c:v>
                </c:pt>
                <c:pt idx="348">
                  <c:v>2.81050000001</c:v>
                </c:pt>
                <c:pt idx="349">
                  <c:v>2.81075000001</c:v>
                </c:pt>
                <c:pt idx="350">
                  <c:v>2.81525000001</c:v>
                </c:pt>
                <c:pt idx="351">
                  <c:v>2.81550000001</c:v>
                </c:pt>
                <c:pt idx="352">
                  <c:v>2.82000000001</c:v>
                </c:pt>
                <c:pt idx="353">
                  <c:v>2.82025000001</c:v>
                </c:pt>
                <c:pt idx="354">
                  <c:v>2.82475000001</c:v>
                </c:pt>
                <c:pt idx="355">
                  <c:v>2.82500000001</c:v>
                </c:pt>
                <c:pt idx="356">
                  <c:v>2.82950000001</c:v>
                </c:pt>
                <c:pt idx="357">
                  <c:v>2.82975000001</c:v>
                </c:pt>
                <c:pt idx="358">
                  <c:v>2.83425000001</c:v>
                </c:pt>
                <c:pt idx="359">
                  <c:v>2.83450000001</c:v>
                </c:pt>
                <c:pt idx="360">
                  <c:v>2.83900000001</c:v>
                </c:pt>
                <c:pt idx="361">
                  <c:v>2.83925000001</c:v>
                </c:pt>
                <c:pt idx="362">
                  <c:v>2.84375000001</c:v>
                </c:pt>
                <c:pt idx="363">
                  <c:v>2.84400000001</c:v>
                </c:pt>
                <c:pt idx="364">
                  <c:v>2.84850000001</c:v>
                </c:pt>
                <c:pt idx="365">
                  <c:v>2.84875000001</c:v>
                </c:pt>
                <c:pt idx="366">
                  <c:v>2.85325000001</c:v>
                </c:pt>
                <c:pt idx="367">
                  <c:v>2.85350000001</c:v>
                </c:pt>
                <c:pt idx="368">
                  <c:v>2.85800000001</c:v>
                </c:pt>
                <c:pt idx="369">
                  <c:v>2.85825000001</c:v>
                </c:pt>
                <c:pt idx="370">
                  <c:v>2.86275000001</c:v>
                </c:pt>
                <c:pt idx="371">
                  <c:v>2.86300000001</c:v>
                </c:pt>
                <c:pt idx="372">
                  <c:v>2.86750000001</c:v>
                </c:pt>
                <c:pt idx="373">
                  <c:v>2.86775000001</c:v>
                </c:pt>
                <c:pt idx="374">
                  <c:v>2.87225000001</c:v>
                </c:pt>
                <c:pt idx="375">
                  <c:v>2.87250000001</c:v>
                </c:pt>
                <c:pt idx="376">
                  <c:v>2.87700000001</c:v>
                </c:pt>
                <c:pt idx="377">
                  <c:v>2.87725000001</c:v>
                </c:pt>
                <c:pt idx="378">
                  <c:v>2.88175000001</c:v>
                </c:pt>
                <c:pt idx="379">
                  <c:v>2.88200000001</c:v>
                </c:pt>
                <c:pt idx="380">
                  <c:v>2.88650000001</c:v>
                </c:pt>
                <c:pt idx="381">
                  <c:v>2.88675000001</c:v>
                </c:pt>
                <c:pt idx="382">
                  <c:v>2.89125000001</c:v>
                </c:pt>
                <c:pt idx="383">
                  <c:v>2.89150000001</c:v>
                </c:pt>
                <c:pt idx="384">
                  <c:v>2.89600000001</c:v>
                </c:pt>
                <c:pt idx="385">
                  <c:v>2.89625000001</c:v>
                </c:pt>
                <c:pt idx="386">
                  <c:v>2.90075000001</c:v>
                </c:pt>
                <c:pt idx="387">
                  <c:v>2.90100000001</c:v>
                </c:pt>
                <c:pt idx="388">
                  <c:v>2.90550000001</c:v>
                </c:pt>
                <c:pt idx="389">
                  <c:v>2.90575000001</c:v>
                </c:pt>
                <c:pt idx="390">
                  <c:v>2.91025000001</c:v>
                </c:pt>
                <c:pt idx="391">
                  <c:v>2.91050000001</c:v>
                </c:pt>
                <c:pt idx="392">
                  <c:v>2.91500000001</c:v>
                </c:pt>
                <c:pt idx="393">
                  <c:v>2.91525000001</c:v>
                </c:pt>
                <c:pt idx="394">
                  <c:v>2.91975000001</c:v>
                </c:pt>
                <c:pt idx="395">
                  <c:v>2.92000000001</c:v>
                </c:pt>
                <c:pt idx="396">
                  <c:v>2.92450000001</c:v>
                </c:pt>
                <c:pt idx="397">
                  <c:v>2.92475000001</c:v>
                </c:pt>
                <c:pt idx="398">
                  <c:v>2.92625000001</c:v>
                </c:pt>
                <c:pt idx="399">
                  <c:v>2.92800000001</c:v>
                </c:pt>
                <c:pt idx="400">
                  <c:v>2.92925000001</c:v>
                </c:pt>
                <c:pt idx="401">
                  <c:v>2.92950000001</c:v>
                </c:pt>
                <c:pt idx="402">
                  <c:v>2.93400000001</c:v>
                </c:pt>
                <c:pt idx="403">
                  <c:v>2.93425000001</c:v>
                </c:pt>
                <c:pt idx="404">
                  <c:v>2.93875000001</c:v>
                </c:pt>
                <c:pt idx="405">
                  <c:v>2.93900000001</c:v>
                </c:pt>
                <c:pt idx="406">
                  <c:v>2.94350000001</c:v>
                </c:pt>
                <c:pt idx="407">
                  <c:v>2.94375000001</c:v>
                </c:pt>
                <c:pt idx="408">
                  <c:v>2.94825000001</c:v>
                </c:pt>
                <c:pt idx="409">
                  <c:v>2.94850000001</c:v>
                </c:pt>
                <c:pt idx="410">
                  <c:v>2.95300000001</c:v>
                </c:pt>
                <c:pt idx="411">
                  <c:v>2.95325000001</c:v>
                </c:pt>
                <c:pt idx="412">
                  <c:v>2.95775000001</c:v>
                </c:pt>
                <c:pt idx="413">
                  <c:v>2.95800000001</c:v>
                </c:pt>
                <c:pt idx="414">
                  <c:v>2.96250000001</c:v>
                </c:pt>
                <c:pt idx="415">
                  <c:v>2.96275000001</c:v>
                </c:pt>
                <c:pt idx="416">
                  <c:v>2.96725000001</c:v>
                </c:pt>
                <c:pt idx="417">
                  <c:v>2.96750000001</c:v>
                </c:pt>
                <c:pt idx="418">
                  <c:v>2.97200000001</c:v>
                </c:pt>
                <c:pt idx="419">
                  <c:v>2.97225000001</c:v>
                </c:pt>
                <c:pt idx="420">
                  <c:v>2.97675000001</c:v>
                </c:pt>
                <c:pt idx="421">
                  <c:v>2.97700000001</c:v>
                </c:pt>
                <c:pt idx="422">
                  <c:v>2.98150000001</c:v>
                </c:pt>
                <c:pt idx="423">
                  <c:v>2.98175000001</c:v>
                </c:pt>
                <c:pt idx="424">
                  <c:v>2.98625000001</c:v>
                </c:pt>
                <c:pt idx="425">
                  <c:v>2.98650000001</c:v>
                </c:pt>
                <c:pt idx="426">
                  <c:v>2.99100000001</c:v>
                </c:pt>
                <c:pt idx="427">
                  <c:v>2.99125000001</c:v>
                </c:pt>
                <c:pt idx="428">
                  <c:v>2.99575000001</c:v>
                </c:pt>
                <c:pt idx="429">
                  <c:v>2.99600000001</c:v>
                </c:pt>
                <c:pt idx="430">
                  <c:v>3.00050000001</c:v>
                </c:pt>
                <c:pt idx="431">
                  <c:v>3.00075000001</c:v>
                </c:pt>
                <c:pt idx="432">
                  <c:v>3.00525000001</c:v>
                </c:pt>
                <c:pt idx="433">
                  <c:v>3.00550000001</c:v>
                </c:pt>
                <c:pt idx="434">
                  <c:v>3.01000000001</c:v>
                </c:pt>
                <c:pt idx="435">
                  <c:v>3.01025000001</c:v>
                </c:pt>
                <c:pt idx="436">
                  <c:v>3.01475000001</c:v>
                </c:pt>
                <c:pt idx="437">
                  <c:v>3.01500000001</c:v>
                </c:pt>
                <c:pt idx="438">
                  <c:v>3.01950000001</c:v>
                </c:pt>
                <c:pt idx="439">
                  <c:v>3.01975000001</c:v>
                </c:pt>
                <c:pt idx="440">
                  <c:v>3.02425000001</c:v>
                </c:pt>
                <c:pt idx="441">
                  <c:v>3.02450000001</c:v>
                </c:pt>
                <c:pt idx="442">
                  <c:v>3.02900000001</c:v>
                </c:pt>
                <c:pt idx="443">
                  <c:v>3.02925000001</c:v>
                </c:pt>
                <c:pt idx="444">
                  <c:v>3.03375000001</c:v>
                </c:pt>
                <c:pt idx="445">
                  <c:v>3.03400000001</c:v>
                </c:pt>
                <c:pt idx="446">
                  <c:v>3.03850000001</c:v>
                </c:pt>
                <c:pt idx="447">
                  <c:v>3.03875000001</c:v>
                </c:pt>
                <c:pt idx="448">
                  <c:v>3.04325000001</c:v>
                </c:pt>
                <c:pt idx="449">
                  <c:v>3.04350000001</c:v>
                </c:pt>
                <c:pt idx="450">
                  <c:v>3.04800000001</c:v>
                </c:pt>
                <c:pt idx="451">
                  <c:v>3.04825000001</c:v>
                </c:pt>
                <c:pt idx="452">
                  <c:v>3.05275000001</c:v>
                </c:pt>
                <c:pt idx="453">
                  <c:v>3.05300000001</c:v>
                </c:pt>
                <c:pt idx="454">
                  <c:v>3.05750000001</c:v>
                </c:pt>
                <c:pt idx="455">
                  <c:v>3.05775000001</c:v>
                </c:pt>
                <c:pt idx="456">
                  <c:v>3.06225000001</c:v>
                </c:pt>
                <c:pt idx="457">
                  <c:v>3.06250000001</c:v>
                </c:pt>
                <c:pt idx="458">
                  <c:v>3.06700000001</c:v>
                </c:pt>
                <c:pt idx="459">
                  <c:v>3.06725000001</c:v>
                </c:pt>
                <c:pt idx="460">
                  <c:v>3.07175000001</c:v>
                </c:pt>
                <c:pt idx="461">
                  <c:v>3.07200000001</c:v>
                </c:pt>
                <c:pt idx="462">
                  <c:v>3.07650000001</c:v>
                </c:pt>
                <c:pt idx="463">
                  <c:v>3.07675000001</c:v>
                </c:pt>
                <c:pt idx="464">
                  <c:v>3.08125000001</c:v>
                </c:pt>
                <c:pt idx="465">
                  <c:v>3.08150000001</c:v>
                </c:pt>
                <c:pt idx="466">
                  <c:v>3.08600000001</c:v>
                </c:pt>
                <c:pt idx="467">
                  <c:v>3.08625000001</c:v>
                </c:pt>
                <c:pt idx="468">
                  <c:v>3.09075000001</c:v>
                </c:pt>
                <c:pt idx="469">
                  <c:v>3.09100000001</c:v>
                </c:pt>
                <c:pt idx="470">
                  <c:v>3.09550000001</c:v>
                </c:pt>
                <c:pt idx="471">
                  <c:v>3.09575000001</c:v>
                </c:pt>
                <c:pt idx="472">
                  <c:v>3.10025000001</c:v>
                </c:pt>
                <c:pt idx="473">
                  <c:v>3.10050000001</c:v>
                </c:pt>
                <c:pt idx="474">
                  <c:v>3.10500000001</c:v>
                </c:pt>
                <c:pt idx="475">
                  <c:v>3.10525000001</c:v>
                </c:pt>
                <c:pt idx="476">
                  <c:v>3.10975000001</c:v>
                </c:pt>
                <c:pt idx="477">
                  <c:v>3.11000000001</c:v>
                </c:pt>
                <c:pt idx="478">
                  <c:v>3.11450000001</c:v>
                </c:pt>
                <c:pt idx="479">
                  <c:v>3.11475000001</c:v>
                </c:pt>
                <c:pt idx="480">
                  <c:v>3.11925000001</c:v>
                </c:pt>
                <c:pt idx="481">
                  <c:v>3.11950000001</c:v>
                </c:pt>
                <c:pt idx="482">
                  <c:v>3.12400000001</c:v>
                </c:pt>
                <c:pt idx="483">
                  <c:v>3.12425000001</c:v>
                </c:pt>
                <c:pt idx="484">
                  <c:v>3.12875000001</c:v>
                </c:pt>
                <c:pt idx="485">
                  <c:v>3.12900000001</c:v>
                </c:pt>
                <c:pt idx="486">
                  <c:v>3.13350000001</c:v>
                </c:pt>
                <c:pt idx="487">
                  <c:v>3.13375000001</c:v>
                </c:pt>
                <c:pt idx="488">
                  <c:v>3.13825000001</c:v>
                </c:pt>
                <c:pt idx="489">
                  <c:v>3.13850000001</c:v>
                </c:pt>
                <c:pt idx="490">
                  <c:v>3.14300000002</c:v>
                </c:pt>
                <c:pt idx="491">
                  <c:v>3.14325000002</c:v>
                </c:pt>
                <c:pt idx="492">
                  <c:v>3.14775000002</c:v>
                </c:pt>
                <c:pt idx="493">
                  <c:v>3.14800000002</c:v>
                </c:pt>
                <c:pt idx="494">
                  <c:v>3.14850000002</c:v>
                </c:pt>
                <c:pt idx="495">
                  <c:v>3.14950000002</c:v>
                </c:pt>
                <c:pt idx="496">
                  <c:v>3.15250000002</c:v>
                </c:pt>
                <c:pt idx="497">
                  <c:v>3.15275000002</c:v>
                </c:pt>
                <c:pt idx="498">
                  <c:v>3.15725000002</c:v>
                </c:pt>
                <c:pt idx="499">
                  <c:v>3.15750000002</c:v>
                </c:pt>
                <c:pt idx="500">
                  <c:v>3.16200000002</c:v>
                </c:pt>
                <c:pt idx="501">
                  <c:v>3.16225000002</c:v>
                </c:pt>
                <c:pt idx="502">
                  <c:v>3.16675000002</c:v>
                </c:pt>
                <c:pt idx="503">
                  <c:v>3.16700000002</c:v>
                </c:pt>
                <c:pt idx="504">
                  <c:v>3.17150000002</c:v>
                </c:pt>
                <c:pt idx="505">
                  <c:v>3.17175000002</c:v>
                </c:pt>
                <c:pt idx="506">
                  <c:v>3.17625000002</c:v>
                </c:pt>
                <c:pt idx="507">
                  <c:v>3.17650000002</c:v>
                </c:pt>
                <c:pt idx="508">
                  <c:v>3.18100000002</c:v>
                </c:pt>
                <c:pt idx="509">
                  <c:v>3.18125000002</c:v>
                </c:pt>
                <c:pt idx="510">
                  <c:v>3.18575000002</c:v>
                </c:pt>
                <c:pt idx="511">
                  <c:v>3.18600000002</c:v>
                </c:pt>
                <c:pt idx="512">
                  <c:v>3.19050000002</c:v>
                </c:pt>
                <c:pt idx="513">
                  <c:v>3.19075000002</c:v>
                </c:pt>
                <c:pt idx="514">
                  <c:v>3.19525000002</c:v>
                </c:pt>
                <c:pt idx="515">
                  <c:v>3.19550000002</c:v>
                </c:pt>
                <c:pt idx="516">
                  <c:v>3.20000000002</c:v>
                </c:pt>
                <c:pt idx="517">
                  <c:v>3.20025000002</c:v>
                </c:pt>
                <c:pt idx="518">
                  <c:v>3.20475000002</c:v>
                </c:pt>
                <c:pt idx="519">
                  <c:v>3.20500000002</c:v>
                </c:pt>
                <c:pt idx="520">
                  <c:v>3.20950000002</c:v>
                </c:pt>
                <c:pt idx="521">
                  <c:v>3.20975000002</c:v>
                </c:pt>
                <c:pt idx="522">
                  <c:v>3.21425000002</c:v>
                </c:pt>
                <c:pt idx="523">
                  <c:v>3.21450000002</c:v>
                </c:pt>
                <c:pt idx="524">
                  <c:v>3.21900000002</c:v>
                </c:pt>
                <c:pt idx="525">
                  <c:v>3.21925000002</c:v>
                </c:pt>
                <c:pt idx="526">
                  <c:v>3.22375000002</c:v>
                </c:pt>
                <c:pt idx="527">
                  <c:v>3.22400000002</c:v>
                </c:pt>
                <c:pt idx="528">
                  <c:v>3.22850000002</c:v>
                </c:pt>
                <c:pt idx="529">
                  <c:v>3.22875000002</c:v>
                </c:pt>
                <c:pt idx="530">
                  <c:v>3.23325000002</c:v>
                </c:pt>
                <c:pt idx="531">
                  <c:v>3.23350000002</c:v>
                </c:pt>
                <c:pt idx="532">
                  <c:v>3.23800000002</c:v>
                </c:pt>
                <c:pt idx="533">
                  <c:v>3.23825000002</c:v>
                </c:pt>
                <c:pt idx="534">
                  <c:v>3.24275000002</c:v>
                </c:pt>
                <c:pt idx="535">
                  <c:v>3.24300000002</c:v>
                </c:pt>
                <c:pt idx="536">
                  <c:v>3.24750000002</c:v>
                </c:pt>
                <c:pt idx="537">
                  <c:v>3.24775000002</c:v>
                </c:pt>
                <c:pt idx="538">
                  <c:v>3.25225000002</c:v>
                </c:pt>
                <c:pt idx="539">
                  <c:v>3.25250000002</c:v>
                </c:pt>
                <c:pt idx="540">
                  <c:v>3.25700000002</c:v>
                </c:pt>
                <c:pt idx="541">
                  <c:v>3.25725000002</c:v>
                </c:pt>
                <c:pt idx="542">
                  <c:v>3.26175000002</c:v>
                </c:pt>
                <c:pt idx="543">
                  <c:v>3.26200000002</c:v>
                </c:pt>
                <c:pt idx="544">
                  <c:v>3.26650000002</c:v>
                </c:pt>
                <c:pt idx="545">
                  <c:v>3.26675000002</c:v>
                </c:pt>
                <c:pt idx="546">
                  <c:v>3.27125000002</c:v>
                </c:pt>
                <c:pt idx="547">
                  <c:v>3.27150000002</c:v>
                </c:pt>
                <c:pt idx="548">
                  <c:v>3.27600000002</c:v>
                </c:pt>
                <c:pt idx="549">
                  <c:v>3.27625000002</c:v>
                </c:pt>
                <c:pt idx="550">
                  <c:v>3.28075000002</c:v>
                </c:pt>
                <c:pt idx="551">
                  <c:v>3.28100000002</c:v>
                </c:pt>
                <c:pt idx="552">
                  <c:v>3.28550000002</c:v>
                </c:pt>
                <c:pt idx="553">
                  <c:v>3.28575000002</c:v>
                </c:pt>
                <c:pt idx="554">
                  <c:v>3.29025000002</c:v>
                </c:pt>
                <c:pt idx="555">
                  <c:v>3.29050000002</c:v>
                </c:pt>
                <c:pt idx="556">
                  <c:v>3.29500000002</c:v>
                </c:pt>
                <c:pt idx="557">
                  <c:v>3.29525000002</c:v>
                </c:pt>
                <c:pt idx="558">
                  <c:v>3.29975000002</c:v>
                </c:pt>
                <c:pt idx="559">
                  <c:v>3.30000000002</c:v>
                </c:pt>
                <c:pt idx="560">
                  <c:v>3.30450000002</c:v>
                </c:pt>
                <c:pt idx="561">
                  <c:v>3.30475000002</c:v>
                </c:pt>
                <c:pt idx="562">
                  <c:v>3.30925000002</c:v>
                </c:pt>
                <c:pt idx="563">
                  <c:v>3.30950000002</c:v>
                </c:pt>
                <c:pt idx="564">
                  <c:v>3.31400000002</c:v>
                </c:pt>
                <c:pt idx="565">
                  <c:v>3.31425000002</c:v>
                </c:pt>
                <c:pt idx="566">
                  <c:v>3.31875000002</c:v>
                </c:pt>
                <c:pt idx="567">
                  <c:v>3.31900000002</c:v>
                </c:pt>
                <c:pt idx="568">
                  <c:v>3.32350000002</c:v>
                </c:pt>
                <c:pt idx="569">
                  <c:v>3.32375000002</c:v>
                </c:pt>
                <c:pt idx="570">
                  <c:v>3.32825000002</c:v>
                </c:pt>
                <c:pt idx="571">
                  <c:v>3.32850000002</c:v>
                </c:pt>
                <c:pt idx="572">
                  <c:v>3.33300000002</c:v>
                </c:pt>
                <c:pt idx="573">
                  <c:v>3.33325000002</c:v>
                </c:pt>
                <c:pt idx="574">
                  <c:v>3.33775000002</c:v>
                </c:pt>
                <c:pt idx="575">
                  <c:v>3.33800000002</c:v>
                </c:pt>
                <c:pt idx="576">
                  <c:v>3.34250000002</c:v>
                </c:pt>
                <c:pt idx="577">
                  <c:v>3.34275000002</c:v>
                </c:pt>
                <c:pt idx="578">
                  <c:v>3.34725000002</c:v>
                </c:pt>
                <c:pt idx="579">
                  <c:v>3.34750000002</c:v>
                </c:pt>
                <c:pt idx="580">
                  <c:v>3.35200000002</c:v>
                </c:pt>
                <c:pt idx="581">
                  <c:v>3.35225000002</c:v>
                </c:pt>
                <c:pt idx="582">
                  <c:v>3.35675000002</c:v>
                </c:pt>
                <c:pt idx="583">
                  <c:v>3.35700000002</c:v>
                </c:pt>
                <c:pt idx="584">
                  <c:v>3.36150000002</c:v>
                </c:pt>
                <c:pt idx="585">
                  <c:v>3.36175000002</c:v>
                </c:pt>
                <c:pt idx="586">
                  <c:v>3.36625000002</c:v>
                </c:pt>
                <c:pt idx="587">
                  <c:v>3.36650000002</c:v>
                </c:pt>
                <c:pt idx="588">
                  <c:v>3.36725000002</c:v>
                </c:pt>
                <c:pt idx="589">
                  <c:v>3.36900000002</c:v>
                </c:pt>
                <c:pt idx="590">
                  <c:v>3.37100000002</c:v>
                </c:pt>
                <c:pt idx="591">
                  <c:v>3.37125000002</c:v>
                </c:pt>
                <c:pt idx="592">
                  <c:v>3.37575000002</c:v>
                </c:pt>
                <c:pt idx="593">
                  <c:v>3.37600000002</c:v>
                </c:pt>
                <c:pt idx="594">
                  <c:v>3.38050000002</c:v>
                </c:pt>
                <c:pt idx="595">
                  <c:v>3.38075000002</c:v>
                </c:pt>
                <c:pt idx="596">
                  <c:v>3.38525000002</c:v>
                </c:pt>
                <c:pt idx="597">
                  <c:v>3.38550000002</c:v>
                </c:pt>
                <c:pt idx="598">
                  <c:v>3.39000000002</c:v>
                </c:pt>
                <c:pt idx="599">
                  <c:v>3.39025000002</c:v>
                </c:pt>
                <c:pt idx="600">
                  <c:v>3.39475000002</c:v>
                </c:pt>
                <c:pt idx="601">
                  <c:v>3.39500000002</c:v>
                </c:pt>
                <c:pt idx="602">
                  <c:v>3.39950000002</c:v>
                </c:pt>
                <c:pt idx="603">
                  <c:v>3.39975000002</c:v>
                </c:pt>
                <c:pt idx="604">
                  <c:v>3.40425000002</c:v>
                </c:pt>
                <c:pt idx="605">
                  <c:v>3.40450000002</c:v>
                </c:pt>
                <c:pt idx="606">
                  <c:v>3.40900000002</c:v>
                </c:pt>
                <c:pt idx="607">
                  <c:v>3.40925000002</c:v>
                </c:pt>
                <c:pt idx="608">
                  <c:v>3.41375000002</c:v>
                </c:pt>
                <c:pt idx="609">
                  <c:v>3.41400000002</c:v>
                </c:pt>
                <c:pt idx="610">
                  <c:v>3.41850000002</c:v>
                </c:pt>
                <c:pt idx="611">
                  <c:v>3.41875000002</c:v>
                </c:pt>
                <c:pt idx="612">
                  <c:v>3.42325000002</c:v>
                </c:pt>
                <c:pt idx="613">
                  <c:v>3.42350000002</c:v>
                </c:pt>
                <c:pt idx="614">
                  <c:v>3.42800000002</c:v>
                </c:pt>
                <c:pt idx="615">
                  <c:v>3.42825000002</c:v>
                </c:pt>
                <c:pt idx="616">
                  <c:v>3.43275000002</c:v>
                </c:pt>
                <c:pt idx="617">
                  <c:v>3.43300000002</c:v>
                </c:pt>
                <c:pt idx="618">
                  <c:v>3.43750000002</c:v>
                </c:pt>
                <c:pt idx="619">
                  <c:v>3.43775000002</c:v>
                </c:pt>
                <c:pt idx="620">
                  <c:v>3.44225000002</c:v>
                </c:pt>
                <c:pt idx="621">
                  <c:v>3.44250000002</c:v>
                </c:pt>
                <c:pt idx="622">
                  <c:v>3.44700000002</c:v>
                </c:pt>
                <c:pt idx="623">
                  <c:v>3.44725000002</c:v>
                </c:pt>
                <c:pt idx="624">
                  <c:v>3.45175000002</c:v>
                </c:pt>
                <c:pt idx="625">
                  <c:v>3.45200000002</c:v>
                </c:pt>
                <c:pt idx="626">
                  <c:v>3.45650000002</c:v>
                </c:pt>
                <c:pt idx="627">
                  <c:v>3.45675000002</c:v>
                </c:pt>
                <c:pt idx="628">
                  <c:v>3.46125000002</c:v>
                </c:pt>
                <c:pt idx="629">
                  <c:v>3.46150000002</c:v>
                </c:pt>
                <c:pt idx="630">
                  <c:v>3.46600000002</c:v>
                </c:pt>
                <c:pt idx="631">
                  <c:v>3.46625000002</c:v>
                </c:pt>
                <c:pt idx="632">
                  <c:v>3.47075000002</c:v>
                </c:pt>
                <c:pt idx="633">
                  <c:v>3.47100000002</c:v>
                </c:pt>
                <c:pt idx="634">
                  <c:v>3.47550000002</c:v>
                </c:pt>
                <c:pt idx="635">
                  <c:v>3.47575000002</c:v>
                </c:pt>
                <c:pt idx="636">
                  <c:v>3.48025000002</c:v>
                </c:pt>
                <c:pt idx="637">
                  <c:v>3.48050000002</c:v>
                </c:pt>
                <c:pt idx="638">
                  <c:v>3.48500000002</c:v>
                </c:pt>
                <c:pt idx="639">
                  <c:v>3.48525000002</c:v>
                </c:pt>
                <c:pt idx="640">
                  <c:v>3.48975000002</c:v>
                </c:pt>
                <c:pt idx="641">
                  <c:v>3.49000000002</c:v>
                </c:pt>
                <c:pt idx="642">
                  <c:v>3.49450000002</c:v>
                </c:pt>
                <c:pt idx="643">
                  <c:v>3.49475000002</c:v>
                </c:pt>
                <c:pt idx="644">
                  <c:v>3.49925000002</c:v>
                </c:pt>
                <c:pt idx="645">
                  <c:v>3.49950000002</c:v>
                </c:pt>
                <c:pt idx="646">
                  <c:v>3.50400000002</c:v>
                </c:pt>
                <c:pt idx="647">
                  <c:v>3.50425000002</c:v>
                </c:pt>
                <c:pt idx="648">
                  <c:v>3.50875000002</c:v>
                </c:pt>
                <c:pt idx="649">
                  <c:v>3.50900000002</c:v>
                </c:pt>
                <c:pt idx="650">
                  <c:v>3.51350000002</c:v>
                </c:pt>
                <c:pt idx="651">
                  <c:v>3.51375000002</c:v>
                </c:pt>
                <c:pt idx="652">
                  <c:v>3.51825000002</c:v>
                </c:pt>
                <c:pt idx="653">
                  <c:v>3.51850000002</c:v>
                </c:pt>
                <c:pt idx="654">
                  <c:v>3.52300000002</c:v>
                </c:pt>
                <c:pt idx="655">
                  <c:v>3.52325000002</c:v>
                </c:pt>
                <c:pt idx="656">
                  <c:v>3.52775000002</c:v>
                </c:pt>
                <c:pt idx="657">
                  <c:v>3.52800000002</c:v>
                </c:pt>
                <c:pt idx="658">
                  <c:v>3.53250000002</c:v>
                </c:pt>
                <c:pt idx="659">
                  <c:v>3.53275000002</c:v>
                </c:pt>
                <c:pt idx="660">
                  <c:v>3.53725000002</c:v>
                </c:pt>
                <c:pt idx="661">
                  <c:v>3.53750000002</c:v>
                </c:pt>
                <c:pt idx="662">
                  <c:v>3.54200000002</c:v>
                </c:pt>
                <c:pt idx="663">
                  <c:v>3.54225000002</c:v>
                </c:pt>
                <c:pt idx="664">
                  <c:v>3.54675000002</c:v>
                </c:pt>
                <c:pt idx="665">
                  <c:v>3.54700000002</c:v>
                </c:pt>
                <c:pt idx="666">
                  <c:v>3.55150000002</c:v>
                </c:pt>
                <c:pt idx="667">
                  <c:v>3.55175000002</c:v>
                </c:pt>
                <c:pt idx="668">
                  <c:v>3.55625000002</c:v>
                </c:pt>
                <c:pt idx="669">
                  <c:v>3.55650000002</c:v>
                </c:pt>
                <c:pt idx="670">
                  <c:v>3.56100000002</c:v>
                </c:pt>
                <c:pt idx="671">
                  <c:v>3.56125000002</c:v>
                </c:pt>
                <c:pt idx="672">
                  <c:v>3.56575000002</c:v>
                </c:pt>
                <c:pt idx="673">
                  <c:v>3.56600000002</c:v>
                </c:pt>
                <c:pt idx="674">
                  <c:v>3.57050000002</c:v>
                </c:pt>
                <c:pt idx="675">
                  <c:v>3.57075000002</c:v>
                </c:pt>
                <c:pt idx="676">
                  <c:v>3.57525000002</c:v>
                </c:pt>
                <c:pt idx="677">
                  <c:v>3.57550000002</c:v>
                </c:pt>
                <c:pt idx="678">
                  <c:v>3.58000000002</c:v>
                </c:pt>
                <c:pt idx="679">
                  <c:v>3.58025000002</c:v>
                </c:pt>
                <c:pt idx="680">
                  <c:v>3.58475000002</c:v>
                </c:pt>
                <c:pt idx="681">
                  <c:v>3.58500000002</c:v>
                </c:pt>
                <c:pt idx="682">
                  <c:v>3.58950000002</c:v>
                </c:pt>
                <c:pt idx="683">
                  <c:v>3.58975000002</c:v>
                </c:pt>
                <c:pt idx="684">
                  <c:v>3.59050000002</c:v>
                </c:pt>
                <c:pt idx="685">
                  <c:v>3.59425000002</c:v>
                </c:pt>
                <c:pt idx="686">
                  <c:v>3.59450000002</c:v>
                </c:pt>
                <c:pt idx="687">
                  <c:v>3.59900000002</c:v>
                </c:pt>
                <c:pt idx="688">
                  <c:v>3.59925000002</c:v>
                </c:pt>
                <c:pt idx="689">
                  <c:v>3.60375000002</c:v>
                </c:pt>
                <c:pt idx="690">
                  <c:v>3.60400000002</c:v>
                </c:pt>
                <c:pt idx="691">
                  <c:v>3.60850000002</c:v>
                </c:pt>
                <c:pt idx="692">
                  <c:v>3.60875000002</c:v>
                </c:pt>
                <c:pt idx="693">
                  <c:v>3.61325000002</c:v>
                </c:pt>
                <c:pt idx="694">
                  <c:v>3.61350000002</c:v>
                </c:pt>
                <c:pt idx="695">
                  <c:v>3.61800000002</c:v>
                </c:pt>
                <c:pt idx="696">
                  <c:v>3.61825000002</c:v>
                </c:pt>
                <c:pt idx="697">
                  <c:v>3.62275000002</c:v>
                </c:pt>
                <c:pt idx="698">
                  <c:v>3.62300000002</c:v>
                </c:pt>
                <c:pt idx="699">
                  <c:v>3.62750000002</c:v>
                </c:pt>
                <c:pt idx="700">
                  <c:v>3.62775000002</c:v>
                </c:pt>
                <c:pt idx="701">
                  <c:v>3.63225000002</c:v>
                </c:pt>
                <c:pt idx="702">
                  <c:v>3.63250000002</c:v>
                </c:pt>
                <c:pt idx="703">
                  <c:v>3.63700000002</c:v>
                </c:pt>
                <c:pt idx="704">
                  <c:v>3.63725000002</c:v>
                </c:pt>
                <c:pt idx="705">
                  <c:v>3.64175000002</c:v>
                </c:pt>
                <c:pt idx="706">
                  <c:v>3.64200000002</c:v>
                </c:pt>
                <c:pt idx="707">
                  <c:v>3.64650000002</c:v>
                </c:pt>
                <c:pt idx="708">
                  <c:v>3.64675000002</c:v>
                </c:pt>
                <c:pt idx="709">
                  <c:v>3.65125000002</c:v>
                </c:pt>
                <c:pt idx="710">
                  <c:v>3.65150000002</c:v>
                </c:pt>
                <c:pt idx="711">
                  <c:v>3.65600000002</c:v>
                </c:pt>
                <c:pt idx="712">
                  <c:v>3.65625000002</c:v>
                </c:pt>
                <c:pt idx="713">
                  <c:v>3.66075000002</c:v>
                </c:pt>
                <c:pt idx="714">
                  <c:v>3.66100000002</c:v>
                </c:pt>
                <c:pt idx="715">
                  <c:v>3.66550000002</c:v>
                </c:pt>
                <c:pt idx="716">
                  <c:v>3.66575000002</c:v>
                </c:pt>
                <c:pt idx="717">
                  <c:v>3.67025000002</c:v>
                </c:pt>
                <c:pt idx="718">
                  <c:v>3.67050000002</c:v>
                </c:pt>
                <c:pt idx="719">
                  <c:v>3.67500000002</c:v>
                </c:pt>
                <c:pt idx="720">
                  <c:v>3.67525000002</c:v>
                </c:pt>
                <c:pt idx="721">
                  <c:v>3.67975000002</c:v>
                </c:pt>
                <c:pt idx="722">
                  <c:v>3.68000000002</c:v>
                </c:pt>
                <c:pt idx="723">
                  <c:v>3.68450000002</c:v>
                </c:pt>
                <c:pt idx="724">
                  <c:v>3.68475000002</c:v>
                </c:pt>
                <c:pt idx="725">
                  <c:v>3.68925000002</c:v>
                </c:pt>
                <c:pt idx="726">
                  <c:v>3.68950000002</c:v>
                </c:pt>
                <c:pt idx="727">
                  <c:v>3.69400000002</c:v>
                </c:pt>
                <c:pt idx="728">
                  <c:v>3.69425000002</c:v>
                </c:pt>
                <c:pt idx="729">
                  <c:v>3.69875000002</c:v>
                </c:pt>
                <c:pt idx="730">
                  <c:v>3.69900000002</c:v>
                </c:pt>
                <c:pt idx="731">
                  <c:v>3.70350000002</c:v>
                </c:pt>
                <c:pt idx="732">
                  <c:v>3.70375000002</c:v>
                </c:pt>
                <c:pt idx="733">
                  <c:v>3.70825000002</c:v>
                </c:pt>
                <c:pt idx="734">
                  <c:v>3.70850000002</c:v>
                </c:pt>
                <c:pt idx="735">
                  <c:v>3.71300000002</c:v>
                </c:pt>
                <c:pt idx="736">
                  <c:v>3.71325000002</c:v>
                </c:pt>
                <c:pt idx="737">
                  <c:v>3.71775000002</c:v>
                </c:pt>
                <c:pt idx="738">
                  <c:v>3.71800000002</c:v>
                </c:pt>
                <c:pt idx="739">
                  <c:v>3.72250000002</c:v>
                </c:pt>
                <c:pt idx="740">
                  <c:v>3.72275000002</c:v>
                </c:pt>
                <c:pt idx="741">
                  <c:v>3.72725000002</c:v>
                </c:pt>
                <c:pt idx="742">
                  <c:v>3.72750000002</c:v>
                </c:pt>
                <c:pt idx="743">
                  <c:v>3.73200000002</c:v>
                </c:pt>
                <c:pt idx="744">
                  <c:v>3.73225000002</c:v>
                </c:pt>
                <c:pt idx="745">
                  <c:v>3.73675000002</c:v>
                </c:pt>
                <c:pt idx="746">
                  <c:v>3.73700000002</c:v>
                </c:pt>
                <c:pt idx="747">
                  <c:v>3.74150000002</c:v>
                </c:pt>
                <c:pt idx="748">
                  <c:v>3.74175000002</c:v>
                </c:pt>
                <c:pt idx="749">
                  <c:v>3.74625000002</c:v>
                </c:pt>
                <c:pt idx="750">
                  <c:v>3.74650000002</c:v>
                </c:pt>
                <c:pt idx="751">
                  <c:v>3.75100000002</c:v>
                </c:pt>
                <c:pt idx="752">
                  <c:v>3.75125000002</c:v>
                </c:pt>
                <c:pt idx="753">
                  <c:v>3.75575000002</c:v>
                </c:pt>
                <c:pt idx="754">
                  <c:v>3.75600000002</c:v>
                </c:pt>
                <c:pt idx="755">
                  <c:v>3.76050000002</c:v>
                </c:pt>
                <c:pt idx="756">
                  <c:v>3.76075000002</c:v>
                </c:pt>
                <c:pt idx="757">
                  <c:v>3.76525000002</c:v>
                </c:pt>
                <c:pt idx="758">
                  <c:v>3.76550000002</c:v>
                </c:pt>
                <c:pt idx="759">
                  <c:v>3.77000000002</c:v>
                </c:pt>
                <c:pt idx="760">
                  <c:v>3.77025000002</c:v>
                </c:pt>
                <c:pt idx="761">
                  <c:v>3.77475000002</c:v>
                </c:pt>
                <c:pt idx="762">
                  <c:v>3.77500000002</c:v>
                </c:pt>
                <c:pt idx="763">
                  <c:v>3.77950000002</c:v>
                </c:pt>
                <c:pt idx="764">
                  <c:v>3.77975000002</c:v>
                </c:pt>
                <c:pt idx="765">
                  <c:v>3.78425000002</c:v>
                </c:pt>
                <c:pt idx="766">
                  <c:v>3.78450000002</c:v>
                </c:pt>
                <c:pt idx="767">
                  <c:v>3.78900000002</c:v>
                </c:pt>
                <c:pt idx="768">
                  <c:v>3.78925000002</c:v>
                </c:pt>
                <c:pt idx="769">
                  <c:v>3.79375000002</c:v>
                </c:pt>
                <c:pt idx="770">
                  <c:v>3.79400000002</c:v>
                </c:pt>
                <c:pt idx="771">
                  <c:v>3.79850000002</c:v>
                </c:pt>
                <c:pt idx="772">
                  <c:v>3.79875000002</c:v>
                </c:pt>
                <c:pt idx="773">
                  <c:v>3.80325000002</c:v>
                </c:pt>
                <c:pt idx="774">
                  <c:v>3.80350000002</c:v>
                </c:pt>
                <c:pt idx="775">
                  <c:v>3.80800000002</c:v>
                </c:pt>
                <c:pt idx="776">
                  <c:v>3.80825000002</c:v>
                </c:pt>
                <c:pt idx="777">
                  <c:v>3.81000000002</c:v>
                </c:pt>
                <c:pt idx="778">
                  <c:v>3.81275000002</c:v>
                </c:pt>
                <c:pt idx="779">
                  <c:v>3.81300000002</c:v>
                </c:pt>
                <c:pt idx="780">
                  <c:v>3.81750000002</c:v>
                </c:pt>
                <c:pt idx="781">
                  <c:v>3.81775000002</c:v>
                </c:pt>
                <c:pt idx="782">
                  <c:v>3.82225000002</c:v>
                </c:pt>
                <c:pt idx="783">
                  <c:v>3.82250000002</c:v>
                </c:pt>
                <c:pt idx="784">
                  <c:v>3.82700000002</c:v>
                </c:pt>
                <c:pt idx="785">
                  <c:v>3.82725000002</c:v>
                </c:pt>
                <c:pt idx="786">
                  <c:v>3.83175000002</c:v>
                </c:pt>
                <c:pt idx="787">
                  <c:v>3.83200000002</c:v>
                </c:pt>
                <c:pt idx="788">
                  <c:v>3.83650000002</c:v>
                </c:pt>
                <c:pt idx="789">
                  <c:v>3.83675000002</c:v>
                </c:pt>
                <c:pt idx="790">
                  <c:v>3.84125000002</c:v>
                </c:pt>
                <c:pt idx="791">
                  <c:v>3.84150000002</c:v>
                </c:pt>
                <c:pt idx="792">
                  <c:v>3.84600000002</c:v>
                </c:pt>
                <c:pt idx="793">
                  <c:v>3.84625000002</c:v>
                </c:pt>
                <c:pt idx="794">
                  <c:v>3.85075000002</c:v>
                </c:pt>
                <c:pt idx="795">
                  <c:v>3.85100000002</c:v>
                </c:pt>
                <c:pt idx="796">
                  <c:v>3.85550000002</c:v>
                </c:pt>
                <c:pt idx="797">
                  <c:v>3.85575000002</c:v>
                </c:pt>
                <c:pt idx="798">
                  <c:v>3.86025000002</c:v>
                </c:pt>
                <c:pt idx="799">
                  <c:v>3.86050000002</c:v>
                </c:pt>
                <c:pt idx="800">
                  <c:v>3.86500000002</c:v>
                </c:pt>
                <c:pt idx="801">
                  <c:v>3.86525000002</c:v>
                </c:pt>
                <c:pt idx="802">
                  <c:v>3.86975000002</c:v>
                </c:pt>
                <c:pt idx="803">
                  <c:v>3.87000000002</c:v>
                </c:pt>
                <c:pt idx="804">
                  <c:v>3.87450000002</c:v>
                </c:pt>
                <c:pt idx="805">
                  <c:v>3.87475000002</c:v>
                </c:pt>
                <c:pt idx="806">
                  <c:v>3.87925000002</c:v>
                </c:pt>
                <c:pt idx="807">
                  <c:v>3.87950000002</c:v>
                </c:pt>
                <c:pt idx="808">
                  <c:v>3.88400000002</c:v>
                </c:pt>
                <c:pt idx="809">
                  <c:v>3.88425000002</c:v>
                </c:pt>
                <c:pt idx="810">
                  <c:v>3.88875000002</c:v>
                </c:pt>
                <c:pt idx="811">
                  <c:v>3.88900000002</c:v>
                </c:pt>
                <c:pt idx="812">
                  <c:v>3.89350000002</c:v>
                </c:pt>
                <c:pt idx="813">
                  <c:v>3.89375000002</c:v>
                </c:pt>
                <c:pt idx="814">
                  <c:v>3.89825000002</c:v>
                </c:pt>
                <c:pt idx="815">
                  <c:v>3.89850000002</c:v>
                </c:pt>
                <c:pt idx="816">
                  <c:v>3.90300000002</c:v>
                </c:pt>
                <c:pt idx="817">
                  <c:v>3.90325000002</c:v>
                </c:pt>
                <c:pt idx="818">
                  <c:v>3.90775000002</c:v>
                </c:pt>
                <c:pt idx="819">
                  <c:v>3.90800000002</c:v>
                </c:pt>
                <c:pt idx="820">
                  <c:v>3.91250000002</c:v>
                </c:pt>
                <c:pt idx="821">
                  <c:v>3.91275000002</c:v>
                </c:pt>
                <c:pt idx="822">
                  <c:v>3.91725000002</c:v>
                </c:pt>
                <c:pt idx="823">
                  <c:v>3.91750000002</c:v>
                </c:pt>
                <c:pt idx="824">
                  <c:v>3.92200000002</c:v>
                </c:pt>
                <c:pt idx="825">
                  <c:v>3.92225000002</c:v>
                </c:pt>
                <c:pt idx="826">
                  <c:v>3.92675000002</c:v>
                </c:pt>
                <c:pt idx="827">
                  <c:v>3.92700000002</c:v>
                </c:pt>
                <c:pt idx="828">
                  <c:v>3.93150000002</c:v>
                </c:pt>
                <c:pt idx="829">
                  <c:v>3.93175000002</c:v>
                </c:pt>
                <c:pt idx="830">
                  <c:v>3.93625000002</c:v>
                </c:pt>
                <c:pt idx="831">
                  <c:v>3.93650000002</c:v>
                </c:pt>
                <c:pt idx="832">
                  <c:v>3.94100000002</c:v>
                </c:pt>
                <c:pt idx="833">
                  <c:v>3.94125000002</c:v>
                </c:pt>
                <c:pt idx="834">
                  <c:v>3.94575000002</c:v>
                </c:pt>
                <c:pt idx="835">
                  <c:v>3.94600000002</c:v>
                </c:pt>
                <c:pt idx="836">
                  <c:v>3.95050000002</c:v>
                </c:pt>
                <c:pt idx="837">
                  <c:v>3.95075000002</c:v>
                </c:pt>
                <c:pt idx="838">
                  <c:v>3.95525000002</c:v>
                </c:pt>
                <c:pt idx="839">
                  <c:v>3.95550000002</c:v>
                </c:pt>
                <c:pt idx="840">
                  <c:v>3.96000000002</c:v>
                </c:pt>
                <c:pt idx="841">
                  <c:v>3.96025000002</c:v>
                </c:pt>
                <c:pt idx="842">
                  <c:v>3.96475000002</c:v>
                </c:pt>
                <c:pt idx="843">
                  <c:v>3.96500000002</c:v>
                </c:pt>
                <c:pt idx="844">
                  <c:v>3.96950000002</c:v>
                </c:pt>
                <c:pt idx="845">
                  <c:v>3.96975000002</c:v>
                </c:pt>
                <c:pt idx="846">
                  <c:v>3.97425000002</c:v>
                </c:pt>
                <c:pt idx="847">
                  <c:v>3.97450000002</c:v>
                </c:pt>
                <c:pt idx="848">
                  <c:v>3.97900000002</c:v>
                </c:pt>
                <c:pt idx="849">
                  <c:v>3.97925000002</c:v>
                </c:pt>
                <c:pt idx="850">
                  <c:v>3.98375000002</c:v>
                </c:pt>
                <c:pt idx="851">
                  <c:v>3.98400000002</c:v>
                </c:pt>
                <c:pt idx="852">
                  <c:v>3.98850000002</c:v>
                </c:pt>
                <c:pt idx="853">
                  <c:v>3.98875000002</c:v>
                </c:pt>
                <c:pt idx="854">
                  <c:v>3.99325000002</c:v>
                </c:pt>
                <c:pt idx="855">
                  <c:v>3.99350000002</c:v>
                </c:pt>
                <c:pt idx="856">
                  <c:v>3.99800000002</c:v>
                </c:pt>
                <c:pt idx="857">
                  <c:v>3.99825000002</c:v>
                </c:pt>
                <c:pt idx="858">
                  <c:v>3.99950000002</c:v>
                </c:pt>
                <c:pt idx="859">
                  <c:v>3.99975000002</c:v>
                </c:pt>
                <c:pt idx="860">
                  <c:v>4.00000000002</c:v>
                </c:pt>
                <c:pt idx="861">
                  <c:v>4.00025000002</c:v>
                </c:pt>
                <c:pt idx="862">
                  <c:v>4.00050000002</c:v>
                </c:pt>
                <c:pt idx="863">
                  <c:v>4.00275000002</c:v>
                </c:pt>
                <c:pt idx="864">
                  <c:v>4.00300000002</c:v>
                </c:pt>
                <c:pt idx="865">
                  <c:v>4.00750000002</c:v>
                </c:pt>
                <c:pt idx="866">
                  <c:v>4.00775000002</c:v>
                </c:pt>
                <c:pt idx="867">
                  <c:v>4.01225000002</c:v>
                </c:pt>
                <c:pt idx="868">
                  <c:v>4.01250000002</c:v>
                </c:pt>
                <c:pt idx="869">
                  <c:v>4.01700000002</c:v>
                </c:pt>
                <c:pt idx="870">
                  <c:v>4.01725000002</c:v>
                </c:pt>
                <c:pt idx="871">
                  <c:v>4.02175000002</c:v>
                </c:pt>
                <c:pt idx="872">
                  <c:v>4.02200000002</c:v>
                </c:pt>
                <c:pt idx="873">
                  <c:v>4.02650000002</c:v>
                </c:pt>
                <c:pt idx="874">
                  <c:v>4.02675000002</c:v>
                </c:pt>
                <c:pt idx="875">
                  <c:v>4.03025000002</c:v>
                </c:pt>
                <c:pt idx="876">
                  <c:v>4.03125000002</c:v>
                </c:pt>
                <c:pt idx="877">
                  <c:v>4.03150000002</c:v>
                </c:pt>
                <c:pt idx="878">
                  <c:v>4.03600000002</c:v>
                </c:pt>
                <c:pt idx="879">
                  <c:v>4.03625000002</c:v>
                </c:pt>
                <c:pt idx="880">
                  <c:v>4.04075000002</c:v>
                </c:pt>
                <c:pt idx="881">
                  <c:v>4.04100000002</c:v>
                </c:pt>
                <c:pt idx="882">
                  <c:v>4.04550000002</c:v>
                </c:pt>
                <c:pt idx="883">
                  <c:v>4.04575000002</c:v>
                </c:pt>
                <c:pt idx="884">
                  <c:v>4.05025000002</c:v>
                </c:pt>
                <c:pt idx="885">
                  <c:v>4.05050000002</c:v>
                </c:pt>
                <c:pt idx="886">
                  <c:v>4.05500000002</c:v>
                </c:pt>
                <c:pt idx="887">
                  <c:v>4.05525000002</c:v>
                </c:pt>
                <c:pt idx="888">
                  <c:v>4.05975000002</c:v>
                </c:pt>
                <c:pt idx="889">
                  <c:v>4.06000000002</c:v>
                </c:pt>
                <c:pt idx="890">
                  <c:v>4.06450000002</c:v>
                </c:pt>
                <c:pt idx="891">
                  <c:v>4.06475000002</c:v>
                </c:pt>
                <c:pt idx="892">
                  <c:v>4.06925000002</c:v>
                </c:pt>
                <c:pt idx="893">
                  <c:v>4.06950000002</c:v>
                </c:pt>
                <c:pt idx="894">
                  <c:v>4.07400000002</c:v>
                </c:pt>
                <c:pt idx="895">
                  <c:v>4.07425000002</c:v>
                </c:pt>
                <c:pt idx="896">
                  <c:v>4.07875000002</c:v>
                </c:pt>
                <c:pt idx="897">
                  <c:v>4.07900000002</c:v>
                </c:pt>
                <c:pt idx="898">
                  <c:v>4.08350000002</c:v>
                </c:pt>
                <c:pt idx="899">
                  <c:v>4.08375000002</c:v>
                </c:pt>
                <c:pt idx="900">
                  <c:v>4.08825000002</c:v>
                </c:pt>
                <c:pt idx="901">
                  <c:v>4.08850000002</c:v>
                </c:pt>
                <c:pt idx="902">
                  <c:v>4.09300000002</c:v>
                </c:pt>
                <c:pt idx="903">
                  <c:v>4.09325000002</c:v>
                </c:pt>
                <c:pt idx="904">
                  <c:v>4.09775000002</c:v>
                </c:pt>
                <c:pt idx="905">
                  <c:v>4.09800000002</c:v>
                </c:pt>
                <c:pt idx="906">
                  <c:v>4.10250000002</c:v>
                </c:pt>
                <c:pt idx="907">
                  <c:v>4.10275000002</c:v>
                </c:pt>
                <c:pt idx="908">
                  <c:v>4.10725000002</c:v>
                </c:pt>
                <c:pt idx="909">
                  <c:v>4.10750000002</c:v>
                </c:pt>
                <c:pt idx="910">
                  <c:v>4.11200000002</c:v>
                </c:pt>
                <c:pt idx="911">
                  <c:v>4.11225000002</c:v>
                </c:pt>
                <c:pt idx="912">
                  <c:v>4.11675000002</c:v>
                </c:pt>
                <c:pt idx="913">
                  <c:v>4.11700000002</c:v>
                </c:pt>
                <c:pt idx="914">
                  <c:v>4.12150000002</c:v>
                </c:pt>
                <c:pt idx="915">
                  <c:v>4.12175000002</c:v>
                </c:pt>
                <c:pt idx="916">
                  <c:v>4.12625000002</c:v>
                </c:pt>
                <c:pt idx="917">
                  <c:v>4.12650000002</c:v>
                </c:pt>
                <c:pt idx="918">
                  <c:v>4.13100000002</c:v>
                </c:pt>
                <c:pt idx="919">
                  <c:v>4.13125000002</c:v>
                </c:pt>
                <c:pt idx="920">
                  <c:v>4.13575000002</c:v>
                </c:pt>
                <c:pt idx="921">
                  <c:v>4.13600000002</c:v>
                </c:pt>
                <c:pt idx="922">
                  <c:v>4.14050000002</c:v>
                </c:pt>
                <c:pt idx="923">
                  <c:v>4.14075000002</c:v>
                </c:pt>
                <c:pt idx="924">
                  <c:v>4.14525000002</c:v>
                </c:pt>
                <c:pt idx="925">
                  <c:v>4.14550000002</c:v>
                </c:pt>
                <c:pt idx="926">
                  <c:v>4.15000000002</c:v>
                </c:pt>
                <c:pt idx="927">
                  <c:v>4.15025000002</c:v>
                </c:pt>
                <c:pt idx="928">
                  <c:v>4.15475000002</c:v>
                </c:pt>
                <c:pt idx="929">
                  <c:v>4.15500000002</c:v>
                </c:pt>
                <c:pt idx="930">
                  <c:v>4.15950000002</c:v>
                </c:pt>
                <c:pt idx="931">
                  <c:v>4.15975000002</c:v>
                </c:pt>
                <c:pt idx="932">
                  <c:v>4.16425000002</c:v>
                </c:pt>
                <c:pt idx="933">
                  <c:v>4.16450000002</c:v>
                </c:pt>
                <c:pt idx="934">
                  <c:v>4.16900000002</c:v>
                </c:pt>
                <c:pt idx="935">
                  <c:v>4.16925000002</c:v>
                </c:pt>
                <c:pt idx="936">
                  <c:v>4.17375000002</c:v>
                </c:pt>
                <c:pt idx="937">
                  <c:v>4.17400000002</c:v>
                </c:pt>
                <c:pt idx="938">
                  <c:v>4.17850000002</c:v>
                </c:pt>
                <c:pt idx="939">
                  <c:v>4.17875000002</c:v>
                </c:pt>
                <c:pt idx="940">
                  <c:v>4.18325000002</c:v>
                </c:pt>
                <c:pt idx="941">
                  <c:v>4.18350000002</c:v>
                </c:pt>
                <c:pt idx="942">
                  <c:v>4.18800000002</c:v>
                </c:pt>
                <c:pt idx="943">
                  <c:v>4.18825000002</c:v>
                </c:pt>
                <c:pt idx="944">
                  <c:v>4.19275000002</c:v>
                </c:pt>
                <c:pt idx="945">
                  <c:v>4.19300000002</c:v>
                </c:pt>
                <c:pt idx="946">
                  <c:v>4.19750000002</c:v>
                </c:pt>
                <c:pt idx="947">
                  <c:v>4.19775000002</c:v>
                </c:pt>
                <c:pt idx="948">
                  <c:v>4.20225000002</c:v>
                </c:pt>
                <c:pt idx="949">
                  <c:v>4.20250000002</c:v>
                </c:pt>
                <c:pt idx="950">
                  <c:v>4.20700000002</c:v>
                </c:pt>
                <c:pt idx="951">
                  <c:v>4.20725000002</c:v>
                </c:pt>
                <c:pt idx="952">
                  <c:v>4.21175000002</c:v>
                </c:pt>
                <c:pt idx="953">
                  <c:v>4.21200000002</c:v>
                </c:pt>
                <c:pt idx="954">
                  <c:v>4.21650000002</c:v>
                </c:pt>
                <c:pt idx="955">
                  <c:v>4.21675000002</c:v>
                </c:pt>
                <c:pt idx="956">
                  <c:v>4.22125000002</c:v>
                </c:pt>
                <c:pt idx="957">
                  <c:v>4.22150000002</c:v>
                </c:pt>
                <c:pt idx="958">
                  <c:v>4.22600000002</c:v>
                </c:pt>
                <c:pt idx="959">
                  <c:v>4.22625000002</c:v>
                </c:pt>
                <c:pt idx="960">
                  <c:v>4.23075000002</c:v>
                </c:pt>
                <c:pt idx="961">
                  <c:v>4.23100000002</c:v>
                </c:pt>
                <c:pt idx="962">
                  <c:v>4.23550000002</c:v>
                </c:pt>
                <c:pt idx="963">
                  <c:v>4.23575000002</c:v>
                </c:pt>
                <c:pt idx="964">
                  <c:v>4.24025000002</c:v>
                </c:pt>
                <c:pt idx="965">
                  <c:v>4.24050000002</c:v>
                </c:pt>
                <c:pt idx="966">
                  <c:v>4.24500000002</c:v>
                </c:pt>
                <c:pt idx="967">
                  <c:v>4.24525000002</c:v>
                </c:pt>
                <c:pt idx="968">
                  <c:v>4.24950000002</c:v>
                </c:pt>
                <c:pt idx="969">
                  <c:v>4.24975000002</c:v>
                </c:pt>
                <c:pt idx="970">
                  <c:v>4.25000000002</c:v>
                </c:pt>
                <c:pt idx="971">
                  <c:v>4.25075000002</c:v>
                </c:pt>
                <c:pt idx="972">
                  <c:v>4.25450000002</c:v>
                </c:pt>
                <c:pt idx="973">
                  <c:v>4.25475000002</c:v>
                </c:pt>
                <c:pt idx="974">
                  <c:v>4.25925000002</c:v>
                </c:pt>
                <c:pt idx="975">
                  <c:v>4.25950000002</c:v>
                </c:pt>
                <c:pt idx="976">
                  <c:v>4.26400000002</c:v>
                </c:pt>
                <c:pt idx="977">
                  <c:v>4.26425000002</c:v>
                </c:pt>
                <c:pt idx="978">
                  <c:v>4.26875000002</c:v>
                </c:pt>
                <c:pt idx="979">
                  <c:v>4.26900000002</c:v>
                </c:pt>
                <c:pt idx="980">
                  <c:v>4.27350000002</c:v>
                </c:pt>
                <c:pt idx="981">
                  <c:v>4.27375000002</c:v>
                </c:pt>
                <c:pt idx="982">
                  <c:v>4.27825000002</c:v>
                </c:pt>
                <c:pt idx="983">
                  <c:v>4.27850000002</c:v>
                </c:pt>
                <c:pt idx="984">
                  <c:v>4.28300000002</c:v>
                </c:pt>
                <c:pt idx="985">
                  <c:v>4.28325000002</c:v>
                </c:pt>
                <c:pt idx="986">
                  <c:v>4.28775000002</c:v>
                </c:pt>
                <c:pt idx="987">
                  <c:v>4.28800000002</c:v>
                </c:pt>
                <c:pt idx="988">
                  <c:v>4.29250000002</c:v>
                </c:pt>
                <c:pt idx="989">
                  <c:v>4.29275000002</c:v>
                </c:pt>
                <c:pt idx="990">
                  <c:v>4.29725000002</c:v>
                </c:pt>
                <c:pt idx="991">
                  <c:v>4.29750000002</c:v>
                </c:pt>
                <c:pt idx="992">
                  <c:v>4.30200000002</c:v>
                </c:pt>
                <c:pt idx="993">
                  <c:v>4.30225000002</c:v>
                </c:pt>
                <c:pt idx="994">
                  <c:v>4.30675000002</c:v>
                </c:pt>
                <c:pt idx="995">
                  <c:v>4.30700000002</c:v>
                </c:pt>
                <c:pt idx="996">
                  <c:v>4.31150000002</c:v>
                </c:pt>
                <c:pt idx="997">
                  <c:v>4.31175000002</c:v>
                </c:pt>
                <c:pt idx="998">
                  <c:v>4.31625000002</c:v>
                </c:pt>
                <c:pt idx="999">
                  <c:v>4.31650000002</c:v>
                </c:pt>
                <c:pt idx="1000">
                  <c:v>4.32100000002</c:v>
                </c:pt>
                <c:pt idx="1001">
                  <c:v>4.32125000002</c:v>
                </c:pt>
                <c:pt idx="1002">
                  <c:v>4.32575000002</c:v>
                </c:pt>
                <c:pt idx="1003">
                  <c:v>4.32600000002</c:v>
                </c:pt>
                <c:pt idx="1004">
                  <c:v>4.33050000002</c:v>
                </c:pt>
                <c:pt idx="1005">
                  <c:v>4.33075000002</c:v>
                </c:pt>
                <c:pt idx="1006">
                  <c:v>4.33525000002</c:v>
                </c:pt>
                <c:pt idx="1007">
                  <c:v>4.33550000002</c:v>
                </c:pt>
                <c:pt idx="1008">
                  <c:v>4.34000000002</c:v>
                </c:pt>
                <c:pt idx="1009">
                  <c:v>4.34025000002</c:v>
                </c:pt>
                <c:pt idx="1010">
                  <c:v>4.34475000002</c:v>
                </c:pt>
                <c:pt idx="1011">
                  <c:v>4.34500000002</c:v>
                </c:pt>
                <c:pt idx="1012">
                  <c:v>4.34950000002</c:v>
                </c:pt>
                <c:pt idx="1013">
                  <c:v>4.34975000002</c:v>
                </c:pt>
                <c:pt idx="1014">
                  <c:v>4.35425000002</c:v>
                </c:pt>
                <c:pt idx="1015">
                  <c:v>4.35450000002</c:v>
                </c:pt>
                <c:pt idx="1016">
                  <c:v>4.35900000002</c:v>
                </c:pt>
                <c:pt idx="1017">
                  <c:v>4.35925000002</c:v>
                </c:pt>
                <c:pt idx="1018">
                  <c:v>4.36375000002</c:v>
                </c:pt>
                <c:pt idx="1019">
                  <c:v>4.36400000002</c:v>
                </c:pt>
                <c:pt idx="1020">
                  <c:v>4.36850000002</c:v>
                </c:pt>
                <c:pt idx="1021">
                  <c:v>4.36875000002</c:v>
                </c:pt>
                <c:pt idx="1022">
                  <c:v>4.37325000002</c:v>
                </c:pt>
                <c:pt idx="1023">
                  <c:v>4.37350000002</c:v>
                </c:pt>
                <c:pt idx="1024">
                  <c:v>4.37800000002</c:v>
                </c:pt>
                <c:pt idx="1025">
                  <c:v>4.37825000002</c:v>
                </c:pt>
                <c:pt idx="1026">
                  <c:v>4.38275000002</c:v>
                </c:pt>
                <c:pt idx="1027">
                  <c:v>4.38300000002</c:v>
                </c:pt>
                <c:pt idx="1028">
                  <c:v>4.38750000002</c:v>
                </c:pt>
                <c:pt idx="1029">
                  <c:v>4.38775000002</c:v>
                </c:pt>
                <c:pt idx="1030">
                  <c:v>4.39225000002</c:v>
                </c:pt>
                <c:pt idx="1031">
                  <c:v>4.39250000002</c:v>
                </c:pt>
                <c:pt idx="1032">
                  <c:v>4.39700000002</c:v>
                </c:pt>
                <c:pt idx="1033">
                  <c:v>4.39725000002</c:v>
                </c:pt>
                <c:pt idx="1034">
                  <c:v>4.40175000002</c:v>
                </c:pt>
                <c:pt idx="1035">
                  <c:v>4.40200000002</c:v>
                </c:pt>
                <c:pt idx="1036">
                  <c:v>4.40650000002</c:v>
                </c:pt>
                <c:pt idx="1037">
                  <c:v>4.40675000002</c:v>
                </c:pt>
                <c:pt idx="1038">
                  <c:v>4.41125000002</c:v>
                </c:pt>
                <c:pt idx="1039">
                  <c:v>4.41150000002</c:v>
                </c:pt>
                <c:pt idx="1040">
                  <c:v>4.41600000002</c:v>
                </c:pt>
                <c:pt idx="1041">
                  <c:v>4.41625000002</c:v>
                </c:pt>
                <c:pt idx="1042">
                  <c:v>4.42075000002</c:v>
                </c:pt>
                <c:pt idx="1043">
                  <c:v>4.42100000002</c:v>
                </c:pt>
                <c:pt idx="1044">
                  <c:v>4.42550000002</c:v>
                </c:pt>
                <c:pt idx="1045">
                  <c:v>4.42575000002</c:v>
                </c:pt>
                <c:pt idx="1046">
                  <c:v>4.43025000002</c:v>
                </c:pt>
                <c:pt idx="1047">
                  <c:v>4.43050000002</c:v>
                </c:pt>
                <c:pt idx="1048">
                  <c:v>4.43500000002</c:v>
                </c:pt>
                <c:pt idx="1049">
                  <c:v>4.43525000002</c:v>
                </c:pt>
                <c:pt idx="1050">
                  <c:v>4.43975000002</c:v>
                </c:pt>
                <c:pt idx="1051">
                  <c:v>4.44000000002</c:v>
                </c:pt>
                <c:pt idx="1052">
                  <c:v>4.44450000002</c:v>
                </c:pt>
                <c:pt idx="1053">
                  <c:v>4.44475000002</c:v>
                </c:pt>
                <c:pt idx="1054">
                  <c:v>4.44925000002</c:v>
                </c:pt>
                <c:pt idx="1055">
                  <c:v>4.44950000002</c:v>
                </c:pt>
                <c:pt idx="1056">
                  <c:v>4.45400000002</c:v>
                </c:pt>
                <c:pt idx="1057">
                  <c:v>4.45425000002</c:v>
                </c:pt>
                <c:pt idx="1058">
                  <c:v>4.45875000002</c:v>
                </c:pt>
                <c:pt idx="1059">
                  <c:v>4.45900000002</c:v>
                </c:pt>
                <c:pt idx="1060">
                  <c:v>4.46350000002</c:v>
                </c:pt>
                <c:pt idx="1061">
                  <c:v>4.46375000002</c:v>
                </c:pt>
                <c:pt idx="1062">
                  <c:v>4.46825000002</c:v>
                </c:pt>
                <c:pt idx="1063">
                  <c:v>4.46850000002</c:v>
                </c:pt>
                <c:pt idx="1064">
                  <c:v>4.47125000002</c:v>
                </c:pt>
                <c:pt idx="1065">
                  <c:v>4.47250000002</c:v>
                </c:pt>
                <c:pt idx="1066">
                  <c:v>4.47300000002</c:v>
                </c:pt>
                <c:pt idx="1067">
                  <c:v>4.47325000002</c:v>
                </c:pt>
                <c:pt idx="1068">
                  <c:v>4.47775000002</c:v>
                </c:pt>
                <c:pt idx="1069">
                  <c:v>4.47800000002</c:v>
                </c:pt>
                <c:pt idx="1070">
                  <c:v>4.48250000002</c:v>
                </c:pt>
                <c:pt idx="1071">
                  <c:v>4.48275000002</c:v>
                </c:pt>
                <c:pt idx="1072">
                  <c:v>4.48725000002</c:v>
                </c:pt>
                <c:pt idx="1073">
                  <c:v>4.48750000002</c:v>
                </c:pt>
                <c:pt idx="1074">
                  <c:v>4.49200000002</c:v>
                </c:pt>
                <c:pt idx="1075">
                  <c:v>4.49225000002</c:v>
                </c:pt>
                <c:pt idx="1076">
                  <c:v>4.49675000002</c:v>
                </c:pt>
                <c:pt idx="1077">
                  <c:v>4.49700000002</c:v>
                </c:pt>
                <c:pt idx="1078">
                  <c:v>4.50150000002</c:v>
                </c:pt>
                <c:pt idx="1079">
                  <c:v>4.50175000002</c:v>
                </c:pt>
                <c:pt idx="1080">
                  <c:v>4.50625000002</c:v>
                </c:pt>
                <c:pt idx="1081">
                  <c:v>4.50650000002</c:v>
                </c:pt>
                <c:pt idx="1082">
                  <c:v>4.51100000002</c:v>
                </c:pt>
                <c:pt idx="1083">
                  <c:v>4.51125000002</c:v>
                </c:pt>
                <c:pt idx="1084">
                  <c:v>4.51575000002</c:v>
                </c:pt>
                <c:pt idx="1085">
                  <c:v>4.51600000002</c:v>
                </c:pt>
                <c:pt idx="1086">
                  <c:v>4.52050000002</c:v>
                </c:pt>
                <c:pt idx="1087">
                  <c:v>4.52075000002</c:v>
                </c:pt>
                <c:pt idx="1088">
                  <c:v>4.52525000002</c:v>
                </c:pt>
                <c:pt idx="1089">
                  <c:v>4.52550000002</c:v>
                </c:pt>
                <c:pt idx="1090">
                  <c:v>4.53000000002</c:v>
                </c:pt>
                <c:pt idx="1091">
                  <c:v>4.53025000002</c:v>
                </c:pt>
                <c:pt idx="1092">
                  <c:v>4.53475000002</c:v>
                </c:pt>
                <c:pt idx="1093">
                  <c:v>4.53500000002</c:v>
                </c:pt>
                <c:pt idx="1094">
                  <c:v>4.53950000002</c:v>
                </c:pt>
                <c:pt idx="1095">
                  <c:v>4.53975000002</c:v>
                </c:pt>
                <c:pt idx="1096">
                  <c:v>4.54425000002</c:v>
                </c:pt>
                <c:pt idx="1097">
                  <c:v>4.54450000002</c:v>
                </c:pt>
                <c:pt idx="1098">
                  <c:v>4.54900000002</c:v>
                </c:pt>
                <c:pt idx="1099">
                  <c:v>4.54925000002</c:v>
                </c:pt>
                <c:pt idx="1100">
                  <c:v>4.55375000002</c:v>
                </c:pt>
                <c:pt idx="1101">
                  <c:v>4.55400000002</c:v>
                </c:pt>
                <c:pt idx="1102">
                  <c:v>4.55850000002</c:v>
                </c:pt>
                <c:pt idx="1103">
                  <c:v>4.55875000002</c:v>
                </c:pt>
                <c:pt idx="1104">
                  <c:v>4.56325000002</c:v>
                </c:pt>
                <c:pt idx="1105">
                  <c:v>4.56350000002</c:v>
                </c:pt>
                <c:pt idx="1106">
                  <c:v>4.56800000002</c:v>
                </c:pt>
                <c:pt idx="1107">
                  <c:v>4.56825000002</c:v>
                </c:pt>
                <c:pt idx="1108">
                  <c:v>4.57275000002</c:v>
                </c:pt>
                <c:pt idx="1109">
                  <c:v>4.57300000002</c:v>
                </c:pt>
                <c:pt idx="1110">
                  <c:v>4.57750000002</c:v>
                </c:pt>
                <c:pt idx="1111">
                  <c:v>4.57775000002</c:v>
                </c:pt>
                <c:pt idx="1112">
                  <c:v>4.58225000002</c:v>
                </c:pt>
                <c:pt idx="1113">
                  <c:v>4.58250000002</c:v>
                </c:pt>
                <c:pt idx="1114">
                  <c:v>4.58700000002</c:v>
                </c:pt>
                <c:pt idx="1115">
                  <c:v>4.58725000002</c:v>
                </c:pt>
                <c:pt idx="1116">
                  <c:v>4.59175000002</c:v>
                </c:pt>
                <c:pt idx="1117">
                  <c:v>4.59200000002</c:v>
                </c:pt>
                <c:pt idx="1118">
                  <c:v>4.59650000002</c:v>
                </c:pt>
                <c:pt idx="1119">
                  <c:v>4.59675000002</c:v>
                </c:pt>
                <c:pt idx="1120">
                  <c:v>4.60125000002</c:v>
                </c:pt>
                <c:pt idx="1121">
                  <c:v>4.60150000002</c:v>
                </c:pt>
                <c:pt idx="1122">
                  <c:v>4.60600000002</c:v>
                </c:pt>
                <c:pt idx="1123">
                  <c:v>4.60625000002</c:v>
                </c:pt>
                <c:pt idx="1124">
                  <c:v>4.61075000002</c:v>
                </c:pt>
                <c:pt idx="1125">
                  <c:v>4.61100000002</c:v>
                </c:pt>
                <c:pt idx="1126">
                  <c:v>4.61550000002</c:v>
                </c:pt>
                <c:pt idx="1127">
                  <c:v>4.61575000002</c:v>
                </c:pt>
                <c:pt idx="1128">
                  <c:v>4.62025000002</c:v>
                </c:pt>
                <c:pt idx="1129">
                  <c:v>4.62050000002</c:v>
                </c:pt>
                <c:pt idx="1130">
                  <c:v>4.62500000002</c:v>
                </c:pt>
                <c:pt idx="1131">
                  <c:v>4.62525000002</c:v>
                </c:pt>
                <c:pt idx="1132">
                  <c:v>4.62975000002</c:v>
                </c:pt>
                <c:pt idx="1133">
                  <c:v>4.63000000002</c:v>
                </c:pt>
                <c:pt idx="1134">
                  <c:v>4.63450000002</c:v>
                </c:pt>
                <c:pt idx="1135">
                  <c:v>4.63475000002</c:v>
                </c:pt>
                <c:pt idx="1136">
                  <c:v>4.63925000002</c:v>
                </c:pt>
                <c:pt idx="1137">
                  <c:v>4.63950000002</c:v>
                </c:pt>
                <c:pt idx="1138">
                  <c:v>4.64400000002</c:v>
                </c:pt>
                <c:pt idx="1139">
                  <c:v>4.64425000002</c:v>
                </c:pt>
                <c:pt idx="1140">
                  <c:v>4.64875000002</c:v>
                </c:pt>
                <c:pt idx="1141">
                  <c:v>4.64900000002</c:v>
                </c:pt>
                <c:pt idx="1142">
                  <c:v>4.65350000002</c:v>
                </c:pt>
                <c:pt idx="1143">
                  <c:v>4.65375000002</c:v>
                </c:pt>
                <c:pt idx="1144">
                  <c:v>4.65825000002</c:v>
                </c:pt>
                <c:pt idx="1145">
                  <c:v>4.65850000002</c:v>
                </c:pt>
                <c:pt idx="1146">
                  <c:v>4.66300000002</c:v>
                </c:pt>
                <c:pt idx="1147">
                  <c:v>4.66325000002</c:v>
                </c:pt>
                <c:pt idx="1148">
                  <c:v>4.66775000002</c:v>
                </c:pt>
                <c:pt idx="1149">
                  <c:v>4.66800000002</c:v>
                </c:pt>
                <c:pt idx="1150">
                  <c:v>4.67250000002</c:v>
                </c:pt>
                <c:pt idx="1151">
                  <c:v>4.67275000002</c:v>
                </c:pt>
                <c:pt idx="1152">
                  <c:v>4.67725000002</c:v>
                </c:pt>
                <c:pt idx="1153">
                  <c:v>4.67750000002</c:v>
                </c:pt>
                <c:pt idx="1154">
                  <c:v>4.68200000002</c:v>
                </c:pt>
                <c:pt idx="1155">
                  <c:v>4.68225000002</c:v>
                </c:pt>
                <c:pt idx="1156">
                  <c:v>4.68675000002</c:v>
                </c:pt>
                <c:pt idx="1157">
                  <c:v>4.68700000002</c:v>
                </c:pt>
                <c:pt idx="1158">
                  <c:v>4.69050000002</c:v>
                </c:pt>
                <c:pt idx="1159">
                  <c:v>4.69150000002</c:v>
                </c:pt>
                <c:pt idx="1160">
                  <c:v>4.69175000002</c:v>
                </c:pt>
                <c:pt idx="1161">
                  <c:v>4.69625000002</c:v>
                </c:pt>
                <c:pt idx="1162">
                  <c:v>4.69650000002</c:v>
                </c:pt>
                <c:pt idx="1163">
                  <c:v>4.70100000002</c:v>
                </c:pt>
                <c:pt idx="1164">
                  <c:v>4.70125000002</c:v>
                </c:pt>
                <c:pt idx="1165">
                  <c:v>4.70575000002</c:v>
                </c:pt>
                <c:pt idx="1166">
                  <c:v>4.70600000002</c:v>
                </c:pt>
                <c:pt idx="1167">
                  <c:v>4.71050000002</c:v>
                </c:pt>
                <c:pt idx="1168">
                  <c:v>4.71075000002</c:v>
                </c:pt>
                <c:pt idx="1169">
                  <c:v>4.71525000002</c:v>
                </c:pt>
                <c:pt idx="1170">
                  <c:v>4.71550000002</c:v>
                </c:pt>
                <c:pt idx="1171">
                  <c:v>4.72000000002</c:v>
                </c:pt>
                <c:pt idx="1172">
                  <c:v>4.72025000002</c:v>
                </c:pt>
                <c:pt idx="1173">
                  <c:v>4.72475000002</c:v>
                </c:pt>
                <c:pt idx="1174">
                  <c:v>4.72500000002</c:v>
                </c:pt>
                <c:pt idx="1175">
                  <c:v>4.72950000002</c:v>
                </c:pt>
                <c:pt idx="1176">
                  <c:v>4.72975000002</c:v>
                </c:pt>
                <c:pt idx="1177">
                  <c:v>4.73425000002</c:v>
                </c:pt>
                <c:pt idx="1178">
                  <c:v>4.73450000002</c:v>
                </c:pt>
                <c:pt idx="1179">
                  <c:v>4.73900000002</c:v>
                </c:pt>
                <c:pt idx="1180">
                  <c:v>4.73925000002</c:v>
                </c:pt>
                <c:pt idx="1181">
                  <c:v>4.74375000002</c:v>
                </c:pt>
                <c:pt idx="1182">
                  <c:v>4.74400000002</c:v>
                </c:pt>
                <c:pt idx="1183">
                  <c:v>4.74850000002</c:v>
                </c:pt>
                <c:pt idx="1184">
                  <c:v>4.74875000002</c:v>
                </c:pt>
                <c:pt idx="1185">
                  <c:v>4.75325000002</c:v>
                </c:pt>
                <c:pt idx="1186">
                  <c:v>4.75350000002</c:v>
                </c:pt>
                <c:pt idx="1187">
                  <c:v>4.75800000002</c:v>
                </c:pt>
                <c:pt idx="1188">
                  <c:v>4.75825000002</c:v>
                </c:pt>
                <c:pt idx="1189">
                  <c:v>4.76275000002</c:v>
                </c:pt>
                <c:pt idx="1190">
                  <c:v>4.76300000002</c:v>
                </c:pt>
                <c:pt idx="1191">
                  <c:v>4.76750000002</c:v>
                </c:pt>
                <c:pt idx="1192">
                  <c:v>4.76775000002</c:v>
                </c:pt>
                <c:pt idx="1193">
                  <c:v>4.77225000002</c:v>
                </c:pt>
                <c:pt idx="1194">
                  <c:v>4.77250000002</c:v>
                </c:pt>
                <c:pt idx="1195">
                  <c:v>4.77700000002</c:v>
                </c:pt>
                <c:pt idx="1196">
                  <c:v>4.77725000002</c:v>
                </c:pt>
                <c:pt idx="1197">
                  <c:v>4.78175000002</c:v>
                </c:pt>
                <c:pt idx="1198">
                  <c:v>4.78200000002</c:v>
                </c:pt>
                <c:pt idx="1199">
                  <c:v>4.78650000002</c:v>
                </c:pt>
                <c:pt idx="1200">
                  <c:v>4.78675000002</c:v>
                </c:pt>
                <c:pt idx="1201">
                  <c:v>4.79125000002</c:v>
                </c:pt>
                <c:pt idx="1202">
                  <c:v>4.79150000002</c:v>
                </c:pt>
                <c:pt idx="1203">
                  <c:v>4.79600000002</c:v>
                </c:pt>
                <c:pt idx="1204">
                  <c:v>4.79625000002</c:v>
                </c:pt>
                <c:pt idx="1205">
                  <c:v>4.80075000002</c:v>
                </c:pt>
                <c:pt idx="1206">
                  <c:v>4.80100000002</c:v>
                </c:pt>
                <c:pt idx="1207">
                  <c:v>4.80550000002</c:v>
                </c:pt>
                <c:pt idx="1208">
                  <c:v>4.80575000002</c:v>
                </c:pt>
                <c:pt idx="1209">
                  <c:v>4.81025000002</c:v>
                </c:pt>
                <c:pt idx="1210">
                  <c:v>4.81050000002</c:v>
                </c:pt>
                <c:pt idx="1211">
                  <c:v>4.81500000002</c:v>
                </c:pt>
                <c:pt idx="1212">
                  <c:v>4.81525000002</c:v>
                </c:pt>
                <c:pt idx="1213">
                  <c:v>4.81975000002</c:v>
                </c:pt>
                <c:pt idx="1214">
                  <c:v>4.82000000002</c:v>
                </c:pt>
                <c:pt idx="1215">
                  <c:v>4.82450000002</c:v>
                </c:pt>
                <c:pt idx="1216">
                  <c:v>4.82475000002</c:v>
                </c:pt>
                <c:pt idx="1217">
                  <c:v>4.82925000002</c:v>
                </c:pt>
                <c:pt idx="1218">
                  <c:v>4.82950000002</c:v>
                </c:pt>
                <c:pt idx="1219">
                  <c:v>4.83400000002</c:v>
                </c:pt>
                <c:pt idx="1220">
                  <c:v>4.83425000002</c:v>
                </c:pt>
                <c:pt idx="1221">
                  <c:v>4.83875000002</c:v>
                </c:pt>
                <c:pt idx="1222">
                  <c:v>4.83900000002</c:v>
                </c:pt>
                <c:pt idx="1223">
                  <c:v>4.84350000002</c:v>
                </c:pt>
                <c:pt idx="1224">
                  <c:v>4.84375000002</c:v>
                </c:pt>
                <c:pt idx="1225">
                  <c:v>4.84825000002</c:v>
                </c:pt>
                <c:pt idx="1226">
                  <c:v>4.84850000002</c:v>
                </c:pt>
                <c:pt idx="1227">
                  <c:v>4.85300000002</c:v>
                </c:pt>
                <c:pt idx="1228">
                  <c:v>4.85325000002</c:v>
                </c:pt>
                <c:pt idx="1229">
                  <c:v>4.85775000002</c:v>
                </c:pt>
                <c:pt idx="1230">
                  <c:v>4.85800000002</c:v>
                </c:pt>
                <c:pt idx="1231">
                  <c:v>4.86250000002</c:v>
                </c:pt>
                <c:pt idx="1232">
                  <c:v>4.86275000002</c:v>
                </c:pt>
                <c:pt idx="1233">
                  <c:v>4.86725000002</c:v>
                </c:pt>
                <c:pt idx="1234">
                  <c:v>4.86750000002</c:v>
                </c:pt>
                <c:pt idx="1235">
                  <c:v>4.87200000002</c:v>
                </c:pt>
                <c:pt idx="1236">
                  <c:v>4.87225000002</c:v>
                </c:pt>
                <c:pt idx="1237">
                  <c:v>4.87675000002</c:v>
                </c:pt>
                <c:pt idx="1238">
                  <c:v>4.87700000002</c:v>
                </c:pt>
                <c:pt idx="1239">
                  <c:v>4.88150000002</c:v>
                </c:pt>
                <c:pt idx="1240">
                  <c:v>4.88175000002</c:v>
                </c:pt>
                <c:pt idx="1241">
                  <c:v>4.88625000002</c:v>
                </c:pt>
                <c:pt idx="1242">
                  <c:v>4.88650000002</c:v>
                </c:pt>
                <c:pt idx="1243">
                  <c:v>4.89100000002</c:v>
                </c:pt>
                <c:pt idx="1244">
                  <c:v>4.89125000002</c:v>
                </c:pt>
                <c:pt idx="1245">
                  <c:v>4.89575000002</c:v>
                </c:pt>
                <c:pt idx="1246">
                  <c:v>4.89600000002</c:v>
                </c:pt>
                <c:pt idx="1247">
                  <c:v>4.90050000002</c:v>
                </c:pt>
                <c:pt idx="1248">
                  <c:v>4.90075000002</c:v>
                </c:pt>
                <c:pt idx="1249">
                  <c:v>4.90525000002</c:v>
                </c:pt>
                <c:pt idx="1250">
                  <c:v>4.90550000002</c:v>
                </c:pt>
                <c:pt idx="1251">
                  <c:v>4.91000000002</c:v>
                </c:pt>
                <c:pt idx="1252">
                  <c:v>4.91025000002</c:v>
                </c:pt>
                <c:pt idx="1253">
                  <c:v>4.91225000002</c:v>
                </c:pt>
                <c:pt idx="1254">
                  <c:v>4.91350000002</c:v>
                </c:pt>
                <c:pt idx="1255">
                  <c:v>4.91475000002</c:v>
                </c:pt>
                <c:pt idx="1256">
                  <c:v>4.91500000002</c:v>
                </c:pt>
                <c:pt idx="1257">
                  <c:v>4.91950000002</c:v>
                </c:pt>
                <c:pt idx="1258">
                  <c:v>4.91975000002</c:v>
                </c:pt>
                <c:pt idx="1259">
                  <c:v>4.92425000002</c:v>
                </c:pt>
                <c:pt idx="1260">
                  <c:v>4.92450000002</c:v>
                </c:pt>
                <c:pt idx="1261">
                  <c:v>4.92900000002</c:v>
                </c:pt>
                <c:pt idx="1262">
                  <c:v>4.92925000002</c:v>
                </c:pt>
                <c:pt idx="1263">
                  <c:v>4.93375000002</c:v>
                </c:pt>
                <c:pt idx="1264">
                  <c:v>4.93400000002</c:v>
                </c:pt>
                <c:pt idx="1265">
                  <c:v>4.93850000002</c:v>
                </c:pt>
                <c:pt idx="1266">
                  <c:v>4.93875000002</c:v>
                </c:pt>
                <c:pt idx="1267">
                  <c:v>4.94325000002</c:v>
                </c:pt>
                <c:pt idx="1268">
                  <c:v>4.94350000002</c:v>
                </c:pt>
                <c:pt idx="1269">
                  <c:v>4.94800000002</c:v>
                </c:pt>
                <c:pt idx="1270">
                  <c:v>4.94825000002</c:v>
                </c:pt>
                <c:pt idx="1271">
                  <c:v>4.95275000002</c:v>
                </c:pt>
                <c:pt idx="1272">
                  <c:v>4.95300000002</c:v>
                </c:pt>
                <c:pt idx="1273">
                  <c:v>4.95750000002</c:v>
                </c:pt>
                <c:pt idx="1274">
                  <c:v>4.95775000002</c:v>
                </c:pt>
                <c:pt idx="1275">
                  <c:v>4.96225000002</c:v>
                </c:pt>
                <c:pt idx="1276">
                  <c:v>4.96250000002</c:v>
                </c:pt>
                <c:pt idx="1277">
                  <c:v>4.96700000002</c:v>
                </c:pt>
                <c:pt idx="1278">
                  <c:v>4.96725000002</c:v>
                </c:pt>
                <c:pt idx="1279">
                  <c:v>4.97175000002</c:v>
                </c:pt>
                <c:pt idx="1280">
                  <c:v>4.97200000002</c:v>
                </c:pt>
                <c:pt idx="1281">
                  <c:v>4.97650000002</c:v>
                </c:pt>
                <c:pt idx="1282">
                  <c:v>4.97675000002</c:v>
                </c:pt>
                <c:pt idx="1283">
                  <c:v>4.98125000002</c:v>
                </c:pt>
                <c:pt idx="1284">
                  <c:v>4.98150000002</c:v>
                </c:pt>
                <c:pt idx="1285">
                  <c:v>4.98600000002</c:v>
                </c:pt>
                <c:pt idx="1286">
                  <c:v>4.98625000002</c:v>
                </c:pt>
                <c:pt idx="1287">
                  <c:v>4.99075000002</c:v>
                </c:pt>
                <c:pt idx="1288">
                  <c:v>4.99100000002</c:v>
                </c:pt>
                <c:pt idx="1289">
                  <c:v>4.99550000002</c:v>
                </c:pt>
                <c:pt idx="1290">
                  <c:v>4.99575000002</c:v>
                </c:pt>
                <c:pt idx="1291">
                  <c:v>5.00025000002</c:v>
                </c:pt>
                <c:pt idx="1292">
                  <c:v>5.00050000002</c:v>
                </c:pt>
                <c:pt idx="1293">
                  <c:v>5.00500000002</c:v>
                </c:pt>
                <c:pt idx="1294">
                  <c:v>5.00525000002</c:v>
                </c:pt>
                <c:pt idx="1295">
                  <c:v>5.00975000002</c:v>
                </c:pt>
                <c:pt idx="1296">
                  <c:v>5.01000000002</c:v>
                </c:pt>
                <c:pt idx="1297">
                  <c:v>5.01450000002</c:v>
                </c:pt>
                <c:pt idx="1298">
                  <c:v>5.01475000002</c:v>
                </c:pt>
                <c:pt idx="1299">
                  <c:v>5.01925000002</c:v>
                </c:pt>
                <c:pt idx="1300">
                  <c:v>5.01950000002</c:v>
                </c:pt>
                <c:pt idx="1301">
                  <c:v>5.02400000002</c:v>
                </c:pt>
                <c:pt idx="1302">
                  <c:v>5.02425000002</c:v>
                </c:pt>
                <c:pt idx="1303">
                  <c:v>5.02875000002</c:v>
                </c:pt>
                <c:pt idx="1304">
                  <c:v>5.02900000002</c:v>
                </c:pt>
                <c:pt idx="1305">
                  <c:v>5.03350000002</c:v>
                </c:pt>
                <c:pt idx="1306">
                  <c:v>5.03375000002</c:v>
                </c:pt>
                <c:pt idx="1307">
                  <c:v>5.03825000002</c:v>
                </c:pt>
                <c:pt idx="1308">
                  <c:v>5.03850000002</c:v>
                </c:pt>
                <c:pt idx="1309">
                  <c:v>5.04300000002</c:v>
                </c:pt>
                <c:pt idx="1310">
                  <c:v>5.04325000002</c:v>
                </c:pt>
                <c:pt idx="1311">
                  <c:v>5.04775000002</c:v>
                </c:pt>
                <c:pt idx="1312">
                  <c:v>5.04800000002</c:v>
                </c:pt>
                <c:pt idx="1313">
                  <c:v>5.05250000002</c:v>
                </c:pt>
                <c:pt idx="1314">
                  <c:v>5.05275000002</c:v>
                </c:pt>
                <c:pt idx="1315">
                  <c:v>5.05725000002</c:v>
                </c:pt>
                <c:pt idx="1316">
                  <c:v>5.05750000002</c:v>
                </c:pt>
                <c:pt idx="1317">
                  <c:v>5.06200000002</c:v>
                </c:pt>
                <c:pt idx="1318">
                  <c:v>5.06225000002</c:v>
                </c:pt>
                <c:pt idx="1319">
                  <c:v>5.06675000002</c:v>
                </c:pt>
                <c:pt idx="1320">
                  <c:v>5.06700000002</c:v>
                </c:pt>
                <c:pt idx="1321">
                  <c:v>5.07150000002</c:v>
                </c:pt>
                <c:pt idx="1322">
                  <c:v>5.07175000002</c:v>
                </c:pt>
                <c:pt idx="1323">
                  <c:v>5.07625000002</c:v>
                </c:pt>
                <c:pt idx="1324">
                  <c:v>5.07650000002</c:v>
                </c:pt>
                <c:pt idx="1325">
                  <c:v>5.08100000002</c:v>
                </c:pt>
                <c:pt idx="1326">
                  <c:v>5.08125000002</c:v>
                </c:pt>
                <c:pt idx="1327">
                  <c:v>5.08575000002</c:v>
                </c:pt>
                <c:pt idx="1328">
                  <c:v>5.08600000002</c:v>
                </c:pt>
                <c:pt idx="1329">
                  <c:v>5.09050000002</c:v>
                </c:pt>
                <c:pt idx="1330">
                  <c:v>5.09075000002</c:v>
                </c:pt>
                <c:pt idx="1331">
                  <c:v>5.09525000002</c:v>
                </c:pt>
                <c:pt idx="1332">
                  <c:v>5.09550000002</c:v>
                </c:pt>
                <c:pt idx="1333">
                  <c:v>5.10000000002</c:v>
                </c:pt>
                <c:pt idx="1334">
                  <c:v>5.10025000002</c:v>
                </c:pt>
                <c:pt idx="1335">
                  <c:v>5.10475000002</c:v>
                </c:pt>
                <c:pt idx="1336">
                  <c:v>5.10500000002</c:v>
                </c:pt>
                <c:pt idx="1337">
                  <c:v>5.10950000002</c:v>
                </c:pt>
                <c:pt idx="1338">
                  <c:v>5.10975000002</c:v>
                </c:pt>
                <c:pt idx="1339">
                  <c:v>5.11425000002</c:v>
                </c:pt>
                <c:pt idx="1340">
                  <c:v>5.11450000002</c:v>
                </c:pt>
                <c:pt idx="1341">
                  <c:v>5.11900000002</c:v>
                </c:pt>
                <c:pt idx="1342">
                  <c:v>5.11925000002</c:v>
                </c:pt>
                <c:pt idx="1343">
                  <c:v>5.12375000002</c:v>
                </c:pt>
                <c:pt idx="1344">
                  <c:v>5.12400000002</c:v>
                </c:pt>
                <c:pt idx="1345">
                  <c:v>5.12850000002</c:v>
                </c:pt>
                <c:pt idx="1346">
                  <c:v>5.12875000002</c:v>
                </c:pt>
                <c:pt idx="1347">
                  <c:v>5.13150000002</c:v>
                </c:pt>
                <c:pt idx="1348">
                  <c:v>5.13275000002</c:v>
                </c:pt>
                <c:pt idx="1349">
                  <c:v>5.13325000002</c:v>
                </c:pt>
                <c:pt idx="1350">
                  <c:v>5.13350000002</c:v>
                </c:pt>
                <c:pt idx="1351">
                  <c:v>5.13800000002</c:v>
                </c:pt>
                <c:pt idx="1352">
                  <c:v>5.13825000002</c:v>
                </c:pt>
                <c:pt idx="1353">
                  <c:v>5.14275000002</c:v>
                </c:pt>
                <c:pt idx="1354">
                  <c:v>5.14300000002</c:v>
                </c:pt>
                <c:pt idx="1355">
                  <c:v>5.14750000002</c:v>
                </c:pt>
                <c:pt idx="1356">
                  <c:v>5.14775000002</c:v>
                </c:pt>
                <c:pt idx="1357">
                  <c:v>5.15225000002</c:v>
                </c:pt>
                <c:pt idx="1358">
                  <c:v>5.15250000002</c:v>
                </c:pt>
                <c:pt idx="1359">
                  <c:v>5.15700000002</c:v>
                </c:pt>
                <c:pt idx="1360">
                  <c:v>5.15725000002</c:v>
                </c:pt>
                <c:pt idx="1361">
                  <c:v>5.16175000002</c:v>
                </c:pt>
                <c:pt idx="1362">
                  <c:v>5.16200000002</c:v>
                </c:pt>
                <c:pt idx="1363">
                  <c:v>5.16650000002</c:v>
                </c:pt>
                <c:pt idx="1364">
                  <c:v>5.16675000002</c:v>
                </c:pt>
                <c:pt idx="1365">
                  <c:v>5.17125000002</c:v>
                </c:pt>
                <c:pt idx="1366">
                  <c:v>5.17150000002</c:v>
                </c:pt>
                <c:pt idx="1367">
                  <c:v>5.17600000002</c:v>
                </c:pt>
                <c:pt idx="1368">
                  <c:v>5.17625000002</c:v>
                </c:pt>
                <c:pt idx="1369">
                  <c:v>5.18075000002</c:v>
                </c:pt>
                <c:pt idx="1370">
                  <c:v>5.18100000002</c:v>
                </c:pt>
                <c:pt idx="1371">
                  <c:v>5.18550000002</c:v>
                </c:pt>
                <c:pt idx="1372">
                  <c:v>5.18575000002</c:v>
                </c:pt>
                <c:pt idx="1373">
                  <c:v>5.19025000002</c:v>
                </c:pt>
                <c:pt idx="1374">
                  <c:v>5.19050000002</c:v>
                </c:pt>
                <c:pt idx="1375">
                  <c:v>5.19500000002</c:v>
                </c:pt>
                <c:pt idx="1376">
                  <c:v>5.19525000002</c:v>
                </c:pt>
                <c:pt idx="1377">
                  <c:v>5.19975000002</c:v>
                </c:pt>
                <c:pt idx="1378">
                  <c:v>5.20000000002</c:v>
                </c:pt>
                <c:pt idx="1379">
                  <c:v>5.20450000002</c:v>
                </c:pt>
                <c:pt idx="1380">
                  <c:v>5.20475000002</c:v>
                </c:pt>
                <c:pt idx="1381">
                  <c:v>5.20925000002</c:v>
                </c:pt>
                <c:pt idx="1382">
                  <c:v>5.20950000002</c:v>
                </c:pt>
                <c:pt idx="1383">
                  <c:v>5.21400000002</c:v>
                </c:pt>
                <c:pt idx="1384">
                  <c:v>5.21425000002</c:v>
                </c:pt>
                <c:pt idx="1385">
                  <c:v>5.21875000002</c:v>
                </c:pt>
                <c:pt idx="1386">
                  <c:v>5.21900000002</c:v>
                </c:pt>
                <c:pt idx="1387">
                  <c:v>5.22350000002</c:v>
                </c:pt>
                <c:pt idx="1388">
                  <c:v>5.22375000002</c:v>
                </c:pt>
                <c:pt idx="1389">
                  <c:v>5.22825000002</c:v>
                </c:pt>
                <c:pt idx="1390">
                  <c:v>5.22850000002</c:v>
                </c:pt>
                <c:pt idx="1391">
                  <c:v>5.23300000002</c:v>
                </c:pt>
                <c:pt idx="1392">
                  <c:v>5.23325000002</c:v>
                </c:pt>
                <c:pt idx="1393">
                  <c:v>5.23775000003</c:v>
                </c:pt>
                <c:pt idx="1394">
                  <c:v>5.23800000003</c:v>
                </c:pt>
                <c:pt idx="1395">
                  <c:v>5.24250000003</c:v>
                </c:pt>
                <c:pt idx="1396">
                  <c:v>5.24275000003</c:v>
                </c:pt>
                <c:pt idx="1397">
                  <c:v>5.24725000003</c:v>
                </c:pt>
                <c:pt idx="1398">
                  <c:v>5.24750000003</c:v>
                </c:pt>
                <c:pt idx="1399">
                  <c:v>5.25200000003</c:v>
                </c:pt>
                <c:pt idx="1400">
                  <c:v>5.25225000003</c:v>
                </c:pt>
                <c:pt idx="1401">
                  <c:v>5.25675000003</c:v>
                </c:pt>
                <c:pt idx="1402">
                  <c:v>5.25700000003</c:v>
                </c:pt>
                <c:pt idx="1403">
                  <c:v>5.26150000003</c:v>
                </c:pt>
                <c:pt idx="1404">
                  <c:v>5.26175000003</c:v>
                </c:pt>
                <c:pt idx="1405">
                  <c:v>5.26625000003</c:v>
                </c:pt>
                <c:pt idx="1406">
                  <c:v>5.26650000003</c:v>
                </c:pt>
                <c:pt idx="1407">
                  <c:v>5.27100000003</c:v>
                </c:pt>
                <c:pt idx="1408">
                  <c:v>5.27125000003</c:v>
                </c:pt>
                <c:pt idx="1409">
                  <c:v>5.27575000003</c:v>
                </c:pt>
                <c:pt idx="1410">
                  <c:v>5.27600000003</c:v>
                </c:pt>
                <c:pt idx="1411">
                  <c:v>5.28050000003</c:v>
                </c:pt>
                <c:pt idx="1412">
                  <c:v>5.28075000003</c:v>
                </c:pt>
                <c:pt idx="1413">
                  <c:v>5.28525000003</c:v>
                </c:pt>
                <c:pt idx="1414">
                  <c:v>5.28550000003</c:v>
                </c:pt>
                <c:pt idx="1415">
                  <c:v>5.29000000003</c:v>
                </c:pt>
                <c:pt idx="1416">
                  <c:v>5.29025000003</c:v>
                </c:pt>
                <c:pt idx="1417">
                  <c:v>5.29475000003</c:v>
                </c:pt>
                <c:pt idx="1418">
                  <c:v>5.29500000003</c:v>
                </c:pt>
                <c:pt idx="1419">
                  <c:v>5.29950000003</c:v>
                </c:pt>
                <c:pt idx="1420">
                  <c:v>5.29975000003</c:v>
                </c:pt>
                <c:pt idx="1421">
                  <c:v>5.30425000003</c:v>
                </c:pt>
                <c:pt idx="1422">
                  <c:v>5.30450000003</c:v>
                </c:pt>
                <c:pt idx="1423">
                  <c:v>5.30900000003</c:v>
                </c:pt>
                <c:pt idx="1424">
                  <c:v>5.30925000003</c:v>
                </c:pt>
                <c:pt idx="1425">
                  <c:v>5.31375000003</c:v>
                </c:pt>
                <c:pt idx="1426">
                  <c:v>5.31400000003</c:v>
                </c:pt>
                <c:pt idx="1427">
                  <c:v>5.31850000003</c:v>
                </c:pt>
                <c:pt idx="1428">
                  <c:v>5.31875000003</c:v>
                </c:pt>
                <c:pt idx="1429">
                  <c:v>5.32325000003</c:v>
                </c:pt>
                <c:pt idx="1430">
                  <c:v>5.32350000003</c:v>
                </c:pt>
                <c:pt idx="1431">
                  <c:v>5.32800000003</c:v>
                </c:pt>
                <c:pt idx="1432">
                  <c:v>5.32825000003</c:v>
                </c:pt>
                <c:pt idx="1433">
                  <c:v>5.33275000003</c:v>
                </c:pt>
                <c:pt idx="1434">
                  <c:v>5.33300000003</c:v>
                </c:pt>
                <c:pt idx="1435">
                  <c:v>5.33750000003</c:v>
                </c:pt>
                <c:pt idx="1436">
                  <c:v>5.33775000003</c:v>
                </c:pt>
                <c:pt idx="1437">
                  <c:v>5.34225000003</c:v>
                </c:pt>
                <c:pt idx="1438">
                  <c:v>5.34250000003</c:v>
                </c:pt>
                <c:pt idx="1439">
                  <c:v>5.34700000003</c:v>
                </c:pt>
                <c:pt idx="1440">
                  <c:v>5.34725000003</c:v>
                </c:pt>
                <c:pt idx="1441">
                  <c:v>5.35175000003</c:v>
                </c:pt>
                <c:pt idx="1442">
                  <c:v>5.35200000003</c:v>
                </c:pt>
                <c:pt idx="1443">
                  <c:v>5.35325000003</c:v>
                </c:pt>
                <c:pt idx="1444">
                  <c:v>5.35450000003</c:v>
                </c:pt>
                <c:pt idx="1445">
                  <c:v>5.35650000003</c:v>
                </c:pt>
                <c:pt idx="1446">
                  <c:v>5.35675000003</c:v>
                </c:pt>
                <c:pt idx="1447">
                  <c:v>5.36125000003</c:v>
                </c:pt>
                <c:pt idx="1448">
                  <c:v>5.36150000003</c:v>
                </c:pt>
                <c:pt idx="1449">
                  <c:v>5.36600000003</c:v>
                </c:pt>
                <c:pt idx="1450">
                  <c:v>5.36625000003</c:v>
                </c:pt>
                <c:pt idx="1451">
                  <c:v>5.37075000003</c:v>
                </c:pt>
                <c:pt idx="1452">
                  <c:v>5.37100000003</c:v>
                </c:pt>
                <c:pt idx="1453">
                  <c:v>5.37550000003</c:v>
                </c:pt>
                <c:pt idx="1454">
                  <c:v>5.37575000003</c:v>
                </c:pt>
                <c:pt idx="1455">
                  <c:v>5.38025000003</c:v>
                </c:pt>
                <c:pt idx="1456">
                  <c:v>5.38050000003</c:v>
                </c:pt>
                <c:pt idx="1457">
                  <c:v>5.38500000003</c:v>
                </c:pt>
                <c:pt idx="1458">
                  <c:v>5.38525000003</c:v>
                </c:pt>
                <c:pt idx="1459">
                  <c:v>5.38975000003</c:v>
                </c:pt>
                <c:pt idx="1460">
                  <c:v>5.39000000003</c:v>
                </c:pt>
                <c:pt idx="1461">
                  <c:v>5.39450000003</c:v>
                </c:pt>
                <c:pt idx="1462">
                  <c:v>5.39475000003</c:v>
                </c:pt>
                <c:pt idx="1463">
                  <c:v>5.39925000003</c:v>
                </c:pt>
                <c:pt idx="1464">
                  <c:v>5.39950000003</c:v>
                </c:pt>
                <c:pt idx="1465">
                  <c:v>5.40400000003</c:v>
                </c:pt>
                <c:pt idx="1466">
                  <c:v>5.40425000003</c:v>
                </c:pt>
                <c:pt idx="1467">
                  <c:v>5.40875000003</c:v>
                </c:pt>
                <c:pt idx="1468">
                  <c:v>5.40900000003</c:v>
                </c:pt>
                <c:pt idx="1469">
                  <c:v>5.41350000003</c:v>
                </c:pt>
                <c:pt idx="1470">
                  <c:v>5.41375000003</c:v>
                </c:pt>
                <c:pt idx="1471">
                  <c:v>5.41825000003</c:v>
                </c:pt>
                <c:pt idx="1472">
                  <c:v>5.41850000003</c:v>
                </c:pt>
                <c:pt idx="1473">
                  <c:v>5.42300000003</c:v>
                </c:pt>
                <c:pt idx="1474">
                  <c:v>5.42325000003</c:v>
                </c:pt>
                <c:pt idx="1475">
                  <c:v>5.42775000003</c:v>
                </c:pt>
                <c:pt idx="1476">
                  <c:v>5.42800000003</c:v>
                </c:pt>
                <c:pt idx="1477">
                  <c:v>5.43250000003</c:v>
                </c:pt>
                <c:pt idx="1478">
                  <c:v>5.43275000003</c:v>
                </c:pt>
                <c:pt idx="1479">
                  <c:v>5.43725000003</c:v>
                </c:pt>
                <c:pt idx="1480">
                  <c:v>5.43750000003</c:v>
                </c:pt>
                <c:pt idx="1481">
                  <c:v>5.44200000003</c:v>
                </c:pt>
                <c:pt idx="1482">
                  <c:v>5.44225000003</c:v>
                </c:pt>
                <c:pt idx="1483">
                  <c:v>5.44675000003</c:v>
                </c:pt>
                <c:pt idx="1484">
                  <c:v>5.44700000003</c:v>
                </c:pt>
                <c:pt idx="1485">
                  <c:v>5.45150000003</c:v>
                </c:pt>
                <c:pt idx="1486">
                  <c:v>5.45175000003</c:v>
                </c:pt>
                <c:pt idx="1487">
                  <c:v>5.45625000003</c:v>
                </c:pt>
                <c:pt idx="1488">
                  <c:v>5.45650000003</c:v>
                </c:pt>
                <c:pt idx="1489">
                  <c:v>5.46100000003</c:v>
                </c:pt>
                <c:pt idx="1490">
                  <c:v>5.46125000003</c:v>
                </c:pt>
                <c:pt idx="1491">
                  <c:v>5.46575000003</c:v>
                </c:pt>
                <c:pt idx="1492">
                  <c:v>5.46600000003</c:v>
                </c:pt>
                <c:pt idx="1493">
                  <c:v>5.47050000003</c:v>
                </c:pt>
                <c:pt idx="1494">
                  <c:v>5.47075000003</c:v>
                </c:pt>
                <c:pt idx="1495">
                  <c:v>5.47525000003</c:v>
                </c:pt>
                <c:pt idx="1496">
                  <c:v>5.47550000003</c:v>
                </c:pt>
                <c:pt idx="1497">
                  <c:v>5.48000000003</c:v>
                </c:pt>
                <c:pt idx="1498">
                  <c:v>5.48025000003</c:v>
                </c:pt>
                <c:pt idx="1499">
                  <c:v>5.48475000003</c:v>
                </c:pt>
                <c:pt idx="1500">
                  <c:v>5.48500000003</c:v>
                </c:pt>
                <c:pt idx="1501">
                  <c:v>5.48950000003</c:v>
                </c:pt>
                <c:pt idx="1502">
                  <c:v>5.48975000003</c:v>
                </c:pt>
                <c:pt idx="1503">
                  <c:v>5.49425000003</c:v>
                </c:pt>
                <c:pt idx="1504">
                  <c:v>5.49450000003</c:v>
                </c:pt>
                <c:pt idx="1505">
                  <c:v>5.49900000003</c:v>
                </c:pt>
                <c:pt idx="1506">
                  <c:v>5.49925000003</c:v>
                </c:pt>
                <c:pt idx="1507">
                  <c:v>5.50375000003</c:v>
                </c:pt>
                <c:pt idx="1508">
                  <c:v>5.50400000003</c:v>
                </c:pt>
                <c:pt idx="1509">
                  <c:v>5.50850000003</c:v>
                </c:pt>
                <c:pt idx="1510">
                  <c:v>5.50875000003</c:v>
                </c:pt>
                <c:pt idx="1511">
                  <c:v>5.51325000003</c:v>
                </c:pt>
                <c:pt idx="1512">
                  <c:v>5.51350000003</c:v>
                </c:pt>
                <c:pt idx="1513">
                  <c:v>5.51800000003</c:v>
                </c:pt>
                <c:pt idx="1514">
                  <c:v>5.51825000003</c:v>
                </c:pt>
                <c:pt idx="1515">
                  <c:v>5.52275000003</c:v>
                </c:pt>
                <c:pt idx="1516">
                  <c:v>5.52300000003</c:v>
                </c:pt>
                <c:pt idx="1517">
                  <c:v>5.52750000003</c:v>
                </c:pt>
                <c:pt idx="1518">
                  <c:v>5.52775000003</c:v>
                </c:pt>
                <c:pt idx="1519">
                  <c:v>5.53225000003</c:v>
                </c:pt>
                <c:pt idx="1520">
                  <c:v>5.53250000003</c:v>
                </c:pt>
                <c:pt idx="1521">
                  <c:v>5.53700000003</c:v>
                </c:pt>
                <c:pt idx="1522">
                  <c:v>5.53725000003</c:v>
                </c:pt>
                <c:pt idx="1523">
                  <c:v>5.54175000003</c:v>
                </c:pt>
                <c:pt idx="1524">
                  <c:v>5.54200000003</c:v>
                </c:pt>
                <c:pt idx="1525">
                  <c:v>5.54650000003</c:v>
                </c:pt>
                <c:pt idx="1526">
                  <c:v>5.54675000003</c:v>
                </c:pt>
                <c:pt idx="1527">
                  <c:v>5.55125000003</c:v>
                </c:pt>
                <c:pt idx="1528">
                  <c:v>5.55150000003</c:v>
                </c:pt>
                <c:pt idx="1529">
                  <c:v>5.55600000003</c:v>
                </c:pt>
                <c:pt idx="1530">
                  <c:v>5.55625000003</c:v>
                </c:pt>
                <c:pt idx="1531">
                  <c:v>5.56075000003</c:v>
                </c:pt>
                <c:pt idx="1532">
                  <c:v>5.56100000003</c:v>
                </c:pt>
                <c:pt idx="1533">
                  <c:v>5.56550000003</c:v>
                </c:pt>
                <c:pt idx="1534">
                  <c:v>5.56575000003</c:v>
                </c:pt>
                <c:pt idx="1535">
                  <c:v>5.57025000003</c:v>
                </c:pt>
                <c:pt idx="1536">
                  <c:v>5.57050000003</c:v>
                </c:pt>
                <c:pt idx="1537">
                  <c:v>5.57250000003</c:v>
                </c:pt>
                <c:pt idx="1538">
                  <c:v>5.57350000003</c:v>
                </c:pt>
                <c:pt idx="1539">
                  <c:v>5.57500000003</c:v>
                </c:pt>
                <c:pt idx="1540">
                  <c:v>5.57525000003</c:v>
                </c:pt>
                <c:pt idx="1541">
                  <c:v>5.57975000003</c:v>
                </c:pt>
                <c:pt idx="1542">
                  <c:v>5.58000000003</c:v>
                </c:pt>
                <c:pt idx="1543">
                  <c:v>5.58450000003</c:v>
                </c:pt>
                <c:pt idx="1544">
                  <c:v>5.58475000003</c:v>
                </c:pt>
                <c:pt idx="1545">
                  <c:v>5.58925000003</c:v>
                </c:pt>
                <c:pt idx="1546">
                  <c:v>5.58950000003</c:v>
                </c:pt>
                <c:pt idx="1547">
                  <c:v>5.59400000003</c:v>
                </c:pt>
                <c:pt idx="1548">
                  <c:v>5.59425000003</c:v>
                </c:pt>
                <c:pt idx="1549">
                  <c:v>5.59875000003</c:v>
                </c:pt>
                <c:pt idx="1550">
                  <c:v>5.59900000003</c:v>
                </c:pt>
                <c:pt idx="1551">
                  <c:v>5.60350000003</c:v>
                </c:pt>
                <c:pt idx="1552">
                  <c:v>5.60375000003</c:v>
                </c:pt>
                <c:pt idx="1553">
                  <c:v>5.60825000003</c:v>
                </c:pt>
                <c:pt idx="1554">
                  <c:v>5.60850000003</c:v>
                </c:pt>
                <c:pt idx="1555">
                  <c:v>5.61300000003</c:v>
                </c:pt>
                <c:pt idx="1556">
                  <c:v>5.61325000003</c:v>
                </c:pt>
                <c:pt idx="1557">
                  <c:v>5.61775000003</c:v>
                </c:pt>
                <c:pt idx="1558">
                  <c:v>5.61800000003</c:v>
                </c:pt>
                <c:pt idx="1559">
                  <c:v>5.62250000003</c:v>
                </c:pt>
                <c:pt idx="1560">
                  <c:v>5.62275000003</c:v>
                </c:pt>
                <c:pt idx="1561">
                  <c:v>5.62725000003</c:v>
                </c:pt>
                <c:pt idx="1562">
                  <c:v>5.62750000003</c:v>
                </c:pt>
                <c:pt idx="1563">
                  <c:v>5.63200000003</c:v>
                </c:pt>
                <c:pt idx="1564">
                  <c:v>5.63225000003</c:v>
                </c:pt>
                <c:pt idx="1565">
                  <c:v>5.63675000003</c:v>
                </c:pt>
                <c:pt idx="1566">
                  <c:v>5.63700000003</c:v>
                </c:pt>
                <c:pt idx="1567">
                  <c:v>5.64150000003</c:v>
                </c:pt>
                <c:pt idx="1568">
                  <c:v>5.64175000003</c:v>
                </c:pt>
                <c:pt idx="1569">
                  <c:v>5.64625000003</c:v>
                </c:pt>
                <c:pt idx="1570">
                  <c:v>5.64650000003</c:v>
                </c:pt>
                <c:pt idx="1571">
                  <c:v>5.65100000003</c:v>
                </c:pt>
                <c:pt idx="1572">
                  <c:v>5.65125000003</c:v>
                </c:pt>
                <c:pt idx="1573">
                  <c:v>5.65575000003</c:v>
                </c:pt>
                <c:pt idx="1574">
                  <c:v>5.65600000003</c:v>
                </c:pt>
                <c:pt idx="1575">
                  <c:v>5.66050000003</c:v>
                </c:pt>
                <c:pt idx="1576">
                  <c:v>5.66075000003</c:v>
                </c:pt>
                <c:pt idx="1577">
                  <c:v>5.66525000003</c:v>
                </c:pt>
                <c:pt idx="1578">
                  <c:v>5.66550000003</c:v>
                </c:pt>
                <c:pt idx="1579">
                  <c:v>5.67000000003</c:v>
                </c:pt>
                <c:pt idx="1580">
                  <c:v>5.67025000003</c:v>
                </c:pt>
                <c:pt idx="1581">
                  <c:v>5.67475000003</c:v>
                </c:pt>
                <c:pt idx="1582">
                  <c:v>5.67500000003</c:v>
                </c:pt>
                <c:pt idx="1583">
                  <c:v>5.67950000003</c:v>
                </c:pt>
                <c:pt idx="1584">
                  <c:v>5.67975000003</c:v>
                </c:pt>
                <c:pt idx="1585">
                  <c:v>5.68425000003</c:v>
                </c:pt>
                <c:pt idx="1586">
                  <c:v>5.68450000003</c:v>
                </c:pt>
                <c:pt idx="1587">
                  <c:v>5.68900000003</c:v>
                </c:pt>
                <c:pt idx="1588">
                  <c:v>5.68925000003</c:v>
                </c:pt>
                <c:pt idx="1589">
                  <c:v>5.69375000003</c:v>
                </c:pt>
                <c:pt idx="1590">
                  <c:v>5.69400000003</c:v>
                </c:pt>
                <c:pt idx="1591">
                  <c:v>5.69850000003</c:v>
                </c:pt>
                <c:pt idx="1592">
                  <c:v>5.69875000003</c:v>
                </c:pt>
                <c:pt idx="1593">
                  <c:v>5.70325000003</c:v>
                </c:pt>
                <c:pt idx="1594">
                  <c:v>5.70350000003</c:v>
                </c:pt>
                <c:pt idx="1595">
                  <c:v>5.70800000003</c:v>
                </c:pt>
                <c:pt idx="1596">
                  <c:v>5.70825000003</c:v>
                </c:pt>
                <c:pt idx="1597">
                  <c:v>5.71275000003</c:v>
                </c:pt>
                <c:pt idx="1598">
                  <c:v>5.71300000003</c:v>
                </c:pt>
                <c:pt idx="1599">
                  <c:v>5.71750000003</c:v>
                </c:pt>
                <c:pt idx="1600">
                  <c:v>5.71775000003</c:v>
                </c:pt>
                <c:pt idx="1601">
                  <c:v>5.72225000003</c:v>
                </c:pt>
                <c:pt idx="1602">
                  <c:v>5.72250000003</c:v>
                </c:pt>
                <c:pt idx="1603">
                  <c:v>5.72700000003</c:v>
                </c:pt>
                <c:pt idx="1604">
                  <c:v>5.72725000003</c:v>
                </c:pt>
                <c:pt idx="1605">
                  <c:v>5.73175000003</c:v>
                </c:pt>
                <c:pt idx="1606">
                  <c:v>5.73200000003</c:v>
                </c:pt>
                <c:pt idx="1607">
                  <c:v>5.73650000003</c:v>
                </c:pt>
                <c:pt idx="1608">
                  <c:v>5.73675000003</c:v>
                </c:pt>
                <c:pt idx="1609">
                  <c:v>5.74125000003</c:v>
                </c:pt>
                <c:pt idx="1610">
                  <c:v>5.74150000003</c:v>
                </c:pt>
                <c:pt idx="1611">
                  <c:v>5.74600000003</c:v>
                </c:pt>
                <c:pt idx="1612">
                  <c:v>5.74625000003</c:v>
                </c:pt>
                <c:pt idx="1613">
                  <c:v>5.75075000003</c:v>
                </c:pt>
                <c:pt idx="1614">
                  <c:v>5.75100000003</c:v>
                </c:pt>
                <c:pt idx="1615">
                  <c:v>5.75550000003</c:v>
                </c:pt>
                <c:pt idx="1616">
                  <c:v>5.75575000003</c:v>
                </c:pt>
                <c:pt idx="1617">
                  <c:v>5.76025000003</c:v>
                </c:pt>
                <c:pt idx="1618">
                  <c:v>5.76050000003</c:v>
                </c:pt>
                <c:pt idx="1619">
                  <c:v>5.76500000003</c:v>
                </c:pt>
                <c:pt idx="1620">
                  <c:v>5.76525000003</c:v>
                </c:pt>
                <c:pt idx="1621">
                  <c:v>5.76975000003</c:v>
                </c:pt>
                <c:pt idx="1622">
                  <c:v>5.77000000003</c:v>
                </c:pt>
                <c:pt idx="1623">
                  <c:v>5.77450000003</c:v>
                </c:pt>
                <c:pt idx="1624">
                  <c:v>5.77475000003</c:v>
                </c:pt>
                <c:pt idx="1625">
                  <c:v>5.77925000003</c:v>
                </c:pt>
                <c:pt idx="1626">
                  <c:v>5.77950000003</c:v>
                </c:pt>
                <c:pt idx="1627">
                  <c:v>5.78400000003</c:v>
                </c:pt>
                <c:pt idx="1628">
                  <c:v>5.78425000003</c:v>
                </c:pt>
                <c:pt idx="1629">
                  <c:v>5.78875000003</c:v>
                </c:pt>
                <c:pt idx="1630">
                  <c:v>5.78900000003</c:v>
                </c:pt>
                <c:pt idx="1631">
                  <c:v>5.79350000003</c:v>
                </c:pt>
                <c:pt idx="1632">
                  <c:v>5.79375000003</c:v>
                </c:pt>
                <c:pt idx="1633">
                  <c:v>5.79400000003</c:v>
                </c:pt>
                <c:pt idx="1634">
                  <c:v>5.79575000003</c:v>
                </c:pt>
                <c:pt idx="1635">
                  <c:v>5.79825000003</c:v>
                </c:pt>
                <c:pt idx="1636">
                  <c:v>5.79850000003</c:v>
                </c:pt>
                <c:pt idx="1637">
                  <c:v>5.80300000003</c:v>
                </c:pt>
                <c:pt idx="1638">
                  <c:v>5.80325000003</c:v>
                </c:pt>
                <c:pt idx="1639">
                  <c:v>5.80775000003</c:v>
                </c:pt>
                <c:pt idx="1640">
                  <c:v>5.80800000003</c:v>
                </c:pt>
                <c:pt idx="1641">
                  <c:v>5.81250000003</c:v>
                </c:pt>
                <c:pt idx="1642">
                  <c:v>5.81275000003</c:v>
                </c:pt>
                <c:pt idx="1643">
                  <c:v>5.81725000003</c:v>
                </c:pt>
                <c:pt idx="1644">
                  <c:v>5.81750000003</c:v>
                </c:pt>
                <c:pt idx="1645">
                  <c:v>5.82200000003</c:v>
                </c:pt>
                <c:pt idx="1646">
                  <c:v>5.82225000003</c:v>
                </c:pt>
                <c:pt idx="1647">
                  <c:v>5.82675000003</c:v>
                </c:pt>
                <c:pt idx="1648">
                  <c:v>5.82700000003</c:v>
                </c:pt>
                <c:pt idx="1649">
                  <c:v>5.83150000003</c:v>
                </c:pt>
                <c:pt idx="1650">
                  <c:v>5.83175000003</c:v>
                </c:pt>
                <c:pt idx="1651">
                  <c:v>5.83625000003</c:v>
                </c:pt>
                <c:pt idx="1652">
                  <c:v>5.83650000003</c:v>
                </c:pt>
                <c:pt idx="1653">
                  <c:v>5.84100000003</c:v>
                </c:pt>
                <c:pt idx="1654">
                  <c:v>5.84125000003</c:v>
                </c:pt>
                <c:pt idx="1655">
                  <c:v>5.84575000003</c:v>
                </c:pt>
                <c:pt idx="1656">
                  <c:v>5.84600000003</c:v>
                </c:pt>
                <c:pt idx="1657">
                  <c:v>5.85050000003</c:v>
                </c:pt>
                <c:pt idx="1658">
                  <c:v>5.85075000003</c:v>
                </c:pt>
                <c:pt idx="1659">
                  <c:v>5.85525000003</c:v>
                </c:pt>
                <c:pt idx="1660">
                  <c:v>5.85550000003</c:v>
                </c:pt>
                <c:pt idx="1661">
                  <c:v>5.86000000003</c:v>
                </c:pt>
                <c:pt idx="1662">
                  <c:v>5.86025000003</c:v>
                </c:pt>
                <c:pt idx="1663">
                  <c:v>5.86475000003</c:v>
                </c:pt>
                <c:pt idx="1664">
                  <c:v>5.86500000003</c:v>
                </c:pt>
                <c:pt idx="1665">
                  <c:v>5.86950000003</c:v>
                </c:pt>
                <c:pt idx="1666">
                  <c:v>5.86975000003</c:v>
                </c:pt>
                <c:pt idx="1667">
                  <c:v>5.87425000003</c:v>
                </c:pt>
                <c:pt idx="1668">
                  <c:v>5.87450000003</c:v>
                </c:pt>
                <c:pt idx="1669">
                  <c:v>5.87900000003</c:v>
                </c:pt>
                <c:pt idx="1670">
                  <c:v>5.87925000003</c:v>
                </c:pt>
                <c:pt idx="1671">
                  <c:v>5.88375000003</c:v>
                </c:pt>
                <c:pt idx="1672">
                  <c:v>5.88400000003</c:v>
                </c:pt>
                <c:pt idx="1673">
                  <c:v>5.88850000003</c:v>
                </c:pt>
                <c:pt idx="1674">
                  <c:v>5.88875000003</c:v>
                </c:pt>
                <c:pt idx="1675">
                  <c:v>5.89325000003</c:v>
                </c:pt>
                <c:pt idx="1676">
                  <c:v>5.89350000003</c:v>
                </c:pt>
                <c:pt idx="1677">
                  <c:v>5.89800000003</c:v>
                </c:pt>
                <c:pt idx="1678">
                  <c:v>5.89825000003</c:v>
                </c:pt>
                <c:pt idx="1679">
                  <c:v>5.90275000003</c:v>
                </c:pt>
                <c:pt idx="1680">
                  <c:v>5.90300000003</c:v>
                </c:pt>
                <c:pt idx="1681">
                  <c:v>5.90750000003</c:v>
                </c:pt>
                <c:pt idx="1682">
                  <c:v>5.90775000003</c:v>
                </c:pt>
                <c:pt idx="1683">
                  <c:v>5.91225000003</c:v>
                </c:pt>
                <c:pt idx="1684">
                  <c:v>5.91250000003</c:v>
                </c:pt>
                <c:pt idx="1685">
                  <c:v>5.91700000003</c:v>
                </c:pt>
                <c:pt idx="1686">
                  <c:v>5.91725000003</c:v>
                </c:pt>
                <c:pt idx="1687">
                  <c:v>5.92175000003</c:v>
                </c:pt>
                <c:pt idx="1688">
                  <c:v>5.92200000003</c:v>
                </c:pt>
                <c:pt idx="1689">
                  <c:v>5.92650000003</c:v>
                </c:pt>
                <c:pt idx="1690">
                  <c:v>5.92675000003</c:v>
                </c:pt>
                <c:pt idx="1691">
                  <c:v>5.93125000003</c:v>
                </c:pt>
                <c:pt idx="1692">
                  <c:v>5.93150000003</c:v>
                </c:pt>
                <c:pt idx="1693">
                  <c:v>5.93600000003</c:v>
                </c:pt>
                <c:pt idx="1694">
                  <c:v>5.93625000003</c:v>
                </c:pt>
                <c:pt idx="1695">
                  <c:v>5.94075000003</c:v>
                </c:pt>
                <c:pt idx="1696">
                  <c:v>5.94100000003</c:v>
                </c:pt>
                <c:pt idx="1697">
                  <c:v>5.94550000003</c:v>
                </c:pt>
                <c:pt idx="1698">
                  <c:v>5.94575000003</c:v>
                </c:pt>
                <c:pt idx="1699">
                  <c:v>5.95025000003</c:v>
                </c:pt>
                <c:pt idx="1700">
                  <c:v>5.95050000003</c:v>
                </c:pt>
                <c:pt idx="1701">
                  <c:v>5.95500000003</c:v>
                </c:pt>
                <c:pt idx="1702">
                  <c:v>5.95525000003</c:v>
                </c:pt>
                <c:pt idx="1703">
                  <c:v>5.95975000003</c:v>
                </c:pt>
                <c:pt idx="1704">
                  <c:v>5.96000000003</c:v>
                </c:pt>
                <c:pt idx="1705">
                  <c:v>5.96450000003</c:v>
                </c:pt>
                <c:pt idx="1706">
                  <c:v>5.96475000003</c:v>
                </c:pt>
                <c:pt idx="1707">
                  <c:v>5.96925000003</c:v>
                </c:pt>
                <c:pt idx="1708">
                  <c:v>5.96950000003</c:v>
                </c:pt>
                <c:pt idx="1709">
                  <c:v>5.97400000003</c:v>
                </c:pt>
                <c:pt idx="1710">
                  <c:v>5.97425000003</c:v>
                </c:pt>
                <c:pt idx="1711">
                  <c:v>5.97875000003</c:v>
                </c:pt>
                <c:pt idx="1712">
                  <c:v>5.97900000003</c:v>
                </c:pt>
                <c:pt idx="1713">
                  <c:v>5.98350000003</c:v>
                </c:pt>
                <c:pt idx="1714">
                  <c:v>5.98375000003</c:v>
                </c:pt>
                <c:pt idx="1715">
                  <c:v>5.98825000003</c:v>
                </c:pt>
                <c:pt idx="1716">
                  <c:v>5.98850000003</c:v>
                </c:pt>
                <c:pt idx="1717">
                  <c:v>5.99300000003</c:v>
                </c:pt>
                <c:pt idx="1718">
                  <c:v>5.99325000003</c:v>
                </c:pt>
                <c:pt idx="1719">
                  <c:v>5.99775000003</c:v>
                </c:pt>
                <c:pt idx="1720">
                  <c:v>5.99800000003</c:v>
                </c:pt>
                <c:pt idx="1721">
                  <c:v>6.00250000003</c:v>
                </c:pt>
                <c:pt idx="1722">
                  <c:v>6.00275000003</c:v>
                </c:pt>
                <c:pt idx="1723">
                  <c:v>6.00725000003</c:v>
                </c:pt>
                <c:pt idx="1724">
                  <c:v>6.00750000003</c:v>
                </c:pt>
                <c:pt idx="1725">
                  <c:v>6.01200000003</c:v>
                </c:pt>
                <c:pt idx="1726">
                  <c:v>6.01225000003</c:v>
                </c:pt>
                <c:pt idx="1727">
                  <c:v>6.01350000003</c:v>
                </c:pt>
                <c:pt idx="1728">
                  <c:v>6.01450000003</c:v>
                </c:pt>
                <c:pt idx="1729">
                  <c:v>6.01675000003</c:v>
                </c:pt>
                <c:pt idx="1730">
                  <c:v>6.01700000003</c:v>
                </c:pt>
                <c:pt idx="1731">
                  <c:v>6.02150000003</c:v>
                </c:pt>
                <c:pt idx="1732">
                  <c:v>6.02175000003</c:v>
                </c:pt>
                <c:pt idx="1733">
                  <c:v>6.02625000003</c:v>
                </c:pt>
                <c:pt idx="1734">
                  <c:v>6.02650000003</c:v>
                </c:pt>
                <c:pt idx="1735">
                  <c:v>6.03100000003</c:v>
                </c:pt>
                <c:pt idx="1736">
                  <c:v>6.03125000003</c:v>
                </c:pt>
                <c:pt idx="1737">
                  <c:v>6.03575000003</c:v>
                </c:pt>
                <c:pt idx="1738">
                  <c:v>6.03600000003</c:v>
                </c:pt>
                <c:pt idx="1739">
                  <c:v>6.04050000003</c:v>
                </c:pt>
                <c:pt idx="1740">
                  <c:v>6.04075000003</c:v>
                </c:pt>
                <c:pt idx="1741">
                  <c:v>6.04525000003</c:v>
                </c:pt>
                <c:pt idx="1742">
                  <c:v>6.04550000003</c:v>
                </c:pt>
                <c:pt idx="1743">
                  <c:v>6.05000000003</c:v>
                </c:pt>
                <c:pt idx="1744">
                  <c:v>6.05025000003</c:v>
                </c:pt>
                <c:pt idx="1745">
                  <c:v>6.05475000003</c:v>
                </c:pt>
                <c:pt idx="1746">
                  <c:v>6.05500000003</c:v>
                </c:pt>
                <c:pt idx="1747">
                  <c:v>6.05950000003</c:v>
                </c:pt>
                <c:pt idx="1748">
                  <c:v>6.05975000003</c:v>
                </c:pt>
                <c:pt idx="1749">
                  <c:v>6.06425000003</c:v>
                </c:pt>
                <c:pt idx="1750">
                  <c:v>6.06450000003</c:v>
                </c:pt>
                <c:pt idx="1751">
                  <c:v>6.06900000003</c:v>
                </c:pt>
                <c:pt idx="1752">
                  <c:v>6.06925000003</c:v>
                </c:pt>
                <c:pt idx="1753">
                  <c:v>6.07375000003</c:v>
                </c:pt>
                <c:pt idx="1754">
                  <c:v>6.07400000003</c:v>
                </c:pt>
                <c:pt idx="1755">
                  <c:v>6.07850000003</c:v>
                </c:pt>
                <c:pt idx="1756">
                  <c:v>6.07875000003</c:v>
                </c:pt>
                <c:pt idx="1757">
                  <c:v>6.08325000003</c:v>
                </c:pt>
                <c:pt idx="1758">
                  <c:v>6.08350000003</c:v>
                </c:pt>
                <c:pt idx="1759">
                  <c:v>6.08800000003</c:v>
                </c:pt>
                <c:pt idx="1760">
                  <c:v>6.08825000003</c:v>
                </c:pt>
                <c:pt idx="1761">
                  <c:v>6.09275000003</c:v>
                </c:pt>
                <c:pt idx="1762">
                  <c:v>6.09300000003</c:v>
                </c:pt>
                <c:pt idx="1763">
                  <c:v>6.09750000003</c:v>
                </c:pt>
                <c:pt idx="1764">
                  <c:v>6.09775000003</c:v>
                </c:pt>
                <c:pt idx="1765">
                  <c:v>6.10225000003</c:v>
                </c:pt>
                <c:pt idx="1766">
                  <c:v>6.10250000003</c:v>
                </c:pt>
                <c:pt idx="1767">
                  <c:v>6.10700000003</c:v>
                </c:pt>
                <c:pt idx="1768">
                  <c:v>6.10725000003</c:v>
                </c:pt>
                <c:pt idx="1769">
                  <c:v>6.11175000003</c:v>
                </c:pt>
                <c:pt idx="1770">
                  <c:v>6.11200000003</c:v>
                </c:pt>
                <c:pt idx="1771">
                  <c:v>6.11650000003</c:v>
                </c:pt>
                <c:pt idx="1772">
                  <c:v>6.11675000003</c:v>
                </c:pt>
                <c:pt idx="1773">
                  <c:v>6.12125000003</c:v>
                </c:pt>
                <c:pt idx="1774">
                  <c:v>6.12150000003</c:v>
                </c:pt>
                <c:pt idx="1775">
                  <c:v>6.12600000003</c:v>
                </c:pt>
                <c:pt idx="1776">
                  <c:v>6.12625000003</c:v>
                </c:pt>
                <c:pt idx="1777">
                  <c:v>6.13075000003</c:v>
                </c:pt>
                <c:pt idx="1778">
                  <c:v>6.13100000003</c:v>
                </c:pt>
                <c:pt idx="1779">
                  <c:v>6.13550000003</c:v>
                </c:pt>
                <c:pt idx="1780">
                  <c:v>6.13575000003</c:v>
                </c:pt>
                <c:pt idx="1781">
                  <c:v>6.14025000003</c:v>
                </c:pt>
                <c:pt idx="1782">
                  <c:v>6.14050000003</c:v>
                </c:pt>
                <c:pt idx="1783">
                  <c:v>6.14500000003</c:v>
                </c:pt>
                <c:pt idx="1784">
                  <c:v>6.14525000003</c:v>
                </c:pt>
                <c:pt idx="1785">
                  <c:v>6.14975000003</c:v>
                </c:pt>
                <c:pt idx="1786">
                  <c:v>6.15000000003</c:v>
                </c:pt>
                <c:pt idx="1787">
                  <c:v>6.15450000003</c:v>
                </c:pt>
                <c:pt idx="1788">
                  <c:v>6.15475000003</c:v>
                </c:pt>
                <c:pt idx="1789">
                  <c:v>6.15925000003</c:v>
                </c:pt>
                <c:pt idx="1790">
                  <c:v>6.15950000003</c:v>
                </c:pt>
                <c:pt idx="1791">
                  <c:v>6.16400000003</c:v>
                </c:pt>
                <c:pt idx="1792">
                  <c:v>6.16425000003</c:v>
                </c:pt>
                <c:pt idx="1793">
                  <c:v>6.16875000003</c:v>
                </c:pt>
                <c:pt idx="1794">
                  <c:v>6.16900000003</c:v>
                </c:pt>
                <c:pt idx="1795">
                  <c:v>6.17350000003</c:v>
                </c:pt>
                <c:pt idx="1796">
                  <c:v>6.17375000003</c:v>
                </c:pt>
                <c:pt idx="1797">
                  <c:v>6.17825000003</c:v>
                </c:pt>
                <c:pt idx="1798">
                  <c:v>6.17850000003</c:v>
                </c:pt>
                <c:pt idx="1799">
                  <c:v>6.18300000003</c:v>
                </c:pt>
                <c:pt idx="1800">
                  <c:v>6.18325000003</c:v>
                </c:pt>
                <c:pt idx="1801">
                  <c:v>6.18775000003</c:v>
                </c:pt>
                <c:pt idx="1802">
                  <c:v>6.18800000003</c:v>
                </c:pt>
                <c:pt idx="1803">
                  <c:v>6.19250000003</c:v>
                </c:pt>
                <c:pt idx="1804">
                  <c:v>6.19275000003</c:v>
                </c:pt>
                <c:pt idx="1805">
                  <c:v>6.19725000003</c:v>
                </c:pt>
                <c:pt idx="1806">
                  <c:v>6.19750000003</c:v>
                </c:pt>
                <c:pt idx="1807">
                  <c:v>6.20200000003</c:v>
                </c:pt>
                <c:pt idx="1808">
                  <c:v>6.20225000003</c:v>
                </c:pt>
                <c:pt idx="1809">
                  <c:v>6.20675000003</c:v>
                </c:pt>
                <c:pt idx="1810">
                  <c:v>6.20700000003</c:v>
                </c:pt>
                <c:pt idx="1811">
                  <c:v>6.21150000003</c:v>
                </c:pt>
                <c:pt idx="1812">
                  <c:v>6.21175000003</c:v>
                </c:pt>
                <c:pt idx="1813">
                  <c:v>6.21625000003</c:v>
                </c:pt>
                <c:pt idx="1814">
                  <c:v>6.21650000003</c:v>
                </c:pt>
                <c:pt idx="1815">
                  <c:v>6.22100000003</c:v>
                </c:pt>
                <c:pt idx="1816">
                  <c:v>6.22125000003</c:v>
                </c:pt>
                <c:pt idx="1817">
                  <c:v>6.22575000003</c:v>
                </c:pt>
                <c:pt idx="1818">
                  <c:v>6.22600000003</c:v>
                </c:pt>
                <c:pt idx="1819">
                  <c:v>6.23050000003</c:v>
                </c:pt>
                <c:pt idx="1820">
                  <c:v>6.23075000003</c:v>
                </c:pt>
                <c:pt idx="1821">
                  <c:v>6.23500000003</c:v>
                </c:pt>
                <c:pt idx="1822">
                  <c:v>6.23525000003</c:v>
                </c:pt>
                <c:pt idx="1823">
                  <c:v>6.23550000003</c:v>
                </c:pt>
                <c:pt idx="1824">
                  <c:v>6.23675000003</c:v>
                </c:pt>
                <c:pt idx="1825">
                  <c:v>6.24000000003</c:v>
                </c:pt>
                <c:pt idx="1826">
                  <c:v>6.24025000003</c:v>
                </c:pt>
                <c:pt idx="1827">
                  <c:v>6.24475000003</c:v>
                </c:pt>
                <c:pt idx="1828">
                  <c:v>6.24500000003</c:v>
                </c:pt>
                <c:pt idx="1829">
                  <c:v>6.24950000003</c:v>
                </c:pt>
                <c:pt idx="1830">
                  <c:v>6.24975000003</c:v>
                </c:pt>
                <c:pt idx="1831">
                  <c:v>6.25425000003</c:v>
                </c:pt>
                <c:pt idx="1832">
                  <c:v>6.25450000003</c:v>
                </c:pt>
                <c:pt idx="1833">
                  <c:v>6.25900000003</c:v>
                </c:pt>
                <c:pt idx="1834">
                  <c:v>6.25925000003</c:v>
                </c:pt>
                <c:pt idx="1835">
                  <c:v>6.26375000003</c:v>
                </c:pt>
                <c:pt idx="1836">
                  <c:v>6.26400000003</c:v>
                </c:pt>
                <c:pt idx="1837">
                  <c:v>6.26850000003</c:v>
                </c:pt>
                <c:pt idx="1838">
                  <c:v>6.26875000003</c:v>
                </c:pt>
                <c:pt idx="1839">
                  <c:v>6.27325000003</c:v>
                </c:pt>
                <c:pt idx="1840">
                  <c:v>6.27350000003</c:v>
                </c:pt>
                <c:pt idx="1841">
                  <c:v>6.27800000003</c:v>
                </c:pt>
                <c:pt idx="1842">
                  <c:v>6.27825000003</c:v>
                </c:pt>
                <c:pt idx="1843">
                  <c:v>6.28275000003</c:v>
                </c:pt>
                <c:pt idx="1844">
                  <c:v>6.28300000003</c:v>
                </c:pt>
                <c:pt idx="1845">
                  <c:v>6.28750000003</c:v>
                </c:pt>
                <c:pt idx="1846">
                  <c:v>6.28775000003</c:v>
                </c:pt>
                <c:pt idx="1847">
                  <c:v>6.29225000003</c:v>
                </c:pt>
                <c:pt idx="1848">
                  <c:v>6.29250000003</c:v>
                </c:pt>
                <c:pt idx="1849">
                  <c:v>6.29700000003</c:v>
                </c:pt>
                <c:pt idx="1850">
                  <c:v>6.29725000003</c:v>
                </c:pt>
                <c:pt idx="1851">
                  <c:v>6.30175000003</c:v>
                </c:pt>
                <c:pt idx="1852">
                  <c:v>6.30200000003</c:v>
                </c:pt>
                <c:pt idx="1853">
                  <c:v>6.30650000003</c:v>
                </c:pt>
                <c:pt idx="1854">
                  <c:v>6.30675000003</c:v>
                </c:pt>
                <c:pt idx="1855">
                  <c:v>6.31125000003</c:v>
                </c:pt>
                <c:pt idx="1856">
                  <c:v>6.31150000003</c:v>
                </c:pt>
                <c:pt idx="1857">
                  <c:v>6.31600000003</c:v>
                </c:pt>
                <c:pt idx="1858">
                  <c:v>6.31625000003</c:v>
                </c:pt>
                <c:pt idx="1859">
                  <c:v>6.32075000003</c:v>
                </c:pt>
                <c:pt idx="1860">
                  <c:v>6.32100000003</c:v>
                </c:pt>
                <c:pt idx="1861">
                  <c:v>6.32550000003</c:v>
                </c:pt>
                <c:pt idx="1862">
                  <c:v>6.32575000003</c:v>
                </c:pt>
                <c:pt idx="1863">
                  <c:v>6.33025000003</c:v>
                </c:pt>
                <c:pt idx="1864">
                  <c:v>6.33050000003</c:v>
                </c:pt>
                <c:pt idx="1865">
                  <c:v>6.33500000003</c:v>
                </c:pt>
                <c:pt idx="1866">
                  <c:v>6.33525000003</c:v>
                </c:pt>
                <c:pt idx="1867">
                  <c:v>6.33975000003</c:v>
                </c:pt>
                <c:pt idx="1868">
                  <c:v>6.34000000003</c:v>
                </c:pt>
                <c:pt idx="1869">
                  <c:v>6.34450000003</c:v>
                </c:pt>
                <c:pt idx="1870">
                  <c:v>6.34475000003</c:v>
                </c:pt>
                <c:pt idx="1871">
                  <c:v>6.34925000003</c:v>
                </c:pt>
                <c:pt idx="1872">
                  <c:v>6.34950000003</c:v>
                </c:pt>
                <c:pt idx="1873">
                  <c:v>6.35400000003</c:v>
                </c:pt>
                <c:pt idx="1874">
                  <c:v>6.35425000003</c:v>
                </c:pt>
                <c:pt idx="1875">
                  <c:v>6.35875000003</c:v>
                </c:pt>
                <c:pt idx="1876">
                  <c:v>6.35900000003</c:v>
                </c:pt>
                <c:pt idx="1877">
                  <c:v>6.36350000003</c:v>
                </c:pt>
                <c:pt idx="1878">
                  <c:v>6.36375000003</c:v>
                </c:pt>
                <c:pt idx="1879">
                  <c:v>6.36825000003</c:v>
                </c:pt>
                <c:pt idx="1880">
                  <c:v>6.36850000003</c:v>
                </c:pt>
                <c:pt idx="1881">
                  <c:v>6.37300000003</c:v>
                </c:pt>
                <c:pt idx="1882">
                  <c:v>6.37325000003</c:v>
                </c:pt>
                <c:pt idx="1883">
                  <c:v>6.37775000003</c:v>
                </c:pt>
                <c:pt idx="1884">
                  <c:v>6.37800000003</c:v>
                </c:pt>
                <c:pt idx="1885">
                  <c:v>6.38250000003</c:v>
                </c:pt>
                <c:pt idx="1886">
                  <c:v>6.38275000003</c:v>
                </c:pt>
                <c:pt idx="1887">
                  <c:v>6.38725000003</c:v>
                </c:pt>
                <c:pt idx="1888">
                  <c:v>6.38750000003</c:v>
                </c:pt>
                <c:pt idx="1889">
                  <c:v>6.39200000003</c:v>
                </c:pt>
                <c:pt idx="1890">
                  <c:v>6.39225000003</c:v>
                </c:pt>
                <c:pt idx="1891">
                  <c:v>6.39675000003</c:v>
                </c:pt>
                <c:pt idx="1892">
                  <c:v>6.39700000003</c:v>
                </c:pt>
                <c:pt idx="1893">
                  <c:v>6.40150000003</c:v>
                </c:pt>
                <c:pt idx="1894">
                  <c:v>6.40175000003</c:v>
                </c:pt>
                <c:pt idx="1895">
                  <c:v>6.40625000003</c:v>
                </c:pt>
                <c:pt idx="1896">
                  <c:v>6.40650000003</c:v>
                </c:pt>
                <c:pt idx="1897">
                  <c:v>6.41100000003</c:v>
                </c:pt>
                <c:pt idx="1898">
                  <c:v>6.41125000003</c:v>
                </c:pt>
                <c:pt idx="1899">
                  <c:v>6.41575000003</c:v>
                </c:pt>
                <c:pt idx="1900">
                  <c:v>6.41600000003</c:v>
                </c:pt>
                <c:pt idx="1901">
                  <c:v>6.42050000003</c:v>
                </c:pt>
                <c:pt idx="1902">
                  <c:v>6.42075000003</c:v>
                </c:pt>
                <c:pt idx="1903">
                  <c:v>6.42525000003</c:v>
                </c:pt>
                <c:pt idx="1904">
                  <c:v>6.42550000003</c:v>
                </c:pt>
                <c:pt idx="1905">
                  <c:v>6.43000000003</c:v>
                </c:pt>
                <c:pt idx="1906">
                  <c:v>6.43025000003</c:v>
                </c:pt>
                <c:pt idx="1907">
                  <c:v>6.43475000003</c:v>
                </c:pt>
                <c:pt idx="1908">
                  <c:v>6.43500000003</c:v>
                </c:pt>
                <c:pt idx="1909">
                  <c:v>6.43950000003</c:v>
                </c:pt>
                <c:pt idx="1910">
                  <c:v>6.43975000003</c:v>
                </c:pt>
                <c:pt idx="1911">
                  <c:v>6.44425000003</c:v>
                </c:pt>
                <c:pt idx="1912">
                  <c:v>6.44450000003</c:v>
                </c:pt>
                <c:pt idx="1913">
                  <c:v>6.44900000003</c:v>
                </c:pt>
                <c:pt idx="1914">
                  <c:v>6.44925000003</c:v>
                </c:pt>
                <c:pt idx="1915">
                  <c:v>6.45375000003</c:v>
                </c:pt>
                <c:pt idx="1916">
                  <c:v>6.45400000003</c:v>
                </c:pt>
                <c:pt idx="1917">
                  <c:v>6.45450000003</c:v>
                </c:pt>
                <c:pt idx="1918">
                  <c:v>6.45550000003</c:v>
                </c:pt>
                <c:pt idx="1919">
                  <c:v>6.45850000003</c:v>
                </c:pt>
                <c:pt idx="1920">
                  <c:v>6.45875000003</c:v>
                </c:pt>
                <c:pt idx="1921">
                  <c:v>6.46325000003</c:v>
                </c:pt>
                <c:pt idx="1922">
                  <c:v>6.46350000003</c:v>
                </c:pt>
                <c:pt idx="1923">
                  <c:v>6.46800000003</c:v>
                </c:pt>
                <c:pt idx="1924">
                  <c:v>6.46825000003</c:v>
                </c:pt>
                <c:pt idx="1925">
                  <c:v>6.47275000003</c:v>
                </c:pt>
                <c:pt idx="1926">
                  <c:v>6.47300000003</c:v>
                </c:pt>
                <c:pt idx="1927">
                  <c:v>6.47750000003</c:v>
                </c:pt>
                <c:pt idx="1928">
                  <c:v>6.47775000003</c:v>
                </c:pt>
                <c:pt idx="1929">
                  <c:v>6.48225000003</c:v>
                </c:pt>
                <c:pt idx="1930">
                  <c:v>6.48250000003</c:v>
                </c:pt>
                <c:pt idx="1931">
                  <c:v>6.48700000003</c:v>
                </c:pt>
                <c:pt idx="1932">
                  <c:v>6.48725000003</c:v>
                </c:pt>
                <c:pt idx="1933">
                  <c:v>6.49175000003</c:v>
                </c:pt>
                <c:pt idx="1934">
                  <c:v>6.49200000003</c:v>
                </c:pt>
                <c:pt idx="1935">
                  <c:v>6.49650000003</c:v>
                </c:pt>
                <c:pt idx="1936">
                  <c:v>6.49675000003</c:v>
                </c:pt>
                <c:pt idx="1937">
                  <c:v>6.50125000003</c:v>
                </c:pt>
                <c:pt idx="1938">
                  <c:v>6.50150000003</c:v>
                </c:pt>
                <c:pt idx="1939">
                  <c:v>6.50600000003</c:v>
                </c:pt>
                <c:pt idx="1940">
                  <c:v>6.50625000003</c:v>
                </c:pt>
                <c:pt idx="1941">
                  <c:v>6.51075000003</c:v>
                </c:pt>
                <c:pt idx="1942">
                  <c:v>6.51100000003</c:v>
                </c:pt>
                <c:pt idx="1943">
                  <c:v>6.51550000003</c:v>
                </c:pt>
                <c:pt idx="1944">
                  <c:v>6.51575000003</c:v>
                </c:pt>
                <c:pt idx="1945">
                  <c:v>6.52025000003</c:v>
                </c:pt>
                <c:pt idx="1946">
                  <c:v>6.52050000003</c:v>
                </c:pt>
                <c:pt idx="1947">
                  <c:v>6.52500000003</c:v>
                </c:pt>
                <c:pt idx="1948">
                  <c:v>6.52525000003</c:v>
                </c:pt>
                <c:pt idx="1949">
                  <c:v>6.52975000003</c:v>
                </c:pt>
                <c:pt idx="1950">
                  <c:v>6.53000000003</c:v>
                </c:pt>
                <c:pt idx="1951">
                  <c:v>6.53450000003</c:v>
                </c:pt>
                <c:pt idx="1952">
                  <c:v>6.53475000003</c:v>
                </c:pt>
                <c:pt idx="1953">
                  <c:v>6.53925000003</c:v>
                </c:pt>
                <c:pt idx="1954">
                  <c:v>6.53950000003</c:v>
                </c:pt>
                <c:pt idx="1955">
                  <c:v>6.54400000003</c:v>
                </c:pt>
                <c:pt idx="1956">
                  <c:v>6.54425000003</c:v>
                </c:pt>
                <c:pt idx="1957">
                  <c:v>6.54875000003</c:v>
                </c:pt>
                <c:pt idx="1958">
                  <c:v>6.54900000003</c:v>
                </c:pt>
                <c:pt idx="1959">
                  <c:v>6.55350000003</c:v>
                </c:pt>
                <c:pt idx="1960">
                  <c:v>6.55375000003</c:v>
                </c:pt>
                <c:pt idx="1961">
                  <c:v>6.55825000003</c:v>
                </c:pt>
                <c:pt idx="1962">
                  <c:v>6.55850000003</c:v>
                </c:pt>
                <c:pt idx="1963">
                  <c:v>6.56300000003</c:v>
                </c:pt>
                <c:pt idx="1964">
                  <c:v>6.56325000003</c:v>
                </c:pt>
                <c:pt idx="1965">
                  <c:v>6.56775000003</c:v>
                </c:pt>
                <c:pt idx="1966">
                  <c:v>6.56800000003</c:v>
                </c:pt>
                <c:pt idx="1967">
                  <c:v>6.57250000003</c:v>
                </c:pt>
                <c:pt idx="1968">
                  <c:v>6.57275000003</c:v>
                </c:pt>
                <c:pt idx="1969">
                  <c:v>6.57725000003</c:v>
                </c:pt>
                <c:pt idx="1970">
                  <c:v>6.57750000003</c:v>
                </c:pt>
                <c:pt idx="1971">
                  <c:v>6.58200000003</c:v>
                </c:pt>
                <c:pt idx="1972">
                  <c:v>6.58225000003</c:v>
                </c:pt>
                <c:pt idx="1973">
                  <c:v>6.58675000003</c:v>
                </c:pt>
                <c:pt idx="1974">
                  <c:v>6.58700000003</c:v>
                </c:pt>
                <c:pt idx="1975">
                  <c:v>6.59150000003</c:v>
                </c:pt>
                <c:pt idx="1976">
                  <c:v>6.59175000003</c:v>
                </c:pt>
                <c:pt idx="1977">
                  <c:v>6.59625000003</c:v>
                </c:pt>
                <c:pt idx="1978">
                  <c:v>6.59650000003</c:v>
                </c:pt>
                <c:pt idx="1979">
                  <c:v>6.60100000003</c:v>
                </c:pt>
                <c:pt idx="1980">
                  <c:v>6.60125000003</c:v>
                </c:pt>
                <c:pt idx="1981">
                  <c:v>6.60575000003</c:v>
                </c:pt>
                <c:pt idx="1982">
                  <c:v>6.60600000003</c:v>
                </c:pt>
                <c:pt idx="1983">
                  <c:v>6.61050000003</c:v>
                </c:pt>
                <c:pt idx="1984">
                  <c:v>6.61075000003</c:v>
                </c:pt>
                <c:pt idx="1985">
                  <c:v>6.61525000003</c:v>
                </c:pt>
                <c:pt idx="1986">
                  <c:v>6.61550000003</c:v>
                </c:pt>
                <c:pt idx="1987">
                  <c:v>6.62000000003</c:v>
                </c:pt>
                <c:pt idx="1988">
                  <c:v>6.62025000003</c:v>
                </c:pt>
                <c:pt idx="1989">
                  <c:v>6.62475000003</c:v>
                </c:pt>
                <c:pt idx="1990">
                  <c:v>6.62500000003</c:v>
                </c:pt>
                <c:pt idx="1991">
                  <c:v>6.62950000003</c:v>
                </c:pt>
                <c:pt idx="1992">
                  <c:v>6.62975000003</c:v>
                </c:pt>
                <c:pt idx="1993">
                  <c:v>6.63425000003</c:v>
                </c:pt>
                <c:pt idx="1994">
                  <c:v>6.63450000003</c:v>
                </c:pt>
                <c:pt idx="1995">
                  <c:v>6.63900000003</c:v>
                </c:pt>
                <c:pt idx="1996">
                  <c:v>6.63925000003</c:v>
                </c:pt>
                <c:pt idx="1997">
                  <c:v>6.64375000003</c:v>
                </c:pt>
                <c:pt idx="1998">
                  <c:v>6.64400000003</c:v>
                </c:pt>
                <c:pt idx="1999">
                  <c:v>6.64850000003</c:v>
                </c:pt>
                <c:pt idx="2000">
                  <c:v>6.64875000003</c:v>
                </c:pt>
                <c:pt idx="2001">
                  <c:v>6.65325000003</c:v>
                </c:pt>
                <c:pt idx="2002">
                  <c:v>6.65350000003</c:v>
                </c:pt>
                <c:pt idx="2003">
                  <c:v>6.65800000003</c:v>
                </c:pt>
                <c:pt idx="2004">
                  <c:v>6.65825000003</c:v>
                </c:pt>
                <c:pt idx="2005">
                  <c:v>6.66275000003</c:v>
                </c:pt>
                <c:pt idx="2006">
                  <c:v>6.66300000003</c:v>
                </c:pt>
                <c:pt idx="2007">
                  <c:v>6.66750000003</c:v>
                </c:pt>
                <c:pt idx="2008">
                  <c:v>6.66775000003</c:v>
                </c:pt>
                <c:pt idx="2009">
                  <c:v>6.67225000003</c:v>
                </c:pt>
                <c:pt idx="2010">
                  <c:v>6.67250000003</c:v>
                </c:pt>
                <c:pt idx="2011">
                  <c:v>6.67600000003</c:v>
                </c:pt>
                <c:pt idx="2012">
                  <c:v>6.67700000003</c:v>
                </c:pt>
                <c:pt idx="2013">
                  <c:v>6.67725000003</c:v>
                </c:pt>
                <c:pt idx="2014">
                  <c:v>6.67750000003</c:v>
                </c:pt>
                <c:pt idx="2015">
                  <c:v>6.68175000003</c:v>
                </c:pt>
                <c:pt idx="2016">
                  <c:v>6.68200000003</c:v>
                </c:pt>
                <c:pt idx="2017">
                  <c:v>6.68650000003</c:v>
                </c:pt>
                <c:pt idx="2018">
                  <c:v>6.68675000003</c:v>
                </c:pt>
                <c:pt idx="2019">
                  <c:v>6.69125000003</c:v>
                </c:pt>
                <c:pt idx="2020">
                  <c:v>6.69150000003</c:v>
                </c:pt>
                <c:pt idx="2021">
                  <c:v>6.69600000003</c:v>
                </c:pt>
                <c:pt idx="2022">
                  <c:v>6.69625000003</c:v>
                </c:pt>
                <c:pt idx="2023">
                  <c:v>6.70075000003</c:v>
                </c:pt>
                <c:pt idx="2024">
                  <c:v>6.70100000003</c:v>
                </c:pt>
                <c:pt idx="2025">
                  <c:v>6.70550000003</c:v>
                </c:pt>
                <c:pt idx="2026">
                  <c:v>6.70575000003</c:v>
                </c:pt>
                <c:pt idx="2027">
                  <c:v>6.71025000003</c:v>
                </c:pt>
                <c:pt idx="2028">
                  <c:v>6.71050000003</c:v>
                </c:pt>
                <c:pt idx="2029">
                  <c:v>6.71500000003</c:v>
                </c:pt>
                <c:pt idx="2030">
                  <c:v>6.71525000003</c:v>
                </c:pt>
                <c:pt idx="2031">
                  <c:v>6.71975000003</c:v>
                </c:pt>
                <c:pt idx="2032">
                  <c:v>6.72000000003</c:v>
                </c:pt>
                <c:pt idx="2033">
                  <c:v>6.72450000003</c:v>
                </c:pt>
                <c:pt idx="2034">
                  <c:v>6.72475000003</c:v>
                </c:pt>
                <c:pt idx="2035">
                  <c:v>6.72925000003</c:v>
                </c:pt>
                <c:pt idx="2036">
                  <c:v>6.72950000003</c:v>
                </c:pt>
                <c:pt idx="2037">
                  <c:v>6.73400000003</c:v>
                </c:pt>
                <c:pt idx="2038">
                  <c:v>6.73425000003</c:v>
                </c:pt>
                <c:pt idx="2039">
                  <c:v>6.73875000003</c:v>
                </c:pt>
                <c:pt idx="2040">
                  <c:v>6.73900000003</c:v>
                </c:pt>
                <c:pt idx="2041">
                  <c:v>6.74350000003</c:v>
                </c:pt>
                <c:pt idx="2042">
                  <c:v>6.74375000003</c:v>
                </c:pt>
                <c:pt idx="2043">
                  <c:v>6.74825000003</c:v>
                </c:pt>
                <c:pt idx="2044">
                  <c:v>6.74850000003</c:v>
                </c:pt>
                <c:pt idx="2045">
                  <c:v>6.75300000003</c:v>
                </c:pt>
                <c:pt idx="2046">
                  <c:v>6.75325000003</c:v>
                </c:pt>
                <c:pt idx="2047">
                  <c:v>6.75775000003</c:v>
                </c:pt>
                <c:pt idx="2048">
                  <c:v>6.75800000003</c:v>
                </c:pt>
                <c:pt idx="2049">
                  <c:v>6.76250000003</c:v>
                </c:pt>
                <c:pt idx="2050">
                  <c:v>6.76275000003</c:v>
                </c:pt>
                <c:pt idx="2051">
                  <c:v>6.76725000003</c:v>
                </c:pt>
                <c:pt idx="2052">
                  <c:v>6.76750000003</c:v>
                </c:pt>
                <c:pt idx="2053">
                  <c:v>6.77200000003</c:v>
                </c:pt>
                <c:pt idx="2054">
                  <c:v>6.77225000003</c:v>
                </c:pt>
                <c:pt idx="2055">
                  <c:v>6.77675000003</c:v>
                </c:pt>
                <c:pt idx="2056">
                  <c:v>6.77700000003</c:v>
                </c:pt>
                <c:pt idx="2057">
                  <c:v>6.78150000003</c:v>
                </c:pt>
                <c:pt idx="2058">
                  <c:v>6.78175000003</c:v>
                </c:pt>
                <c:pt idx="2059">
                  <c:v>6.78625000003</c:v>
                </c:pt>
                <c:pt idx="2060">
                  <c:v>6.78650000003</c:v>
                </c:pt>
                <c:pt idx="2061">
                  <c:v>6.79100000003</c:v>
                </c:pt>
                <c:pt idx="2062">
                  <c:v>6.79125000003</c:v>
                </c:pt>
                <c:pt idx="2063">
                  <c:v>6.79575000003</c:v>
                </c:pt>
                <c:pt idx="2064">
                  <c:v>6.79600000003</c:v>
                </c:pt>
                <c:pt idx="2065">
                  <c:v>6.80050000003</c:v>
                </c:pt>
                <c:pt idx="2066">
                  <c:v>6.80075000003</c:v>
                </c:pt>
                <c:pt idx="2067">
                  <c:v>6.80525000003</c:v>
                </c:pt>
                <c:pt idx="2068">
                  <c:v>6.80550000003</c:v>
                </c:pt>
                <c:pt idx="2069">
                  <c:v>6.81000000003</c:v>
                </c:pt>
                <c:pt idx="2070">
                  <c:v>6.81025000003</c:v>
                </c:pt>
                <c:pt idx="2071">
                  <c:v>6.81475000003</c:v>
                </c:pt>
                <c:pt idx="2072">
                  <c:v>6.81500000003</c:v>
                </c:pt>
                <c:pt idx="2073">
                  <c:v>6.81950000003</c:v>
                </c:pt>
                <c:pt idx="2074">
                  <c:v>6.81975000003</c:v>
                </c:pt>
                <c:pt idx="2075">
                  <c:v>6.82425000003</c:v>
                </c:pt>
                <c:pt idx="2076">
                  <c:v>6.82450000003</c:v>
                </c:pt>
                <c:pt idx="2077">
                  <c:v>6.82900000003</c:v>
                </c:pt>
                <c:pt idx="2078">
                  <c:v>6.82925000003</c:v>
                </c:pt>
                <c:pt idx="2079">
                  <c:v>6.83375000003</c:v>
                </c:pt>
                <c:pt idx="2080">
                  <c:v>6.83400000003</c:v>
                </c:pt>
                <c:pt idx="2081">
                  <c:v>6.83850000003</c:v>
                </c:pt>
                <c:pt idx="2082">
                  <c:v>6.83875000003</c:v>
                </c:pt>
                <c:pt idx="2083">
                  <c:v>6.84325000003</c:v>
                </c:pt>
                <c:pt idx="2084">
                  <c:v>6.84350000003</c:v>
                </c:pt>
                <c:pt idx="2085">
                  <c:v>6.84800000003</c:v>
                </c:pt>
                <c:pt idx="2086">
                  <c:v>6.84825000003</c:v>
                </c:pt>
                <c:pt idx="2087">
                  <c:v>6.85275000003</c:v>
                </c:pt>
                <c:pt idx="2088">
                  <c:v>6.85300000003</c:v>
                </c:pt>
                <c:pt idx="2089">
                  <c:v>6.85750000003</c:v>
                </c:pt>
                <c:pt idx="2090">
                  <c:v>6.85775000003</c:v>
                </c:pt>
                <c:pt idx="2091">
                  <c:v>6.86225000003</c:v>
                </c:pt>
                <c:pt idx="2092">
                  <c:v>6.86250000003</c:v>
                </c:pt>
                <c:pt idx="2093">
                  <c:v>6.86700000003</c:v>
                </c:pt>
                <c:pt idx="2094">
                  <c:v>6.86725000003</c:v>
                </c:pt>
                <c:pt idx="2095">
                  <c:v>6.87175000003</c:v>
                </c:pt>
                <c:pt idx="2096">
                  <c:v>6.87200000003</c:v>
                </c:pt>
                <c:pt idx="2097">
                  <c:v>6.87650000003</c:v>
                </c:pt>
                <c:pt idx="2098">
                  <c:v>6.87675000003</c:v>
                </c:pt>
                <c:pt idx="2099">
                  <c:v>6.88125000003</c:v>
                </c:pt>
                <c:pt idx="2100">
                  <c:v>6.88150000003</c:v>
                </c:pt>
                <c:pt idx="2101">
                  <c:v>6.88600000003</c:v>
                </c:pt>
                <c:pt idx="2102">
                  <c:v>6.88625000003</c:v>
                </c:pt>
                <c:pt idx="2103">
                  <c:v>6.89075000003</c:v>
                </c:pt>
                <c:pt idx="2104">
                  <c:v>6.89100000003</c:v>
                </c:pt>
                <c:pt idx="2105">
                  <c:v>6.89550000003</c:v>
                </c:pt>
                <c:pt idx="2106">
                  <c:v>6.89575000003</c:v>
                </c:pt>
                <c:pt idx="2107">
                  <c:v>6.89625000003</c:v>
                </c:pt>
                <c:pt idx="2108">
                  <c:v>6.90025000003</c:v>
                </c:pt>
                <c:pt idx="2109">
                  <c:v>6.90050000003</c:v>
                </c:pt>
                <c:pt idx="2110">
                  <c:v>6.90500000003</c:v>
                </c:pt>
                <c:pt idx="2111">
                  <c:v>6.90525000003</c:v>
                </c:pt>
                <c:pt idx="2112">
                  <c:v>6.90975000003</c:v>
                </c:pt>
                <c:pt idx="2113">
                  <c:v>6.91000000003</c:v>
                </c:pt>
                <c:pt idx="2114">
                  <c:v>6.91450000003</c:v>
                </c:pt>
                <c:pt idx="2115">
                  <c:v>6.91475000003</c:v>
                </c:pt>
                <c:pt idx="2116">
                  <c:v>6.91925000003</c:v>
                </c:pt>
                <c:pt idx="2117">
                  <c:v>6.91950000003</c:v>
                </c:pt>
                <c:pt idx="2118">
                  <c:v>6.92400000003</c:v>
                </c:pt>
                <c:pt idx="2119">
                  <c:v>6.92425000003</c:v>
                </c:pt>
                <c:pt idx="2120">
                  <c:v>6.92875000003</c:v>
                </c:pt>
                <c:pt idx="2121">
                  <c:v>6.92900000003</c:v>
                </c:pt>
                <c:pt idx="2122">
                  <c:v>6.93350000003</c:v>
                </c:pt>
                <c:pt idx="2123">
                  <c:v>6.93375000003</c:v>
                </c:pt>
                <c:pt idx="2124">
                  <c:v>6.93825000003</c:v>
                </c:pt>
                <c:pt idx="2125">
                  <c:v>6.93850000003</c:v>
                </c:pt>
                <c:pt idx="2126">
                  <c:v>6.94300000003</c:v>
                </c:pt>
                <c:pt idx="2127">
                  <c:v>6.94325000003</c:v>
                </c:pt>
                <c:pt idx="2128">
                  <c:v>6.94775000003</c:v>
                </c:pt>
                <c:pt idx="2129">
                  <c:v>6.94800000003</c:v>
                </c:pt>
                <c:pt idx="2130">
                  <c:v>6.95250000003</c:v>
                </c:pt>
                <c:pt idx="2131">
                  <c:v>6.95275000003</c:v>
                </c:pt>
                <c:pt idx="2132">
                  <c:v>6.95725000003</c:v>
                </c:pt>
                <c:pt idx="2133">
                  <c:v>6.95750000003</c:v>
                </c:pt>
                <c:pt idx="2134">
                  <c:v>6.96200000003</c:v>
                </c:pt>
                <c:pt idx="2135">
                  <c:v>6.96225000003</c:v>
                </c:pt>
                <c:pt idx="2136">
                  <c:v>6.96675000003</c:v>
                </c:pt>
                <c:pt idx="2137">
                  <c:v>6.96700000003</c:v>
                </c:pt>
                <c:pt idx="2138">
                  <c:v>6.97150000003</c:v>
                </c:pt>
                <c:pt idx="2139">
                  <c:v>6.97175000003</c:v>
                </c:pt>
                <c:pt idx="2140">
                  <c:v>6.97625000003</c:v>
                </c:pt>
                <c:pt idx="2141">
                  <c:v>6.97650000003</c:v>
                </c:pt>
                <c:pt idx="2142">
                  <c:v>6.98100000003</c:v>
                </c:pt>
                <c:pt idx="2143">
                  <c:v>6.98125000003</c:v>
                </c:pt>
                <c:pt idx="2144">
                  <c:v>6.98575000003</c:v>
                </c:pt>
                <c:pt idx="2145">
                  <c:v>6.98600000003</c:v>
                </c:pt>
                <c:pt idx="2146">
                  <c:v>6.99050000003</c:v>
                </c:pt>
                <c:pt idx="2147">
                  <c:v>6.99075000003</c:v>
                </c:pt>
                <c:pt idx="2148">
                  <c:v>6.99525000003</c:v>
                </c:pt>
                <c:pt idx="2149">
                  <c:v>6.99550000003</c:v>
                </c:pt>
                <c:pt idx="2150">
                  <c:v>6.99950000003</c:v>
                </c:pt>
                <c:pt idx="2151">
                  <c:v>6.99975000003</c:v>
                </c:pt>
                <c:pt idx="2152">
                  <c:v>7.00000000003</c:v>
                </c:pt>
              </c:numCache>
            </c:numRef>
          </c:xVal>
          <c:yVal>
            <c:numRef>
              <c:f>'Chart Data'!$B$2:$B$2154</c:f>
              <c:numCache>
                <c:formatCode>0.00</c:formatCode>
                <c:ptCount val="2153"/>
                <c:pt idx="0">
                  <c:v>6.86410716481</c:v>
                </c:pt>
                <c:pt idx="1">
                  <c:v>6.86401799709</c:v>
                </c:pt>
                <c:pt idx="2">
                  <c:v>6.86249993055</c:v>
                </c:pt>
                <c:pt idx="3">
                  <c:v>6.8624206466</c:v>
                </c:pt>
                <c:pt idx="4">
                  <c:v>6.86108686514</c:v>
                </c:pt>
                <c:pt idx="5">
                  <c:v>6.8610179854</c:v>
                </c:pt>
                <c:pt idx="6">
                  <c:v>6.85987409928</c:v>
                </c:pt>
                <c:pt idx="7">
                  <c:v>6.85981583026</c:v>
                </c:pt>
                <c:pt idx="8">
                  <c:v>6.85886362376</c:v>
                </c:pt>
                <c:pt idx="9">
                  <c:v>6.8588161377</c:v>
                </c:pt>
                <c:pt idx="10">
                  <c:v>6.85805869564</c:v>
                </c:pt>
                <c:pt idx="11">
                  <c:v>6.85802219009</c:v>
                </c:pt>
                <c:pt idx="12">
                  <c:v>6.85746773751</c:v>
                </c:pt>
                <c:pt idx="13">
                  <c:v>6.8574426925</c:v>
                </c:pt>
                <c:pt idx="14">
                  <c:v>6.85709750188</c:v>
                </c:pt>
                <c:pt idx="15">
                  <c:v>6.85708403942</c:v>
                </c:pt>
                <c:pt idx="16">
                  <c:v>6.85694393311</c:v>
                </c:pt>
                <c:pt idx="17">
                  <c:v>6.85694186199</c:v>
                </c:pt>
                <c:pt idx="18">
                  <c:v>6.85693897941</c:v>
                </c:pt>
                <c:pt idx="19">
                  <c:v>6.85700567136</c:v>
                </c:pt>
                <c:pt idx="20">
                  <c:v>6.85701496798</c:v>
                </c:pt>
                <c:pt idx="21">
                  <c:v>6.85702485043</c:v>
                </c:pt>
                <c:pt idx="22">
                  <c:v>6.85728672812</c:v>
                </c:pt>
                <c:pt idx="23">
                  <c:v>6.85730760143</c:v>
                </c:pt>
                <c:pt idx="24">
                  <c:v>6.85778930005</c:v>
                </c:pt>
                <c:pt idx="25">
                  <c:v>6.85782183635</c:v>
                </c:pt>
                <c:pt idx="26">
                  <c:v>6.85850870992</c:v>
                </c:pt>
                <c:pt idx="27">
                  <c:v>6.85855246352</c:v>
                </c:pt>
                <c:pt idx="28">
                  <c:v>6.85943696934</c:v>
                </c:pt>
                <c:pt idx="29">
                  <c:v>6.85949156204</c:v>
                </c:pt>
                <c:pt idx="30">
                  <c:v>6.86057306773</c:v>
                </c:pt>
                <c:pt idx="31">
                  <c:v>6.86063858759</c:v>
                </c:pt>
                <c:pt idx="32">
                  <c:v>6.86191678244</c:v>
                </c:pt>
                <c:pt idx="33">
                  <c:v>6.86199317909</c:v>
                </c:pt>
                <c:pt idx="34">
                  <c:v>6.86346138595</c:v>
                </c:pt>
                <c:pt idx="35">
                  <c:v>6.863548077</c:v>
                </c:pt>
                <c:pt idx="36">
                  <c:v>6.86519533197</c:v>
                </c:pt>
                <c:pt idx="37">
                  <c:v>6.86529163819</c:v>
                </c:pt>
                <c:pt idx="38">
                  <c:v>6.86711172952</c:v>
                </c:pt>
                <c:pt idx="39">
                  <c:v>6.86721753983</c:v>
                </c:pt>
                <c:pt idx="40">
                  <c:v>6.86920740225</c:v>
                </c:pt>
                <c:pt idx="41">
                  <c:v>6.86932259258</c:v>
                </c:pt>
                <c:pt idx="42">
                  <c:v>6.87147384322</c:v>
                </c:pt>
                <c:pt idx="43">
                  <c:v>6.8715976165</c:v>
                </c:pt>
                <c:pt idx="44">
                  <c:v>6.87389581036</c:v>
                </c:pt>
                <c:pt idx="45">
                  <c:v>6.87402728559</c:v>
                </c:pt>
                <c:pt idx="46">
                  <c:v>6.8764608224</c:v>
                </c:pt>
                <c:pt idx="47">
                  <c:v>6.87659962978</c:v>
                </c:pt>
                <c:pt idx="48">
                  <c:v>6.87916273384</c:v>
                </c:pt>
                <c:pt idx="49">
                  <c:v>6.87930863304</c:v>
                </c:pt>
                <c:pt idx="50">
                  <c:v>6.88199177309</c:v>
                </c:pt>
                <c:pt idx="51">
                  <c:v>6.88214389719</c:v>
                </c:pt>
                <c:pt idx="52">
                  <c:v>6.88493092318</c:v>
                </c:pt>
                <c:pt idx="53">
                  <c:v>6.88508826443</c:v>
                </c:pt>
                <c:pt idx="54">
                  <c:v>6.88796429952</c:v>
                </c:pt>
                <c:pt idx="55">
                  <c:v>6.88812634474</c:v>
                </c:pt>
                <c:pt idx="56">
                  <c:v>6.89108206841</c:v>
                </c:pt>
                <c:pt idx="57">
                  <c:v>6.8912483909</c:v>
                </c:pt>
                <c:pt idx="58">
                  <c:v>6.89427433057</c:v>
                </c:pt>
                <c:pt idx="59">
                  <c:v>6.89444413735</c:v>
                </c:pt>
                <c:pt idx="60">
                  <c:v>6.89752441484</c:v>
                </c:pt>
                <c:pt idx="61">
                  <c:v>6.89769662442</c:v>
                </c:pt>
                <c:pt idx="62">
                  <c:v>6.90081234011</c:v>
                </c:pt>
                <c:pt idx="63">
                  <c:v>6.90098620177</c:v>
                </c:pt>
                <c:pt idx="64">
                  <c:v>6.90412690148</c:v>
                </c:pt>
                <c:pt idx="65">
                  <c:v>6.90430199839</c:v>
                </c:pt>
                <c:pt idx="66">
                  <c:v>6.90745851092</c:v>
                </c:pt>
                <c:pt idx="67">
                  <c:v>6.90763398866</c:v>
                </c:pt>
                <c:pt idx="68">
                  <c:v>6.91079033699</c:v>
                </c:pt>
                <c:pt idx="69">
                  <c:v>6.91096530002</c:v>
                </c:pt>
                <c:pt idx="70">
                  <c:v>6.91410344626</c:v>
                </c:pt>
                <c:pt idx="71">
                  <c:v>6.91427701545</c:v>
                </c:pt>
                <c:pt idx="72">
                  <c:v>6.91738313982</c:v>
                </c:pt>
                <c:pt idx="73">
                  <c:v>6.91755472936</c:v>
                </c:pt>
                <c:pt idx="74">
                  <c:v>6.92062050885</c:v>
                </c:pt>
                <c:pt idx="75">
                  <c:v>6.92078946264</c:v>
                </c:pt>
                <c:pt idx="76">
                  <c:v>6.92380203594</c:v>
                </c:pt>
                <c:pt idx="77">
                  <c:v>6.92396751265</c:v>
                </c:pt>
                <c:pt idx="78">
                  <c:v>6.92690854003</c:v>
                </c:pt>
                <c:pt idx="79">
                  <c:v>6.92706971335</c:v>
                </c:pt>
                <c:pt idx="80">
                  <c:v>6.92992546765</c:v>
                </c:pt>
                <c:pt idx="81">
                  <c:v>6.93008161485</c:v>
                </c:pt>
                <c:pt idx="82">
                  <c:v>6.93284417536</c:v>
                </c:pt>
                <c:pt idx="83">
                  <c:v>6.93299486255</c:v>
                </c:pt>
                <c:pt idx="84">
                  <c:v>6.93565441558</c:v>
                </c:pt>
                <c:pt idx="85">
                  <c:v>6.93579900412</c:v>
                </c:pt>
                <c:pt idx="86">
                  <c:v>6.93833991409</c:v>
                </c:pt>
                <c:pt idx="87">
                  <c:v>6.9384775441</c:v>
                </c:pt>
                <c:pt idx="88">
                  <c:v>6.94088624163</c:v>
                </c:pt>
                <c:pt idx="89">
                  <c:v>6.94101624941</c:v>
                </c:pt>
                <c:pt idx="90">
                  <c:v>6.94328558597</c:v>
                </c:pt>
                <c:pt idx="91">
                  <c:v>6.9434076377</c:v>
                </c:pt>
                <c:pt idx="92">
                  <c:v>6.94553217464</c:v>
                </c:pt>
                <c:pt idx="93">
                  <c:v>6.945645991</c:v>
                </c:pt>
                <c:pt idx="94">
                  <c:v>6.94761331863</c:v>
                </c:pt>
                <c:pt idx="95">
                  <c:v>6.94771806828</c:v>
                </c:pt>
                <c:pt idx="96">
                  <c:v>6.94951578946</c:v>
                </c:pt>
                <c:pt idx="97">
                  <c:v>6.94961080169</c:v>
                </c:pt>
                <c:pt idx="98">
                  <c:v>6.9512339517</c:v>
                </c:pt>
                <c:pt idx="99">
                  <c:v>6.95131917914</c:v>
                </c:pt>
                <c:pt idx="100">
                  <c:v>6.95276561843</c:v>
                </c:pt>
                <c:pt idx="101">
                  <c:v>6.95284097131</c:v>
                </c:pt>
                <c:pt idx="102">
                  <c:v>6.95410326135</c:v>
                </c:pt>
                <c:pt idx="103">
                  <c:v>6.95416814146</c:v>
                </c:pt>
                <c:pt idx="104">
                  <c:v>6.95523686261</c:v>
                </c:pt>
                <c:pt idx="105">
                  <c:v>6.95529071082</c:v>
                </c:pt>
                <c:pt idx="106">
                  <c:v>6.95616194342</c:v>
                </c:pt>
                <c:pt idx="107">
                  <c:v>6.95620485562</c:v>
                </c:pt>
                <c:pt idx="108">
                  <c:v>6.95688086286</c:v>
                </c:pt>
                <c:pt idx="109">
                  <c:v>6.95691298383</c:v>
                </c:pt>
                <c:pt idx="110">
                  <c:v>6.95739099949</c:v>
                </c:pt>
                <c:pt idx="111">
                  <c:v>6.95741201055</c:v>
                </c:pt>
                <c:pt idx="112">
                  <c:v>6.95768660472</c:v>
                </c:pt>
                <c:pt idx="113">
                  <c:v>6.95769608398</c:v>
                </c:pt>
                <c:pt idx="114">
                  <c:v>6.9577548601</c:v>
                </c:pt>
                <c:pt idx="115">
                  <c:v>6.95776716276</c:v>
                </c:pt>
                <c:pt idx="116">
                  <c:v>6.95776531501</c:v>
                </c:pt>
                <c:pt idx="117">
                  <c:v>6.95776347754</c:v>
                </c:pt>
                <c:pt idx="118">
                  <c:v>6.95763161229</c:v>
                </c:pt>
                <c:pt idx="119">
                  <c:v>6.95761888306</c:v>
                </c:pt>
                <c:pt idx="120">
                  <c:v>6.9572908003</c:v>
                </c:pt>
                <c:pt idx="121">
                  <c:v>6.9572670816</c:v>
                </c:pt>
                <c:pt idx="122">
                  <c:v>6.95673982307</c:v>
                </c:pt>
                <c:pt idx="123">
                  <c:v>6.95670492389</c:v>
                </c:pt>
                <c:pt idx="124">
                  <c:v>6.95597937714</c:v>
                </c:pt>
                <c:pt idx="125">
                  <c:v>6.95593365911</c:v>
                </c:pt>
                <c:pt idx="126">
                  <c:v>6.95501729307</c:v>
                </c:pt>
                <c:pt idx="127">
                  <c:v>6.95496132241</c:v>
                </c:pt>
                <c:pt idx="128">
                  <c:v>6.95386233732</c:v>
                </c:pt>
                <c:pt idx="129">
                  <c:v>6.95379628281</c:v>
                </c:pt>
                <c:pt idx="130">
                  <c:v>6.95251802289</c:v>
                </c:pt>
                <c:pt idx="131">
                  <c:v>6.95244198445</c:v>
                </c:pt>
                <c:pt idx="132">
                  <c:v>6.95098641303</c:v>
                </c:pt>
                <c:pt idx="133">
                  <c:v>6.95090078167</c:v>
                </c:pt>
                <c:pt idx="134">
                  <c:v>6.94927744038</c:v>
                </c:pt>
                <c:pt idx="135">
                  <c:v>6.94918290805</c:v>
                </c:pt>
                <c:pt idx="136">
                  <c:v>6.94740447041</c:v>
                </c:pt>
                <c:pt idx="137">
                  <c:v>6.94730149137</c:v>
                </c:pt>
                <c:pt idx="138">
                  <c:v>6.94537566191</c:v>
                </c:pt>
                <c:pt idx="139">
                  <c:v>6.94526460091</c:v>
                </c:pt>
                <c:pt idx="140">
                  <c:v>6.94319597027</c:v>
                </c:pt>
                <c:pt idx="141">
                  <c:v>6.94307725516</c:v>
                </c:pt>
                <c:pt idx="142">
                  <c:v>6.94087573684</c:v>
                </c:pt>
                <c:pt idx="143">
                  <c:v>6.94075010307</c:v>
                </c:pt>
                <c:pt idx="144">
                  <c:v>6.93843101896</c:v>
                </c:pt>
                <c:pt idx="145">
                  <c:v>6.9382991325</c:v>
                </c:pt>
                <c:pt idx="146">
                  <c:v>6.93587432682</c:v>
                </c:pt>
                <c:pt idx="147">
                  <c:v>6.93573672981</c:v>
                </c:pt>
                <c:pt idx="148">
                  <c:v>6.9332116094</c:v>
                </c:pt>
                <c:pt idx="149">
                  <c:v>6.93306877654</c:v>
                </c:pt>
                <c:pt idx="150">
                  <c:v>6.9304550392</c:v>
                </c:pt>
                <c:pt idx="151">
                  <c:v>6.93030768741</c:v>
                </c:pt>
                <c:pt idx="152">
                  <c:v>6.92762156059</c:v>
                </c:pt>
                <c:pt idx="153">
                  <c:v>6.92747056426</c:v>
                </c:pt>
                <c:pt idx="154">
                  <c:v>6.92472718892</c:v>
                </c:pt>
                <c:pt idx="155">
                  <c:v>6.92457336828</c:v>
                </c:pt>
                <c:pt idx="156">
                  <c:v>6.92178223575</c:v>
                </c:pt>
                <c:pt idx="157">
                  <c:v>6.9216260625</c:v>
                </c:pt>
                <c:pt idx="158">
                  <c:v>6.91879697482</c:v>
                </c:pt>
                <c:pt idx="159">
                  <c:v>6.91863908478</c:v>
                </c:pt>
                <c:pt idx="160">
                  <c:v>6.91579009016</c:v>
                </c:pt>
                <c:pt idx="161">
                  <c:v>6.91563152703</c:v>
                </c:pt>
                <c:pt idx="162">
                  <c:v>6.91277950387</c:v>
                </c:pt>
                <c:pt idx="163">
                  <c:v>6.91262119247</c:v>
                </c:pt>
                <c:pt idx="164">
                  <c:v>6.90977700586</c:v>
                </c:pt>
                <c:pt idx="165">
                  <c:v>6.90961945625</c:v>
                </c:pt>
                <c:pt idx="166">
                  <c:v>6.90679323291</c:v>
                </c:pt>
                <c:pt idx="167">
                  <c:v>6.90663693566</c:v>
                </c:pt>
                <c:pt idx="168">
                  <c:v>6.90384302142</c:v>
                </c:pt>
                <c:pt idx="169">
                  <c:v>6.90368901013</c:v>
                </c:pt>
                <c:pt idx="170">
                  <c:v>6.9009460783</c:v>
                </c:pt>
                <c:pt idx="171">
                  <c:v>6.9007953765</c:v>
                </c:pt>
                <c:pt idx="172">
                  <c:v>6.89811395845</c:v>
                </c:pt>
                <c:pt idx="173">
                  <c:v>6.89796691388</c:v>
                </c:pt>
                <c:pt idx="174">
                  <c:v>6.8953556026</c:v>
                </c:pt>
                <c:pt idx="175">
                  <c:v>6.89521267049</c:v>
                </c:pt>
                <c:pt idx="176">
                  <c:v>6.89268420719</c:v>
                </c:pt>
                <c:pt idx="177">
                  <c:v>6.89254629054</c:v>
                </c:pt>
                <c:pt idx="178">
                  <c:v>6.89011668851</c:v>
                </c:pt>
                <c:pt idx="179">
                  <c:v>6.8899847606</c:v>
                </c:pt>
                <c:pt idx="180">
                  <c:v>6.88766692473</c:v>
                </c:pt>
                <c:pt idx="181">
                  <c:v>6.88754142348</c:v>
                </c:pt>
                <c:pt idx="182">
                  <c:v>6.88534088784</c:v>
                </c:pt>
                <c:pt idx="183">
                  <c:v>6.88522196913</c:v>
                </c:pt>
                <c:pt idx="184">
                  <c:v>6.88314768936</c:v>
                </c:pt>
                <c:pt idx="185">
                  <c:v>6.88303621181</c:v>
                </c:pt>
                <c:pt idx="186">
                  <c:v>6.88110235374</c:v>
                </c:pt>
                <c:pt idx="187">
                  <c:v>6.88099909171</c:v>
                </c:pt>
                <c:pt idx="188">
                  <c:v>6.8792162937</c:v>
                </c:pt>
                <c:pt idx="189">
                  <c:v>6.87912156693</c:v>
                </c:pt>
                <c:pt idx="190">
                  <c:v>6.87749492475</c:v>
                </c:pt>
                <c:pt idx="191">
                  <c:v>6.87740887844</c:v>
                </c:pt>
                <c:pt idx="192">
                  <c:v>6.8759419603</c:v>
                </c:pt>
                <c:pt idx="193">
                  <c:v>6.87586505101</c:v>
                </c:pt>
                <c:pt idx="194">
                  <c:v>6.87456813799</c:v>
                </c:pt>
                <c:pt idx="195">
                  <c:v>6.87450110137</c:v>
                </c:pt>
                <c:pt idx="196">
                  <c:v>6.87338390185</c:v>
                </c:pt>
                <c:pt idx="197">
                  <c:v>6.87332687446</c:v>
                </c:pt>
                <c:pt idx="198">
                  <c:v>6.87239097799</c:v>
                </c:pt>
                <c:pt idx="199">
                  <c:v>6.87234394244</c:v>
                </c:pt>
                <c:pt idx="200">
                  <c:v>6.87158996463</c:v>
                </c:pt>
                <c:pt idx="201">
                  <c:v>6.8715532474</c:v>
                </c:pt>
                <c:pt idx="202">
                  <c:v>6.87098623006</c:v>
                </c:pt>
                <c:pt idx="203">
                  <c:v>6.87096010591</c:v>
                </c:pt>
                <c:pt idx="204">
                  <c:v>6.87058649849</c:v>
                </c:pt>
                <c:pt idx="205">
                  <c:v>6.87057116928</c:v>
                </c:pt>
                <c:pt idx="206">
                  <c:v>6.87039221137</c:v>
                </c:pt>
                <c:pt idx="207">
                  <c:v>6.87038752139</c:v>
                </c:pt>
                <c:pt idx="208">
                  <c:v>6.8703701455</c:v>
                </c:pt>
                <c:pt idx="209">
                  <c:v>6.87039280734</c:v>
                </c:pt>
                <c:pt idx="210">
                  <c:v>6.87039802969</c:v>
                </c:pt>
                <c:pt idx="211">
                  <c:v>6.87040387713</c:v>
                </c:pt>
                <c:pt idx="212">
                  <c:v>6.87060421986</c:v>
                </c:pt>
                <c:pt idx="213">
                  <c:v>6.87062075955</c:v>
                </c:pt>
                <c:pt idx="214">
                  <c:v>6.87101442858</c:v>
                </c:pt>
                <c:pt idx="215">
                  <c:v>6.87104164437</c:v>
                </c:pt>
                <c:pt idx="216">
                  <c:v>6.87162711106</c:v>
                </c:pt>
                <c:pt idx="217">
                  <c:v>6.87166480481</c:v>
                </c:pt>
                <c:pt idx="218">
                  <c:v>6.87243534391</c:v>
                </c:pt>
                <c:pt idx="219">
                  <c:v>6.87248320249</c:v>
                </c:pt>
                <c:pt idx="220">
                  <c:v>6.8734326464</c:v>
                </c:pt>
                <c:pt idx="221">
                  <c:v>6.87349037493</c:v>
                </c:pt>
                <c:pt idx="222">
                  <c:v>6.87461900979</c:v>
                </c:pt>
                <c:pt idx="223">
                  <c:v>6.8746866282</c:v>
                </c:pt>
                <c:pt idx="224">
                  <c:v>6.87599177137</c:v>
                </c:pt>
                <c:pt idx="225">
                  <c:v>6.87606896546</c:v>
                </c:pt>
                <c:pt idx="226">
                  <c:v>6.87753958927</c:v>
                </c:pt>
                <c:pt idx="227">
                  <c:v>6.87762576216</c:v>
                </c:pt>
                <c:pt idx="228">
                  <c:v>6.87925328941</c:v>
                </c:pt>
                <c:pt idx="229">
                  <c:v>6.8793479763</c:v>
                </c:pt>
                <c:pt idx="230">
                  <c:v>6.8811276985</c:v>
                </c:pt>
                <c:pt idx="231">
                  <c:v>6.88123067816</c:v>
                </c:pt>
                <c:pt idx="232">
                  <c:v>6.8831580911</c:v>
                </c:pt>
                <c:pt idx="233">
                  <c:v>6.88326912535</c:v>
                </c:pt>
                <c:pt idx="234">
                  <c:v>6.88533407312</c:v>
                </c:pt>
                <c:pt idx="235">
                  <c:v>6.88545239487</c:v>
                </c:pt>
                <c:pt idx="236">
                  <c:v>6.88764085612</c:v>
                </c:pt>
                <c:pt idx="237">
                  <c:v>6.88776567455</c:v>
                </c:pt>
                <c:pt idx="238">
                  <c:v>6.89007023333</c:v>
                </c:pt>
                <c:pt idx="239">
                  <c:v>6.890201342</c:v>
                </c:pt>
                <c:pt idx="240">
                  <c:v>6.89261632928</c:v>
                </c:pt>
                <c:pt idx="241">
                  <c:v>6.89275337505</c:v>
                </c:pt>
                <c:pt idx="242">
                  <c:v>6.89526604253</c:v>
                </c:pt>
                <c:pt idx="243">
                  <c:v>6.89540809917</c:v>
                </c:pt>
                <c:pt idx="244">
                  <c:v>6.89800291346</c:v>
                </c:pt>
                <c:pt idx="245">
                  <c:v>6.89814908806</c:v>
                </c:pt>
                <c:pt idx="246">
                  <c:v>6.90081451586</c:v>
                </c:pt>
                <c:pt idx="247">
                  <c:v>6.90096435832</c:v>
                </c:pt>
                <c:pt idx="248">
                  <c:v>6.9036920241</c:v>
                </c:pt>
                <c:pt idx="249">
                  <c:v>6.90384516865</c:v>
                </c:pt>
                <c:pt idx="250">
                  <c:v>6.90662476738</c:v>
                </c:pt>
                <c:pt idx="251">
                  <c:v>6.90678033613</c:v>
                </c:pt>
                <c:pt idx="252">
                  <c:v>6.90959370322</c:v>
                </c:pt>
                <c:pt idx="253">
                  <c:v>6.90975056919</c:v>
                </c:pt>
                <c:pt idx="254">
                  <c:v>6.9125837916</c:v>
                </c:pt>
                <c:pt idx="255">
                  <c:v>6.91274158105</c:v>
                </c:pt>
                <c:pt idx="256">
                  <c:v>6.91558684224</c:v>
                </c:pt>
                <c:pt idx="257">
                  <c:v>6.91574509122</c:v>
                </c:pt>
                <c:pt idx="258">
                  <c:v>6.91859024557</c:v>
                </c:pt>
                <c:pt idx="259">
                  <c:v>6.91874805599</c:v>
                </c:pt>
                <c:pt idx="260">
                  <c:v>6.9215783608</c:v>
                </c:pt>
                <c:pt idx="261">
                  <c:v>6.92173481432</c:v>
                </c:pt>
                <c:pt idx="262">
                  <c:v>6.92453369868</c:v>
                </c:pt>
                <c:pt idx="263">
                  <c:v>6.92468808547</c:v>
                </c:pt>
                <c:pt idx="264">
                  <c:v>6.92744597074</c:v>
                </c:pt>
                <c:pt idx="265">
                  <c:v>6.92759800677</c:v>
                </c:pt>
                <c:pt idx="266">
                  <c:v>6.93030750696</c:v>
                </c:pt>
                <c:pt idx="267">
                  <c:v>6.93045638225</c:v>
                </c:pt>
                <c:pt idx="268">
                  <c:v>6.93310180581</c:v>
                </c:pt>
                <c:pt idx="269">
                  <c:v>6.93324661802</c:v>
                </c:pt>
                <c:pt idx="270">
                  <c:v>6.93581293072</c:v>
                </c:pt>
                <c:pt idx="271">
                  <c:v>6.93595310719</c:v>
                </c:pt>
                <c:pt idx="272">
                  <c:v>6.93843025137</c:v>
                </c:pt>
                <c:pt idx="273">
                  <c:v>6.93856533153</c:v>
                </c:pt>
                <c:pt idx="274">
                  <c:v>6.94094708808</c:v>
                </c:pt>
                <c:pt idx="275">
                  <c:v>6.9410765427</c:v>
                </c:pt>
                <c:pt idx="276">
                  <c:v>6.94335134148</c:v>
                </c:pt>
                <c:pt idx="277">
                  <c:v>6.94347440293</c:v>
                </c:pt>
                <c:pt idx="278">
                  <c:v>6.94562740022</c:v>
                </c:pt>
                <c:pt idx="279">
                  <c:v>6.94574349234</c:v>
                </c:pt>
                <c:pt idx="280">
                  <c:v>6.94776614259</c:v>
                </c:pt>
                <c:pt idx="281">
                  <c:v>6.94787481706</c:v>
                </c:pt>
                <c:pt idx="282">
                  <c:v>6.94976166133</c:v>
                </c:pt>
                <c:pt idx="283">
                  <c:v>6.9498625609</c:v>
                </c:pt>
                <c:pt idx="284">
                  <c:v>6.95160729212</c:v>
                </c:pt>
                <c:pt idx="285">
                  <c:v>6.95170002334</c:v>
                </c:pt>
                <c:pt idx="286">
                  <c:v>6.95329067496</c:v>
                </c:pt>
                <c:pt idx="287">
                  <c:v>6.95337460167</c:v>
                </c:pt>
                <c:pt idx="288">
                  <c:v>6.95480207336</c:v>
                </c:pt>
                <c:pt idx="289">
                  <c:v>6.95487685282</c:v>
                </c:pt>
                <c:pt idx="290">
                  <c:v>6.95614005103</c:v>
                </c:pt>
                <c:pt idx="291">
                  <c:v>6.95620557573</c:v>
                </c:pt>
                <c:pt idx="292">
                  <c:v>6.95730142564</c:v>
                </c:pt>
                <c:pt idx="293">
                  <c:v>6.95735748686</c:v>
                </c:pt>
                <c:pt idx="294">
                  <c:v>6.95827774044</c:v>
                </c:pt>
                <c:pt idx="295">
                  <c:v>6.95832388727</c:v>
                </c:pt>
                <c:pt idx="296">
                  <c:v>6.95906201609</c:v>
                </c:pt>
                <c:pt idx="297">
                  <c:v>6.95909793626</c:v>
                </c:pt>
                <c:pt idx="298">
                  <c:v>6.95965393127</c:v>
                </c:pt>
                <c:pt idx="299">
                  <c:v>6.95967976523</c:v>
                </c:pt>
                <c:pt idx="300">
                  <c:v>6.96005567681</c:v>
                </c:pt>
                <c:pt idx="301">
                  <c:v>6.96007150659</c:v>
                </c:pt>
                <c:pt idx="302">
                  <c:v>6.96026324045</c:v>
                </c:pt>
                <c:pt idx="303">
                  <c:v>6.96026873699</c:v>
                </c:pt>
                <c:pt idx="304">
                  <c:v>6.96028763594</c:v>
                </c:pt>
                <c:pt idx="305">
                  <c:v>6.96029294011</c:v>
                </c:pt>
                <c:pt idx="306">
                  <c:v>6.96027260691</c:v>
                </c:pt>
                <c:pt idx="307">
                  <c:v>6.96026757896</c:v>
                </c:pt>
                <c:pt idx="308">
                  <c:v>6.96008554567</c:v>
                </c:pt>
                <c:pt idx="309">
                  <c:v>6.96007030328</c:v>
                </c:pt>
                <c:pt idx="310">
                  <c:v>6.9597077027</c:v>
                </c:pt>
                <c:pt idx="311">
                  <c:v>6.95968263117</c:v>
                </c:pt>
                <c:pt idx="312">
                  <c:v>6.9591414162</c:v>
                </c:pt>
                <c:pt idx="313">
                  <c:v>6.95910640342</c:v>
                </c:pt>
                <c:pt idx="314">
                  <c:v>6.95838468993</c:v>
                </c:pt>
                <c:pt idx="315">
                  <c:v>6.95833956821</c:v>
                </c:pt>
                <c:pt idx="316">
                  <c:v>6.95744080785</c:v>
                </c:pt>
                <c:pt idx="317">
                  <c:v>6.95738612196</c:v>
                </c:pt>
                <c:pt idx="318">
                  <c:v>6.95632030085</c:v>
                </c:pt>
                <c:pt idx="319">
                  <c:v>6.95625659044</c:v>
                </c:pt>
                <c:pt idx="320">
                  <c:v>6.9550288867</c:v>
                </c:pt>
                <c:pt idx="321">
                  <c:v>6.95495627805</c:v>
                </c:pt>
                <c:pt idx="322">
                  <c:v>6.95356939549</c:v>
                </c:pt>
                <c:pt idx="323">
                  <c:v>6.95348794413</c:v>
                </c:pt>
                <c:pt idx="324">
                  <c:v>6.95194677422</c:v>
                </c:pt>
                <c:pt idx="325">
                  <c:v>6.95185702422</c:v>
                </c:pt>
                <c:pt idx="326">
                  <c:v>6.95017281885</c:v>
                </c:pt>
                <c:pt idx="327">
                  <c:v>6.9500755963</c:v>
                </c:pt>
                <c:pt idx="328">
                  <c:v>6.94825926671</c:v>
                </c:pt>
                <c:pt idx="329">
                  <c:v>6.94815480928</c:v>
                </c:pt>
                <c:pt idx="330">
                  <c:v>6.94621100381</c:v>
                </c:pt>
                <c:pt idx="331">
                  <c:v>6.94609947864</c:v>
                </c:pt>
                <c:pt idx="332">
                  <c:v>6.94403429648</c:v>
                </c:pt>
                <c:pt idx="333">
                  <c:v>6.94391641956</c:v>
                </c:pt>
                <c:pt idx="334">
                  <c:v>6.94174197218</c:v>
                </c:pt>
                <c:pt idx="335">
                  <c:v>6.94161846633</c:v>
                </c:pt>
                <c:pt idx="336">
                  <c:v>6.93934888897</c:v>
                </c:pt>
                <c:pt idx="337">
                  <c:v>6.93922035784</c:v>
                </c:pt>
                <c:pt idx="338">
                  <c:v>6.93686418774</c:v>
                </c:pt>
                <c:pt idx="339">
                  <c:v>6.93673092288</c:v>
                </c:pt>
                <c:pt idx="340">
                  <c:v>6.93429481124</c:v>
                </c:pt>
                <c:pt idx="341">
                  <c:v>6.93415749612</c:v>
                </c:pt>
                <c:pt idx="342">
                  <c:v>6.93165514407</c:v>
                </c:pt>
                <c:pt idx="343">
                  <c:v>6.93151465628</c:v>
                </c:pt>
                <c:pt idx="344">
                  <c:v>6.92896183173</c:v>
                </c:pt>
                <c:pt idx="345">
                  <c:v>6.92881882474</c:v>
                </c:pt>
                <c:pt idx="346">
                  <c:v>6.92622760796</c:v>
                </c:pt>
                <c:pt idx="347">
                  <c:v>6.92608266343</c:v>
                </c:pt>
                <c:pt idx="348">
                  <c:v>6.92346107757</c:v>
                </c:pt>
                <c:pt idx="349">
                  <c:v>6.92331481396</c:v>
                </c:pt>
                <c:pt idx="350">
                  <c:v>6.92067426652</c:v>
                </c:pt>
                <c:pt idx="351">
                  <c:v>6.92052743964</c:v>
                </c:pt>
                <c:pt idx="352">
                  <c:v>6.91788583936</c:v>
                </c:pt>
                <c:pt idx="353">
                  <c:v>6.91773928255</c:v>
                </c:pt>
                <c:pt idx="354">
                  <c:v>6.91510938615</c:v>
                </c:pt>
                <c:pt idx="355">
                  <c:v>6.91496372278</c:v>
                </c:pt>
                <c:pt idx="356">
                  <c:v>6.91235371911</c:v>
                </c:pt>
                <c:pt idx="357">
                  <c:v>6.91220948064</c:v>
                </c:pt>
                <c:pt idx="358">
                  <c:v>6.90963020247</c:v>
                </c:pt>
                <c:pt idx="359">
                  <c:v>6.90948808835</c:v>
                </c:pt>
                <c:pt idx="360">
                  <c:v>6.90695544133</c:v>
                </c:pt>
                <c:pt idx="361">
                  <c:v>6.90681626654</c:v>
                </c:pt>
                <c:pt idx="362">
                  <c:v>6.90434448336</c:v>
                </c:pt>
                <c:pt idx="363">
                  <c:v>6.90420902084</c:v>
                </c:pt>
                <c:pt idx="364">
                  <c:v>6.90180648825</c:v>
                </c:pt>
                <c:pt idx="365">
                  <c:v>6.90167512701</c:v>
                </c:pt>
                <c:pt idx="366">
                  <c:v>6.89934984688</c:v>
                </c:pt>
                <c:pt idx="367">
                  <c:v>6.89922304196</c:v>
                </c:pt>
                <c:pt idx="368">
                  <c:v>6.89698845962</c:v>
                </c:pt>
                <c:pt idx="369">
                  <c:v>6.89686710196</c:v>
                </c:pt>
                <c:pt idx="370">
                  <c:v>6.89473801953</c:v>
                </c:pt>
                <c:pt idx="371">
                  <c:v>6.89462281718</c:v>
                </c:pt>
                <c:pt idx="372">
                  <c:v>6.89260552423</c:v>
                </c:pt>
                <c:pt idx="373">
                  <c:v>6.89249672631</c:v>
                </c:pt>
                <c:pt idx="374">
                  <c:v>6.89059770993</c:v>
                </c:pt>
                <c:pt idx="375">
                  <c:v>6.89049563057</c:v>
                </c:pt>
                <c:pt idx="376">
                  <c:v>6.88872446271</c:v>
                </c:pt>
                <c:pt idx="377">
                  <c:v>6.88862977194</c:v>
                </c:pt>
                <c:pt idx="378">
                  <c:v>6.88699827948</c:v>
                </c:pt>
                <c:pt idx="379">
                  <c:v>6.88691175682</c:v>
                </c:pt>
                <c:pt idx="380">
                  <c:v>6.88542802836</c:v>
                </c:pt>
                <c:pt idx="381">
                  <c:v>6.88534976543</c:v>
                </c:pt>
                <c:pt idx="382">
                  <c:v>6.88401455703</c:v>
                </c:pt>
                <c:pt idx="383">
                  <c:v>6.88394456891</c:v>
                </c:pt>
                <c:pt idx="384">
                  <c:v>6.88276502085</c:v>
                </c:pt>
                <c:pt idx="385">
                  <c:v>6.88270394199</c:v>
                </c:pt>
                <c:pt idx="386">
                  <c:v>6.88168865208</c:v>
                </c:pt>
                <c:pt idx="387">
                  <c:v>6.88163696742</c:v>
                </c:pt>
                <c:pt idx="388">
                  <c:v>6.88079116145</c:v>
                </c:pt>
                <c:pt idx="389">
                  <c:v>6.88074895854</c:v>
                </c:pt>
                <c:pt idx="390">
                  <c:v>6.88007336538</c:v>
                </c:pt>
                <c:pt idx="391">
                  <c:v>6.88004045569</c:v>
                </c:pt>
                <c:pt idx="392">
                  <c:v>6.87953454293</c:v>
                </c:pt>
                <c:pt idx="393">
                  <c:v>6.87951125471</c:v>
                </c:pt>
                <c:pt idx="394">
                  <c:v>6.87918268688</c:v>
                </c:pt>
                <c:pt idx="395">
                  <c:v>6.87916950412</c:v>
                </c:pt>
                <c:pt idx="396">
                  <c:v>6.87902079166</c:v>
                </c:pt>
                <c:pt idx="397">
                  <c:v>6.87901747748</c:v>
                </c:pt>
                <c:pt idx="398">
                  <c:v>6.87900835889</c:v>
                </c:pt>
                <c:pt idx="399">
                  <c:v>6.87902109207</c:v>
                </c:pt>
                <c:pt idx="400">
                  <c:v>6.87904572075</c:v>
                </c:pt>
                <c:pt idx="401">
                  <c:v>6.87905210795</c:v>
                </c:pt>
                <c:pt idx="402">
                  <c:v>6.87925449632</c:v>
                </c:pt>
                <c:pt idx="403">
                  <c:v>6.87927054388</c:v>
                </c:pt>
                <c:pt idx="404">
                  <c:v>6.87964719974</c:v>
                </c:pt>
                <c:pt idx="405">
                  <c:v>6.87967311758</c:v>
                </c:pt>
                <c:pt idx="406">
                  <c:v>6.88022708175</c:v>
                </c:pt>
                <c:pt idx="407">
                  <c:v>6.88026272858</c:v>
                </c:pt>
                <c:pt idx="408">
                  <c:v>6.88098865962</c:v>
                </c:pt>
                <c:pt idx="409">
                  <c:v>6.8810335143</c:v>
                </c:pt>
                <c:pt idx="410">
                  <c:v>6.88192351731</c:v>
                </c:pt>
                <c:pt idx="411">
                  <c:v>6.88197751292</c:v>
                </c:pt>
                <c:pt idx="412">
                  <c:v>6.88302948655</c:v>
                </c:pt>
                <c:pt idx="413">
                  <c:v>6.88309245356</c:v>
                </c:pt>
                <c:pt idx="414">
                  <c:v>6.88430484739</c:v>
                </c:pt>
                <c:pt idx="415">
                  <c:v>6.88437656141</c:v>
                </c:pt>
                <c:pt idx="416">
                  <c:v>6.88574384055</c:v>
                </c:pt>
                <c:pt idx="417">
                  <c:v>6.88582384897</c:v>
                </c:pt>
                <c:pt idx="418">
                  <c:v>6.88733492158</c:v>
                </c:pt>
                <c:pt idx="419">
                  <c:v>6.88742271322</c:v>
                </c:pt>
                <c:pt idx="420">
                  <c:v>6.88906996491</c:v>
                </c:pt>
                <c:pt idx="421">
                  <c:v>6.88916527173</c:v>
                </c:pt>
                <c:pt idx="422">
                  <c:v>6.8909466058</c:v>
                </c:pt>
                <c:pt idx="423">
                  <c:v>6.89104911866</c:v>
                </c:pt>
                <c:pt idx="424">
                  <c:v>6.89295653742</c:v>
                </c:pt>
                <c:pt idx="425">
                  <c:v>6.89306574564</c:v>
                </c:pt>
                <c:pt idx="426">
                  <c:v>6.89508733417</c:v>
                </c:pt>
                <c:pt idx="427">
                  <c:v>6.89520265494</c:v>
                </c:pt>
                <c:pt idx="428">
                  <c:v>6.89732810568</c:v>
                </c:pt>
                <c:pt idx="429">
                  <c:v>6.897448953</c:v>
                </c:pt>
                <c:pt idx="430">
                  <c:v>6.89967160103</c:v>
                </c:pt>
                <c:pt idx="431">
                  <c:v>6.89979762226</c:v>
                </c:pt>
                <c:pt idx="432">
                  <c:v>6.90211069351</c:v>
                </c:pt>
                <c:pt idx="433">
                  <c:v>6.90224144691</c:v>
                </c:pt>
                <c:pt idx="434">
                  <c:v>6.90463099313</c:v>
                </c:pt>
                <c:pt idx="435">
                  <c:v>6.90476563227</c:v>
                </c:pt>
                <c:pt idx="436">
                  <c:v>6.90721699752</c:v>
                </c:pt>
                <c:pt idx="437">
                  <c:v>6.90735473821</c:v>
                </c:pt>
                <c:pt idx="438">
                  <c:v>6.90985987205</c:v>
                </c:pt>
                <c:pt idx="439">
                  <c:v>6.91000036013</c:v>
                </c:pt>
                <c:pt idx="440">
                  <c:v>6.91255144455</c:v>
                </c:pt>
                <c:pt idx="441">
                  <c:v>6.91269423852</c:v>
                </c:pt>
                <c:pt idx="442">
                  <c:v>6.91527768678</c:v>
                </c:pt>
                <c:pt idx="443">
                  <c:v>6.9154218319</c:v>
                </c:pt>
                <c:pt idx="444">
                  <c:v>6.91802188656</c:v>
                </c:pt>
                <c:pt idx="445">
                  <c:v>6.91816655677</c:v>
                </c:pt>
                <c:pt idx="446">
                  <c:v>6.9207730097</c:v>
                </c:pt>
                <c:pt idx="447">
                  <c:v>6.92091778388</c:v>
                </c:pt>
                <c:pt idx="448">
                  <c:v>6.92352278302</c:v>
                </c:pt>
                <c:pt idx="449">
                  <c:v>6.92366730408</c:v>
                </c:pt>
                <c:pt idx="450">
                  <c:v>6.92625862864</c:v>
                </c:pt>
                <c:pt idx="451">
                  <c:v>6.92640195265</c:v>
                </c:pt>
                <c:pt idx="452">
                  <c:v>6.92896424485</c:v>
                </c:pt>
                <c:pt idx="453">
                  <c:v>6.92910548855</c:v>
                </c:pt>
                <c:pt idx="454">
                  <c:v>6.93162636178</c:v>
                </c:pt>
                <c:pt idx="455">
                  <c:v>6.93176508971</c:v>
                </c:pt>
                <c:pt idx="456">
                  <c:v>6.93423826526</c:v>
                </c:pt>
                <c:pt idx="457">
                  <c:v>6.93437420711</c:v>
                </c:pt>
                <c:pt idx="458">
                  <c:v>6.93678877991</c:v>
                </c:pt>
                <c:pt idx="459">
                  <c:v>6.93692108602</c:v>
                </c:pt>
                <c:pt idx="460">
                  <c:v>6.9392632613</c:v>
                </c:pt>
                <c:pt idx="461">
                  <c:v>6.93939104178</c:v>
                </c:pt>
                <c:pt idx="462">
                  <c:v>6.94164824166</c:v>
                </c:pt>
                <c:pt idx="463">
                  <c:v>6.94177114452</c:v>
                </c:pt>
                <c:pt idx="464">
                  <c:v>6.94393697398</c:v>
                </c:pt>
                <c:pt idx="465">
                  <c:v>6.94405469842</c:v>
                </c:pt>
                <c:pt idx="466">
                  <c:v>6.94612225512</c:v>
                </c:pt>
                <c:pt idx="467">
                  <c:v>6.94623417904</c:v>
                </c:pt>
                <c:pt idx="468">
                  <c:v>6.948191165</c:v>
                </c:pt>
                <c:pt idx="469">
                  <c:v>6.94829650836</c:v>
                </c:pt>
                <c:pt idx="470">
                  <c:v>6.95013135329</c:v>
                </c:pt>
                <c:pt idx="471">
                  <c:v>6.95022976106</c:v>
                </c:pt>
                <c:pt idx="472">
                  <c:v>6.95193644371</c:v>
                </c:pt>
                <c:pt idx="473">
                  <c:v>6.95202771645</c:v>
                </c:pt>
                <c:pt idx="474">
                  <c:v>6.95360294038</c:v>
                </c:pt>
                <c:pt idx="475">
                  <c:v>6.95368667412</c:v>
                </c:pt>
                <c:pt idx="476">
                  <c:v>6.95512220925</c:v>
                </c:pt>
                <c:pt idx="477">
                  <c:v>6.95519778438</c:v>
                </c:pt>
                <c:pt idx="478">
                  <c:v>6.95648264343</c:v>
                </c:pt>
                <c:pt idx="479">
                  <c:v>6.95654977603</c:v>
                </c:pt>
                <c:pt idx="480">
                  <c:v>6.95768080859</c:v>
                </c:pt>
                <c:pt idx="481">
                  <c:v>6.95773939252</c:v>
                </c:pt>
                <c:pt idx="482">
                  <c:v>6.95871507066</c:v>
                </c:pt>
                <c:pt idx="483">
                  <c:v>6.95876488801</c:v>
                </c:pt>
                <c:pt idx="484">
                  <c:v>6.95958115623</c:v>
                </c:pt>
                <c:pt idx="485">
                  <c:v>6.95962189668</c:v>
                </c:pt>
                <c:pt idx="486">
                  <c:v>6.96027166291</c:v>
                </c:pt>
                <c:pt idx="487">
                  <c:v>6.96030307599</c:v>
                </c:pt>
                <c:pt idx="488">
                  <c:v>6.96078282702</c:v>
                </c:pt>
                <c:pt idx="489">
                  <c:v>6.96080484376</c:v>
                </c:pt>
                <c:pt idx="490">
                  <c:v>6.96111749106</c:v>
                </c:pt>
                <c:pt idx="491">
                  <c:v>6.96113020944</c:v>
                </c:pt>
                <c:pt idx="492">
                  <c:v>6.96127605307</c:v>
                </c:pt>
                <c:pt idx="493">
                  <c:v>6.96127940777</c:v>
                </c:pt>
                <c:pt idx="494">
                  <c:v>6.96128465973</c:v>
                </c:pt>
                <c:pt idx="495">
                  <c:v>6.9612890935</c:v>
                </c:pt>
                <c:pt idx="496">
                  <c:v>6.96125396611</c:v>
                </c:pt>
                <c:pt idx="497">
                  <c:v>6.9612478282</c:v>
                </c:pt>
                <c:pt idx="498">
                  <c:v>6.9610502111</c:v>
                </c:pt>
                <c:pt idx="499">
                  <c:v>6.96103452953</c:v>
                </c:pt>
                <c:pt idx="500">
                  <c:v>6.96066937093</c:v>
                </c:pt>
                <c:pt idx="501">
                  <c:v>6.96064449026</c:v>
                </c:pt>
                <c:pt idx="502">
                  <c:v>6.9601167245</c:v>
                </c:pt>
                <c:pt idx="503">
                  <c:v>6.96008287936</c:v>
                </c:pt>
                <c:pt idx="504">
                  <c:v>6.95939250129</c:v>
                </c:pt>
                <c:pt idx="505">
                  <c:v>6.95934967345</c:v>
                </c:pt>
                <c:pt idx="506">
                  <c:v>6.95849671518</c:v>
                </c:pt>
                <c:pt idx="507">
                  <c:v>6.95844491919</c:v>
                </c:pt>
                <c:pt idx="508">
                  <c:v>6.95743630452</c:v>
                </c:pt>
                <c:pt idx="509">
                  <c:v>6.95737606856</c:v>
                </c:pt>
                <c:pt idx="510">
                  <c:v>6.95622072474</c:v>
                </c:pt>
                <c:pt idx="511">
                  <c:v>6.95615256388</c:v>
                </c:pt>
                <c:pt idx="512">
                  <c:v>6.95485391207</c:v>
                </c:pt>
                <c:pt idx="513">
                  <c:v>6.95477785759</c:v>
                </c:pt>
                <c:pt idx="514">
                  <c:v>6.95333864396</c:v>
                </c:pt>
                <c:pt idx="515">
                  <c:v>6.95325491493</c:v>
                </c:pt>
                <c:pt idx="516">
                  <c:v>6.95168362451</c:v>
                </c:pt>
                <c:pt idx="517">
                  <c:v>6.95159280227</c:v>
                </c:pt>
                <c:pt idx="518">
                  <c:v>6.9498998629</c:v>
                </c:pt>
                <c:pt idx="519">
                  <c:v>6.9498026683</c:v>
                </c:pt>
                <c:pt idx="520">
                  <c:v>6.94799684709</c:v>
                </c:pt>
                <c:pt idx="521">
                  <c:v>6.94789350664</c:v>
                </c:pt>
                <c:pt idx="522">
                  <c:v>6.94597847042</c:v>
                </c:pt>
                <c:pt idx="523">
                  <c:v>6.94586913153</c:v>
                </c:pt>
                <c:pt idx="524">
                  <c:v>6.94385331243</c:v>
                </c:pt>
                <c:pt idx="525">
                  <c:v>6.94373873188</c:v>
                </c:pt>
                <c:pt idx="526">
                  <c:v>6.94163557491</c:v>
                </c:pt>
                <c:pt idx="527">
                  <c:v>6.94151659927</c:v>
                </c:pt>
                <c:pt idx="528">
                  <c:v>6.93933705179</c:v>
                </c:pt>
                <c:pt idx="529">
                  <c:v>6.93921402731</c:v>
                </c:pt>
                <c:pt idx="530">
                  <c:v>6.93696543455</c:v>
                </c:pt>
                <c:pt idx="531">
                  <c:v>6.93683864836</c:v>
                </c:pt>
                <c:pt idx="532">
                  <c:v>6.9345288537</c:v>
                </c:pt>
                <c:pt idx="533">
                  <c:v>6.93439910472</c:v>
                </c:pt>
                <c:pt idx="534">
                  <c:v>6.93204372742</c:v>
                </c:pt>
                <c:pt idx="535">
                  <c:v>6.93191194192</c:v>
                </c:pt>
                <c:pt idx="536">
                  <c:v>6.92952400726</c:v>
                </c:pt>
                <c:pt idx="537">
                  <c:v>6.92939062815</c:v>
                </c:pt>
                <c:pt idx="538">
                  <c:v>6.92697847077</c:v>
                </c:pt>
                <c:pt idx="539">
                  <c:v>6.92684388776</c:v>
                </c:pt>
                <c:pt idx="540">
                  <c:v>6.92441650941</c:v>
                </c:pt>
                <c:pt idx="541">
                  <c:v>6.92428141571</c:v>
                </c:pt>
                <c:pt idx="542">
                  <c:v>6.92185140016</c:v>
                </c:pt>
                <c:pt idx="543">
                  <c:v>6.92171670594</c:v>
                </c:pt>
                <c:pt idx="544">
                  <c:v>6.91930021991</c:v>
                </c:pt>
                <c:pt idx="545">
                  <c:v>6.91916654955</c:v>
                </c:pt>
                <c:pt idx="546">
                  <c:v>6.91677284416</c:v>
                </c:pt>
                <c:pt idx="547">
                  <c:v>6.91664054849</c:v>
                </c:pt>
                <c:pt idx="548">
                  <c:v>6.91427677775</c:v>
                </c:pt>
                <c:pt idx="549">
                  <c:v>6.91414654516</c:v>
                </c:pt>
                <c:pt idx="550">
                  <c:v>6.91182540327</c:v>
                </c:pt>
                <c:pt idx="551">
                  <c:v>6.91169794427</c:v>
                </c:pt>
                <c:pt idx="552">
                  <c:v>6.90943322381</c:v>
                </c:pt>
                <c:pt idx="553">
                  <c:v>6.90930919307</c:v>
                </c:pt>
                <c:pt idx="554">
                  <c:v>6.90711239483</c:v>
                </c:pt>
                <c:pt idx="555">
                  <c:v>6.90699228458</c:v>
                </c:pt>
                <c:pt idx="556">
                  <c:v>6.90486898499</c:v>
                </c:pt>
                <c:pt idx="557">
                  <c:v>6.90475323154</c:v>
                </c:pt>
                <c:pt idx="558">
                  <c:v>6.90271251269</c:v>
                </c:pt>
                <c:pt idx="559">
                  <c:v>6.9026017367</c:v>
                </c:pt>
                <c:pt idx="560">
                  <c:v>6.90065805866</c:v>
                </c:pt>
                <c:pt idx="561">
                  <c:v>6.9005529006</c:v>
                </c:pt>
                <c:pt idx="562">
                  <c:v>6.89871512189</c:v>
                </c:pt>
                <c:pt idx="563">
                  <c:v>6.89861606216</c:v>
                </c:pt>
                <c:pt idx="564">
                  <c:v>6.89688960694</c:v>
                </c:pt>
                <c:pt idx="565">
                  <c:v>6.89679692567</c:v>
                </c:pt>
                <c:pt idx="566">
                  <c:v>6.89518759372</c:v>
                </c:pt>
                <c:pt idx="567">
                  <c:v>6.8951016384</c:v>
                </c:pt>
                <c:pt idx="568">
                  <c:v>6.89361987213</c:v>
                </c:pt>
                <c:pt idx="569">
                  <c:v>6.89354125809</c:v>
                </c:pt>
                <c:pt idx="570">
                  <c:v>6.89219682659</c:v>
                </c:pt>
                <c:pt idx="571">
                  <c:v>6.89212601004</c:v>
                </c:pt>
                <c:pt idx="572">
                  <c:v>6.89092170547</c:v>
                </c:pt>
                <c:pt idx="573">
                  <c:v>6.89085876381</c:v>
                </c:pt>
                <c:pt idx="574">
                  <c:v>6.88979699956</c:v>
                </c:pt>
                <c:pt idx="575">
                  <c:v>6.88974209329</c:v>
                </c:pt>
                <c:pt idx="576">
                  <c:v>6.88882983786</c:v>
                </c:pt>
                <c:pt idx="577">
                  <c:v>6.88878339916</c:v>
                </c:pt>
                <c:pt idx="578">
                  <c:v>6.88802791681</c:v>
                </c:pt>
                <c:pt idx="579">
                  <c:v>6.88799039948</c:v>
                </c:pt>
                <c:pt idx="580">
                  <c:v>6.88739373227</c:v>
                </c:pt>
                <c:pt idx="581">
                  <c:v>6.88736498832</c:v>
                </c:pt>
                <c:pt idx="582">
                  <c:v>6.88692533804</c:v>
                </c:pt>
                <c:pt idx="583">
                  <c:v>6.88690528133</c:v>
                </c:pt>
                <c:pt idx="584">
                  <c:v>6.88662582684</c:v>
                </c:pt>
                <c:pt idx="585">
                  <c:v>6.88661479499</c:v>
                </c:pt>
                <c:pt idx="586">
                  <c:v>6.88650022053</c:v>
                </c:pt>
                <c:pt idx="587">
                  <c:v>6.88649851111</c:v>
                </c:pt>
                <c:pt idx="588">
                  <c:v>6.88649614991</c:v>
                </c:pt>
                <c:pt idx="589">
                  <c:v>6.88650756309</c:v>
                </c:pt>
                <c:pt idx="590">
                  <c:v>6.8865490297</c:v>
                </c:pt>
                <c:pt idx="591">
                  <c:v>6.88655636802</c:v>
                </c:pt>
                <c:pt idx="592">
                  <c:v>6.88676759003</c:v>
                </c:pt>
                <c:pt idx="593">
                  <c:v>6.88678365484</c:v>
                </c:pt>
                <c:pt idx="594">
                  <c:v>6.88715343149</c:v>
                </c:pt>
                <c:pt idx="595">
                  <c:v>6.88717836154</c:v>
                </c:pt>
                <c:pt idx="596">
                  <c:v>6.88770888711</c:v>
                </c:pt>
                <c:pt idx="597">
                  <c:v>6.88774287922</c:v>
                </c:pt>
                <c:pt idx="598">
                  <c:v>6.88843244176</c:v>
                </c:pt>
                <c:pt idx="599">
                  <c:v>6.88847510367</c:v>
                </c:pt>
                <c:pt idx="600">
                  <c:v>6.88931737639</c:v>
                </c:pt>
                <c:pt idx="601">
                  <c:v>6.88936823125</c:v>
                </c:pt>
                <c:pt idx="602">
                  <c:v>6.89035688534</c:v>
                </c:pt>
                <c:pt idx="603">
                  <c:v>6.89041583112</c:v>
                </c:pt>
                <c:pt idx="604">
                  <c:v>6.89154968403</c:v>
                </c:pt>
                <c:pt idx="605">
                  <c:v>6.89161673835</c:v>
                </c:pt>
                <c:pt idx="606">
                  <c:v>6.89289269525</c:v>
                </c:pt>
                <c:pt idx="607">
                  <c:v>6.89296738382</c:v>
                </c:pt>
                <c:pt idx="608">
                  <c:v>6.89437673064</c:v>
                </c:pt>
                <c:pt idx="609">
                  <c:v>6.8944584968</c:v>
                </c:pt>
                <c:pt idx="610">
                  <c:v>6.89599219627</c:v>
                </c:pt>
                <c:pt idx="611">
                  <c:v>6.89608072062</c:v>
                </c:pt>
                <c:pt idx="612">
                  <c:v>6.89773278295</c:v>
                </c:pt>
                <c:pt idx="613">
                  <c:v>6.89782789163</c:v>
                </c:pt>
                <c:pt idx="614">
                  <c:v>6.89959606805</c:v>
                </c:pt>
                <c:pt idx="615">
                  <c:v>6.8996973601</c:v>
                </c:pt>
                <c:pt idx="616">
                  <c:v>6.90157163584</c:v>
                </c:pt>
                <c:pt idx="617">
                  <c:v>6.90167838872</c:v>
                </c:pt>
                <c:pt idx="618">
                  <c:v>6.90364604857</c:v>
                </c:pt>
                <c:pt idx="619">
                  <c:v>6.90375786976</c:v>
                </c:pt>
                <c:pt idx="620">
                  <c:v>6.90581225318</c:v>
                </c:pt>
                <c:pt idx="621">
                  <c:v>6.9059287193</c:v>
                </c:pt>
                <c:pt idx="622">
                  <c:v>6.90806301204</c:v>
                </c:pt>
                <c:pt idx="623">
                  <c:v>6.90818364304</c:v>
                </c:pt>
                <c:pt idx="624">
                  <c:v>6.91038918277</c:v>
                </c:pt>
                <c:pt idx="625">
                  <c:v>6.91051337074</c:v>
                </c:pt>
                <c:pt idx="626">
                  <c:v>6.9127756301</c:v>
                </c:pt>
                <c:pt idx="627">
                  <c:v>6.91290265763</c:v>
                </c:pt>
                <c:pt idx="628">
                  <c:v>6.91521042271</c:v>
                </c:pt>
                <c:pt idx="629">
                  <c:v>6.91533984638</c:v>
                </c:pt>
                <c:pt idx="630">
                  <c:v>6.91768687996</c:v>
                </c:pt>
                <c:pt idx="631">
                  <c:v>6.91781812865</c:v>
                </c:pt>
                <c:pt idx="632">
                  <c:v>6.9201947182</c:v>
                </c:pt>
                <c:pt idx="633">
                  <c:v>6.92032731776</c:v>
                </c:pt>
                <c:pt idx="634">
                  <c:v>6.92271961514</c:v>
                </c:pt>
                <c:pt idx="635">
                  <c:v>6.92285273256</c:v>
                </c:pt>
                <c:pt idx="636">
                  <c:v>6.92524734234</c:v>
                </c:pt>
                <c:pt idx="637">
                  <c:v>6.92538030116</c:v>
                </c:pt>
                <c:pt idx="638">
                  <c:v>6.92777013969</c:v>
                </c:pt>
                <c:pt idx="639">
                  <c:v>6.92790258804</c:v>
                </c:pt>
                <c:pt idx="640">
                  <c:v>6.93027916773</c:v>
                </c:pt>
                <c:pt idx="641">
                  <c:v>6.93041056954</c:v>
                </c:pt>
                <c:pt idx="642">
                  <c:v>6.9327607663</c:v>
                </c:pt>
                <c:pt idx="643">
                  <c:v>6.93289038386</c:v>
                </c:pt>
                <c:pt idx="644">
                  <c:v>6.93520085713</c:v>
                </c:pt>
                <c:pt idx="645">
                  <c:v>6.9353278954</c:v>
                </c:pt>
                <c:pt idx="646">
                  <c:v>6.93758983014</c:v>
                </c:pt>
                <c:pt idx="647">
                  <c:v>6.93771400837</c:v>
                </c:pt>
                <c:pt idx="648">
                  <c:v>6.93992204615</c:v>
                </c:pt>
                <c:pt idx="649">
                  <c:v>6.94004303378</c:v>
                </c:pt>
                <c:pt idx="650">
                  <c:v>6.94218492894</c:v>
                </c:pt>
                <c:pt idx="651">
                  <c:v>6.94230187899</c:v>
                </c:pt>
                <c:pt idx="652">
                  <c:v>6.94436474482</c:v>
                </c:pt>
                <c:pt idx="653">
                  <c:v>6.94447693806</c:v>
                </c:pt>
                <c:pt idx="654">
                  <c:v>6.94645218984</c:v>
                </c:pt>
                <c:pt idx="655">
                  <c:v>6.94655933411</c:v>
                </c:pt>
                <c:pt idx="656">
                  <c:v>6.94844183967</c:v>
                </c:pt>
                <c:pt idx="657">
                  <c:v>6.94854377963</c:v>
                </c:pt>
                <c:pt idx="658">
                  <c:v>6.95032568498</c:v>
                </c:pt>
                <c:pt idx="659">
                  <c:v>6.9504216738</c:v>
                </c:pt>
                <c:pt idx="660">
                  <c:v>6.95209106184</c:v>
                </c:pt>
                <c:pt idx="661">
                  <c:v>6.95218047415</c:v>
                </c:pt>
                <c:pt idx="662">
                  <c:v>6.95372969743</c:v>
                </c:pt>
                <c:pt idx="663">
                  <c:v>6.95381231845</c:v>
                </c:pt>
                <c:pt idx="664">
                  <c:v>6.95523785684</c:v>
                </c:pt>
                <c:pt idx="665">
                  <c:v>6.95531360676</c:v>
                </c:pt>
                <c:pt idx="666">
                  <c:v>6.9566110528</c:v>
                </c:pt>
                <c:pt idx="667">
                  <c:v>6.95667946268</c:v>
                </c:pt>
                <c:pt idx="668">
                  <c:v>6.95784044124</c:v>
                </c:pt>
                <c:pt idx="669">
                  <c:v>6.95790088817</c:v>
                </c:pt>
                <c:pt idx="670">
                  <c:v>6.9589172945</c:v>
                </c:pt>
                <c:pt idx="671">
                  <c:v>6.95896973607</c:v>
                </c:pt>
                <c:pt idx="672">
                  <c:v>6.95984143067</c:v>
                </c:pt>
                <c:pt idx="673">
                  <c:v>6.95988588839</c:v>
                </c:pt>
                <c:pt idx="674">
                  <c:v>6.96061156619</c:v>
                </c:pt>
                <c:pt idx="675">
                  <c:v>6.96064774318</c:v>
                </c:pt>
                <c:pt idx="676">
                  <c:v>6.96122170373</c:v>
                </c:pt>
                <c:pt idx="677">
                  <c:v>6.96124920738</c:v>
                </c:pt>
                <c:pt idx="678">
                  <c:v>6.96166692405</c:v>
                </c:pt>
                <c:pt idx="679">
                  <c:v>6.96168574072</c:v>
                </c:pt>
                <c:pt idx="680">
                  <c:v>6.96194682781</c:v>
                </c:pt>
                <c:pt idx="681">
                  <c:v>6.96195713489</c:v>
                </c:pt>
                <c:pt idx="682">
                  <c:v>6.9620650582</c:v>
                </c:pt>
                <c:pt idx="683">
                  <c:v>6.96206675767</c:v>
                </c:pt>
                <c:pt idx="684">
                  <c:v>6.96206922808</c:v>
                </c:pt>
                <c:pt idx="685">
                  <c:v>6.96202024001</c:v>
                </c:pt>
                <c:pt idx="686">
                  <c:v>6.96201321497</c:v>
                </c:pt>
                <c:pt idx="687">
                  <c:v>6.96180847041</c:v>
                </c:pt>
                <c:pt idx="688">
                  <c:v>6.96179277821</c:v>
                </c:pt>
                <c:pt idx="689">
                  <c:v>6.96143260414</c:v>
                </c:pt>
                <c:pt idx="690">
                  <c:v>6.96140841611</c:v>
                </c:pt>
                <c:pt idx="691">
                  <c:v>6.96089799993</c:v>
                </c:pt>
                <c:pt idx="692">
                  <c:v>6.96086553188</c:v>
                </c:pt>
                <c:pt idx="693">
                  <c:v>6.96020826706</c:v>
                </c:pt>
                <c:pt idx="694">
                  <c:v>6.96016761273</c:v>
                </c:pt>
                <c:pt idx="695">
                  <c:v>6.95936304641</c:v>
                </c:pt>
                <c:pt idx="696">
                  <c:v>6.95931431001</c:v>
                </c:pt>
                <c:pt idx="697">
                  <c:v>6.95836499635</c:v>
                </c:pt>
                <c:pt idx="698">
                  <c:v>6.9583084711</c:v>
                </c:pt>
                <c:pt idx="699">
                  <c:v>6.95722373639</c:v>
                </c:pt>
                <c:pt idx="700">
                  <c:v>6.95715980514</c:v>
                </c:pt>
                <c:pt idx="701">
                  <c:v>6.95594644619</c:v>
                </c:pt>
                <c:pt idx="702">
                  <c:v>6.95587547905</c:v>
                </c:pt>
                <c:pt idx="703">
                  <c:v>6.95453528461</c:v>
                </c:pt>
                <c:pt idx="704">
                  <c:v>6.95445742822</c:v>
                </c:pt>
                <c:pt idx="705">
                  <c:v>6.95299588412</c:v>
                </c:pt>
                <c:pt idx="706">
                  <c:v>6.95291149374</c:v>
                </c:pt>
                <c:pt idx="707">
                  <c:v>6.95133763655</c:v>
                </c:pt>
                <c:pt idx="708">
                  <c:v>6.95124722354</c:v>
                </c:pt>
                <c:pt idx="709">
                  <c:v>6.94957104359</c:v>
                </c:pt>
                <c:pt idx="710">
                  <c:v>6.94947521078</c:v>
                </c:pt>
                <c:pt idx="711">
                  <c:v>6.94770267705</c:v>
                </c:pt>
                <c:pt idx="712">
                  <c:v>6.94760164366</c:v>
                </c:pt>
                <c:pt idx="713">
                  <c:v>6.94573696953</c:v>
                </c:pt>
                <c:pt idx="714">
                  <c:v>6.94563100115</c:v>
                </c:pt>
                <c:pt idx="715">
                  <c:v>6.94368552843</c:v>
                </c:pt>
                <c:pt idx="716">
                  <c:v>6.94357538311</c:v>
                </c:pt>
                <c:pt idx="717">
                  <c:v>6.94156157592</c:v>
                </c:pt>
                <c:pt idx="718">
                  <c:v>6.94144798669</c:v>
                </c:pt>
                <c:pt idx="719">
                  <c:v>6.93937418297</c:v>
                </c:pt>
                <c:pt idx="720">
                  <c:v>6.93925748192</c:v>
                </c:pt>
                <c:pt idx="721">
                  <c:v>6.93713020854</c:v>
                </c:pt>
                <c:pt idx="722">
                  <c:v>6.93701068531</c:v>
                </c:pt>
                <c:pt idx="723">
                  <c:v>6.93484033505</c:v>
                </c:pt>
                <c:pt idx="724">
                  <c:v>6.93471878602</c:v>
                </c:pt>
                <c:pt idx="725">
                  <c:v>6.93251973824</c:v>
                </c:pt>
                <c:pt idx="726">
                  <c:v>6.93239704004</c:v>
                </c:pt>
                <c:pt idx="727">
                  <c:v>6.93017956182</c:v>
                </c:pt>
                <c:pt idx="728">
                  <c:v>6.93005600812</c:v>
                </c:pt>
                <c:pt idx="729">
                  <c:v>6.92782694856</c:v>
                </c:pt>
                <c:pt idx="730">
                  <c:v>6.92770293091</c:v>
                </c:pt>
                <c:pt idx="731">
                  <c:v>6.92547159787</c:v>
                </c:pt>
                <c:pt idx="732">
                  <c:v>6.92534778313</c:v>
                </c:pt>
                <c:pt idx="733">
                  <c:v>6.92312858461</c:v>
                </c:pt>
                <c:pt idx="734">
                  <c:v>6.92300595493</c:v>
                </c:pt>
                <c:pt idx="735">
                  <c:v>6.92081103511</c:v>
                </c:pt>
                <c:pt idx="736">
                  <c:v>6.92068993388</c:v>
                </c:pt>
                <c:pt idx="737">
                  <c:v>6.91852592489</c:v>
                </c:pt>
                <c:pt idx="738">
                  <c:v>6.91840664505</c:v>
                </c:pt>
                <c:pt idx="739">
                  <c:v>6.916281709</c:v>
                </c:pt>
                <c:pt idx="740">
                  <c:v>6.91616498809</c:v>
                </c:pt>
                <c:pt idx="741">
                  <c:v>6.91409239092</c:v>
                </c:pt>
                <c:pt idx="742">
                  <c:v>6.91397899466</c:v>
                </c:pt>
                <c:pt idx="743">
                  <c:v>6.91197030156</c:v>
                </c:pt>
                <c:pt idx="744">
                  <c:v>6.91186065674</c:v>
                </c:pt>
                <c:pt idx="745">
                  <c:v>6.90992360312</c:v>
                </c:pt>
                <c:pt idx="746">
                  <c:v>6.90981800081</c:v>
                </c:pt>
                <c:pt idx="747">
                  <c:v>6.90795757653</c:v>
                </c:pt>
                <c:pt idx="748">
                  <c:v>6.90785656056</c:v>
                </c:pt>
                <c:pt idx="749">
                  <c:v>6.90608367233</c:v>
                </c:pt>
                <c:pt idx="750">
                  <c:v>6.90598791351</c:v>
                </c:pt>
                <c:pt idx="751">
                  <c:v>6.90431402423</c:v>
                </c:pt>
                <c:pt idx="752">
                  <c:v>6.90422391996</c:v>
                </c:pt>
                <c:pt idx="753">
                  <c:v>6.90265572786</c:v>
                </c:pt>
                <c:pt idx="754">
                  <c:v>6.9025715211</c:v>
                </c:pt>
                <c:pt idx="755">
                  <c:v>6.90111204676</c:v>
                </c:pt>
                <c:pt idx="756">
                  <c:v>6.90103416819</c:v>
                </c:pt>
                <c:pt idx="757">
                  <c:v>6.89969102697</c:v>
                </c:pt>
                <c:pt idx="758">
                  <c:v>6.8996198689</c:v>
                </c:pt>
                <c:pt idx="759">
                  <c:v>6.89840245864</c:v>
                </c:pt>
                <c:pt idx="760">
                  <c:v>6.89833844461</c:v>
                </c:pt>
                <c:pt idx="761">
                  <c:v>6.89725287538</c:v>
                </c:pt>
                <c:pt idx="762">
                  <c:v>6.89719618918</c:v>
                </c:pt>
                <c:pt idx="763">
                  <c:v>6.89624344662</c:v>
                </c:pt>
                <c:pt idx="764">
                  <c:v>6.89619428442</c:v>
                </c:pt>
                <c:pt idx="765">
                  <c:v>6.89537749478</c:v>
                </c:pt>
                <c:pt idx="766">
                  <c:v>6.89533605499</c:v>
                </c:pt>
                <c:pt idx="767">
                  <c:v>6.89466230436</c:v>
                </c:pt>
                <c:pt idx="768">
                  <c:v>6.89462892947</c:v>
                </c:pt>
                <c:pt idx="769">
                  <c:v>6.89410292302</c:v>
                </c:pt>
                <c:pt idx="770">
                  <c:v>6.89407777325</c:v>
                </c:pt>
                <c:pt idx="771">
                  <c:v>6.89369839288</c:v>
                </c:pt>
                <c:pt idx="772">
                  <c:v>6.89368139829</c:v>
                </c:pt>
                <c:pt idx="773">
                  <c:v>6.89344777236</c:v>
                </c:pt>
                <c:pt idx="774">
                  <c:v>6.89343891758</c:v>
                </c:pt>
                <c:pt idx="775">
                  <c:v>6.89335502584</c:v>
                </c:pt>
                <c:pt idx="776">
                  <c:v>6.89335452918</c:v>
                </c:pt>
                <c:pt idx="777">
                  <c:v>6.89336403126</c:v>
                </c:pt>
                <c:pt idx="778">
                  <c:v>6.8934230472</c:v>
                </c:pt>
                <c:pt idx="779">
                  <c:v>6.89343105317</c:v>
                </c:pt>
                <c:pt idx="780">
                  <c:v>6.89364906954</c:v>
                </c:pt>
                <c:pt idx="781">
                  <c:v>6.89366529661</c:v>
                </c:pt>
                <c:pt idx="782">
                  <c:v>6.89402855921</c:v>
                </c:pt>
                <c:pt idx="783">
                  <c:v>6.89405274315</c:v>
                </c:pt>
                <c:pt idx="784">
                  <c:v>6.89456110702</c:v>
                </c:pt>
                <c:pt idx="785">
                  <c:v>6.89459337571</c:v>
                </c:pt>
                <c:pt idx="786">
                  <c:v>6.8952478832</c:v>
                </c:pt>
                <c:pt idx="787">
                  <c:v>6.89528824043</c:v>
                </c:pt>
                <c:pt idx="788">
                  <c:v>6.89608432715</c:v>
                </c:pt>
                <c:pt idx="789">
                  <c:v>6.89613240334</c:v>
                </c:pt>
                <c:pt idx="790">
                  <c:v>6.89706324197</c:v>
                </c:pt>
                <c:pt idx="791">
                  <c:v>6.897118518</c:v>
                </c:pt>
                <c:pt idx="792">
                  <c:v>6.89817924838</c:v>
                </c:pt>
                <c:pt idx="793">
                  <c:v>6.89824174783</c:v>
                </c:pt>
                <c:pt idx="794">
                  <c:v>6.89943181903</c:v>
                </c:pt>
                <c:pt idx="795">
                  <c:v>6.89950151425</c:v>
                </c:pt>
                <c:pt idx="796">
                  <c:v>6.90081567472</c:v>
                </c:pt>
                <c:pt idx="797">
                  <c:v>6.90089197302</c:v>
                </c:pt>
                <c:pt idx="798">
                  <c:v>6.90231984517</c:v>
                </c:pt>
                <c:pt idx="799">
                  <c:v>6.90240214331</c:v>
                </c:pt>
                <c:pt idx="800">
                  <c:v>6.90393722872</c:v>
                </c:pt>
                <c:pt idx="801">
                  <c:v>6.90402537975</c:v>
                </c:pt>
                <c:pt idx="802">
                  <c:v>6.9056638863</c:v>
                </c:pt>
                <c:pt idx="803">
                  <c:v>6.90575775638</c:v>
                </c:pt>
                <c:pt idx="804">
                  <c:v>6.90749395286</c:v>
                </c:pt>
                <c:pt idx="805">
                  <c:v>6.90759295679</c:v>
                </c:pt>
                <c:pt idx="806">
                  <c:v>6.90941630532</c:v>
                </c:pt>
                <c:pt idx="807">
                  <c:v>6.9095197392</c:v>
                </c:pt>
                <c:pt idx="808">
                  <c:v>6.91141953338</c:v>
                </c:pt>
                <c:pt idx="809">
                  <c:v>6.91152709351</c:v>
                </c:pt>
                <c:pt idx="810">
                  <c:v>6.91349743575</c:v>
                </c:pt>
                <c:pt idx="811">
                  <c:v>6.91360881727</c:v>
                </c:pt>
                <c:pt idx="812">
                  <c:v>6.91564351049</c:v>
                </c:pt>
                <c:pt idx="813">
                  <c:v>6.91575815166</c:v>
                </c:pt>
                <c:pt idx="814">
                  <c:v>6.91784574069</c:v>
                </c:pt>
                <c:pt idx="815">
                  <c:v>6.91796286205</c:v>
                </c:pt>
                <c:pt idx="816">
                  <c:v>6.92009061255</c:v>
                </c:pt>
                <c:pt idx="817">
                  <c:v>6.92020978824</c:v>
                </c:pt>
                <c:pt idx="818">
                  <c:v>6.92236963466</c:v>
                </c:pt>
                <c:pt idx="819">
                  <c:v>6.92249047592</c:v>
                </c:pt>
                <c:pt idx="820">
                  <c:v>6.92467634356</c:v>
                </c:pt>
                <c:pt idx="821">
                  <c:v>6.924798298</c:v>
                </c:pt>
                <c:pt idx="822">
                  <c:v>6.92699902493</c:v>
                </c:pt>
                <c:pt idx="823">
                  <c:v>6.92712135977</c:v>
                </c:pt>
                <c:pt idx="824">
                  <c:v>6.92932318294</c:v>
                </c:pt>
                <c:pt idx="825">
                  <c:v>6.92944536862</c:v>
                </c:pt>
                <c:pt idx="826">
                  <c:v>6.93163880873</c:v>
                </c:pt>
                <c:pt idx="827">
                  <c:v>6.93176039173</c:v>
                </c:pt>
                <c:pt idx="828">
                  <c:v>6.93393940862</c:v>
                </c:pt>
                <c:pt idx="829">
                  <c:v>6.93405986084</c:v>
                </c:pt>
                <c:pt idx="830">
                  <c:v>6.9362149047</c:v>
                </c:pt>
                <c:pt idx="831">
                  <c:v>6.93633372051</c:v>
                </c:pt>
                <c:pt idx="832">
                  <c:v>6.93845229746</c:v>
                </c:pt>
                <c:pt idx="833">
                  <c:v>6.93856876673</c:v>
                </c:pt>
                <c:pt idx="834">
                  <c:v>6.94063946742</c:v>
                </c:pt>
                <c:pt idx="835">
                  <c:v>6.94075313955</c:v>
                </c:pt>
                <c:pt idx="836">
                  <c:v>6.94277136243</c:v>
                </c:pt>
                <c:pt idx="837">
                  <c:v>6.94288183027</c:v>
                </c:pt>
                <c:pt idx="838">
                  <c:v>6.94483942387</c:v>
                </c:pt>
                <c:pt idx="839">
                  <c:v>6.94494626419</c:v>
                </c:pt>
                <c:pt idx="840">
                  <c:v>6.94683154517</c:v>
                </c:pt>
                <c:pt idx="841">
                  <c:v>6.94693412378</c:v>
                </c:pt>
                <c:pt idx="842">
                  <c:v>6.94873673539</c:v>
                </c:pt>
                <c:pt idx="843">
                  <c:v>6.94883446152</c:v>
                </c:pt>
                <c:pt idx="844">
                  <c:v>6.9505483502</c:v>
                </c:pt>
                <c:pt idx="845">
                  <c:v>6.95064100258</c:v>
                </c:pt>
                <c:pt idx="846">
                  <c:v>6.95226236366</c:v>
                </c:pt>
                <c:pt idx="847">
                  <c:v>6.95234969822</c:v>
                </c:pt>
                <c:pt idx="848">
                  <c:v>6.95386847824</c:v>
                </c:pt>
                <c:pt idx="849">
                  <c:v>6.95394985129</c:v>
                </c:pt>
                <c:pt idx="850">
                  <c:v>6.95535675712</c:v>
                </c:pt>
                <c:pt idx="851">
                  <c:v>6.95543170717</c:v>
                </c:pt>
                <c:pt idx="852">
                  <c:v>6.95672215488</c:v>
                </c:pt>
                <c:pt idx="853">
                  <c:v>6.95679052301</c:v>
                </c:pt>
                <c:pt idx="854">
                  <c:v>6.95796254317</c:v>
                </c:pt>
                <c:pt idx="855">
                  <c:v>6.95802429522</c:v>
                </c:pt>
                <c:pt idx="856">
                  <c:v>6.95907167744</c:v>
                </c:pt>
                <c:pt idx="857">
                  <c:v>6.95912629494</c:v>
                </c:pt>
                <c:pt idx="858">
                  <c:v>6.95939324778</c:v>
                </c:pt>
                <c:pt idx="859">
                  <c:v>6.95944554278</c:v>
                </c:pt>
                <c:pt idx="860">
                  <c:v>6.95949732852</c:v>
                </c:pt>
                <c:pt idx="861">
                  <c:v>6.9595488353</c:v>
                </c:pt>
                <c:pt idx="862">
                  <c:v>6.95959982941</c:v>
                </c:pt>
                <c:pt idx="863">
                  <c:v>6.96004136194</c:v>
                </c:pt>
                <c:pt idx="864">
                  <c:v>6.96008838791</c:v>
                </c:pt>
                <c:pt idx="865">
                  <c:v>6.96086774198</c:v>
                </c:pt>
                <c:pt idx="866">
                  <c:v>6.96090722631</c:v>
                </c:pt>
                <c:pt idx="867">
                  <c:v>6.96155087874</c:v>
                </c:pt>
                <c:pt idx="868">
                  <c:v>6.96158289575</c:v>
                </c:pt>
                <c:pt idx="869">
                  <c:v>6.96208897632</c:v>
                </c:pt>
                <c:pt idx="870">
                  <c:v>6.9621132182</c:v>
                </c:pt>
                <c:pt idx="871">
                  <c:v>6.96247655222</c:v>
                </c:pt>
                <c:pt idx="872">
                  <c:v>6.96249264047</c:v>
                </c:pt>
                <c:pt idx="873">
                  <c:v>6.96271033127</c:v>
                </c:pt>
                <c:pt idx="874">
                  <c:v>6.9627184112</c:v>
                </c:pt>
                <c:pt idx="875">
                  <c:v>6.96278878437</c:v>
                </c:pt>
                <c:pt idx="876">
                  <c:v>6.9627941194</c:v>
                </c:pt>
                <c:pt idx="877">
                  <c:v>6.96279447244</c:v>
                </c:pt>
                <c:pt idx="878">
                  <c:v>6.96272898916</c:v>
                </c:pt>
                <c:pt idx="879">
                  <c:v>6.96272143589</c:v>
                </c:pt>
                <c:pt idx="880">
                  <c:v>6.96251327472</c:v>
                </c:pt>
                <c:pt idx="881">
                  <c:v>6.96249764041</c:v>
                </c:pt>
                <c:pt idx="882">
                  <c:v>6.96214549093</c:v>
                </c:pt>
                <c:pt idx="883">
                  <c:v>6.96212198856</c:v>
                </c:pt>
                <c:pt idx="884">
                  <c:v>6.9616301136</c:v>
                </c:pt>
                <c:pt idx="885">
                  <c:v>6.96159907779</c:v>
                </c:pt>
                <c:pt idx="886">
                  <c:v>6.96097348878</c:v>
                </c:pt>
                <c:pt idx="887">
                  <c:v>6.96093505291</c:v>
                </c:pt>
                <c:pt idx="888">
                  <c:v>6.96017658742</c:v>
                </c:pt>
                <c:pt idx="889">
                  <c:v>6.96013069374</c:v>
                </c:pt>
                <c:pt idx="890">
                  <c:v>6.95924022232</c:v>
                </c:pt>
                <c:pt idx="891">
                  <c:v>6.95918716112</c:v>
                </c:pt>
                <c:pt idx="892">
                  <c:v>6.9581702486</c:v>
                </c:pt>
                <c:pt idx="893">
                  <c:v>6.95811047682</c:v>
                </c:pt>
                <c:pt idx="894">
                  <c:v>6.95697618914</c:v>
                </c:pt>
                <c:pt idx="895">
                  <c:v>6.95691000043</c:v>
                </c:pt>
                <c:pt idx="896">
                  <c:v>6.95566256409</c:v>
                </c:pt>
                <c:pt idx="897">
                  <c:v>6.95559009513</c:v>
                </c:pt>
                <c:pt idx="898">
                  <c:v>6.95423190126</c:v>
                </c:pt>
                <c:pt idx="899">
                  <c:v>6.95415353003</c:v>
                </c:pt>
                <c:pt idx="900">
                  <c:v>6.95269174891</c:v>
                </c:pt>
                <c:pt idx="901">
                  <c:v>6.95260788405</c:v>
                </c:pt>
                <c:pt idx="902">
                  <c:v>6.95105223666</c:v>
                </c:pt>
                <c:pt idx="903">
                  <c:v>6.95096332433</c:v>
                </c:pt>
                <c:pt idx="904">
                  <c:v>6.94932204578</c:v>
                </c:pt>
                <c:pt idx="905">
                  <c:v>6.94922853083</c:v>
                </c:pt>
                <c:pt idx="906">
                  <c:v>6.94750560882</c:v>
                </c:pt>
                <c:pt idx="907">
                  <c:v>6.94740776116</c:v>
                </c:pt>
                <c:pt idx="908">
                  <c:v>6.9456097966</c:v>
                </c:pt>
                <c:pt idx="909">
                  <c:v>6.94550808508</c:v>
                </c:pt>
                <c:pt idx="910">
                  <c:v>6.94364758182</c:v>
                </c:pt>
                <c:pt idx="911">
                  <c:v>6.94354263067</c:v>
                </c:pt>
                <c:pt idx="912">
                  <c:v>6.94162968355</c:v>
                </c:pt>
                <c:pt idx="913">
                  <c:v>6.94152205899</c:v>
                </c:pt>
                <c:pt idx="914">
                  <c:v>6.93956295796</c:v>
                </c:pt>
                <c:pt idx="915">
                  <c:v>6.93945302465</c:v>
                </c:pt>
                <c:pt idx="916">
                  <c:v>6.93745510885</c:v>
                </c:pt>
                <c:pt idx="917">
                  <c:v>6.93734325755</c:v>
                </c:pt>
                <c:pt idx="918">
                  <c:v>6.93531845212</c:v>
                </c:pt>
                <c:pt idx="919">
                  <c:v>6.93520538847</c:v>
                </c:pt>
                <c:pt idx="920">
                  <c:v>6.93316580941</c:v>
                </c:pt>
                <c:pt idx="921">
                  <c:v>6.93305225749</c:v>
                </c:pt>
                <c:pt idx="922">
                  <c:v>6.93100571089</c:v>
                </c:pt>
                <c:pt idx="923">
                  <c:v>6.93089197699</c:v>
                </c:pt>
                <c:pt idx="924">
                  <c:v>6.92884469503</c:v>
                </c:pt>
                <c:pt idx="925">
                  <c:v>6.92873113437</c:v>
                </c:pt>
                <c:pt idx="926">
                  <c:v>6.92669434995</c:v>
                </c:pt>
                <c:pt idx="927">
                  <c:v>6.92658170147</c:v>
                </c:pt>
                <c:pt idx="928">
                  <c:v>6.92456838465</c:v>
                </c:pt>
                <c:pt idx="929">
                  <c:v>6.92445739426</c:v>
                </c:pt>
                <c:pt idx="930">
                  <c:v>6.92247608712</c:v>
                </c:pt>
                <c:pt idx="931">
                  <c:v>6.92236705606</c:v>
                </c:pt>
                <c:pt idx="932">
                  <c:v>6.92042363346</c:v>
                </c:pt>
                <c:pt idx="933">
                  <c:v>6.92031682639</c:v>
                </c:pt>
                <c:pt idx="934">
                  <c:v>6.91842064042</c:v>
                </c:pt>
                <c:pt idx="935">
                  <c:v>6.9183168064</c:v>
                </c:pt>
                <c:pt idx="936">
                  <c:v>6.91647981317</c:v>
                </c:pt>
                <c:pt idx="937">
                  <c:v>6.91637964089</c:v>
                </c:pt>
                <c:pt idx="938">
                  <c:v>6.91461116997</c:v>
                </c:pt>
                <c:pt idx="939">
                  <c:v>6.91451498164</c:v>
                </c:pt>
                <c:pt idx="940">
                  <c:v>6.9128200854</c:v>
                </c:pt>
                <c:pt idx="941">
                  <c:v>6.91272797768</c:v>
                </c:pt>
                <c:pt idx="942">
                  <c:v>6.91111236661</c:v>
                </c:pt>
                <c:pt idx="943">
                  <c:v>6.91102502192</c:v>
                </c:pt>
                <c:pt idx="944">
                  <c:v>6.90950042288</c:v>
                </c:pt>
                <c:pt idx="945">
                  <c:v>6.90941847988</c:v>
                </c:pt>
                <c:pt idx="946">
                  <c:v>6.90799299022</c:v>
                </c:pt>
                <c:pt idx="947">
                  <c:v>6.90791664202</c:v>
                </c:pt>
                <c:pt idx="948">
                  <c:v>6.90659352685</c:v>
                </c:pt>
                <c:pt idx="949">
                  <c:v>6.90652288271</c:v>
                </c:pt>
                <c:pt idx="950">
                  <c:v>6.9053072637</c:v>
                </c:pt>
                <c:pt idx="951">
                  <c:v>6.90524280661</c:v>
                </c:pt>
                <c:pt idx="952">
                  <c:v>6.90414086453</c:v>
                </c:pt>
                <c:pt idx="953">
                  <c:v>6.90408305635</c:v>
                </c:pt>
                <c:pt idx="954">
                  <c:v>6.90310354581</c:v>
                </c:pt>
                <c:pt idx="955">
                  <c:v>6.90305260642</c:v>
                </c:pt>
                <c:pt idx="956">
                  <c:v>6.90219783431</c:v>
                </c:pt>
                <c:pt idx="957">
                  <c:v>6.90215373955</c:v>
                </c:pt>
                <c:pt idx="958">
                  <c:v>6.9014239491</c:v>
                </c:pt>
                <c:pt idx="959">
                  <c:v>6.90138696459</c:v>
                </c:pt>
                <c:pt idx="960">
                  <c:v>6.90078727735</c:v>
                </c:pt>
                <c:pt idx="961">
                  <c:v>6.90075774377</c:v>
                </c:pt>
                <c:pt idx="962">
                  <c:v>6.90029366871</c:v>
                </c:pt>
                <c:pt idx="963">
                  <c:v>6.90027167677</c:v>
                </c:pt>
                <c:pt idx="964">
                  <c:v>6.89994474283</c:v>
                </c:pt>
                <c:pt idx="965">
                  <c:v>6.89993029346</c:v>
                </c:pt>
                <c:pt idx="966">
                  <c:v>6.89973838925</c:v>
                </c:pt>
                <c:pt idx="967">
                  <c:v>6.89973148255</c:v>
                </c:pt>
                <c:pt idx="968">
                  <c:v>6.89967430685</c:v>
                </c:pt>
                <c:pt idx="969">
                  <c:v>6.89967453513</c:v>
                </c:pt>
                <c:pt idx="970">
                  <c:v>6.89967525688</c:v>
                </c:pt>
                <c:pt idx="971">
                  <c:v>6.89967973829</c:v>
                </c:pt>
                <c:pt idx="972">
                  <c:v>6.89975770482</c:v>
                </c:pt>
                <c:pt idx="973">
                  <c:v>6.8997661338</c:v>
                </c:pt>
                <c:pt idx="974">
                  <c:v>6.89998757763</c:v>
                </c:pt>
                <c:pt idx="975">
                  <c:v>6.90000361878</c:v>
                </c:pt>
                <c:pt idx="976">
                  <c:v>6.90035932563</c:v>
                </c:pt>
                <c:pt idx="977">
                  <c:v>6.90038278512</c:v>
                </c:pt>
                <c:pt idx="978">
                  <c:v>6.90087003504</c:v>
                </c:pt>
                <c:pt idx="979">
                  <c:v>6.9009008205</c:v>
                </c:pt>
                <c:pt idx="980">
                  <c:v>6.9015207029</c:v>
                </c:pt>
                <c:pt idx="981">
                  <c:v>6.90155874031</c:v>
                </c:pt>
                <c:pt idx="982">
                  <c:v>6.90230908851</c:v>
                </c:pt>
                <c:pt idx="983">
                  <c:v>6.90235431139</c:v>
                </c:pt>
                <c:pt idx="984">
                  <c:v>6.90322990023</c:v>
                </c:pt>
                <c:pt idx="985">
                  <c:v>6.9032819302</c:v>
                </c:pt>
                <c:pt idx="986">
                  <c:v>6.90427564432</c:v>
                </c:pt>
                <c:pt idx="987">
                  <c:v>6.90433408219</c:v>
                </c:pt>
                <c:pt idx="988">
                  <c:v>6.90544360931</c:v>
                </c:pt>
                <c:pt idx="989">
                  <c:v>6.90550840473</c:v>
                </c:pt>
                <c:pt idx="990">
                  <c:v>6.906732132</c:v>
                </c:pt>
                <c:pt idx="991">
                  <c:v>6.90680312349</c:v>
                </c:pt>
                <c:pt idx="992">
                  <c:v>6.9081323166</c:v>
                </c:pt>
                <c:pt idx="993">
                  <c:v>6.90820899526</c:v>
                </c:pt>
                <c:pt idx="994">
                  <c:v>6.9096357876</c:v>
                </c:pt>
                <c:pt idx="995">
                  <c:v>6.90971761617</c:v>
                </c:pt>
                <c:pt idx="996">
                  <c:v>6.9112360511</c:v>
                </c:pt>
                <c:pt idx="997">
                  <c:v>6.91132284159</c:v>
                </c:pt>
                <c:pt idx="998">
                  <c:v>6.91292992519</c:v>
                </c:pt>
                <c:pt idx="999">
                  <c:v>6.91302158488</c:v>
                </c:pt>
                <c:pt idx="1000">
                  <c:v>6.91470982753</c:v>
                </c:pt>
                <c:pt idx="1001">
                  <c:v>6.91480567249</c:v>
                </c:pt>
                <c:pt idx="1002">
                  <c:v>6.91656313375</c:v>
                </c:pt>
                <c:pt idx="1003">
                  <c:v>6.91666251047</c:v>
                </c:pt>
                <c:pt idx="1004">
                  <c:v>6.91848224766</c:v>
                </c:pt>
                <c:pt idx="1005">
                  <c:v>6.9185849367</c:v>
                </c:pt>
                <c:pt idx="1006">
                  <c:v>6.92046123861</c:v>
                </c:pt>
                <c:pt idx="1007">
                  <c:v>6.920566957</c:v>
                </c:pt>
                <c:pt idx="1008">
                  <c:v>6.92249212361</c:v>
                </c:pt>
                <c:pt idx="1009">
                  <c:v>6.92260027327</c:v>
                </c:pt>
                <c:pt idx="1010">
                  <c:v>6.92456247499</c:v>
                </c:pt>
                <c:pt idx="1011">
                  <c:v>6.9246722196</c:v>
                </c:pt>
                <c:pt idx="1012">
                  <c:v>6.92666065499</c:v>
                </c:pt>
                <c:pt idx="1013">
                  <c:v>6.92677173398</c:v>
                </c:pt>
                <c:pt idx="1014">
                  <c:v>6.92878123295</c:v>
                </c:pt>
                <c:pt idx="1015">
                  <c:v>6.92889339435</c:v>
                </c:pt>
                <c:pt idx="1016">
                  <c:v>6.93091608273</c:v>
                </c:pt>
                <c:pt idx="1017">
                  <c:v>6.93102860515</c:v>
                </c:pt>
                <c:pt idx="1018">
                  <c:v>6.93305287283</c:v>
                </c:pt>
                <c:pt idx="1019">
                  <c:v>6.93316510094</c:v>
                </c:pt>
                <c:pt idx="1020">
                  <c:v>6.93517938455</c:v>
                </c:pt>
                <c:pt idx="1021">
                  <c:v>6.93529087062</c:v>
                </c:pt>
                <c:pt idx="1022">
                  <c:v>6.93728858893</c:v>
                </c:pt>
                <c:pt idx="1023">
                  <c:v>6.93739906738</c:v>
                </c:pt>
                <c:pt idx="1024">
                  <c:v>6.93937398058</c:v>
                </c:pt>
                <c:pt idx="1025">
                  <c:v>6.93948290284</c:v>
                </c:pt>
                <c:pt idx="1026">
                  <c:v>6.94142450625</c:v>
                </c:pt>
                <c:pt idx="1027">
                  <c:v>6.94153113132</c:v>
                </c:pt>
                <c:pt idx="1028">
                  <c:v>6.94342823036</c:v>
                </c:pt>
                <c:pt idx="1029">
                  <c:v>6.94353226031</c:v>
                </c:pt>
                <c:pt idx="1030">
                  <c:v>6.94537693012</c:v>
                </c:pt>
                <c:pt idx="1031">
                  <c:v>6.94547790462</c:v>
                </c:pt>
                <c:pt idx="1032">
                  <c:v>6.94726562167</c:v>
                </c:pt>
                <c:pt idx="1033">
                  <c:v>6.94736320005</c:v>
                </c:pt>
                <c:pt idx="1034">
                  <c:v>6.94908568913</c:v>
                </c:pt>
                <c:pt idx="1035">
                  <c:v>6.94917929813</c:v>
                </c:pt>
                <c:pt idx="1036">
                  <c:v>6.95082472025</c:v>
                </c:pt>
                <c:pt idx="1037">
                  <c:v>6.95091387472</c:v>
                </c:pt>
                <c:pt idx="1038">
                  <c:v>6.95247526561</c:v>
                </c:pt>
                <c:pt idx="1039">
                  <c:v>6.9525596718</c:v>
                </c:pt>
                <c:pt idx="1040">
                  <c:v>6.95403384705</c:v>
                </c:pt>
                <c:pt idx="1041">
                  <c:v>6.95411316602</c:v>
                </c:pt>
                <c:pt idx="1042">
                  <c:v>6.95549360981</c:v>
                </c:pt>
                <c:pt idx="1043">
                  <c:v>6.95556752701</c:v>
                </c:pt>
                <c:pt idx="1044">
                  <c:v>6.95684591447</c:v>
                </c:pt>
                <c:pt idx="1045">
                  <c:v>6.95691398297</c:v>
                </c:pt>
                <c:pt idx="1046">
                  <c:v>6.95808277092</c:v>
                </c:pt>
                <c:pt idx="1047">
                  <c:v>6.95814464821</c:v>
                </c:pt>
                <c:pt idx="1048">
                  <c:v>6.95920250282</c:v>
                </c:pt>
                <c:pt idx="1049">
                  <c:v>6.95925810306</c:v>
                </c:pt>
                <c:pt idx="1050">
                  <c:v>6.96020194386</c:v>
                </c:pt>
                <c:pt idx="1051">
                  <c:v>6.96025109601</c:v>
                </c:pt>
                <c:pt idx="1052">
                  <c:v>6.96107422636</c:v>
                </c:pt>
                <c:pt idx="1053">
                  <c:v>6.96111653921</c:v>
                </c:pt>
                <c:pt idx="1054">
                  <c:v>6.96181360777</c:v>
                </c:pt>
                <c:pt idx="1055">
                  <c:v>6.96184880119</c:v>
                </c:pt>
                <c:pt idx="1056">
                  <c:v>6.9624193033</c:v>
                </c:pt>
                <c:pt idx="1057">
                  <c:v>6.96244740278</c:v>
                </c:pt>
                <c:pt idx="1058">
                  <c:v>6.96289141664</c:v>
                </c:pt>
                <c:pt idx="1059">
                  <c:v>6.96291255676</c:v>
                </c:pt>
                <c:pt idx="1060">
                  <c:v>6.96322715695</c:v>
                </c:pt>
                <c:pt idx="1061">
                  <c:v>6.96324099124</c:v>
                </c:pt>
                <c:pt idx="1062">
                  <c:v>6.96342180402</c:v>
                </c:pt>
                <c:pt idx="1063">
                  <c:v>6.96342812168</c:v>
                </c:pt>
                <c:pt idx="1064">
                  <c:v>6.96347205929</c:v>
                </c:pt>
                <c:pt idx="1065">
                  <c:v>6.96347675507</c:v>
                </c:pt>
                <c:pt idx="1066">
                  <c:v>6.96347598521</c:v>
                </c:pt>
                <c:pt idx="1067">
                  <c:v>6.9634749836</c:v>
                </c:pt>
                <c:pt idx="1068">
                  <c:v>6.96339350591</c:v>
                </c:pt>
                <c:pt idx="1069">
                  <c:v>6.96338543058</c:v>
                </c:pt>
                <c:pt idx="1070">
                  <c:v>6.96317422578</c:v>
                </c:pt>
                <c:pt idx="1071">
                  <c:v>6.96315890059</c:v>
                </c:pt>
                <c:pt idx="1072">
                  <c:v>6.96281684659</c:v>
                </c:pt>
                <c:pt idx="1073">
                  <c:v>6.96279415727</c:v>
                </c:pt>
                <c:pt idx="1074">
                  <c:v>6.96232254162</c:v>
                </c:pt>
                <c:pt idx="1075">
                  <c:v>6.96229277463</c:v>
                </c:pt>
                <c:pt idx="1076">
                  <c:v>6.96169694651</c:v>
                </c:pt>
                <c:pt idx="1077">
                  <c:v>6.96166056668</c:v>
                </c:pt>
                <c:pt idx="1078">
                  <c:v>6.96094548173</c:v>
                </c:pt>
                <c:pt idx="1079">
                  <c:v>6.96090246502</c:v>
                </c:pt>
                <c:pt idx="1080">
                  <c:v>6.96006764495</c:v>
                </c:pt>
                <c:pt idx="1081">
                  <c:v>6.96001791768</c:v>
                </c:pt>
                <c:pt idx="1082">
                  <c:v>6.95906663469</c:v>
                </c:pt>
                <c:pt idx="1083">
                  <c:v>6.95901066261</c:v>
                </c:pt>
                <c:pt idx="1084">
                  <c:v>6.95795032871</c:v>
                </c:pt>
                <c:pt idx="1085">
                  <c:v>6.95788859792</c:v>
                </c:pt>
                <c:pt idx="1086">
                  <c:v>6.9567261677</c:v>
                </c:pt>
                <c:pt idx="1087">
                  <c:v>6.95665883587</c:v>
                </c:pt>
                <c:pt idx="1088">
                  <c:v>6.95539796395</c:v>
                </c:pt>
                <c:pt idx="1089">
                  <c:v>6.95532516075</c:v>
                </c:pt>
                <c:pt idx="1090">
                  <c:v>6.95396844705</c:v>
                </c:pt>
                <c:pt idx="1091">
                  <c:v>6.95389056036</c:v>
                </c:pt>
                <c:pt idx="1092">
                  <c:v>6.95244739804</c:v>
                </c:pt>
                <c:pt idx="1093">
                  <c:v>6.95236508974</c:v>
                </c:pt>
                <c:pt idx="1094">
                  <c:v>6.95084444014</c:v>
                </c:pt>
                <c:pt idx="1095">
                  <c:v>6.95075790572</c:v>
                </c:pt>
                <c:pt idx="1096">
                  <c:v>6.94916526387</c:v>
                </c:pt>
                <c:pt idx="1097">
                  <c:v>6.94907480402</c:v>
                </c:pt>
                <c:pt idx="1098">
                  <c:v>6.94741515184</c:v>
                </c:pt>
                <c:pt idx="1099">
                  <c:v>6.94732124064</c:v>
                </c:pt>
                <c:pt idx="1100">
                  <c:v>6.94560285809</c:v>
                </c:pt>
                <c:pt idx="1101">
                  <c:v>6.94550603024</c:v>
                </c:pt>
                <c:pt idx="1102">
                  <c:v>6.94374082197</c:v>
                </c:pt>
                <c:pt idx="1103">
                  <c:v>6.9436415987</c:v>
                </c:pt>
                <c:pt idx="1104">
                  <c:v>6.94183746585</c:v>
                </c:pt>
                <c:pt idx="1105">
                  <c:v>6.94173617005</c:v>
                </c:pt>
                <c:pt idx="1106">
                  <c:v>6.93989835541</c:v>
                </c:pt>
                <c:pt idx="1107">
                  <c:v>6.9397954982</c:v>
                </c:pt>
                <c:pt idx="1108">
                  <c:v>6.93793253981</c:v>
                </c:pt>
                <c:pt idx="1109">
                  <c:v>6.93782859866</c:v>
                </c:pt>
                <c:pt idx="1110">
                  <c:v>6.93595225374</c:v>
                </c:pt>
                <c:pt idx="1111">
                  <c:v>6.93584781196</c:v>
                </c:pt>
                <c:pt idx="1112">
                  <c:v>6.93396823141</c:v>
                </c:pt>
                <c:pt idx="1113">
                  <c:v>6.93386376665</c:v>
                </c:pt>
                <c:pt idx="1114">
                  <c:v>6.93198595821</c:v>
                </c:pt>
                <c:pt idx="1115">
                  <c:v>6.93188186313</c:v>
                </c:pt>
                <c:pt idx="1116">
                  <c:v>6.93001413789</c:v>
                </c:pt>
                <c:pt idx="1117">
                  <c:v>6.92991087319</c:v>
                </c:pt>
                <c:pt idx="1118">
                  <c:v>6.9280642362</c:v>
                </c:pt>
                <c:pt idx="1119">
                  <c:v>6.92796239274</c:v>
                </c:pt>
                <c:pt idx="1120">
                  <c:v>6.92614748081</c:v>
                </c:pt>
                <c:pt idx="1121">
                  <c:v>6.92604768485</c:v>
                </c:pt>
                <c:pt idx="1122">
                  <c:v>6.92427113897</c:v>
                </c:pt>
                <c:pt idx="1123">
                  <c:v>6.92417361761</c:v>
                </c:pt>
                <c:pt idx="1124">
                  <c:v>6.92244002701</c:v>
                </c:pt>
                <c:pt idx="1125">
                  <c:v>6.92234510752</c:v>
                </c:pt>
                <c:pt idx="1126">
                  <c:v>6.92066580266</c:v>
                </c:pt>
                <c:pt idx="1127">
                  <c:v>6.92057415834</c:v>
                </c:pt>
                <c:pt idx="1128">
                  <c:v>6.91895933607</c:v>
                </c:pt>
                <c:pt idx="1129">
                  <c:v>6.91887154292</c:v>
                </c:pt>
                <c:pt idx="1130">
                  <c:v>6.91732631216</c:v>
                </c:pt>
                <c:pt idx="1131">
                  <c:v>6.91724256743</c:v>
                </c:pt>
                <c:pt idx="1132">
                  <c:v>6.91577252018</c:v>
                </c:pt>
                <c:pt idx="1133">
                  <c:v>6.91569299736</c:v>
                </c:pt>
                <c:pt idx="1134">
                  <c:v>6.91430476022</c:v>
                </c:pt>
                <c:pt idx="1135">
                  <c:v>6.91423005988</c:v>
                </c:pt>
                <c:pt idx="1136">
                  <c:v>6.91293371893</c:v>
                </c:pt>
                <c:pt idx="1137">
                  <c:v>6.91286440853</c:v>
                </c:pt>
                <c:pt idx="1138">
                  <c:v>6.9116649888</c:v>
                </c:pt>
                <c:pt idx="1139">
                  <c:v>6.91160115054</c:v>
                </c:pt>
                <c:pt idx="1140">
                  <c:v>6.91050109704</c:v>
                </c:pt>
                <c:pt idx="1141">
                  <c:v>6.91044279641</c:v>
                </c:pt>
                <c:pt idx="1142">
                  <c:v>6.90944705125</c:v>
                </c:pt>
                <c:pt idx="1143">
                  <c:v>6.90939471341</c:v>
                </c:pt>
                <c:pt idx="1144">
                  <c:v>6.90851047465</c:v>
                </c:pt>
                <c:pt idx="1145">
                  <c:v>6.90846461898</c:v>
                </c:pt>
                <c:pt idx="1146">
                  <c:v>6.90769721057</c:v>
                </c:pt>
                <c:pt idx="1147">
                  <c:v>6.90765784712</c:v>
                </c:pt>
                <c:pt idx="1148">
                  <c:v>6.90700706291</c:v>
                </c:pt>
                <c:pt idx="1149">
                  <c:v>6.90697411963</c:v>
                </c:pt>
                <c:pt idx="1150">
                  <c:v>6.90644193447</c:v>
                </c:pt>
                <c:pt idx="1151">
                  <c:v>6.90641572804</c:v>
                </c:pt>
                <c:pt idx="1152">
                  <c:v>6.90600682511</c:v>
                </c:pt>
                <c:pt idx="1153">
                  <c:v>6.90598767795</c:v>
                </c:pt>
                <c:pt idx="1154">
                  <c:v>6.90570583612</c:v>
                </c:pt>
                <c:pt idx="1155">
                  <c:v>6.90569372083</c:v>
                </c:pt>
                <c:pt idx="1156">
                  <c:v>6.90553783794</c:v>
                </c:pt>
                <c:pt idx="1157">
                  <c:v>6.9055325311</c:v>
                </c:pt>
                <c:pt idx="1158">
                  <c:v>6.90549713185</c:v>
                </c:pt>
                <c:pt idx="1159">
                  <c:v>6.90550019293</c:v>
                </c:pt>
                <c:pt idx="1160">
                  <c:v>6.90550187163</c:v>
                </c:pt>
                <c:pt idx="1161">
                  <c:v>6.90559556319</c:v>
                </c:pt>
                <c:pt idx="1162">
                  <c:v>6.90560438294</c:v>
                </c:pt>
                <c:pt idx="1163">
                  <c:v>6.9058259201</c:v>
                </c:pt>
                <c:pt idx="1164">
                  <c:v>6.90584173498</c:v>
                </c:pt>
                <c:pt idx="1165">
                  <c:v>6.90618867805</c:v>
                </c:pt>
                <c:pt idx="1166">
                  <c:v>6.90621128097</c:v>
                </c:pt>
                <c:pt idx="1167">
                  <c:v>6.90667874977</c:v>
                </c:pt>
                <c:pt idx="1168">
                  <c:v>6.90670803649</c:v>
                </c:pt>
                <c:pt idx="1169">
                  <c:v>6.90729457207</c:v>
                </c:pt>
                <c:pt idx="1170">
                  <c:v>6.90733053676</c:v>
                </c:pt>
                <c:pt idx="1171">
                  <c:v>6.9080367092</c:v>
                </c:pt>
                <c:pt idx="1172">
                  <c:v>6.90807919623</c:v>
                </c:pt>
                <c:pt idx="1173">
                  <c:v>6.90890144343</c:v>
                </c:pt>
                <c:pt idx="1174">
                  <c:v>6.90895014653</c:v>
                </c:pt>
                <c:pt idx="1175">
                  <c:v>6.90988105515</c:v>
                </c:pt>
                <c:pt idx="1176">
                  <c:v>6.90993573733</c:v>
                </c:pt>
                <c:pt idx="1177">
                  <c:v>6.91097091342</c:v>
                </c:pt>
                <c:pt idx="1178">
                  <c:v>6.91103132576</c:v>
                </c:pt>
                <c:pt idx="1179">
                  <c:v>6.91216919941</c:v>
                </c:pt>
                <c:pt idx="1180">
                  <c:v>6.91223517981</c:v>
                </c:pt>
                <c:pt idx="1181">
                  <c:v>6.91347131604</c:v>
                </c:pt>
                <c:pt idx="1182">
                  <c:v>6.91354252269</c:v>
                </c:pt>
                <c:pt idx="1183">
                  <c:v>6.9148685069</c:v>
                </c:pt>
                <c:pt idx="1184">
                  <c:v>6.91494455767</c:v>
                </c:pt>
                <c:pt idx="1185">
                  <c:v>6.91635278739</c:v>
                </c:pt>
                <c:pt idx="1186">
                  <c:v>6.91643325378</c:v>
                </c:pt>
                <c:pt idx="1187">
                  <c:v>6.91792039025</c:v>
                </c:pt>
                <c:pt idx="1188">
                  <c:v>6.91800508338</c:v>
                </c:pt>
                <c:pt idx="1189">
                  <c:v>6.91956624241</c:v>
                </c:pt>
                <c:pt idx="1190">
                  <c:v>6.91965484858</c:v>
                </c:pt>
                <c:pt idx="1191">
                  <c:v>6.92128054405</c:v>
                </c:pt>
                <c:pt idx="1192">
                  <c:v>6.92137251319</c:v>
                </c:pt>
                <c:pt idx="1193">
                  <c:v>6.92305327074</c:v>
                </c:pt>
                <c:pt idx="1194">
                  <c:v>6.92314806266</c:v>
                </c:pt>
                <c:pt idx="1195">
                  <c:v>6.92487798589</c:v>
                </c:pt>
                <c:pt idx="1196">
                  <c:v>6.92497531526</c:v>
                </c:pt>
                <c:pt idx="1197">
                  <c:v>6.92674892312</c:v>
                </c:pt>
                <c:pt idx="1198">
                  <c:v>6.92684853421</c:v>
                </c:pt>
                <c:pt idx="1199">
                  <c:v>6.92865719545</c:v>
                </c:pt>
                <c:pt idx="1200">
                  <c:v>6.92875845312</c:v>
                </c:pt>
                <c:pt idx="1201">
                  <c:v>6.93058994071</c:v>
                </c:pt>
                <c:pt idx="1202">
                  <c:v>6.93069214929</c:v>
                </c:pt>
                <c:pt idx="1203">
                  <c:v>6.93253958698</c:v>
                </c:pt>
                <c:pt idx="1204">
                  <c:v>6.93264254581</c:v>
                </c:pt>
                <c:pt idx="1205">
                  <c:v>6.93450052416</c:v>
                </c:pt>
                <c:pt idx="1206">
                  <c:v>6.93460390886</c:v>
                </c:pt>
                <c:pt idx="1207">
                  <c:v>6.93646357237</c:v>
                </c:pt>
                <c:pt idx="1208">
                  <c:v>6.93656677929</c:v>
                </c:pt>
                <c:pt idx="1209">
                  <c:v>6.9384173212</c:v>
                </c:pt>
                <c:pt idx="1210">
                  <c:v>6.93851961479</c:v>
                </c:pt>
                <c:pt idx="1211">
                  <c:v>6.94035139792</c:v>
                </c:pt>
                <c:pt idx="1212">
                  <c:v>6.94045252599</c:v>
                </c:pt>
                <c:pt idx="1213">
                  <c:v>6.94226128752</c:v>
                </c:pt>
                <c:pt idx="1214">
                  <c:v>6.94236110411</c:v>
                </c:pt>
                <c:pt idx="1215">
                  <c:v>6.94413982664</c:v>
                </c:pt>
                <c:pt idx="1216">
                  <c:v>6.94423758246</c:v>
                </c:pt>
                <c:pt idx="1217">
                  <c:v>6.9459745083</c:v>
                </c:pt>
                <c:pt idx="1218">
                  <c:v>6.94606963775</c:v>
                </c:pt>
                <c:pt idx="1219">
                  <c:v>6.94775699995</c:v>
                </c:pt>
                <c:pt idx="1220">
                  <c:v>6.94784922143</c:v>
                </c:pt>
                <c:pt idx="1221">
                  <c:v>6.949481185</c:v>
                </c:pt>
                <c:pt idx="1222">
                  <c:v>6.94957029959</c:v>
                </c:pt>
                <c:pt idx="1223">
                  <c:v>6.95114197053</c:v>
                </c:pt>
                <c:pt idx="1224">
                  <c:v>6.95122744732</c:v>
                </c:pt>
                <c:pt idx="1225">
                  <c:v>6.95272969623</c:v>
                </c:pt>
                <c:pt idx="1226">
                  <c:v>6.95281095359</c:v>
                </c:pt>
                <c:pt idx="1227">
                  <c:v>6.95423429883</c:v>
                </c:pt>
                <c:pt idx="1228">
                  <c:v>6.95431107323</c:v>
                </c:pt>
                <c:pt idx="1229">
                  <c:v>6.95565107683</c:v>
                </c:pt>
                <c:pt idx="1230">
                  <c:v>6.95572323157</c:v>
                </c:pt>
                <c:pt idx="1231">
                  <c:v>6.9569769371</c:v>
                </c:pt>
                <c:pt idx="1232">
                  <c:v>6.95704405609</c:v>
                </c:pt>
                <c:pt idx="1233">
                  <c:v>6.95820452186</c:v>
                </c:pt>
                <c:pt idx="1234">
                  <c:v>6.95826619991</c:v>
                </c:pt>
                <c:pt idx="1235">
                  <c:v>6.95932584657</c:v>
                </c:pt>
                <c:pt idx="1236">
                  <c:v>6.95938185728</c:v>
                </c:pt>
                <c:pt idx="1237">
                  <c:v>6.96033663775</c:v>
                </c:pt>
                <c:pt idx="1238">
                  <c:v>6.96038680037</c:v>
                </c:pt>
                <c:pt idx="1239">
                  <c:v>6.96123568556</c:v>
                </c:pt>
                <c:pt idx="1240">
                  <c:v>6.96127982228</c:v>
                </c:pt>
                <c:pt idx="1241">
                  <c:v>6.96201974954</c:v>
                </c:pt>
                <c:pt idx="1242">
                  <c:v>6.96205765292</c:v>
                </c:pt>
                <c:pt idx="1243">
                  <c:v>6.96268143087</c:v>
                </c:pt>
                <c:pt idx="1244">
                  <c:v>6.96271282661</c:v>
                </c:pt>
                <c:pt idx="1245">
                  <c:v>6.96321825395</c:v>
                </c:pt>
                <c:pt idx="1246">
                  <c:v>6.9632431291</c:v>
                </c:pt>
                <c:pt idx="1247">
                  <c:v>6.96363117583</c:v>
                </c:pt>
                <c:pt idx="1248">
                  <c:v>6.96364942291</c:v>
                </c:pt>
                <c:pt idx="1249">
                  <c:v>6.96391947314</c:v>
                </c:pt>
                <c:pt idx="1250">
                  <c:v>6.96393111966</c:v>
                </c:pt>
                <c:pt idx="1251">
                  <c:v>6.9640800696</c:v>
                </c:pt>
                <c:pt idx="1252">
                  <c:v>6.96408496423</c:v>
                </c:pt>
                <c:pt idx="1253">
                  <c:v>6.96411060983</c:v>
                </c:pt>
                <c:pt idx="1254">
                  <c:v>6.9641148996</c:v>
                </c:pt>
                <c:pt idx="1255">
                  <c:v>6.96411029567</c:v>
                </c:pt>
                <c:pt idx="1256">
                  <c:v>6.96410833809</c:v>
                </c:pt>
                <c:pt idx="1257">
                  <c:v>6.96401332039</c:v>
                </c:pt>
                <c:pt idx="1258">
                  <c:v>6.96400471461</c:v>
                </c:pt>
                <c:pt idx="1259">
                  <c:v>6.9637920282</c:v>
                </c:pt>
                <c:pt idx="1260">
                  <c:v>6.96377694163</c:v>
                </c:pt>
                <c:pt idx="1261">
                  <c:v>6.96344522166</c:v>
                </c:pt>
                <c:pt idx="1262">
                  <c:v>6.96342351815</c:v>
                </c:pt>
                <c:pt idx="1263">
                  <c:v>6.96297291885</c:v>
                </c:pt>
                <c:pt idx="1264">
                  <c:v>6.96294464746</c:v>
                </c:pt>
                <c:pt idx="1265">
                  <c:v>6.96237895378</c:v>
                </c:pt>
                <c:pt idx="1266">
                  <c:v>6.96234436709</c:v>
                </c:pt>
                <c:pt idx="1267">
                  <c:v>6.96166917048</c:v>
                </c:pt>
                <c:pt idx="1268">
                  <c:v>6.9616286982</c:v>
                </c:pt>
                <c:pt idx="1269">
                  <c:v>6.96084633544</c:v>
                </c:pt>
                <c:pt idx="1270">
                  <c:v>6.96079996682</c:v>
                </c:pt>
                <c:pt idx="1271">
                  <c:v>6.9599112028</c:v>
                </c:pt>
                <c:pt idx="1272">
                  <c:v>6.95985891687</c:v>
                </c:pt>
                <c:pt idx="1273">
                  <c:v>6.95886887127</c:v>
                </c:pt>
                <c:pt idx="1274">
                  <c:v>6.95881114201</c:v>
                </c:pt>
                <c:pt idx="1275">
                  <c:v>6.95772778636</c:v>
                </c:pt>
                <c:pt idx="1276">
                  <c:v>6.95766516641</c:v>
                </c:pt>
                <c:pt idx="1277">
                  <c:v>6.95649341755</c:v>
                </c:pt>
                <c:pt idx="1278">
                  <c:v>6.95642596365</c:v>
                </c:pt>
                <c:pt idx="1279">
                  <c:v>6.9551685173</c:v>
                </c:pt>
                <c:pt idx="1280">
                  <c:v>6.95509630878</c:v>
                </c:pt>
                <c:pt idx="1281">
                  <c:v>6.95375838204</c:v>
                </c:pt>
                <c:pt idx="1282">
                  <c:v>6.9536819509</c:v>
                </c:pt>
                <c:pt idx="1283">
                  <c:v>6.95227316848</c:v>
                </c:pt>
                <c:pt idx="1284">
                  <c:v>6.95219313085</c:v>
                </c:pt>
                <c:pt idx="1285">
                  <c:v>6.95072055416</c:v>
                </c:pt>
                <c:pt idx="1286">
                  <c:v>6.95063709373</c:v>
                </c:pt>
                <c:pt idx="1287">
                  <c:v>6.94910515711</c:v>
                </c:pt>
                <c:pt idx="1288">
                  <c:v>6.94901844754</c:v>
                </c:pt>
                <c:pt idx="1289">
                  <c:v>6.9474329729</c:v>
                </c:pt>
                <c:pt idx="1290">
                  <c:v>6.94734356118</c:v>
                </c:pt>
                <c:pt idx="1291">
                  <c:v>6.94571475411</c:v>
                </c:pt>
                <c:pt idx="1292">
                  <c:v>6.94562329114</c:v>
                </c:pt>
                <c:pt idx="1293">
                  <c:v>6.94396057791</c:v>
                </c:pt>
                <c:pt idx="1294">
                  <c:v>6.94386739006</c:v>
                </c:pt>
                <c:pt idx="1295">
                  <c:v>6.94217665388</c:v>
                </c:pt>
                <c:pt idx="1296">
                  <c:v>6.94208199116</c:v>
                </c:pt>
                <c:pt idx="1297">
                  <c:v>6.94036900852</c:v>
                </c:pt>
                <c:pt idx="1298">
                  <c:v>6.94027340573</c:v>
                </c:pt>
                <c:pt idx="1299">
                  <c:v>6.93854771424</c:v>
                </c:pt>
                <c:pt idx="1300">
                  <c:v>6.93845175047</c:v>
                </c:pt>
                <c:pt idx="1301">
                  <c:v>6.93672423137</c:v>
                </c:pt>
                <c:pt idx="1302">
                  <c:v>6.93662836678</c:v>
                </c:pt>
                <c:pt idx="1303">
                  <c:v>6.9349066175</c:v>
                </c:pt>
                <c:pt idx="1304">
                  <c:v>6.93481110909</c:v>
                </c:pt>
                <c:pt idx="1305">
                  <c:v>6.93309956998</c:v>
                </c:pt>
                <c:pt idx="1306">
                  <c:v>6.93300494926</c:v>
                </c:pt>
                <c:pt idx="1307">
                  <c:v>6.93131246717</c:v>
                </c:pt>
                <c:pt idx="1308">
                  <c:v>6.93121922409</c:v>
                </c:pt>
                <c:pt idx="1309">
                  <c:v>6.9295566525</c:v>
                </c:pt>
                <c:pt idx="1310">
                  <c:v>6.9294652497</c:v>
                </c:pt>
                <c:pt idx="1311">
                  <c:v>6.92784003746</c:v>
                </c:pt>
                <c:pt idx="1312">
                  <c:v>6.92775084962</c:v>
                </c:pt>
                <c:pt idx="1313">
                  <c:v>6.92616775272</c:v>
                </c:pt>
                <c:pt idx="1314">
                  <c:v>6.92608108915</c:v>
                </c:pt>
                <c:pt idx="1315">
                  <c:v>6.92454657706</c:v>
                </c:pt>
                <c:pt idx="1316">
                  <c:v>6.92446290748</c:v>
                </c:pt>
                <c:pt idx="1317">
                  <c:v>6.92298773515</c:v>
                </c:pt>
                <c:pt idx="1318">
                  <c:v>6.92290753841</c:v>
                </c:pt>
                <c:pt idx="1319">
                  <c:v>6.92149901685</c:v>
                </c:pt>
                <c:pt idx="1320">
                  <c:v>6.92142267383</c:v>
                </c:pt>
                <c:pt idx="1321">
                  <c:v>6.92008476614</c:v>
                </c:pt>
                <c:pt idx="1322">
                  <c:v>6.92001254026</c:v>
                </c:pt>
                <c:pt idx="1323">
                  <c:v>6.91875016853</c:v>
                </c:pt>
                <c:pt idx="1324">
                  <c:v>6.9186822683</c:v>
                </c:pt>
                <c:pt idx="1325">
                  <c:v>6.91750291755</c:v>
                </c:pt>
                <c:pt idx="1326">
                  <c:v>6.91743982347</c:v>
                </c:pt>
                <c:pt idx="1327">
                  <c:v>6.91635168108</c:v>
                </c:pt>
                <c:pt idx="1328">
                  <c:v>6.91629380099</c:v>
                </c:pt>
                <c:pt idx="1329">
                  <c:v>6.91529882721</c:v>
                </c:pt>
                <c:pt idx="1330">
                  <c:v>6.91524623888</c:v>
                </c:pt>
                <c:pt idx="1331">
                  <c:v>6.91434729906</c:v>
                </c:pt>
                <c:pt idx="1332">
                  <c:v>6.91430009692</c:v>
                </c:pt>
                <c:pt idx="1333">
                  <c:v>6.91350270164</c:v>
                </c:pt>
                <c:pt idx="1334">
                  <c:v>6.91346129968</c:v>
                </c:pt>
                <c:pt idx="1335">
                  <c:v>6.91277133526</c:v>
                </c:pt>
                <c:pt idx="1336">
                  <c:v>6.91273607927</c:v>
                </c:pt>
                <c:pt idx="1337">
                  <c:v>6.91215617392</c:v>
                </c:pt>
                <c:pt idx="1338">
                  <c:v>6.91212703665</c:v>
                </c:pt>
                <c:pt idx="1339">
                  <c:v>6.91165597548</c:v>
                </c:pt>
                <c:pt idx="1340">
                  <c:v>6.91163284172</c:v>
                </c:pt>
                <c:pt idx="1341">
                  <c:v>6.91127400309</c:v>
                </c:pt>
                <c:pt idx="1342">
                  <c:v>6.91125719654</c:v>
                </c:pt>
                <c:pt idx="1343">
                  <c:v>6.91101448912</c:v>
                </c:pt>
                <c:pt idx="1344">
                  <c:v>6.91100434067</c:v>
                </c:pt>
                <c:pt idx="1345">
                  <c:v>6.91087908886</c:v>
                </c:pt>
                <c:pt idx="1346">
                  <c:v>6.91087535927</c:v>
                </c:pt>
                <c:pt idx="1347">
                  <c:v>6.91085589585</c:v>
                </c:pt>
                <c:pt idx="1348">
                  <c:v>6.91086048724</c:v>
                </c:pt>
                <c:pt idx="1349">
                  <c:v>6.91086464104</c:v>
                </c:pt>
                <c:pt idx="1350">
                  <c:v>6.91086717263</c:v>
                </c:pt>
                <c:pt idx="1351">
                  <c:v>6.91097079364</c:v>
                </c:pt>
                <c:pt idx="1352">
                  <c:v>6.91097971123</c:v>
                </c:pt>
                <c:pt idx="1353">
                  <c:v>6.91119944639</c:v>
                </c:pt>
                <c:pt idx="1354">
                  <c:v>6.91121494095</c:v>
                </c:pt>
                <c:pt idx="1355">
                  <c:v>6.91155049268</c:v>
                </c:pt>
                <c:pt idx="1356">
                  <c:v>6.91157234784</c:v>
                </c:pt>
                <c:pt idx="1357">
                  <c:v>6.9120204935</c:v>
                </c:pt>
                <c:pt idx="1358">
                  <c:v>6.91204831871</c:v>
                </c:pt>
                <c:pt idx="1359">
                  <c:v>6.91260374707</c:v>
                </c:pt>
                <c:pt idx="1360">
                  <c:v>6.91263758217</c:v>
                </c:pt>
                <c:pt idx="1361">
                  <c:v>6.91330135097</c:v>
                </c:pt>
                <c:pt idx="1362">
                  <c:v>6.91334129904</c:v>
                </c:pt>
                <c:pt idx="1363">
                  <c:v>6.91411194682</c:v>
                </c:pt>
                <c:pt idx="1364">
                  <c:v>6.91415763835</c:v>
                </c:pt>
                <c:pt idx="1365">
                  <c:v>6.91502924615</c:v>
                </c:pt>
                <c:pt idx="1366">
                  <c:v>6.9150802738</c:v>
                </c:pt>
                <c:pt idx="1367">
                  <c:v>6.91604684238</c:v>
                </c:pt>
                <c:pt idx="1368">
                  <c:v>6.91610312178</c:v>
                </c:pt>
                <c:pt idx="1369">
                  <c:v>6.91716138736</c:v>
                </c:pt>
                <c:pt idx="1370">
                  <c:v>6.91722275298</c:v>
                </c:pt>
                <c:pt idx="1371">
                  <c:v>6.9183704103</c:v>
                </c:pt>
                <c:pt idx="1372">
                  <c:v>6.91843655486</c:v>
                </c:pt>
                <c:pt idx="1373">
                  <c:v>6.91966783823</c:v>
                </c:pt>
                <c:pt idx="1374">
                  <c:v>6.91973833823</c:v>
                </c:pt>
                <c:pt idx="1375">
                  <c:v>6.92104504624</c:v>
                </c:pt>
                <c:pt idx="1376">
                  <c:v>6.92111961793</c:v>
                </c:pt>
                <c:pt idx="1377">
                  <c:v>6.92249544124</c:v>
                </c:pt>
                <c:pt idx="1378">
                  <c:v>6.92257382419</c:v>
                </c:pt>
                <c:pt idx="1379">
                  <c:v>6.92401678108</c:v>
                </c:pt>
                <c:pt idx="1380">
                  <c:v>6.92409867102</c:v>
                </c:pt>
                <c:pt idx="1381">
                  <c:v>6.92560139167</c:v>
                </c:pt>
                <c:pt idx="1382">
                  <c:v>6.92568631092</c:v>
                </c:pt>
                <c:pt idx="1383">
                  <c:v>6.92723910543</c:v>
                </c:pt>
                <c:pt idx="1384">
                  <c:v>6.92732664091</c:v>
                </c:pt>
                <c:pt idx="1385">
                  <c:v>6.92892225276</c:v>
                </c:pt>
                <c:pt idx="1386">
                  <c:v>6.92901202867</c:v>
                </c:pt>
                <c:pt idx="1387">
                  <c:v>6.9306454404</c:v>
                </c:pt>
                <c:pt idx="1388">
                  <c:v>6.93073709885</c:v>
                </c:pt>
                <c:pt idx="1389">
                  <c:v>6.93240264285</c:v>
                </c:pt>
                <c:pt idx="1390">
                  <c:v>6.93249584168</c:v>
                </c:pt>
                <c:pt idx="1391">
                  <c:v>6.93418290144</c:v>
                </c:pt>
                <c:pt idx="1392">
                  <c:v>6.93427707251</c:v>
                </c:pt>
                <c:pt idx="1393">
                  <c:v>6.93597622093</c:v>
                </c:pt>
                <c:pt idx="1394">
                  <c:v>6.93607088067</c:v>
                </c:pt>
                <c:pt idx="1395">
                  <c:v>6.93777752704</c:v>
                </c:pt>
                <c:pt idx="1396">
                  <c:v>6.93787237723</c:v>
                </c:pt>
                <c:pt idx="1397">
                  <c:v>6.93957985365</c:v>
                </c:pt>
                <c:pt idx="1398">
                  <c:v>6.93967460566</c:v>
                </c:pt>
                <c:pt idx="1399">
                  <c:v>6.94137407445</c:v>
                </c:pt>
                <c:pt idx="1400">
                  <c:v>6.94146813283</c:v>
                </c:pt>
                <c:pt idx="1401">
                  <c:v>6.9431496971</c:v>
                </c:pt>
                <c:pt idx="1402">
                  <c:v>6.94324247184</c:v>
                </c:pt>
                <c:pt idx="1403">
                  <c:v>6.94489972087</c:v>
                </c:pt>
                <c:pt idx="1404">
                  <c:v>6.94499097475</c:v>
                </c:pt>
                <c:pt idx="1405">
                  <c:v>6.94661923475</c:v>
                </c:pt>
                <c:pt idx="1406">
                  <c:v>6.94670878282</c:v>
                </c:pt>
                <c:pt idx="1407">
                  <c:v>6.94829990977</c:v>
                </c:pt>
                <c:pt idx="1408">
                  <c:v>6.94838712025</c:v>
                </c:pt>
                <c:pt idx="1409">
                  <c:v>6.94993077475</c:v>
                </c:pt>
                <c:pt idx="1410">
                  <c:v>6.95001505683</c:v>
                </c:pt>
                <c:pt idx="1411">
                  <c:v>6.95150529208</c:v>
                </c:pt>
                <c:pt idx="1412">
                  <c:v>6.95158648942</c:v>
                </c:pt>
                <c:pt idx="1413">
                  <c:v>6.95301964931</c:v>
                </c:pt>
                <c:pt idx="1414">
                  <c:v>6.95309762969</c:v>
                </c:pt>
                <c:pt idx="1415">
                  <c:v>6.95446700255</c:v>
                </c:pt>
                <c:pt idx="1416">
                  <c:v>6.95454118341</c:v>
                </c:pt>
                <c:pt idx="1417">
                  <c:v>6.9558385979</c:v>
                </c:pt>
                <c:pt idx="1418">
                  <c:v>6.95590848923</c:v>
                </c:pt>
                <c:pt idx="1419">
                  <c:v>6.95712707479</c:v>
                </c:pt>
                <c:pt idx="1420">
                  <c:v>6.95719248491</c:v>
                </c:pt>
                <c:pt idx="1421">
                  <c:v>6.95832967333</c:v>
                </c:pt>
                <c:pt idx="1422">
                  <c:v>6.95839060217</c:v>
                </c:pt>
                <c:pt idx="1423">
                  <c:v>6.95944294299</c:v>
                </c:pt>
                <c:pt idx="1424">
                  <c:v>6.95949893696</c:v>
                </c:pt>
                <c:pt idx="1425">
                  <c:v>6.96045911396</c:v>
                </c:pt>
                <c:pt idx="1426">
                  <c:v>6.96050970173</c:v>
                </c:pt>
                <c:pt idx="1427">
                  <c:v>6.96137225617</c:v>
                </c:pt>
                <c:pt idx="1428">
                  <c:v>6.96141742597</c:v>
                </c:pt>
                <c:pt idx="1429">
                  <c:v>6.96218065712</c:v>
                </c:pt>
                <c:pt idx="1430">
                  <c:v>6.96222035539</c:v>
                </c:pt>
                <c:pt idx="1431">
                  <c:v>6.96288311658</c:v>
                </c:pt>
                <c:pt idx="1432">
                  <c:v>6.96291708258</c:v>
                </c:pt>
                <c:pt idx="1433">
                  <c:v>6.96347514573</c:v>
                </c:pt>
                <c:pt idx="1434">
                  <c:v>6.96350305107</c:v>
                </c:pt>
                <c:pt idx="1435">
                  <c:v>6.96395156598</c:v>
                </c:pt>
                <c:pt idx="1436">
                  <c:v>6.96397340965</c:v>
                </c:pt>
                <c:pt idx="1437">
                  <c:v>6.96431189423</c:v>
                </c:pt>
                <c:pt idx="1438">
                  <c:v>6.96432776432</c:v>
                </c:pt>
                <c:pt idx="1439">
                  <c:v>6.96455796921</c:v>
                </c:pt>
                <c:pt idx="1440">
                  <c:v>6.96456770758</c:v>
                </c:pt>
                <c:pt idx="1441">
                  <c:v>6.96468798877</c:v>
                </c:pt>
                <c:pt idx="1442">
                  <c:v>6.96469151526</c:v>
                </c:pt>
                <c:pt idx="1443">
                  <c:v>6.96470455805</c:v>
                </c:pt>
                <c:pt idx="1444">
                  <c:v>6.96470911747</c:v>
                </c:pt>
                <c:pt idx="1445">
                  <c:v>6.96469895714</c:v>
                </c:pt>
                <c:pt idx="1446">
                  <c:v>6.96469622005</c:v>
                </c:pt>
                <c:pt idx="1447">
                  <c:v>6.96459099058</c:v>
                </c:pt>
                <c:pt idx="1448">
                  <c:v>6.96458217095</c:v>
                </c:pt>
                <c:pt idx="1449">
                  <c:v>6.96436864994</c:v>
                </c:pt>
                <c:pt idx="1450">
                  <c:v>6.96435377687</c:v>
                </c:pt>
                <c:pt idx="1451">
                  <c:v>6.96403297729</c:v>
                </c:pt>
                <c:pt idx="1452">
                  <c:v>6.96401211584</c:v>
                </c:pt>
                <c:pt idx="1453">
                  <c:v>6.96358282842</c:v>
                </c:pt>
                <c:pt idx="1454">
                  <c:v>6.96355604425</c:v>
                </c:pt>
                <c:pt idx="1455">
                  <c:v>6.96302044056</c:v>
                </c:pt>
                <c:pt idx="1456">
                  <c:v>6.96298785949</c:v>
                </c:pt>
                <c:pt idx="1457">
                  <c:v>6.96235057209</c:v>
                </c:pt>
                <c:pt idx="1458">
                  <c:v>6.96231239413</c:v>
                </c:pt>
                <c:pt idx="1459">
                  <c:v>6.96157851377</c:v>
                </c:pt>
                <c:pt idx="1460">
                  <c:v>6.96153504494</c:v>
                </c:pt>
                <c:pt idx="1461">
                  <c:v>6.9607054541</c:v>
                </c:pt>
                <c:pt idx="1462">
                  <c:v>6.96065678209</c:v>
                </c:pt>
                <c:pt idx="1463">
                  <c:v>6.95973382268</c:v>
                </c:pt>
                <c:pt idx="1464">
                  <c:v>6.95968008231</c:v>
                </c:pt>
                <c:pt idx="1465">
                  <c:v>6.95867069166</c:v>
                </c:pt>
                <c:pt idx="1466">
                  <c:v>6.95861231107</c:v>
                </c:pt>
                <c:pt idx="1467">
                  <c:v>6.9575231705</c:v>
                </c:pt>
                <c:pt idx="1468">
                  <c:v>6.95746052017</c:v>
                </c:pt>
                <c:pt idx="1469">
                  <c:v>6.95629502079</c:v>
                </c:pt>
                <c:pt idx="1470">
                  <c:v>6.95622826083</c:v>
                </c:pt>
                <c:pt idx="1471">
                  <c:v>6.95498945425</c:v>
                </c:pt>
                <c:pt idx="1472">
                  <c:v>6.95491867453</c:v>
                </c:pt>
                <c:pt idx="1473">
                  <c:v>6.95361360416</c:v>
                </c:pt>
                <c:pt idx="1474">
                  <c:v>6.9535393773</c:v>
                </c:pt>
                <c:pt idx="1475">
                  <c:v>6.95217729961</c:v>
                </c:pt>
                <c:pt idx="1476">
                  <c:v>6.95210017532</c:v>
                </c:pt>
                <c:pt idx="1477">
                  <c:v>6.95068602981</c:v>
                </c:pt>
                <c:pt idx="1478">
                  <c:v>6.95060614779</c:v>
                </c:pt>
                <c:pt idx="1479">
                  <c:v>6.94914465623</c:v>
                </c:pt>
                <c:pt idx="1480">
                  <c:v>6.94906224438</c:v>
                </c:pt>
                <c:pt idx="1481">
                  <c:v>6.94756018566</c:v>
                </c:pt>
                <c:pt idx="1482">
                  <c:v>6.94747574419</c:v>
                </c:pt>
                <c:pt idx="1483">
                  <c:v>6.94594293324</c:v>
                </c:pt>
                <c:pt idx="1484">
                  <c:v>6.94585713829</c:v>
                </c:pt>
                <c:pt idx="1485">
                  <c:v>6.94430169456</c:v>
                </c:pt>
                <c:pt idx="1486">
                  <c:v>6.94421473696</c:v>
                </c:pt>
                <c:pt idx="1487">
                  <c:v>6.94264030491</c:v>
                </c:pt>
                <c:pt idx="1488">
                  <c:v>6.94255237825</c:v>
                </c:pt>
                <c:pt idx="1489">
                  <c:v>6.94096648667</c:v>
                </c:pt>
                <c:pt idx="1490">
                  <c:v>6.94087821721</c:v>
                </c:pt>
                <c:pt idx="1491">
                  <c:v>6.93929099154</c:v>
                </c:pt>
                <c:pt idx="1492">
                  <c:v>6.93920299276</c:v>
                </c:pt>
                <c:pt idx="1493">
                  <c:v>6.93762288695</c:v>
                </c:pt>
                <c:pt idx="1494">
                  <c:v>6.93753543026</c:v>
                </c:pt>
                <c:pt idx="1495">
                  <c:v>6.93596769516</c:v>
                </c:pt>
                <c:pt idx="1496">
                  <c:v>6.93588094834</c:v>
                </c:pt>
                <c:pt idx="1497">
                  <c:v>6.93433102586</c:v>
                </c:pt>
                <c:pt idx="1498">
                  <c:v>6.93424557327</c:v>
                </c:pt>
                <c:pt idx="1499">
                  <c:v>6.9327223949</c:v>
                </c:pt>
                <c:pt idx="1500">
                  <c:v>6.9326387324</c:v>
                </c:pt>
                <c:pt idx="1501">
                  <c:v>6.93115134751</c:v>
                </c:pt>
                <c:pt idx="1502">
                  <c:v>6.93106983047</c:v>
                </c:pt>
                <c:pt idx="1503">
                  <c:v>6.9296238248</c:v>
                </c:pt>
                <c:pt idx="1504">
                  <c:v>6.92954462505</c:v>
                </c:pt>
                <c:pt idx="1505">
                  <c:v>6.92814349055</c:v>
                </c:pt>
                <c:pt idx="1506">
                  <c:v>6.92806706085</c:v>
                </c:pt>
                <c:pt idx="1507">
                  <c:v>6.92671951918</c:v>
                </c:pt>
                <c:pt idx="1508">
                  <c:v>6.92664640428</c:v>
                </c:pt>
                <c:pt idx="1509">
                  <c:v>6.92536135097</c:v>
                </c:pt>
                <c:pt idx="1510">
                  <c:v>6.92529175561</c:v>
                </c:pt>
                <c:pt idx="1511">
                  <c:v>6.92407370932</c:v>
                </c:pt>
                <c:pt idx="1512">
                  <c:v>6.92400792474</c:v>
                </c:pt>
                <c:pt idx="1513">
                  <c:v>6.92286068872</c:v>
                </c:pt>
                <c:pt idx="1514">
                  <c:v>6.92279899878</c:v>
                </c:pt>
                <c:pt idx="1515">
                  <c:v>6.92172715131</c:v>
                </c:pt>
                <c:pt idx="1516">
                  <c:v>6.92166991487</c:v>
                </c:pt>
                <c:pt idx="1517">
                  <c:v>6.92068171081</c:v>
                </c:pt>
                <c:pt idx="1518">
                  <c:v>6.92062920518</c:v>
                </c:pt>
                <c:pt idx="1519">
                  <c:v>6.91972918576</c:v>
                </c:pt>
                <c:pt idx="1520">
                  <c:v>6.91968161659</c:v>
                </c:pt>
                <c:pt idx="1521">
                  <c:v>6.91887119115</c:v>
                </c:pt>
                <c:pt idx="1522">
                  <c:v>6.91882874963</c:v>
                </c:pt>
                <c:pt idx="1523">
                  <c:v>6.91811063597</c:v>
                </c:pt>
                <c:pt idx="1524">
                  <c:v>6.91807344309</c:v>
                </c:pt>
                <c:pt idx="1525">
                  <c:v>6.91745352061</c:v>
                </c:pt>
                <c:pt idx="1526">
                  <c:v>6.9174218558</c:v>
                </c:pt>
                <c:pt idx="1527">
                  <c:v>6.91690432694</c:v>
                </c:pt>
                <c:pt idx="1528">
                  <c:v>6.91687840347</c:v>
                </c:pt>
                <c:pt idx="1529">
                  <c:v>6.91646267205</c:v>
                </c:pt>
                <c:pt idx="1530">
                  <c:v>6.91644244583</c:v>
                </c:pt>
                <c:pt idx="1531">
                  <c:v>6.9161289586</c:v>
                </c:pt>
                <c:pt idx="1532">
                  <c:v>6.91611446825</c:v>
                </c:pt>
                <c:pt idx="1533">
                  <c:v>6.915906534</c:v>
                </c:pt>
                <c:pt idx="1534">
                  <c:v>6.91589792556</c:v>
                </c:pt>
                <c:pt idx="1535">
                  <c:v>6.91579847287</c:v>
                </c:pt>
                <c:pt idx="1536">
                  <c:v>6.91579594336</c:v>
                </c:pt>
                <c:pt idx="1537">
                  <c:v>6.91578692442</c:v>
                </c:pt>
                <c:pt idx="1538">
                  <c:v>6.91578982373</c:v>
                </c:pt>
                <c:pt idx="1539">
                  <c:v>6.91580338487</c:v>
                </c:pt>
                <c:pt idx="1540">
                  <c:v>6.91580676844</c:v>
                </c:pt>
                <c:pt idx="1541">
                  <c:v>6.91591859724</c:v>
                </c:pt>
                <c:pt idx="1542">
                  <c:v>6.91592769993</c:v>
                </c:pt>
                <c:pt idx="1543">
                  <c:v>6.91614469337</c:v>
                </c:pt>
                <c:pt idx="1544">
                  <c:v>6.9161596682</c:v>
                </c:pt>
                <c:pt idx="1545">
                  <c:v>6.9164830478</c:v>
                </c:pt>
                <c:pt idx="1546">
                  <c:v>6.91650396685</c:v>
                </c:pt>
                <c:pt idx="1547">
                  <c:v>6.91693164187</c:v>
                </c:pt>
                <c:pt idx="1548">
                  <c:v>6.9169582685</c:v>
                </c:pt>
                <c:pt idx="1549">
                  <c:v>6.91748546143</c:v>
                </c:pt>
                <c:pt idx="1550">
                  <c:v>6.91751741239</c:v>
                </c:pt>
                <c:pt idx="1551">
                  <c:v>6.91814134409</c:v>
                </c:pt>
                <c:pt idx="1552">
                  <c:v>6.91817866571</c:v>
                </c:pt>
                <c:pt idx="1553">
                  <c:v>6.91889994068</c:v>
                </c:pt>
                <c:pt idx="1554">
                  <c:v>6.91894271285</c:v>
                </c:pt>
                <c:pt idx="1555">
                  <c:v>6.91975748985</c:v>
                </c:pt>
                <c:pt idx="1556">
                  <c:v>6.91980527216</c:v>
                </c:pt>
                <c:pt idx="1557">
                  <c:v>6.92070760012</c:v>
                </c:pt>
                <c:pt idx="1558">
                  <c:v>6.9207599999</c:v>
                </c:pt>
                <c:pt idx="1559">
                  <c:v>6.92174507575</c:v>
                </c:pt>
                <c:pt idx="1560">
                  <c:v>6.92180202413</c:v>
                </c:pt>
                <c:pt idx="1561">
                  <c:v>6.92286719836</c:v>
                </c:pt>
                <c:pt idx="1562">
                  <c:v>6.92292863291</c:v>
                </c:pt>
                <c:pt idx="1563">
                  <c:v>6.92407116705</c:v>
                </c:pt>
                <c:pt idx="1564">
                  <c:v>6.92413666203</c:v>
                </c:pt>
                <c:pt idx="1565">
                  <c:v>6.92534848537</c:v>
                </c:pt>
                <c:pt idx="1566">
                  <c:v>6.92541752305</c:v>
                </c:pt>
                <c:pt idx="1567">
                  <c:v>6.92669175785</c:v>
                </c:pt>
                <c:pt idx="1568">
                  <c:v>6.92676419832</c:v>
                </c:pt>
                <c:pt idx="1569">
                  <c:v>6.92809726115</c:v>
                </c:pt>
                <c:pt idx="1570">
                  <c:v>6.9281729356</c:v>
                </c:pt>
                <c:pt idx="1571">
                  <c:v>6.9295606533</c:v>
                </c:pt>
                <c:pt idx="1572">
                  <c:v>6.92963913993</c:v>
                </c:pt>
                <c:pt idx="1573">
                  <c:v>6.93107367414</c:v>
                </c:pt>
                <c:pt idx="1574">
                  <c:v>6.93115442913</c:v>
                </c:pt>
                <c:pt idx="1575">
                  <c:v>6.93262655318</c:v>
                </c:pt>
                <c:pt idx="1576">
                  <c:v>6.93270930064</c:v>
                </c:pt>
                <c:pt idx="1577">
                  <c:v>6.93421388049</c:v>
                </c:pt>
                <c:pt idx="1578">
                  <c:v>6.93429836335</c:v>
                </c:pt>
                <c:pt idx="1579">
                  <c:v>6.93583089197</c:v>
                </c:pt>
                <c:pt idx="1580">
                  <c:v>6.93591664552</c:v>
                </c:pt>
                <c:pt idx="1581">
                  <c:v>6.93746961127</c:v>
                </c:pt>
                <c:pt idx="1582">
                  <c:v>6.93755622747</c:v>
                </c:pt>
                <c:pt idx="1583">
                  <c:v>6.93912017401</c:v>
                </c:pt>
                <c:pt idx="1584">
                  <c:v>6.93920724346</c:v>
                </c:pt>
                <c:pt idx="1585">
                  <c:v>6.94077474812</c:v>
                </c:pt>
                <c:pt idx="1586">
                  <c:v>6.94086191868</c:v>
                </c:pt>
                <c:pt idx="1587">
                  <c:v>6.94242918466</c:v>
                </c:pt>
                <c:pt idx="1588">
                  <c:v>6.94251611448</c:v>
                </c:pt>
                <c:pt idx="1589">
                  <c:v>6.94407673441</c:v>
                </c:pt>
                <c:pt idx="1590">
                  <c:v>6.94416298614</c:v>
                </c:pt>
                <c:pt idx="1591">
                  <c:v>6.94570601324</c:v>
                </c:pt>
                <c:pt idx="1592">
                  <c:v>6.94579114611</c:v>
                </c:pt>
                <c:pt idx="1593">
                  <c:v>6.94730986439</c:v>
                </c:pt>
                <c:pt idx="1594">
                  <c:v>6.94739352294</c:v>
                </c:pt>
                <c:pt idx="1595">
                  <c:v>6.94888341785</c:v>
                </c:pt>
                <c:pt idx="1596">
                  <c:v>6.94896524126</c:v>
                </c:pt>
                <c:pt idx="1597">
                  <c:v>6.95042064865</c:v>
                </c:pt>
                <c:pt idx="1598">
                  <c:v>6.95050037251</c:v>
                </c:pt>
                <c:pt idx="1599">
                  <c:v>6.95191312985</c:v>
                </c:pt>
                <c:pt idx="1600">
                  <c:v>6.95199031625</c:v>
                </c:pt>
                <c:pt idx="1601">
                  <c:v>6.95335213789</c:v>
                </c:pt>
                <c:pt idx="1602">
                  <c:v>6.95342629003</c:v>
                </c:pt>
                <c:pt idx="1603">
                  <c:v>6.95473302052</c:v>
                </c:pt>
                <c:pt idx="1604">
                  <c:v>6.95480398808</c:v>
                </c:pt>
                <c:pt idx="1605">
                  <c:v>6.95605188044</c:v>
                </c:pt>
                <c:pt idx="1606">
                  <c:v>6.95611943969</c:v>
                </c:pt>
                <c:pt idx="1607">
                  <c:v>6.95730164637</c:v>
                </c:pt>
                <c:pt idx="1608">
                  <c:v>6.95736541773</c:v>
                </c:pt>
                <c:pt idx="1609">
                  <c:v>6.95847448562</c:v>
                </c:pt>
                <c:pt idx="1610">
                  <c:v>6.95853396228</c:v>
                </c:pt>
                <c:pt idx="1611">
                  <c:v>6.95956576929</c:v>
                </c:pt>
                <c:pt idx="1612">
                  <c:v>6.95962086287</c:v>
                </c:pt>
                <c:pt idx="1613">
                  <c:v>6.96057376087</c:v>
                </c:pt>
                <c:pt idx="1614">
                  <c:v>6.96062448518</c:v>
                </c:pt>
                <c:pt idx="1615">
                  <c:v>6.96149405217</c:v>
                </c:pt>
                <c:pt idx="1616">
                  <c:v>6.96153994939</c:v>
                </c:pt>
                <c:pt idx="1617">
                  <c:v>6.96231912737</c:v>
                </c:pt>
                <c:pt idx="1618">
                  <c:v>6.9623598121</c:v>
                </c:pt>
                <c:pt idx="1619">
                  <c:v>6.96304651813</c:v>
                </c:pt>
                <c:pt idx="1620">
                  <c:v>6.96308203469</c:v>
                </c:pt>
                <c:pt idx="1621">
                  <c:v>6.9636750828</c:v>
                </c:pt>
                <c:pt idx="1622">
                  <c:v>6.96370545396</c:v>
                </c:pt>
                <c:pt idx="1623">
                  <c:v>6.9642031077</c:v>
                </c:pt>
                <c:pt idx="1624">
                  <c:v>6.96422809101</c:v>
                </c:pt>
                <c:pt idx="1625">
                  <c:v>6.96462609931</c:v>
                </c:pt>
                <c:pt idx="1626">
                  <c:v>6.96464530893</c:v>
                </c:pt>
                <c:pt idx="1627">
                  <c:v>6.96494055512</c:v>
                </c:pt>
                <c:pt idx="1628">
                  <c:v>6.96495410852</c:v>
                </c:pt>
                <c:pt idx="1629">
                  <c:v>6.96514897497</c:v>
                </c:pt>
                <c:pt idx="1630">
                  <c:v>6.96515709274</c:v>
                </c:pt>
                <c:pt idx="1631">
                  <c:v>6.96525156869</c:v>
                </c:pt>
                <c:pt idx="1632">
                  <c:v>6.9652539949</c:v>
                </c:pt>
                <c:pt idx="1633">
                  <c:v>6.96525607799</c:v>
                </c:pt>
                <c:pt idx="1634">
                  <c:v>6.96526245015</c:v>
                </c:pt>
                <c:pt idx="1635">
                  <c:v>6.96524609439</c:v>
                </c:pt>
                <c:pt idx="1636">
                  <c:v>6.96524274169</c:v>
                </c:pt>
                <c:pt idx="1637">
                  <c:v>6.96513131027</c:v>
                </c:pt>
                <c:pt idx="1638">
                  <c:v>6.9651222581</c:v>
                </c:pt>
                <c:pt idx="1639">
                  <c:v>6.96490936213</c:v>
                </c:pt>
                <c:pt idx="1640">
                  <c:v>6.96489487122</c:v>
                </c:pt>
                <c:pt idx="1641">
                  <c:v>6.96458447113</c:v>
                </c:pt>
                <c:pt idx="1642">
                  <c:v>6.96456454653</c:v>
                </c:pt>
                <c:pt idx="1643">
                  <c:v>6.96415639302</c:v>
                </c:pt>
                <c:pt idx="1644">
                  <c:v>6.96413090952</c:v>
                </c:pt>
                <c:pt idx="1645">
                  <c:v>6.96362485062</c:v>
                </c:pt>
                <c:pt idx="1646">
                  <c:v>6.96359408074</c:v>
                </c:pt>
                <c:pt idx="1647">
                  <c:v>6.96299409169</c:v>
                </c:pt>
                <c:pt idx="1648">
                  <c:v>6.96295828535</c:v>
                </c:pt>
                <c:pt idx="1649">
                  <c:v>6.96226902943</c:v>
                </c:pt>
                <c:pt idx="1650">
                  <c:v>6.96222834736</c:v>
                </c:pt>
                <c:pt idx="1651">
                  <c:v>6.96145404503</c:v>
                </c:pt>
                <c:pt idx="1652">
                  <c:v>6.96140862188</c:v>
                </c:pt>
                <c:pt idx="1653">
                  <c:v>6.96054918837</c:v>
                </c:pt>
                <c:pt idx="1654">
                  <c:v>6.96049919301</c:v>
                </c:pt>
                <c:pt idx="1655">
                  <c:v>6.95955956252</c:v>
                </c:pt>
                <c:pt idx="1656">
                  <c:v>6.9595053158</c:v>
                </c:pt>
                <c:pt idx="1657">
                  <c:v>6.95849258369</c:v>
                </c:pt>
                <c:pt idx="1658">
                  <c:v>6.95843433668</c:v>
                </c:pt>
                <c:pt idx="1659">
                  <c:v>6.95735351736</c:v>
                </c:pt>
                <c:pt idx="1660">
                  <c:v>6.95729160068</c:v>
                </c:pt>
                <c:pt idx="1661">
                  <c:v>6.95614557102</c:v>
                </c:pt>
                <c:pt idx="1662">
                  <c:v>6.95608019128</c:v>
                </c:pt>
                <c:pt idx="1663">
                  <c:v>6.95487293396</c:v>
                </c:pt>
                <c:pt idx="1664">
                  <c:v>6.95480433555</c:v>
                </c:pt>
                <c:pt idx="1665">
                  <c:v>6.95354434081</c:v>
                </c:pt>
                <c:pt idx="1666">
                  <c:v>6.95347299542</c:v>
                </c:pt>
                <c:pt idx="1667">
                  <c:v>6.95216744684</c:v>
                </c:pt>
                <c:pt idx="1668">
                  <c:v>6.95209369548</c:v>
                </c:pt>
                <c:pt idx="1669">
                  <c:v>6.950746391</c:v>
                </c:pt>
                <c:pt idx="1670">
                  <c:v>6.95067052674</c:v>
                </c:pt>
                <c:pt idx="1671">
                  <c:v>6.94928643114</c:v>
                </c:pt>
                <c:pt idx="1672">
                  <c:v>6.94920865156</c:v>
                </c:pt>
                <c:pt idx="1673">
                  <c:v>6.94779590339</c:v>
                </c:pt>
                <c:pt idx="1674">
                  <c:v>6.94771675394</c:v>
                </c:pt>
                <c:pt idx="1675">
                  <c:v>6.94628482031</c:v>
                </c:pt>
                <c:pt idx="1676">
                  <c:v>6.94620484144</c:v>
                </c:pt>
                <c:pt idx="1677">
                  <c:v>6.94475827953</c:v>
                </c:pt>
                <c:pt idx="1678">
                  <c:v>6.94467763</c:v>
                </c:pt>
                <c:pt idx="1679">
                  <c:v>6.94322124038</c:v>
                </c:pt>
                <c:pt idx="1680">
                  <c:v>6.94314021308</c:v>
                </c:pt>
                <c:pt idx="1681">
                  <c:v>6.94168244274</c:v>
                </c:pt>
                <c:pt idx="1682">
                  <c:v>6.94160150975</c:v>
                </c:pt>
                <c:pt idx="1683">
                  <c:v>6.94015016366</c:v>
                </c:pt>
                <c:pt idx="1684">
                  <c:v>6.9400699111</c:v>
                </c:pt>
                <c:pt idx="1685">
                  <c:v>6.93863271326</c:v>
                </c:pt>
                <c:pt idx="1686">
                  <c:v>6.93855338246</c:v>
                </c:pt>
                <c:pt idx="1687">
                  <c:v>6.93713365251</c:v>
                </c:pt>
                <c:pt idx="1688">
                  <c:v>6.93705531785</c:v>
                </c:pt>
                <c:pt idx="1689">
                  <c:v>6.93565966114</c:v>
                </c:pt>
                <c:pt idx="1690">
                  <c:v>6.93558294686</c:v>
                </c:pt>
                <c:pt idx="1691">
                  <c:v>6.93422139203</c:v>
                </c:pt>
                <c:pt idx="1692">
                  <c:v>6.93414685654</c:v>
                </c:pt>
                <c:pt idx="1693">
                  <c:v>6.93282495934</c:v>
                </c:pt>
                <c:pt idx="1694">
                  <c:v>6.93275274091</c:v>
                </c:pt>
                <c:pt idx="1695">
                  <c:v>6.93147486639</c:v>
                </c:pt>
                <c:pt idx="1696">
                  <c:v>6.93140514665</c:v>
                </c:pt>
                <c:pt idx="1697">
                  <c:v>6.93017603553</c:v>
                </c:pt>
                <c:pt idx="1698">
                  <c:v>6.93010923036</c:v>
                </c:pt>
                <c:pt idx="1699">
                  <c:v>6.9289367161</c:v>
                </c:pt>
                <c:pt idx="1700">
                  <c:v>6.92887335664</c:v>
                </c:pt>
                <c:pt idx="1701">
                  <c:v>6.92776466291</c:v>
                </c:pt>
                <c:pt idx="1702">
                  <c:v>6.92770489597</c:v>
                </c:pt>
                <c:pt idx="1703">
                  <c:v>6.92666243245</c:v>
                </c:pt>
                <c:pt idx="1704">
                  <c:v>6.92660634899</c:v>
                </c:pt>
                <c:pt idx="1705">
                  <c:v>6.92563379928</c:v>
                </c:pt>
                <c:pt idx="1706">
                  <c:v>6.92558179745</c:v>
                </c:pt>
                <c:pt idx="1707">
                  <c:v>6.92468474415</c:v>
                </c:pt>
                <c:pt idx="1708">
                  <c:v>6.92463721717</c:v>
                </c:pt>
                <c:pt idx="1709">
                  <c:v>6.92382213823</c:v>
                </c:pt>
                <c:pt idx="1710">
                  <c:v>6.92377918944</c:v>
                </c:pt>
                <c:pt idx="1711">
                  <c:v>6.92304883072</c:v>
                </c:pt>
                <c:pt idx="1712">
                  <c:v>6.92301053108</c:v>
                </c:pt>
                <c:pt idx="1713">
                  <c:v>6.92236500301</c:v>
                </c:pt>
                <c:pt idx="1714">
                  <c:v>6.92233158072</c:v>
                </c:pt>
                <c:pt idx="1715">
                  <c:v>6.92177541328</c:v>
                </c:pt>
                <c:pt idx="1716">
                  <c:v>6.92174714019</c:v>
                </c:pt>
                <c:pt idx="1717">
                  <c:v>6.92128495379</c:v>
                </c:pt>
                <c:pt idx="1718">
                  <c:v>6.92126190076</c:v>
                </c:pt>
                <c:pt idx="1719">
                  <c:v>6.92089489509</c:v>
                </c:pt>
                <c:pt idx="1720">
                  <c:v>6.92087709076</c:v>
                </c:pt>
                <c:pt idx="1721">
                  <c:v>6.92060506079</c:v>
                </c:pt>
                <c:pt idx="1722">
                  <c:v>6.92059258987</c:v>
                </c:pt>
                <c:pt idx="1723">
                  <c:v>6.92041597385</c:v>
                </c:pt>
                <c:pt idx="1724">
                  <c:v>6.92040893819</c:v>
                </c:pt>
                <c:pt idx="1725">
                  <c:v>6.92033117549</c:v>
                </c:pt>
                <c:pt idx="1726">
                  <c:v>6.92032959829</c:v>
                </c:pt>
                <c:pt idx="1727">
                  <c:v>6.92032635567</c:v>
                </c:pt>
                <c:pt idx="1728">
                  <c:v>6.92032898861</c:v>
                </c:pt>
                <c:pt idx="1729">
                  <c:v>6.92035177528</c:v>
                </c:pt>
                <c:pt idx="1730">
                  <c:v>6.9203556878</c:v>
                </c:pt>
                <c:pt idx="1731">
                  <c:v>6.9204746941</c:v>
                </c:pt>
                <c:pt idx="1732">
                  <c:v>6.92048400627</c:v>
                </c:pt>
                <c:pt idx="1733">
                  <c:v>6.92069800016</c:v>
                </c:pt>
                <c:pt idx="1734">
                  <c:v>6.92071255618</c:v>
                </c:pt>
                <c:pt idx="1735">
                  <c:v>6.92102328321</c:v>
                </c:pt>
                <c:pt idx="1736">
                  <c:v>6.92104319686</c:v>
                </c:pt>
                <c:pt idx="1737">
                  <c:v>6.92145006308</c:v>
                </c:pt>
                <c:pt idx="1738">
                  <c:v>6.92147524966</c:v>
                </c:pt>
                <c:pt idx="1739">
                  <c:v>6.92197431156</c:v>
                </c:pt>
                <c:pt idx="1740">
                  <c:v>6.92200457582</c:v>
                </c:pt>
                <c:pt idx="1741">
                  <c:v>6.92259205548</c:v>
                </c:pt>
                <c:pt idx="1742">
                  <c:v>6.92262715001</c:v>
                </c:pt>
                <c:pt idx="1743">
                  <c:v>6.92330168069</c:v>
                </c:pt>
                <c:pt idx="1744">
                  <c:v>6.92334150445</c:v>
                </c:pt>
                <c:pt idx="1745">
                  <c:v>6.92410248837</c:v>
                </c:pt>
                <c:pt idx="1746">
                  <c:v>6.92414711139</c:v>
                </c:pt>
                <c:pt idx="1747">
                  <c:v>6.92498921759</c:v>
                </c:pt>
                <c:pt idx="1748">
                  <c:v>6.92503818492</c:v>
                </c:pt>
                <c:pt idx="1749">
                  <c:v>6.92595518957</c:v>
                </c:pt>
                <c:pt idx="1750">
                  <c:v>6.92600812932</c:v>
                </c:pt>
                <c:pt idx="1751">
                  <c:v>6.92699713318</c:v>
                </c:pt>
                <c:pt idx="1752">
                  <c:v>6.9270539961</c:v>
                </c:pt>
                <c:pt idx="1753">
                  <c:v>6.9281127375</c:v>
                </c:pt>
                <c:pt idx="1754">
                  <c:v>6.92817343286</c:v>
                </c:pt>
                <c:pt idx="1755">
                  <c:v>6.92929668871</c:v>
                </c:pt>
                <c:pt idx="1756">
                  <c:v>6.92936081584</c:v>
                </c:pt>
                <c:pt idx="1757">
                  <c:v>6.93054128747</c:v>
                </c:pt>
                <c:pt idx="1758">
                  <c:v>6.9306083037</c:v>
                </c:pt>
                <c:pt idx="1759">
                  <c:v>6.93184055728</c:v>
                </c:pt>
                <c:pt idx="1760">
                  <c:v>6.93191034929</c:v>
                </c:pt>
                <c:pt idx="1761">
                  <c:v>6.93319115223</c:v>
                </c:pt>
                <c:pt idx="1762">
                  <c:v>6.93326361915</c:v>
                </c:pt>
                <c:pt idx="1763">
                  <c:v>6.93458771339</c:v>
                </c:pt>
                <c:pt idx="1764">
                  <c:v>6.93466236696</c:v>
                </c:pt>
                <c:pt idx="1765">
                  <c:v>6.93602126817</c:v>
                </c:pt>
                <c:pt idx="1766">
                  <c:v>6.9360975246</c:v>
                </c:pt>
                <c:pt idx="1767">
                  <c:v>6.93748422845</c:v>
                </c:pt>
                <c:pt idx="1768">
                  <c:v>6.93756191726</c:v>
                </c:pt>
                <c:pt idx="1769">
                  <c:v>6.93897215891</c:v>
                </c:pt>
                <c:pt idx="1770">
                  <c:v>6.9390511354</c:v>
                </c:pt>
                <c:pt idx="1771">
                  <c:v>6.94047990331</c:v>
                </c:pt>
                <c:pt idx="1772">
                  <c:v>6.9405596626</c:v>
                </c:pt>
                <c:pt idx="1773">
                  <c:v>6.94199875931</c:v>
                </c:pt>
                <c:pt idx="1774">
                  <c:v>6.94207874361</c:v>
                </c:pt>
                <c:pt idx="1775">
                  <c:v>6.94351915342</c:v>
                </c:pt>
                <c:pt idx="1776">
                  <c:v>6.94359912373</c:v>
                </c:pt>
                <c:pt idx="1777">
                  <c:v>6.94503682067</c:v>
                </c:pt>
                <c:pt idx="1778">
                  <c:v>6.94511655843</c:v>
                </c:pt>
                <c:pt idx="1779">
                  <c:v>6.94654637642</c:v>
                </c:pt>
                <c:pt idx="1780">
                  <c:v>6.94662546839</c:v>
                </c:pt>
                <c:pt idx="1781">
                  <c:v>6.94804041205</c:v>
                </c:pt>
                <c:pt idx="1782">
                  <c:v>6.94811837215</c:v>
                </c:pt>
                <c:pt idx="1783">
                  <c:v>6.94950983801</c:v>
                </c:pt>
                <c:pt idx="1784">
                  <c:v>6.94958638933</c:v>
                </c:pt>
                <c:pt idx="1785">
                  <c:v>6.95094868902</c:v>
                </c:pt>
                <c:pt idx="1786">
                  <c:v>6.95102357519</c:v>
                </c:pt>
                <c:pt idx="1787">
                  <c:v>6.95235405506</c:v>
                </c:pt>
                <c:pt idx="1788">
                  <c:v>6.95242694233</c:v>
                </c:pt>
                <c:pt idx="1789">
                  <c:v>6.95371868563</c:v>
                </c:pt>
                <c:pt idx="1790">
                  <c:v>6.95378917463</c:v>
                </c:pt>
                <c:pt idx="1791">
                  <c:v>6.95503387996</c:v>
                </c:pt>
                <c:pt idx="1792">
                  <c:v>6.95510164657</c:v>
                </c:pt>
                <c:pt idx="1793">
                  <c:v>6.95629373614</c:v>
                </c:pt>
                <c:pt idx="1794">
                  <c:v>6.95635848945</c:v>
                </c:pt>
                <c:pt idx="1795">
                  <c:v>6.95749499894</c:v>
                </c:pt>
                <c:pt idx="1796">
                  <c:v>6.95755648522</c:v>
                </c:pt>
                <c:pt idx="1797">
                  <c:v>6.95863324473</c:v>
                </c:pt>
                <c:pt idx="1798">
                  <c:v>6.95869123039</c:v>
                </c:pt>
                <c:pt idx="1799">
                  <c:v>6.95970093399</c:v>
                </c:pt>
                <c:pt idx="1800">
                  <c:v>6.95975510496</c:v>
                </c:pt>
                <c:pt idx="1801">
                  <c:v>6.96069256903</c:v>
                </c:pt>
                <c:pt idx="1802">
                  <c:v>6.96074260665</c:v>
                </c:pt>
                <c:pt idx="1803">
                  <c:v>6.96160575957</c:v>
                </c:pt>
                <c:pt idx="1804">
                  <c:v>6.96165157432</c:v>
                </c:pt>
                <c:pt idx="1805">
                  <c:v>6.96243824159</c:v>
                </c:pt>
                <c:pt idx="1806">
                  <c:v>6.96247969795</c:v>
                </c:pt>
                <c:pt idx="1807">
                  <c:v>6.96318425128</c:v>
                </c:pt>
                <c:pt idx="1808">
                  <c:v>6.96322109134</c:v>
                </c:pt>
                <c:pt idx="1809">
                  <c:v>6.96383933669</c:v>
                </c:pt>
                <c:pt idx="1810">
                  <c:v>6.96387124603</c:v>
                </c:pt>
                <c:pt idx="1811">
                  <c:v>6.96440191235</c:v>
                </c:pt>
                <c:pt idx="1812">
                  <c:v>6.96442891623</c:v>
                </c:pt>
                <c:pt idx="1813">
                  <c:v>6.96487214433</c:v>
                </c:pt>
                <c:pt idx="1814">
                  <c:v>6.9648942919</c:v>
                </c:pt>
                <c:pt idx="1815">
                  <c:v>6.96524677601</c:v>
                </c:pt>
                <c:pt idx="1816">
                  <c:v>6.96526381134</c:v>
                </c:pt>
                <c:pt idx="1817">
                  <c:v>6.96552217389</c:v>
                </c:pt>
                <c:pt idx="1818">
                  <c:v>6.9655338774</c:v>
                </c:pt>
                <c:pt idx="1819">
                  <c:v>6.96569813285</c:v>
                </c:pt>
                <c:pt idx="1820">
                  <c:v>6.96570462791</c:v>
                </c:pt>
                <c:pt idx="1821">
                  <c:v>6.9657745471</c:v>
                </c:pt>
                <c:pt idx="1822">
                  <c:v>6.96577620796</c:v>
                </c:pt>
                <c:pt idx="1823">
                  <c:v>6.96577766402</c:v>
                </c:pt>
                <c:pt idx="1824">
                  <c:v>6.96578080304</c:v>
                </c:pt>
                <c:pt idx="1825">
                  <c:v>6.96575720585</c:v>
                </c:pt>
                <c:pt idx="1826">
                  <c:v>6.96575350681</c:v>
                </c:pt>
                <c:pt idx="1827">
                  <c:v>6.96563790223</c:v>
                </c:pt>
                <c:pt idx="1828">
                  <c:v>6.96562878419</c:v>
                </c:pt>
                <c:pt idx="1829">
                  <c:v>6.96541929422</c:v>
                </c:pt>
                <c:pt idx="1830">
                  <c:v>6.96540509615</c:v>
                </c:pt>
                <c:pt idx="1831">
                  <c:v>6.96510523848</c:v>
                </c:pt>
                <c:pt idx="1832">
                  <c:v>6.96508615028</c:v>
                </c:pt>
                <c:pt idx="1833">
                  <c:v>6.96469742579</c:v>
                </c:pt>
                <c:pt idx="1834">
                  <c:v>6.96467343128</c:v>
                </c:pt>
                <c:pt idx="1835">
                  <c:v>6.96419711686</c:v>
                </c:pt>
                <c:pt idx="1836">
                  <c:v>6.96416815719</c:v>
                </c:pt>
                <c:pt idx="1837">
                  <c:v>6.96360393414</c:v>
                </c:pt>
                <c:pt idx="1838">
                  <c:v>6.96357021366</c:v>
                </c:pt>
                <c:pt idx="1839">
                  <c:v>6.9629240128</c:v>
                </c:pt>
                <c:pt idx="1840">
                  <c:v>6.96288603687</c:v>
                </c:pt>
                <c:pt idx="1841">
                  <c:v>6.96216275384</c:v>
                </c:pt>
                <c:pt idx="1842">
                  <c:v>6.9621204479</c:v>
                </c:pt>
                <c:pt idx="1843">
                  <c:v>6.96132070493</c:v>
                </c:pt>
                <c:pt idx="1844">
                  <c:v>6.96127412656</c:v>
                </c:pt>
                <c:pt idx="1845">
                  <c:v>6.96040134136</c:v>
                </c:pt>
                <c:pt idx="1846">
                  <c:v>6.96035088416</c:v>
                </c:pt>
                <c:pt idx="1847">
                  <c:v>6.9594094097</c:v>
                </c:pt>
                <c:pt idx="1848">
                  <c:v>6.95935540004</c:v>
                </c:pt>
                <c:pt idx="1849">
                  <c:v>6.95835264869</c:v>
                </c:pt>
                <c:pt idx="1850">
                  <c:v>6.95829533637</c:v>
                </c:pt>
                <c:pt idx="1851">
                  <c:v>6.95723489626</c:v>
                </c:pt>
                <c:pt idx="1852">
                  <c:v>6.95717434147</c:v>
                </c:pt>
                <c:pt idx="1853">
                  <c:v>6.95605823932</c:v>
                </c:pt>
                <c:pt idx="1854">
                  <c:v>6.95599483781</c:v>
                </c:pt>
                <c:pt idx="1855">
                  <c:v>6.95483014025</c:v>
                </c:pt>
                <c:pt idx="1856">
                  <c:v>6.95476425847</c:v>
                </c:pt>
                <c:pt idx="1857">
                  <c:v>6.95355779484</c:v>
                </c:pt>
                <c:pt idx="1858">
                  <c:v>6.95348970348</c:v>
                </c:pt>
                <c:pt idx="1859">
                  <c:v>6.95224756659</c:v>
                </c:pt>
                <c:pt idx="1860">
                  <c:v>6.95217758933</c:v>
                </c:pt>
                <c:pt idx="1861">
                  <c:v>6.95090339883</c:v>
                </c:pt>
                <c:pt idx="1862">
                  <c:v>6.95083184098</c:v>
                </c:pt>
                <c:pt idx="1863">
                  <c:v>6.94953071603</c:v>
                </c:pt>
                <c:pt idx="1864">
                  <c:v>6.94945792334</c:v>
                </c:pt>
                <c:pt idx="1865">
                  <c:v>6.94813930782</c:v>
                </c:pt>
                <c:pt idx="1866">
                  <c:v>6.94806565427</c:v>
                </c:pt>
                <c:pt idx="1867">
                  <c:v>6.94673568724</c:v>
                </c:pt>
                <c:pt idx="1868">
                  <c:v>6.94666152492</c:v>
                </c:pt>
                <c:pt idx="1869">
                  <c:v>6.94532433211</c:v>
                </c:pt>
                <c:pt idx="1870">
                  <c:v>6.94524999</c:v>
                </c:pt>
                <c:pt idx="1871">
                  <c:v>6.94391091554</c:v>
                </c:pt>
                <c:pt idx="1872">
                  <c:v>6.94383664115</c:v>
                </c:pt>
                <c:pt idx="1873">
                  <c:v>6.9425040895</c:v>
                </c:pt>
                <c:pt idx="1874">
                  <c:v>6.94243034975</c:v>
                </c:pt>
                <c:pt idx="1875">
                  <c:v>6.94111225524</c:v>
                </c:pt>
                <c:pt idx="1876">
                  <c:v>6.94103950289</c:v>
                </c:pt>
                <c:pt idx="1877">
                  <c:v>6.93973967939</c:v>
                </c:pt>
                <c:pt idx="1878">
                  <c:v>6.93966809498</c:v>
                </c:pt>
                <c:pt idx="1879">
                  <c:v>6.93839119161</c:v>
                </c:pt>
                <c:pt idx="1880">
                  <c:v>6.9383210268</c:v>
                </c:pt>
                <c:pt idx="1881">
                  <c:v>6.93707420291</c:v>
                </c:pt>
                <c:pt idx="1882">
                  <c:v>6.93700586215</c:v>
                </c:pt>
                <c:pt idx="1883">
                  <c:v>6.93579676443</c:v>
                </c:pt>
                <c:pt idx="1884">
                  <c:v>6.93573077196</c:v>
                </c:pt>
                <c:pt idx="1885">
                  <c:v>6.93456471058</c:v>
                </c:pt>
                <c:pt idx="1886">
                  <c:v>6.93450120516</c:v>
                </c:pt>
                <c:pt idx="1887">
                  <c:v>6.93338042712</c:v>
                </c:pt>
                <c:pt idx="1888">
                  <c:v>6.93331950161</c:v>
                </c:pt>
                <c:pt idx="1889">
                  <c:v>6.93225057394</c:v>
                </c:pt>
                <c:pt idx="1890">
                  <c:v>6.93219271846</c:v>
                </c:pt>
                <c:pt idx="1891">
                  <c:v>6.93118267792</c:v>
                </c:pt>
                <c:pt idx="1892">
                  <c:v>6.93112831949</c:v>
                </c:pt>
                <c:pt idx="1893">
                  <c:v>6.93018121861</c:v>
                </c:pt>
                <c:pt idx="1894">
                  <c:v>6.93013044434</c:v>
                </c:pt>
                <c:pt idx="1895">
                  <c:v>6.92924899887</c:v>
                </c:pt>
                <c:pt idx="1896">
                  <c:v>6.92920184156</c:v>
                </c:pt>
                <c:pt idx="1897">
                  <c:v>6.92838876682</c:v>
                </c:pt>
                <c:pt idx="1898">
                  <c:v>6.92834559333</c:v>
                </c:pt>
                <c:pt idx="1899">
                  <c:v>6.92760796101</c:v>
                </c:pt>
                <c:pt idx="1900">
                  <c:v>6.92756920607</c:v>
                </c:pt>
                <c:pt idx="1901">
                  <c:v>6.92691012165</c:v>
                </c:pt>
                <c:pt idx="1902">
                  <c:v>6.92687574851</c:v>
                </c:pt>
                <c:pt idx="1903">
                  <c:v>6.92629674071</c:v>
                </c:pt>
                <c:pt idx="1904">
                  <c:v>6.92626675362</c:v>
                </c:pt>
                <c:pt idx="1905">
                  <c:v>6.92576894146</c:v>
                </c:pt>
                <c:pt idx="1906">
                  <c:v>6.92574358801</c:v>
                </c:pt>
                <c:pt idx="1907">
                  <c:v>6.92533099318</c:v>
                </c:pt>
                <c:pt idx="1908">
                  <c:v>6.92531057591</c:v>
                </c:pt>
                <c:pt idx="1909">
                  <c:v>6.92498680928</c:v>
                </c:pt>
                <c:pt idx="1910">
                  <c:v>6.92497131975</c:v>
                </c:pt>
                <c:pt idx="1911">
                  <c:v>6.92473563624</c:v>
                </c:pt>
                <c:pt idx="1912">
                  <c:v>6.92472490232</c:v>
                </c:pt>
                <c:pt idx="1913">
                  <c:v>6.92457703443</c:v>
                </c:pt>
                <c:pt idx="1914">
                  <c:v>6.92457129163</c:v>
                </c:pt>
                <c:pt idx="1915">
                  <c:v>6.92451298468</c:v>
                </c:pt>
                <c:pt idx="1916">
                  <c:v>6.92451232879</c:v>
                </c:pt>
                <c:pt idx="1917">
                  <c:v>6.92451170551</c:v>
                </c:pt>
                <c:pt idx="1918">
                  <c:v>6.92451370848</c:v>
                </c:pt>
                <c:pt idx="1919">
                  <c:v>6.92454551325</c:v>
                </c:pt>
                <c:pt idx="1920">
                  <c:v>6.92454988451</c:v>
                </c:pt>
                <c:pt idx="1921">
                  <c:v>6.92467380422</c:v>
                </c:pt>
                <c:pt idx="1922">
                  <c:v>6.92468305953</c:v>
                </c:pt>
                <c:pt idx="1923">
                  <c:v>6.9248938207</c:v>
                </c:pt>
                <c:pt idx="1924">
                  <c:v>6.92490795131</c:v>
                </c:pt>
                <c:pt idx="1925">
                  <c:v>6.92520602176</c:v>
                </c:pt>
                <c:pt idx="1926">
                  <c:v>6.92522507108</c:v>
                </c:pt>
                <c:pt idx="1927">
                  <c:v>6.92561067679</c:v>
                </c:pt>
                <c:pt idx="1928">
                  <c:v>6.92563447082</c:v>
                </c:pt>
                <c:pt idx="1929">
                  <c:v>6.92610639268</c:v>
                </c:pt>
                <c:pt idx="1930">
                  <c:v>6.92613488633</c:v>
                </c:pt>
                <c:pt idx="1931">
                  <c:v>6.92668835916</c:v>
                </c:pt>
                <c:pt idx="1932">
                  <c:v>6.92672131844</c:v>
                </c:pt>
                <c:pt idx="1933">
                  <c:v>6.92735252999</c:v>
                </c:pt>
                <c:pt idx="1934">
                  <c:v>6.9273898222</c:v>
                </c:pt>
                <c:pt idx="1935">
                  <c:v>6.92809972464</c:v>
                </c:pt>
                <c:pt idx="1936">
                  <c:v>6.92814126249</c:v>
                </c:pt>
                <c:pt idx="1937">
                  <c:v>6.92892595107</c:v>
                </c:pt>
                <c:pt idx="1938">
                  <c:v>6.92897145136</c:v>
                </c:pt>
                <c:pt idx="1939">
                  <c:v>6.92982538018</c:v>
                </c:pt>
                <c:pt idx="1940">
                  <c:v>6.929874727</c:v>
                </c:pt>
                <c:pt idx="1941">
                  <c:v>6.93079359296</c:v>
                </c:pt>
                <c:pt idx="1942">
                  <c:v>6.93084638199</c:v>
                </c:pt>
                <c:pt idx="1943">
                  <c:v>6.93182691191</c:v>
                </c:pt>
                <c:pt idx="1944">
                  <c:v>6.93188302424</c:v>
                </c:pt>
                <c:pt idx="1945">
                  <c:v>6.93292353866</c:v>
                </c:pt>
                <c:pt idx="1946">
                  <c:v>6.93298289227</c:v>
                </c:pt>
                <c:pt idx="1947">
                  <c:v>6.93407627103</c:v>
                </c:pt>
                <c:pt idx="1948">
                  <c:v>6.93413837917</c:v>
                </c:pt>
                <c:pt idx="1949">
                  <c:v>6.93527795018</c:v>
                </c:pt>
                <c:pt idx="1950">
                  <c:v>6.93534247691</c:v>
                </c:pt>
                <c:pt idx="1951">
                  <c:v>6.93652481798</c:v>
                </c:pt>
                <c:pt idx="1952">
                  <c:v>6.9365915648</c:v>
                </c:pt>
                <c:pt idx="1953">
                  <c:v>6.9378127194</c:v>
                </c:pt>
                <c:pt idx="1954">
                  <c:v>6.93788154507</c:v>
                </c:pt>
                <c:pt idx="1955">
                  <c:v>6.93913520285</c:v>
                </c:pt>
                <c:pt idx="1956">
                  <c:v>6.9392056685</c:v>
                </c:pt>
                <c:pt idx="1957">
                  <c:v>6.94048422981</c:v>
                </c:pt>
                <c:pt idx="1958">
                  <c:v>6.94055578621</c:v>
                </c:pt>
                <c:pt idx="1959">
                  <c:v>6.94185339305</c:v>
                </c:pt>
                <c:pt idx="1960">
                  <c:v>6.94192590162</c:v>
                </c:pt>
                <c:pt idx="1961">
                  <c:v>6.94323934968</c:v>
                </c:pt>
                <c:pt idx="1962">
                  <c:v>6.94331270128</c:v>
                </c:pt>
                <c:pt idx="1963">
                  <c:v>6.94463597848</c:v>
                </c:pt>
                <c:pt idx="1964">
                  <c:v>6.944709655</c:v>
                </c:pt>
                <c:pt idx="1965">
                  <c:v>6.94603402279</c:v>
                </c:pt>
                <c:pt idx="1966">
                  <c:v>6.94610744368</c:v>
                </c:pt>
                <c:pt idx="1967">
                  <c:v>6.94742718425</c:v>
                </c:pt>
                <c:pt idx="1968">
                  <c:v>6.9475002761</c:v>
                </c:pt>
                <c:pt idx="1969">
                  <c:v>6.94881183279</c:v>
                </c:pt>
                <c:pt idx="1970">
                  <c:v>6.94888441941</c:v>
                </c:pt>
                <c:pt idx="1971">
                  <c:v>6.95018211496</c:v>
                </c:pt>
                <c:pt idx="1972">
                  <c:v>6.95025371442</c:v>
                </c:pt>
                <c:pt idx="1973">
                  <c:v>6.95153007909</c:v>
                </c:pt>
                <c:pt idx="1974">
                  <c:v>6.9516002146</c:v>
                </c:pt>
                <c:pt idx="1975">
                  <c:v>6.95284845534</c:v>
                </c:pt>
                <c:pt idx="1976">
                  <c:v>6.95291689721</c:v>
                </c:pt>
                <c:pt idx="1977">
                  <c:v>6.95413280178</c:v>
                </c:pt>
                <c:pt idx="1978">
                  <c:v>6.95419946795</c:v>
                </c:pt>
                <c:pt idx="1979">
                  <c:v>6.95538005284</c:v>
                </c:pt>
                <c:pt idx="1980">
                  <c:v>6.95544453756</c:v>
                </c:pt>
                <c:pt idx="1981">
                  <c:v>6.95658173396</c:v>
                </c:pt>
                <c:pt idx="1982">
                  <c:v>6.95664352312</c:v>
                </c:pt>
                <c:pt idx="1983">
                  <c:v>6.95773179835</c:v>
                </c:pt>
                <c:pt idx="1984">
                  <c:v>6.95779083563</c:v>
                </c:pt>
                <c:pt idx="1985">
                  <c:v>6.95882627887</c:v>
                </c:pt>
                <c:pt idx="1986">
                  <c:v>6.95888232105</c:v>
                </c:pt>
                <c:pt idx="1987">
                  <c:v>6.95986174703</c:v>
                </c:pt>
                <c:pt idx="1988">
                  <c:v>6.95991451949</c:v>
                </c:pt>
                <c:pt idx="1989">
                  <c:v>6.96083395716</c:v>
                </c:pt>
                <c:pt idx="1990">
                  <c:v>6.96088317289</c:v>
                </c:pt>
                <c:pt idx="1991">
                  <c:v>6.96173495385</c:v>
                </c:pt>
                <c:pt idx="1992">
                  <c:v>6.96178034408</c:v>
                </c:pt>
                <c:pt idx="1993">
                  <c:v>6.96256192325</c:v>
                </c:pt>
                <c:pt idx="1994">
                  <c:v>6.96260345514</c:v>
                </c:pt>
                <c:pt idx="1995">
                  <c:v>6.96331420792</c:v>
                </c:pt>
                <c:pt idx="1996">
                  <c:v>6.96335160869</c:v>
                </c:pt>
                <c:pt idx="1997">
                  <c:v>6.96398746517</c:v>
                </c:pt>
                <c:pt idx="1998">
                  <c:v>6.96402058781</c:v>
                </c:pt>
                <c:pt idx="1999">
                  <c:v>6.9645775256</c:v>
                </c:pt>
                <c:pt idx="2000">
                  <c:v>6.96460624483</c:v>
                </c:pt>
                <c:pt idx="2001">
                  <c:v>6.96508108627</c:v>
                </c:pt>
                <c:pt idx="2002">
                  <c:v>6.96510521893</c:v>
                </c:pt>
                <c:pt idx="2003">
                  <c:v>6.96549821129</c:v>
                </c:pt>
                <c:pt idx="2004">
                  <c:v>6.96551776904</c:v>
                </c:pt>
                <c:pt idx="2005">
                  <c:v>6.96582868147</c:v>
                </c:pt>
                <c:pt idx="2006">
                  <c:v>6.96584357658</c:v>
                </c:pt>
                <c:pt idx="2007">
                  <c:v>6.96606904389</c:v>
                </c:pt>
                <c:pt idx="2008">
                  <c:v>6.96607918604</c:v>
                </c:pt>
                <c:pt idx="2009">
                  <c:v>6.96621694579</c:v>
                </c:pt>
                <c:pt idx="2010">
                  <c:v>6.9662222125</c:v>
                </c:pt>
                <c:pt idx="2011">
                  <c:v>6.96626950975</c:v>
                </c:pt>
                <c:pt idx="2012">
                  <c:v>6.96627416845</c:v>
                </c:pt>
                <c:pt idx="2013">
                  <c:v>6.9662746626</c:v>
                </c:pt>
                <c:pt idx="2014">
                  <c:v>6.96627501726</c:v>
                </c:pt>
                <c:pt idx="2015">
                  <c:v>6.96624215223</c:v>
                </c:pt>
                <c:pt idx="2016">
                  <c:v>6.9662379999</c:v>
                </c:pt>
                <c:pt idx="2017">
                  <c:v>6.96611995798</c:v>
                </c:pt>
                <c:pt idx="2018">
                  <c:v>6.96611104631</c:v>
                </c:pt>
                <c:pt idx="2019">
                  <c:v>6.96590623917</c:v>
                </c:pt>
                <c:pt idx="2020">
                  <c:v>6.96589247762</c:v>
                </c:pt>
                <c:pt idx="2021">
                  <c:v>6.96560358322</c:v>
                </c:pt>
                <c:pt idx="2022">
                  <c:v>6.96558520119</c:v>
                </c:pt>
                <c:pt idx="2023">
                  <c:v>6.96521543588</c:v>
                </c:pt>
                <c:pt idx="2024">
                  <c:v>6.96519269082</c:v>
                </c:pt>
                <c:pt idx="2025">
                  <c:v>6.96474320496</c:v>
                </c:pt>
                <c:pt idx="2026">
                  <c:v>6.96471609285</c:v>
                </c:pt>
                <c:pt idx="2027">
                  <c:v>6.96418717625</c:v>
                </c:pt>
                <c:pt idx="2028">
                  <c:v>6.96415559027</c:v>
                </c:pt>
                <c:pt idx="2029">
                  <c:v>6.96355042072</c:v>
                </c:pt>
                <c:pt idx="2030">
                  <c:v>6.9635147337</c:v>
                </c:pt>
                <c:pt idx="2031">
                  <c:v>6.96283848735</c:v>
                </c:pt>
                <c:pt idx="2032">
                  <c:v>6.96279904785</c:v>
                </c:pt>
                <c:pt idx="2033">
                  <c:v>6.96205488927</c:v>
                </c:pt>
                <c:pt idx="2034">
                  <c:v>6.962011724</c:v>
                </c:pt>
                <c:pt idx="2035">
                  <c:v>6.96120098799</c:v>
                </c:pt>
                <c:pt idx="2036">
                  <c:v>6.96115413509</c:v>
                </c:pt>
                <c:pt idx="2037">
                  <c:v>6.9602805711</c:v>
                </c:pt>
                <c:pt idx="2038">
                  <c:v>6.96023035904</c:v>
                </c:pt>
                <c:pt idx="2039">
                  <c:v>6.95929986486</c:v>
                </c:pt>
                <c:pt idx="2040">
                  <c:v>6.95924676012</c:v>
                </c:pt>
                <c:pt idx="2041">
                  <c:v>6.95826501875</c:v>
                </c:pt>
                <c:pt idx="2042">
                  <c:v>6.95820912679</c:v>
                </c:pt>
                <c:pt idx="2043">
                  <c:v>6.9571782765</c:v>
                </c:pt>
                <c:pt idx="2044">
                  <c:v>6.95711962074</c:v>
                </c:pt>
                <c:pt idx="2045">
                  <c:v>6.9560433389</c:v>
                </c:pt>
                <c:pt idx="2046">
                  <c:v>6.95598241898</c:v>
                </c:pt>
                <c:pt idx="2047">
                  <c:v>6.95486828655</c:v>
                </c:pt>
                <c:pt idx="2048">
                  <c:v>6.95480549643</c:v>
                </c:pt>
                <c:pt idx="2049">
                  <c:v>6.95365920146</c:v>
                </c:pt>
                <c:pt idx="2050">
                  <c:v>6.95359476253</c:v>
                </c:pt>
                <c:pt idx="2051">
                  <c:v>6.95242116878</c:v>
                </c:pt>
                <c:pt idx="2052">
                  <c:v>6.95235522073</c:v>
                </c:pt>
                <c:pt idx="2053">
                  <c:v>6.95115820212</c:v>
                </c:pt>
                <c:pt idx="2054">
                  <c:v>6.951091156</c:v>
                </c:pt>
                <c:pt idx="2055">
                  <c:v>6.94987703521</c:v>
                </c:pt>
                <c:pt idx="2056">
                  <c:v>6.94980931254</c:v>
                </c:pt>
                <c:pt idx="2057">
                  <c:v>6.94858627837</c:v>
                </c:pt>
                <c:pt idx="2058">
                  <c:v>6.94851817576</c:v>
                </c:pt>
                <c:pt idx="2059">
                  <c:v>6.94729098362</c:v>
                </c:pt>
                <c:pt idx="2060">
                  <c:v>6.94722272005</c:v>
                </c:pt>
                <c:pt idx="2061">
                  <c:v>6.94599526009</c:v>
                </c:pt>
                <c:pt idx="2062">
                  <c:v>6.9459271698</c:v>
                </c:pt>
                <c:pt idx="2063">
                  <c:v>6.94470499282</c:v>
                </c:pt>
                <c:pt idx="2064">
                  <c:v>6.94463745492</c:v>
                </c:pt>
                <c:pt idx="2065">
                  <c:v>6.94342933787</c:v>
                </c:pt>
                <c:pt idx="2066">
                  <c:v>6.94336268023</c:v>
                </c:pt>
                <c:pt idx="2067">
                  <c:v>6.94217368066</c:v>
                </c:pt>
                <c:pt idx="2068">
                  <c:v>6.94210813621</c:v>
                </c:pt>
                <c:pt idx="2069">
                  <c:v>6.94094097614</c:v>
                </c:pt>
                <c:pt idx="2070">
                  <c:v>6.94087688282</c:v>
                </c:pt>
                <c:pt idx="2071">
                  <c:v>6.93973740278</c:v>
                </c:pt>
                <c:pt idx="2072">
                  <c:v>6.93967501836</c:v>
                </c:pt>
                <c:pt idx="2073">
                  <c:v>6.93856958872</c:v>
                </c:pt>
                <c:pt idx="2074">
                  <c:v>6.93850920679</c:v>
                </c:pt>
                <c:pt idx="2075">
                  <c:v>6.93744440537</c:v>
                </c:pt>
                <c:pt idx="2076">
                  <c:v>6.93738642399</c:v>
                </c:pt>
                <c:pt idx="2077">
                  <c:v>6.93636550482</c:v>
                </c:pt>
                <c:pt idx="2078">
                  <c:v>6.93631009561</c:v>
                </c:pt>
                <c:pt idx="2079">
                  <c:v>6.93533574914</c:v>
                </c:pt>
                <c:pt idx="2080">
                  <c:v>6.93528303917</c:v>
                </c:pt>
                <c:pt idx="2081">
                  <c:v>6.93436246389</c:v>
                </c:pt>
                <c:pt idx="2082">
                  <c:v>6.93431289577</c:v>
                </c:pt>
                <c:pt idx="2083">
                  <c:v>6.93345185618</c:v>
                </c:pt>
                <c:pt idx="2084">
                  <c:v>6.93340569615</c:v>
                </c:pt>
                <c:pt idx="2085">
                  <c:v>6.93260571967</c:v>
                </c:pt>
                <c:pt idx="2086">
                  <c:v>6.93256308365</c:v>
                </c:pt>
                <c:pt idx="2087">
                  <c:v>6.93182715487</c:v>
                </c:pt>
                <c:pt idx="2088">
                  <c:v>6.93178809627</c:v>
                </c:pt>
                <c:pt idx="2089">
                  <c:v>6.9311199307</c:v>
                </c:pt>
                <c:pt idx="2090">
                  <c:v>6.93108474524</c:v>
                </c:pt>
                <c:pt idx="2091">
                  <c:v>6.93048982452</c:v>
                </c:pt>
                <c:pt idx="2092">
                  <c:v>6.93045887491</c:v>
                </c:pt>
                <c:pt idx="2093">
                  <c:v>6.92993896625</c:v>
                </c:pt>
                <c:pt idx="2094">
                  <c:v>6.92991219447</c:v>
                </c:pt>
                <c:pt idx="2095">
                  <c:v>6.92946694373</c:v>
                </c:pt>
                <c:pt idx="2096">
                  <c:v>6.92944431232</c:v>
                </c:pt>
                <c:pt idx="2097">
                  <c:v>6.9290772408</c:v>
                </c:pt>
                <c:pt idx="2098">
                  <c:v>6.92905901525</c:v>
                </c:pt>
                <c:pt idx="2099">
                  <c:v>6.9287725521</c:v>
                </c:pt>
                <c:pt idx="2100">
                  <c:v>6.92875895931</c:v>
                </c:pt>
                <c:pt idx="2101">
                  <c:v>6.92855511613</c:v>
                </c:pt>
                <c:pt idx="2102">
                  <c:v>6.92854613106</c:v>
                </c:pt>
                <c:pt idx="2103">
                  <c:v>6.92842392182</c:v>
                </c:pt>
                <c:pt idx="2104">
                  <c:v>6.92841930309</c:v>
                </c:pt>
                <c:pt idx="2105">
                  <c:v>6.92837743093</c:v>
                </c:pt>
                <c:pt idx="2106">
                  <c:v>6.92837736744</c:v>
                </c:pt>
                <c:pt idx="2107">
                  <c:v>6.92837806454</c:v>
                </c:pt>
                <c:pt idx="2108">
                  <c:v>6.92841967803</c:v>
                </c:pt>
                <c:pt idx="2109">
                  <c:v>6.92842442075</c:v>
                </c:pt>
                <c:pt idx="2110">
                  <c:v>6.92854995825</c:v>
                </c:pt>
                <c:pt idx="2111">
                  <c:v>6.92855924048</c:v>
                </c:pt>
                <c:pt idx="2112">
                  <c:v>6.92876635201</c:v>
                </c:pt>
                <c:pt idx="2113">
                  <c:v>6.92878001265</c:v>
                </c:pt>
                <c:pt idx="2114">
                  <c:v>6.92906618731</c:v>
                </c:pt>
                <c:pt idx="2115">
                  <c:v>6.92908426735</c:v>
                </c:pt>
                <c:pt idx="2116">
                  <c:v>6.92944925899</c:v>
                </c:pt>
                <c:pt idx="2117">
                  <c:v>6.92947181945</c:v>
                </c:pt>
                <c:pt idx="2118">
                  <c:v>6.92991645957</c:v>
                </c:pt>
                <c:pt idx="2119">
                  <c:v>6.92994332059</c:v>
                </c:pt>
                <c:pt idx="2120">
                  <c:v>6.93046328862</c:v>
                </c:pt>
                <c:pt idx="2121">
                  <c:v>6.93049410357</c:v>
                </c:pt>
                <c:pt idx="2122">
                  <c:v>6.93108554532</c:v>
                </c:pt>
                <c:pt idx="2123">
                  <c:v>6.93112037232</c:v>
                </c:pt>
                <c:pt idx="2124">
                  <c:v>6.93178205587</c:v>
                </c:pt>
                <c:pt idx="2125">
                  <c:v>6.93182078595</c:v>
                </c:pt>
                <c:pt idx="2126">
                  <c:v>6.93255057957</c:v>
                </c:pt>
                <c:pt idx="2127">
                  <c:v>6.93259297171</c:v>
                </c:pt>
                <c:pt idx="2128">
                  <c:v>6.93338793489</c:v>
                </c:pt>
                <c:pt idx="2129">
                  <c:v>6.93343373694</c:v>
                </c:pt>
                <c:pt idx="2130">
                  <c:v>6.93428738926</c:v>
                </c:pt>
                <c:pt idx="2131">
                  <c:v>6.9343363799</c:v>
                </c:pt>
                <c:pt idx="2132">
                  <c:v>6.93524528792</c:v>
                </c:pt>
                <c:pt idx="2133">
                  <c:v>6.93529734681</c:v>
                </c:pt>
                <c:pt idx="2134">
                  <c:v>6.93626020975</c:v>
                </c:pt>
                <c:pt idx="2135">
                  <c:v>6.93631509516</c:v>
                </c:pt>
                <c:pt idx="2136">
                  <c:v>6.9373267366</c:v>
                </c:pt>
                <c:pt idx="2137">
                  <c:v>6.93738416155</c:v>
                </c:pt>
                <c:pt idx="2138">
                  <c:v>6.93843865647</c:v>
                </c:pt>
                <c:pt idx="2139">
                  <c:v>6.93849836682</c:v>
                </c:pt>
                <c:pt idx="2140">
                  <c:v>6.93959005329</c:v>
                </c:pt>
                <c:pt idx="2141">
                  <c:v>6.93965167773</c:v>
                </c:pt>
                <c:pt idx="2142">
                  <c:v>6.9407775145</c:v>
                </c:pt>
                <c:pt idx="2143">
                  <c:v>6.94084090485</c:v>
                </c:pt>
                <c:pt idx="2144">
                  <c:v>6.94199695616</c:v>
                </c:pt>
                <c:pt idx="2145">
                  <c:v>6.94206183862</c:v>
                </c:pt>
                <c:pt idx="2146">
                  <c:v>6.94323975875</c:v>
                </c:pt>
                <c:pt idx="2147">
                  <c:v>6.94330579826</c:v>
                </c:pt>
                <c:pt idx="2148">
                  <c:v>6.94450074137</c:v>
                </c:pt>
                <c:pt idx="2149">
                  <c:v>6.94456749929</c:v>
                </c:pt>
                <c:pt idx="2150">
                  <c:v>6.9456395136</c:v>
                </c:pt>
                <c:pt idx="2151">
                  <c:v>6.94570669118</c:v>
                </c:pt>
                <c:pt idx="2152">
                  <c:v>6.94577400912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7"/>
          <c:min val="6.85"/>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P_pos / 10⁶ (Dateieinheit)</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50112"/>
        <c:crossesAt val="6.85"/>
        <c:majorUnit val="0.03"/>
      </c:valAx>
      <c:valAx>
        <c:axId val="48650112"/>
        <c:scaling>
          <c:orientation val="minMax"/>
          <c:max val="7"/>
          <c:min val="2"/>
        </c:scaling>
        <c:delete val="0"/>
        <c:axPos val="b"/>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72768"/>
        <c:crossesAt val="2"/>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Positiver Sprung</c:v>
          </c:tx>
          <c:spPr>
            <a:solidFill xmlns:a="http://schemas.openxmlformats.org/drawingml/2006/main">
              <a:srgbClr val="BD6A2A"/>
            </a:solidFill>
            <a:ln xmlns:a="http://schemas.openxmlformats.org/drawingml/2006/main" w="22860">
              <a:solidFill>
                <a:srgbClr val="BD6A2A"/>
              </a:solidFill>
              <a:prstDash val="solid"/>
            </a:ln>
          </c:spPr>
          <c:marker>
            <c:symbol val="none"/>
            <c:size val="5"/>
            <c:spPr>
              <a:solidFill xmlns:a="http://schemas.openxmlformats.org/drawingml/2006/main">
                <a:srgbClr val="BD6A2A"/>
              </a:solidFill>
            </c:spPr>
          </c:marker>
          <c:xVal>
            <c:numRef>
              <c:f>'Chart Data'!$A$2:$A$3001</c:f>
              <c:numCache>
                <c:formatCode>General</c:formatCode>
                <c:ptCount val="3000"/>
                <c:pt idx="0">
                  <c:v>0</c:v>
                </c:pt>
                <c:pt idx="1">
                  <c:v>0.00475000000002</c:v>
                </c:pt>
                <c:pt idx="2">
                  <c:v>0.00950000000005</c:v>
                </c:pt>
                <c:pt idx="3">
                  <c:v>0.0140000000001</c:v>
                </c:pt>
                <c:pt idx="4">
                  <c:v>0.0142500000001</c:v>
                </c:pt>
                <c:pt idx="5">
                  <c:v>0.0187500000001</c:v>
                </c:pt>
                <c:pt idx="6">
                  <c:v>0.0190000000001</c:v>
                </c:pt>
                <c:pt idx="7">
                  <c:v>0.0232500000001</c:v>
                </c:pt>
                <c:pt idx="8">
                  <c:v>0.0237500000001</c:v>
                </c:pt>
                <c:pt idx="9">
                  <c:v>0.0265000000001</c:v>
                </c:pt>
                <c:pt idx="10">
                  <c:v>0.0297500000001</c:v>
                </c:pt>
                <c:pt idx="11">
                  <c:v>0.0330000000002</c:v>
                </c:pt>
                <c:pt idx="12">
                  <c:v>0.0332500000002</c:v>
                </c:pt>
                <c:pt idx="13">
                  <c:v>0.0377500000002</c:v>
                </c:pt>
                <c:pt idx="14">
                  <c:v>0.0397500000002</c:v>
                </c:pt>
                <c:pt idx="15">
                  <c:v>0.0425000000002</c:v>
                </c:pt>
                <c:pt idx="16">
                  <c:v>0.0427500000002</c:v>
                </c:pt>
                <c:pt idx="17">
                  <c:v>0.0472500000002</c:v>
                </c:pt>
                <c:pt idx="18">
                  <c:v>0.0475000000002</c:v>
                </c:pt>
                <c:pt idx="19">
                  <c:v>0.0497500000002</c:v>
                </c:pt>
                <c:pt idx="20">
                  <c:v>0.0522500000002</c:v>
                </c:pt>
                <c:pt idx="21">
                  <c:v>0.0567500000003</c:v>
                </c:pt>
                <c:pt idx="22">
                  <c:v>0.0570000000003</c:v>
                </c:pt>
                <c:pt idx="23">
                  <c:v>0.0597500000003</c:v>
                </c:pt>
                <c:pt idx="24">
                  <c:v>0.0617500000003</c:v>
                </c:pt>
                <c:pt idx="25">
                  <c:v>0.0662500000003</c:v>
                </c:pt>
                <c:pt idx="26">
                  <c:v>0.0665000000003</c:v>
                </c:pt>
                <c:pt idx="27">
                  <c:v>0.0697500000003</c:v>
                </c:pt>
                <c:pt idx="28">
                  <c:v>0.0712500000003</c:v>
                </c:pt>
                <c:pt idx="29">
                  <c:v>0.0757500000004</c:v>
                </c:pt>
                <c:pt idx="30">
                  <c:v>0.0760000000004</c:v>
                </c:pt>
                <c:pt idx="31">
                  <c:v>0.0797500000004</c:v>
                </c:pt>
                <c:pt idx="32">
                  <c:v>0.0807500000004</c:v>
                </c:pt>
                <c:pt idx="33">
                  <c:v>0.0852500000004</c:v>
                </c:pt>
                <c:pt idx="34">
                  <c:v>0.0855000000004</c:v>
                </c:pt>
                <c:pt idx="35">
                  <c:v>0.0897500000004</c:v>
                </c:pt>
                <c:pt idx="36">
                  <c:v>0.0902500000004</c:v>
                </c:pt>
                <c:pt idx="37">
                  <c:v>0.0947500000005</c:v>
                </c:pt>
                <c:pt idx="38">
                  <c:v>0.0950000000005</c:v>
                </c:pt>
                <c:pt idx="39">
                  <c:v>0.0995000000005</c:v>
                </c:pt>
                <c:pt idx="40">
                  <c:v>0.0997500000005</c:v>
                </c:pt>
                <c:pt idx="41">
                  <c:v>0.10425</c:v>
                </c:pt>
                <c:pt idx="42">
                  <c:v>0.1045</c:v>
                </c:pt>
                <c:pt idx="43">
                  <c:v>0.109000000001</c:v>
                </c:pt>
                <c:pt idx="44">
                  <c:v>0.109750000001</c:v>
                </c:pt>
                <c:pt idx="45">
                  <c:v>0.113750000001</c:v>
                </c:pt>
                <c:pt idx="46">
                  <c:v>0.114000000001</c:v>
                </c:pt>
                <c:pt idx="47">
                  <c:v>0.118500000001</c:v>
                </c:pt>
                <c:pt idx="48">
                  <c:v>0.119750000001</c:v>
                </c:pt>
                <c:pt idx="49">
                  <c:v>0.123250000001</c:v>
                </c:pt>
                <c:pt idx="50">
                  <c:v>0.123500000001</c:v>
                </c:pt>
                <c:pt idx="51">
                  <c:v>0.128000000001</c:v>
                </c:pt>
                <c:pt idx="52">
                  <c:v>0.129750000001</c:v>
                </c:pt>
                <c:pt idx="53">
                  <c:v>0.132750000001</c:v>
                </c:pt>
                <c:pt idx="54">
                  <c:v>0.133000000001</c:v>
                </c:pt>
                <c:pt idx="55">
                  <c:v>0.137500000001</c:v>
                </c:pt>
                <c:pt idx="56">
                  <c:v>0.137750000001</c:v>
                </c:pt>
                <c:pt idx="57">
                  <c:v>0.139750000001</c:v>
                </c:pt>
                <c:pt idx="58">
                  <c:v>0.142500000001</c:v>
                </c:pt>
                <c:pt idx="59">
                  <c:v>0.147000000001</c:v>
                </c:pt>
                <c:pt idx="60">
                  <c:v>0.147250000001</c:v>
                </c:pt>
                <c:pt idx="61">
                  <c:v>0.149750000001</c:v>
                </c:pt>
                <c:pt idx="62">
                  <c:v>0.152000000001</c:v>
                </c:pt>
                <c:pt idx="63">
                  <c:v>0.156500000001</c:v>
                </c:pt>
                <c:pt idx="64">
                  <c:v>0.156750000001</c:v>
                </c:pt>
                <c:pt idx="65">
                  <c:v>0.159750000001</c:v>
                </c:pt>
                <c:pt idx="66">
                  <c:v>0.161500000001</c:v>
                </c:pt>
                <c:pt idx="67">
                  <c:v>0.166000000001</c:v>
                </c:pt>
                <c:pt idx="68">
                  <c:v>0.166250000001</c:v>
                </c:pt>
                <c:pt idx="69">
                  <c:v>0.169750000001</c:v>
                </c:pt>
                <c:pt idx="70">
                  <c:v>0.171000000001</c:v>
                </c:pt>
                <c:pt idx="71">
                  <c:v>0.175500000001</c:v>
                </c:pt>
                <c:pt idx="72">
                  <c:v>0.175750000001</c:v>
                </c:pt>
                <c:pt idx="73">
                  <c:v>0.179750000001</c:v>
                </c:pt>
                <c:pt idx="74">
                  <c:v>0.180500000001</c:v>
                </c:pt>
                <c:pt idx="75">
                  <c:v>0.185000000001</c:v>
                </c:pt>
                <c:pt idx="76">
                  <c:v>0.185250000001</c:v>
                </c:pt>
                <c:pt idx="77">
                  <c:v>0.189750000001</c:v>
                </c:pt>
                <c:pt idx="78">
                  <c:v>0.190000000001</c:v>
                </c:pt>
                <c:pt idx="79">
                  <c:v>0.194500000001</c:v>
                </c:pt>
                <c:pt idx="80">
                  <c:v>0.194750000001</c:v>
                </c:pt>
                <c:pt idx="81">
                  <c:v>0.199250000001</c:v>
                </c:pt>
                <c:pt idx="82">
                  <c:v>0.199750000001</c:v>
                </c:pt>
                <c:pt idx="83">
                  <c:v>0.204000000001</c:v>
                </c:pt>
                <c:pt idx="84">
                  <c:v>0.204250000001</c:v>
                </c:pt>
                <c:pt idx="85">
                  <c:v>0.208750000001</c:v>
                </c:pt>
                <c:pt idx="86">
                  <c:v>0.209750000001</c:v>
                </c:pt>
                <c:pt idx="87">
                  <c:v>0.213500000001</c:v>
                </c:pt>
                <c:pt idx="88">
                  <c:v>0.213750000001</c:v>
                </c:pt>
                <c:pt idx="89">
                  <c:v>0.218250000001</c:v>
                </c:pt>
                <c:pt idx="90">
                  <c:v>0.219750000001</c:v>
                </c:pt>
                <c:pt idx="91">
                  <c:v>0.223000000001</c:v>
                </c:pt>
                <c:pt idx="92">
                  <c:v>0.223250000001</c:v>
                </c:pt>
                <c:pt idx="93">
                  <c:v>0.227750000001</c:v>
                </c:pt>
                <c:pt idx="94">
                  <c:v>0.229750000001</c:v>
                </c:pt>
                <c:pt idx="95">
                  <c:v>0.232500000001</c:v>
                </c:pt>
                <c:pt idx="96">
                  <c:v>0.232750000001</c:v>
                </c:pt>
                <c:pt idx="97">
                  <c:v>0.237250000001</c:v>
                </c:pt>
                <c:pt idx="98">
                  <c:v>0.237500000001</c:v>
                </c:pt>
                <c:pt idx="99">
                  <c:v>0.239750000001</c:v>
                </c:pt>
                <c:pt idx="100">
                  <c:v>0.242250000001</c:v>
                </c:pt>
                <c:pt idx="101">
                  <c:v>0.246750000001</c:v>
                </c:pt>
                <c:pt idx="102">
                  <c:v>0.247000000001</c:v>
                </c:pt>
                <c:pt idx="103">
                  <c:v>0.249750000001</c:v>
                </c:pt>
                <c:pt idx="104">
                  <c:v>0.251750000001</c:v>
                </c:pt>
                <c:pt idx="105">
                  <c:v>0.256250000001</c:v>
                </c:pt>
                <c:pt idx="106">
                  <c:v>0.256500000001</c:v>
                </c:pt>
                <c:pt idx="107">
                  <c:v>0.259750000001</c:v>
                </c:pt>
                <c:pt idx="108">
                  <c:v>0.261250000001</c:v>
                </c:pt>
                <c:pt idx="109">
                  <c:v>0.265750000001</c:v>
                </c:pt>
                <c:pt idx="110">
                  <c:v>0.266000000001</c:v>
                </c:pt>
                <c:pt idx="111">
                  <c:v>0.269750000001</c:v>
                </c:pt>
                <c:pt idx="112">
                  <c:v>0.270750000001</c:v>
                </c:pt>
                <c:pt idx="113">
                  <c:v>0.275250000001</c:v>
                </c:pt>
                <c:pt idx="114">
                  <c:v>0.275500000001</c:v>
                </c:pt>
                <c:pt idx="115">
                  <c:v>0.279750000001</c:v>
                </c:pt>
                <c:pt idx="116">
                  <c:v>0.280250000001</c:v>
                </c:pt>
                <c:pt idx="117">
                  <c:v>0.284750000001</c:v>
                </c:pt>
                <c:pt idx="118">
                  <c:v>0.285000000001</c:v>
                </c:pt>
                <c:pt idx="119">
                  <c:v>0.289500000001</c:v>
                </c:pt>
                <c:pt idx="120">
                  <c:v>0.289750000001</c:v>
                </c:pt>
                <c:pt idx="121">
                  <c:v>0.294250000001</c:v>
                </c:pt>
                <c:pt idx="122">
                  <c:v>0.294500000001</c:v>
                </c:pt>
                <c:pt idx="123">
                  <c:v>0.299000000001</c:v>
                </c:pt>
                <c:pt idx="124">
                  <c:v>0.299750000001</c:v>
                </c:pt>
                <c:pt idx="125">
                  <c:v>0.303750000001</c:v>
                </c:pt>
                <c:pt idx="126">
                  <c:v>0.304000000001</c:v>
                </c:pt>
                <c:pt idx="127">
                  <c:v>0.308500000001</c:v>
                </c:pt>
                <c:pt idx="128">
                  <c:v>0.309750000001</c:v>
                </c:pt>
                <c:pt idx="129">
                  <c:v>0.313250000001</c:v>
                </c:pt>
                <c:pt idx="130">
                  <c:v>0.313500000001</c:v>
                </c:pt>
                <c:pt idx="131">
                  <c:v>0.318000000002</c:v>
                </c:pt>
                <c:pt idx="132">
                  <c:v>0.319750000002</c:v>
                </c:pt>
                <c:pt idx="133">
                  <c:v>0.322750000002</c:v>
                </c:pt>
                <c:pt idx="134">
                  <c:v>0.323000000002</c:v>
                </c:pt>
                <c:pt idx="135">
                  <c:v>0.327500000002</c:v>
                </c:pt>
                <c:pt idx="136">
                  <c:v>0.327750000002</c:v>
                </c:pt>
                <c:pt idx="137">
                  <c:v>0.329750000002</c:v>
                </c:pt>
                <c:pt idx="138">
                  <c:v>0.332500000002</c:v>
                </c:pt>
                <c:pt idx="139">
                  <c:v>0.337000000002</c:v>
                </c:pt>
                <c:pt idx="140">
                  <c:v>0.337250000002</c:v>
                </c:pt>
                <c:pt idx="141">
                  <c:v>0.339750000002</c:v>
                </c:pt>
                <c:pt idx="142">
                  <c:v>0.342000000002</c:v>
                </c:pt>
                <c:pt idx="143">
                  <c:v>0.346500000002</c:v>
                </c:pt>
                <c:pt idx="144">
                  <c:v>0.346750000002</c:v>
                </c:pt>
                <c:pt idx="145">
                  <c:v>0.349750000002</c:v>
                </c:pt>
                <c:pt idx="146">
                  <c:v>0.351500000002</c:v>
                </c:pt>
                <c:pt idx="147">
                  <c:v>0.356000000002</c:v>
                </c:pt>
                <c:pt idx="148">
                  <c:v>0.356250000002</c:v>
                </c:pt>
                <c:pt idx="149">
                  <c:v>0.359750000002</c:v>
                </c:pt>
                <c:pt idx="150">
                  <c:v>0.361000000002</c:v>
                </c:pt>
                <c:pt idx="151">
                  <c:v>0.365500000002</c:v>
                </c:pt>
                <c:pt idx="152">
                  <c:v>0.365750000002</c:v>
                </c:pt>
                <c:pt idx="153">
                  <c:v>0.369750000002</c:v>
                </c:pt>
                <c:pt idx="154">
                  <c:v>0.370500000002</c:v>
                </c:pt>
                <c:pt idx="155">
                  <c:v>0.375000000002</c:v>
                </c:pt>
                <c:pt idx="156">
                  <c:v>0.375250000002</c:v>
                </c:pt>
                <c:pt idx="157">
                  <c:v>0.379750000002</c:v>
                </c:pt>
                <c:pt idx="158">
                  <c:v>0.380000000002</c:v>
                </c:pt>
                <c:pt idx="159">
                  <c:v>0.384500000002</c:v>
                </c:pt>
                <c:pt idx="160">
                  <c:v>0.384750000002</c:v>
                </c:pt>
                <c:pt idx="161">
                  <c:v>0.389250000002</c:v>
                </c:pt>
                <c:pt idx="162">
                  <c:v>0.389750000002</c:v>
                </c:pt>
                <c:pt idx="163">
                  <c:v>0.394000000002</c:v>
                </c:pt>
                <c:pt idx="164">
                  <c:v>0.394250000002</c:v>
                </c:pt>
                <c:pt idx="165">
                  <c:v>0.398750000002</c:v>
                </c:pt>
                <c:pt idx="166">
                  <c:v>0.399750000002</c:v>
                </c:pt>
                <c:pt idx="167">
                  <c:v>0.403500000002</c:v>
                </c:pt>
                <c:pt idx="168">
                  <c:v>0.403750000002</c:v>
                </c:pt>
                <c:pt idx="169">
                  <c:v>0.408250000002</c:v>
                </c:pt>
                <c:pt idx="170">
                  <c:v>0.409750000002</c:v>
                </c:pt>
                <c:pt idx="171">
                  <c:v>0.413000000002</c:v>
                </c:pt>
                <c:pt idx="172">
                  <c:v>0.413250000002</c:v>
                </c:pt>
                <c:pt idx="173">
                  <c:v>0.417750000002</c:v>
                </c:pt>
                <c:pt idx="174">
                  <c:v>0.419750000002</c:v>
                </c:pt>
                <c:pt idx="175">
                  <c:v>0.422500000002</c:v>
                </c:pt>
                <c:pt idx="176">
                  <c:v>0.422750000002</c:v>
                </c:pt>
                <c:pt idx="177">
                  <c:v>0.427250000002</c:v>
                </c:pt>
                <c:pt idx="178">
                  <c:v>0.427500000002</c:v>
                </c:pt>
                <c:pt idx="179">
                  <c:v>0.429750000002</c:v>
                </c:pt>
                <c:pt idx="180">
                  <c:v>0.432250000002</c:v>
                </c:pt>
                <c:pt idx="181">
                  <c:v>0.436750000002</c:v>
                </c:pt>
                <c:pt idx="182">
                  <c:v>0.437000000002</c:v>
                </c:pt>
                <c:pt idx="183">
                  <c:v>0.439750000002</c:v>
                </c:pt>
                <c:pt idx="184">
                  <c:v>0.441750000002</c:v>
                </c:pt>
                <c:pt idx="185">
                  <c:v>0.446250000002</c:v>
                </c:pt>
                <c:pt idx="186">
                  <c:v>0.446500000002</c:v>
                </c:pt>
                <c:pt idx="187">
                  <c:v>0.449750000002</c:v>
                </c:pt>
                <c:pt idx="188">
                  <c:v>0.451250000002</c:v>
                </c:pt>
                <c:pt idx="189">
                  <c:v>0.455750000002</c:v>
                </c:pt>
                <c:pt idx="190">
                  <c:v>0.456000000002</c:v>
                </c:pt>
                <c:pt idx="191">
                  <c:v>0.459750000002</c:v>
                </c:pt>
                <c:pt idx="192">
                  <c:v>0.460750000002</c:v>
                </c:pt>
                <c:pt idx="193">
                  <c:v>0.465250000002</c:v>
                </c:pt>
                <c:pt idx="194">
                  <c:v>0.465500000002</c:v>
                </c:pt>
                <c:pt idx="195">
                  <c:v>0.469750000002</c:v>
                </c:pt>
                <c:pt idx="196">
                  <c:v>0.470250000002</c:v>
                </c:pt>
                <c:pt idx="197">
                  <c:v>0.474750000002</c:v>
                </c:pt>
                <c:pt idx="198">
                  <c:v>0.475000000002</c:v>
                </c:pt>
                <c:pt idx="199">
                  <c:v>0.479500000002</c:v>
                </c:pt>
                <c:pt idx="200">
                  <c:v>0.479750000002</c:v>
                </c:pt>
                <c:pt idx="201">
                  <c:v>0.484250000002</c:v>
                </c:pt>
                <c:pt idx="202">
                  <c:v>0.484500000002</c:v>
                </c:pt>
                <c:pt idx="203">
                  <c:v>0.489000000002</c:v>
                </c:pt>
                <c:pt idx="204">
                  <c:v>0.489750000002</c:v>
                </c:pt>
                <c:pt idx="205">
                  <c:v>0.493750000002</c:v>
                </c:pt>
                <c:pt idx="206">
                  <c:v>0.494000000002</c:v>
                </c:pt>
                <c:pt idx="207">
                  <c:v>0.498500000002</c:v>
                </c:pt>
                <c:pt idx="208">
                  <c:v>0.499750000002</c:v>
                </c:pt>
                <c:pt idx="209">
                  <c:v>0.503250000002</c:v>
                </c:pt>
                <c:pt idx="210">
                  <c:v>0.503500000002</c:v>
                </c:pt>
                <c:pt idx="211">
                  <c:v>0.508000000002</c:v>
                </c:pt>
                <c:pt idx="212">
                  <c:v>0.509750000002</c:v>
                </c:pt>
                <c:pt idx="213">
                  <c:v>0.512750000002</c:v>
                </c:pt>
                <c:pt idx="214">
                  <c:v>0.513000000002</c:v>
                </c:pt>
                <c:pt idx="215">
                  <c:v>0.517500000002</c:v>
                </c:pt>
                <c:pt idx="216">
                  <c:v>0.517750000002</c:v>
                </c:pt>
                <c:pt idx="217">
                  <c:v>0.519750000002</c:v>
                </c:pt>
                <c:pt idx="218">
                  <c:v>0.522500000002</c:v>
                </c:pt>
                <c:pt idx="219">
                  <c:v>0.527000000003</c:v>
                </c:pt>
                <c:pt idx="220">
                  <c:v>0.527250000003</c:v>
                </c:pt>
                <c:pt idx="221">
                  <c:v>0.529750000003</c:v>
                </c:pt>
                <c:pt idx="222">
                  <c:v>0.532000000003</c:v>
                </c:pt>
                <c:pt idx="223">
                  <c:v>0.536500000003</c:v>
                </c:pt>
                <c:pt idx="224">
                  <c:v>0.536750000003</c:v>
                </c:pt>
                <c:pt idx="225">
                  <c:v>0.539750000003</c:v>
                </c:pt>
                <c:pt idx="226">
                  <c:v>0.541500000003</c:v>
                </c:pt>
                <c:pt idx="227">
                  <c:v>0.546000000003</c:v>
                </c:pt>
                <c:pt idx="228">
                  <c:v>0.546250000003</c:v>
                </c:pt>
                <c:pt idx="229">
                  <c:v>0.549750000003</c:v>
                </c:pt>
                <c:pt idx="230">
                  <c:v>0.551000000003</c:v>
                </c:pt>
                <c:pt idx="231">
                  <c:v>0.555500000003</c:v>
                </c:pt>
                <c:pt idx="232">
                  <c:v>0.555750000003</c:v>
                </c:pt>
                <c:pt idx="233">
                  <c:v>0.559750000003</c:v>
                </c:pt>
                <c:pt idx="234">
                  <c:v>0.560500000003</c:v>
                </c:pt>
                <c:pt idx="235">
                  <c:v>0.565000000003</c:v>
                </c:pt>
                <c:pt idx="236">
                  <c:v>0.565250000003</c:v>
                </c:pt>
                <c:pt idx="237">
                  <c:v>0.569750000003</c:v>
                </c:pt>
                <c:pt idx="238">
                  <c:v>0.570000000003</c:v>
                </c:pt>
                <c:pt idx="239">
                  <c:v>0.574500000003</c:v>
                </c:pt>
                <c:pt idx="240">
                  <c:v>0.574750000003</c:v>
                </c:pt>
                <c:pt idx="241">
                  <c:v>0.579250000003</c:v>
                </c:pt>
                <c:pt idx="242">
                  <c:v>0.579750000003</c:v>
                </c:pt>
                <c:pt idx="243">
                  <c:v>0.584000000003</c:v>
                </c:pt>
                <c:pt idx="244">
                  <c:v>0.584250000003</c:v>
                </c:pt>
                <c:pt idx="245">
                  <c:v>0.588750000003</c:v>
                </c:pt>
                <c:pt idx="246">
                  <c:v>0.589750000003</c:v>
                </c:pt>
                <c:pt idx="247">
                  <c:v>0.593500000003</c:v>
                </c:pt>
                <c:pt idx="248">
                  <c:v>0.593750000003</c:v>
                </c:pt>
                <c:pt idx="249">
                  <c:v>0.598250000003</c:v>
                </c:pt>
                <c:pt idx="250">
                  <c:v>0.599750000003</c:v>
                </c:pt>
                <c:pt idx="251">
                  <c:v>0.603000000003</c:v>
                </c:pt>
                <c:pt idx="252">
                  <c:v>0.603250000003</c:v>
                </c:pt>
                <c:pt idx="253">
                  <c:v>0.607750000003</c:v>
                </c:pt>
                <c:pt idx="254">
                  <c:v>0.609750000003</c:v>
                </c:pt>
                <c:pt idx="255">
                  <c:v>0.612500000003</c:v>
                </c:pt>
                <c:pt idx="256">
                  <c:v>0.612750000003</c:v>
                </c:pt>
                <c:pt idx="257">
                  <c:v>0.617250000003</c:v>
                </c:pt>
                <c:pt idx="258">
                  <c:v>0.617500000003</c:v>
                </c:pt>
                <c:pt idx="259">
                  <c:v>0.619750000003</c:v>
                </c:pt>
                <c:pt idx="260">
                  <c:v>0.622250000003</c:v>
                </c:pt>
                <c:pt idx="261">
                  <c:v>0.626750000003</c:v>
                </c:pt>
                <c:pt idx="262">
                  <c:v>0.627000000003</c:v>
                </c:pt>
                <c:pt idx="263">
                  <c:v>0.629750000003</c:v>
                </c:pt>
                <c:pt idx="264">
                  <c:v>0.631750000003</c:v>
                </c:pt>
                <c:pt idx="265">
                  <c:v>0.636250000003</c:v>
                </c:pt>
                <c:pt idx="266">
                  <c:v>0.636500000003</c:v>
                </c:pt>
                <c:pt idx="267">
                  <c:v>0.639750000003</c:v>
                </c:pt>
                <c:pt idx="268">
                  <c:v>0.641250000003</c:v>
                </c:pt>
                <c:pt idx="269">
                  <c:v>0.645750000003</c:v>
                </c:pt>
                <c:pt idx="270">
                  <c:v>0.646000000003</c:v>
                </c:pt>
                <c:pt idx="271">
                  <c:v>0.649750000003</c:v>
                </c:pt>
                <c:pt idx="272">
                  <c:v>0.650750000003</c:v>
                </c:pt>
                <c:pt idx="273">
                  <c:v>0.655250000003</c:v>
                </c:pt>
                <c:pt idx="274">
                  <c:v>0.655500000003</c:v>
                </c:pt>
                <c:pt idx="275">
                  <c:v>0.659750000003</c:v>
                </c:pt>
                <c:pt idx="276">
                  <c:v>0.660250000003</c:v>
                </c:pt>
                <c:pt idx="277">
                  <c:v>0.664750000003</c:v>
                </c:pt>
                <c:pt idx="278">
                  <c:v>0.665000000003</c:v>
                </c:pt>
                <c:pt idx="279">
                  <c:v>0.669500000003</c:v>
                </c:pt>
                <c:pt idx="280">
                  <c:v>0.669750000003</c:v>
                </c:pt>
                <c:pt idx="281">
                  <c:v>0.674250000003</c:v>
                </c:pt>
                <c:pt idx="282">
                  <c:v>0.674500000003</c:v>
                </c:pt>
                <c:pt idx="283">
                  <c:v>0.679000000003</c:v>
                </c:pt>
                <c:pt idx="284">
                  <c:v>0.679750000003</c:v>
                </c:pt>
                <c:pt idx="285">
                  <c:v>0.683750000003</c:v>
                </c:pt>
                <c:pt idx="286">
                  <c:v>0.684000000003</c:v>
                </c:pt>
                <c:pt idx="287">
                  <c:v>0.688500000003</c:v>
                </c:pt>
                <c:pt idx="288">
                  <c:v>0.689750000003</c:v>
                </c:pt>
                <c:pt idx="289">
                  <c:v>0.693250000003</c:v>
                </c:pt>
                <c:pt idx="290">
                  <c:v>0.693500000003</c:v>
                </c:pt>
                <c:pt idx="291">
                  <c:v>0.698000000003</c:v>
                </c:pt>
                <c:pt idx="292">
                  <c:v>0.699750000003</c:v>
                </c:pt>
                <c:pt idx="293">
                  <c:v>0.702750000003</c:v>
                </c:pt>
                <c:pt idx="294">
                  <c:v>0.703000000003</c:v>
                </c:pt>
                <c:pt idx="295">
                  <c:v>0.707500000003</c:v>
                </c:pt>
                <c:pt idx="296">
                  <c:v>0.707750000003</c:v>
                </c:pt>
                <c:pt idx="297">
                  <c:v>0.709750000003</c:v>
                </c:pt>
                <c:pt idx="298">
                  <c:v>0.712500000003</c:v>
                </c:pt>
                <c:pt idx="299">
                  <c:v>0.717000000003</c:v>
                </c:pt>
                <c:pt idx="300">
                  <c:v>0.717250000003</c:v>
                </c:pt>
                <c:pt idx="301">
                  <c:v>0.719750000003</c:v>
                </c:pt>
                <c:pt idx="302">
                  <c:v>0.722000000003</c:v>
                </c:pt>
                <c:pt idx="303">
                  <c:v>0.726500000003</c:v>
                </c:pt>
                <c:pt idx="304">
                  <c:v>0.726750000003</c:v>
                </c:pt>
                <c:pt idx="305">
                  <c:v>0.729750000003</c:v>
                </c:pt>
                <c:pt idx="306">
                  <c:v>0.731500000003</c:v>
                </c:pt>
                <c:pt idx="307">
                  <c:v>0.736000000004</c:v>
                </c:pt>
                <c:pt idx="308">
                  <c:v>0.736250000004</c:v>
                </c:pt>
                <c:pt idx="309">
                  <c:v>0.739750000004</c:v>
                </c:pt>
                <c:pt idx="310">
                  <c:v>0.741000000004</c:v>
                </c:pt>
                <c:pt idx="311">
                  <c:v>0.745500000004</c:v>
                </c:pt>
                <c:pt idx="312">
                  <c:v>0.745750000004</c:v>
                </c:pt>
                <c:pt idx="313">
                  <c:v>0.749750000004</c:v>
                </c:pt>
                <c:pt idx="314">
                  <c:v>0.750500000004</c:v>
                </c:pt>
                <c:pt idx="315">
                  <c:v>0.755000000004</c:v>
                </c:pt>
                <c:pt idx="316">
                  <c:v>0.755250000004</c:v>
                </c:pt>
                <c:pt idx="317">
                  <c:v>0.759750000004</c:v>
                </c:pt>
                <c:pt idx="318">
                  <c:v>0.760000000004</c:v>
                </c:pt>
                <c:pt idx="319">
                  <c:v>0.764500000004</c:v>
                </c:pt>
                <c:pt idx="320">
                  <c:v>0.764750000004</c:v>
                </c:pt>
                <c:pt idx="321">
                  <c:v>0.769250000004</c:v>
                </c:pt>
                <c:pt idx="322">
                  <c:v>0.769750000004</c:v>
                </c:pt>
                <c:pt idx="323">
                  <c:v>0.774000000004</c:v>
                </c:pt>
                <c:pt idx="324">
                  <c:v>0.774250000004</c:v>
                </c:pt>
                <c:pt idx="325">
                  <c:v>0.778750000004</c:v>
                </c:pt>
                <c:pt idx="326">
                  <c:v>0.779750000004</c:v>
                </c:pt>
                <c:pt idx="327">
                  <c:v>0.783500000004</c:v>
                </c:pt>
                <c:pt idx="328">
                  <c:v>0.783750000004</c:v>
                </c:pt>
                <c:pt idx="329">
                  <c:v>0.788250000004</c:v>
                </c:pt>
                <c:pt idx="330">
                  <c:v>0.789750000004</c:v>
                </c:pt>
                <c:pt idx="331">
                  <c:v>0.793000000004</c:v>
                </c:pt>
                <c:pt idx="332">
                  <c:v>0.793250000004</c:v>
                </c:pt>
                <c:pt idx="333">
                  <c:v>0.797750000004</c:v>
                </c:pt>
                <c:pt idx="334">
                  <c:v>0.799750000004</c:v>
                </c:pt>
                <c:pt idx="335">
                  <c:v>0.802500000004</c:v>
                </c:pt>
                <c:pt idx="336">
                  <c:v>0.802750000004</c:v>
                </c:pt>
                <c:pt idx="337">
                  <c:v>0.807250000004</c:v>
                </c:pt>
                <c:pt idx="338">
                  <c:v>0.807500000004</c:v>
                </c:pt>
                <c:pt idx="339">
                  <c:v>0.809750000004</c:v>
                </c:pt>
                <c:pt idx="340">
                  <c:v>0.812250000004</c:v>
                </c:pt>
                <c:pt idx="341">
                  <c:v>0.816750000004</c:v>
                </c:pt>
                <c:pt idx="342">
                  <c:v>0.817000000004</c:v>
                </c:pt>
                <c:pt idx="343">
                  <c:v>0.819750000004</c:v>
                </c:pt>
                <c:pt idx="344">
                  <c:v>0.821750000004</c:v>
                </c:pt>
                <c:pt idx="345">
                  <c:v>0.826250000004</c:v>
                </c:pt>
                <c:pt idx="346">
                  <c:v>0.826500000004</c:v>
                </c:pt>
                <c:pt idx="347">
                  <c:v>0.829750000004</c:v>
                </c:pt>
                <c:pt idx="348">
                  <c:v>0.831250000004</c:v>
                </c:pt>
                <c:pt idx="349">
                  <c:v>0.835750000004</c:v>
                </c:pt>
                <c:pt idx="350">
                  <c:v>0.836000000004</c:v>
                </c:pt>
                <c:pt idx="351">
                  <c:v>0.839750000004</c:v>
                </c:pt>
                <c:pt idx="352">
                  <c:v>0.840750000004</c:v>
                </c:pt>
                <c:pt idx="353">
                  <c:v>0.845250000004</c:v>
                </c:pt>
                <c:pt idx="354">
                  <c:v>0.845500000004</c:v>
                </c:pt>
                <c:pt idx="355">
                  <c:v>0.849750000004</c:v>
                </c:pt>
                <c:pt idx="356">
                  <c:v>0.850250000004</c:v>
                </c:pt>
                <c:pt idx="357">
                  <c:v>0.854750000004</c:v>
                </c:pt>
                <c:pt idx="358">
                  <c:v>0.855000000004</c:v>
                </c:pt>
                <c:pt idx="359">
                  <c:v>0.859500000004</c:v>
                </c:pt>
                <c:pt idx="360">
                  <c:v>0.859750000004</c:v>
                </c:pt>
                <c:pt idx="361">
                  <c:v>0.864250000004</c:v>
                </c:pt>
                <c:pt idx="362">
                  <c:v>0.864500000004</c:v>
                </c:pt>
                <c:pt idx="363">
                  <c:v>0.869000000004</c:v>
                </c:pt>
                <c:pt idx="364">
                  <c:v>0.869750000004</c:v>
                </c:pt>
                <c:pt idx="365">
                  <c:v>0.873750000004</c:v>
                </c:pt>
                <c:pt idx="366">
                  <c:v>0.874000000004</c:v>
                </c:pt>
                <c:pt idx="367">
                  <c:v>0.878500000004</c:v>
                </c:pt>
                <c:pt idx="368">
                  <c:v>0.879750000004</c:v>
                </c:pt>
                <c:pt idx="369">
                  <c:v>0.883250000004</c:v>
                </c:pt>
                <c:pt idx="370">
                  <c:v>0.883500000004</c:v>
                </c:pt>
                <c:pt idx="371">
                  <c:v>0.888000000004</c:v>
                </c:pt>
                <c:pt idx="372">
                  <c:v>0.889750000004</c:v>
                </c:pt>
                <c:pt idx="373">
                  <c:v>0.892750000004</c:v>
                </c:pt>
                <c:pt idx="374">
                  <c:v>0.893000000004</c:v>
                </c:pt>
                <c:pt idx="375">
                  <c:v>0.897500000004</c:v>
                </c:pt>
                <c:pt idx="376">
                  <c:v>0.897750000004</c:v>
                </c:pt>
                <c:pt idx="377">
                  <c:v>0.899750000004</c:v>
                </c:pt>
                <c:pt idx="378">
                  <c:v>0.902500000004</c:v>
                </c:pt>
                <c:pt idx="379">
                  <c:v>0.907000000004</c:v>
                </c:pt>
                <c:pt idx="380">
                  <c:v>0.907250000004</c:v>
                </c:pt>
                <c:pt idx="381">
                  <c:v>0.909750000004</c:v>
                </c:pt>
                <c:pt idx="382">
                  <c:v>0.912000000004</c:v>
                </c:pt>
                <c:pt idx="383">
                  <c:v>0.916500000004</c:v>
                </c:pt>
                <c:pt idx="384">
                  <c:v>0.916750000004</c:v>
                </c:pt>
                <c:pt idx="385">
                  <c:v>0.919750000004</c:v>
                </c:pt>
                <c:pt idx="386">
                  <c:v>0.921500000004</c:v>
                </c:pt>
                <c:pt idx="387">
                  <c:v>0.926000000004</c:v>
                </c:pt>
                <c:pt idx="388">
                  <c:v>0.926250000004</c:v>
                </c:pt>
                <c:pt idx="389">
                  <c:v>0.929750000004</c:v>
                </c:pt>
                <c:pt idx="390">
                  <c:v>0.931000000004</c:v>
                </c:pt>
                <c:pt idx="391">
                  <c:v>0.935500000004</c:v>
                </c:pt>
                <c:pt idx="392">
                  <c:v>0.935750000004</c:v>
                </c:pt>
                <c:pt idx="393">
                  <c:v>0.939750000004</c:v>
                </c:pt>
                <c:pt idx="394">
                  <c:v>0.940500000004</c:v>
                </c:pt>
                <c:pt idx="395">
                  <c:v>0.945000000005</c:v>
                </c:pt>
                <c:pt idx="396">
                  <c:v>0.945250000005</c:v>
                </c:pt>
                <c:pt idx="397">
                  <c:v>0.949750000005</c:v>
                </c:pt>
                <c:pt idx="398">
                  <c:v>0.950000000005</c:v>
                </c:pt>
                <c:pt idx="399">
                  <c:v>0.954500000005</c:v>
                </c:pt>
                <c:pt idx="400">
                  <c:v>0.954750000005</c:v>
                </c:pt>
                <c:pt idx="401">
                  <c:v>0.959250000005</c:v>
                </c:pt>
                <c:pt idx="402">
                  <c:v>0.959750000005</c:v>
                </c:pt>
                <c:pt idx="403">
                  <c:v>0.964000000005</c:v>
                </c:pt>
                <c:pt idx="404">
                  <c:v>0.964250000005</c:v>
                </c:pt>
                <c:pt idx="405">
                  <c:v>0.968750000005</c:v>
                </c:pt>
                <c:pt idx="406">
                  <c:v>0.969750000005</c:v>
                </c:pt>
                <c:pt idx="407">
                  <c:v>0.973500000005</c:v>
                </c:pt>
                <c:pt idx="408">
                  <c:v>0.973750000005</c:v>
                </c:pt>
                <c:pt idx="409">
                  <c:v>0.978250000005</c:v>
                </c:pt>
                <c:pt idx="410">
                  <c:v>0.979750000005</c:v>
                </c:pt>
                <c:pt idx="411">
                  <c:v>0.983000000005</c:v>
                </c:pt>
                <c:pt idx="412">
                  <c:v>0.983250000005</c:v>
                </c:pt>
                <c:pt idx="413">
                  <c:v>0.987750000005</c:v>
                </c:pt>
                <c:pt idx="414">
                  <c:v>0.988000000005</c:v>
                </c:pt>
                <c:pt idx="415">
                  <c:v>0.992500000005</c:v>
                </c:pt>
                <c:pt idx="416">
                  <c:v>0.992750000005</c:v>
                </c:pt>
                <c:pt idx="417">
                  <c:v>0.997250000005</c:v>
                </c:pt>
                <c:pt idx="418">
                  <c:v>0.997500000005</c:v>
                </c:pt>
                <c:pt idx="419">
                  <c:v>0.999500000005</c:v>
                </c:pt>
                <c:pt idx="420">
                  <c:v>0.999750000005</c:v>
                </c:pt>
                <c:pt idx="421">
                  <c:v>1</c:v>
                </c:pt>
                <c:pt idx="422">
                  <c:v>1.00025</c:v>
                </c:pt>
                <c:pt idx="423">
                  <c:v>1.0005</c:v>
                </c:pt>
                <c:pt idx="424">
                  <c:v>1.002</c:v>
                </c:pt>
                <c:pt idx="425">
                  <c:v>1.00225</c:v>
                </c:pt>
                <c:pt idx="426">
                  <c:v>1.00675</c:v>
                </c:pt>
                <c:pt idx="427">
                  <c:v>1.007</c:v>
                </c:pt>
                <c:pt idx="428">
                  <c:v>1.0115</c:v>
                </c:pt>
                <c:pt idx="429">
                  <c:v>1.01175</c:v>
                </c:pt>
                <c:pt idx="430">
                  <c:v>1.01625</c:v>
                </c:pt>
                <c:pt idx="431">
                  <c:v>1.0195</c:v>
                </c:pt>
                <c:pt idx="432">
                  <c:v>1.021</c:v>
                </c:pt>
                <c:pt idx="433">
                  <c:v>1.02125</c:v>
                </c:pt>
                <c:pt idx="434">
                  <c:v>1.02575</c:v>
                </c:pt>
                <c:pt idx="435">
                  <c:v>1.026</c:v>
                </c:pt>
                <c:pt idx="436">
                  <c:v>1.0305</c:v>
                </c:pt>
                <c:pt idx="437">
                  <c:v>1.03075</c:v>
                </c:pt>
                <c:pt idx="438">
                  <c:v>1.03525</c:v>
                </c:pt>
                <c:pt idx="439">
                  <c:v>1.0355</c:v>
                </c:pt>
                <c:pt idx="440">
                  <c:v>1.04</c:v>
                </c:pt>
                <c:pt idx="441">
                  <c:v>1.04025</c:v>
                </c:pt>
                <c:pt idx="442">
                  <c:v>1.04475</c:v>
                </c:pt>
                <c:pt idx="443">
                  <c:v>1.045</c:v>
                </c:pt>
                <c:pt idx="444">
                  <c:v>1.04950000001</c:v>
                </c:pt>
                <c:pt idx="445">
                  <c:v>1.04975000001</c:v>
                </c:pt>
                <c:pt idx="446">
                  <c:v>1.05425000001</c:v>
                </c:pt>
                <c:pt idx="447">
                  <c:v>1.05450000001</c:v>
                </c:pt>
                <c:pt idx="448">
                  <c:v>1.05900000001</c:v>
                </c:pt>
                <c:pt idx="449">
                  <c:v>1.05925000001</c:v>
                </c:pt>
                <c:pt idx="450">
                  <c:v>1.06375000001</c:v>
                </c:pt>
                <c:pt idx="451">
                  <c:v>1.06400000001</c:v>
                </c:pt>
                <c:pt idx="452">
                  <c:v>1.06850000001</c:v>
                </c:pt>
                <c:pt idx="453">
                  <c:v>1.06875000001</c:v>
                </c:pt>
                <c:pt idx="454">
                  <c:v>1.07325000001</c:v>
                </c:pt>
                <c:pt idx="455">
                  <c:v>1.07350000001</c:v>
                </c:pt>
                <c:pt idx="456">
                  <c:v>1.07800000001</c:v>
                </c:pt>
                <c:pt idx="457">
                  <c:v>1.07825000001</c:v>
                </c:pt>
                <c:pt idx="458">
                  <c:v>1.08275000001</c:v>
                </c:pt>
                <c:pt idx="459">
                  <c:v>1.08300000001</c:v>
                </c:pt>
                <c:pt idx="460">
                  <c:v>1.08750000001</c:v>
                </c:pt>
                <c:pt idx="461">
                  <c:v>1.08775000001</c:v>
                </c:pt>
                <c:pt idx="462">
                  <c:v>1.09225000001</c:v>
                </c:pt>
                <c:pt idx="463">
                  <c:v>1.09250000001</c:v>
                </c:pt>
                <c:pt idx="464">
                  <c:v>1.09700000001</c:v>
                </c:pt>
                <c:pt idx="465">
                  <c:v>1.09725000001</c:v>
                </c:pt>
                <c:pt idx="466">
                  <c:v>1.10175000001</c:v>
                </c:pt>
                <c:pt idx="467">
                  <c:v>1.10200000001</c:v>
                </c:pt>
                <c:pt idx="468">
                  <c:v>1.10650000001</c:v>
                </c:pt>
                <c:pt idx="469">
                  <c:v>1.10675000001</c:v>
                </c:pt>
                <c:pt idx="470">
                  <c:v>1.11125000001</c:v>
                </c:pt>
                <c:pt idx="471">
                  <c:v>1.11150000001</c:v>
                </c:pt>
                <c:pt idx="472">
                  <c:v>1.11600000001</c:v>
                </c:pt>
                <c:pt idx="473">
                  <c:v>1.11625000001</c:v>
                </c:pt>
                <c:pt idx="474">
                  <c:v>1.12075000001</c:v>
                </c:pt>
                <c:pt idx="475">
                  <c:v>1.12100000001</c:v>
                </c:pt>
                <c:pt idx="476">
                  <c:v>1.12550000001</c:v>
                </c:pt>
                <c:pt idx="477">
                  <c:v>1.12575000001</c:v>
                </c:pt>
                <c:pt idx="478">
                  <c:v>1.13025000001</c:v>
                </c:pt>
                <c:pt idx="479">
                  <c:v>1.13050000001</c:v>
                </c:pt>
                <c:pt idx="480">
                  <c:v>1.13500000001</c:v>
                </c:pt>
                <c:pt idx="481">
                  <c:v>1.13525000001</c:v>
                </c:pt>
                <c:pt idx="482">
                  <c:v>1.13975000001</c:v>
                </c:pt>
                <c:pt idx="483">
                  <c:v>1.14000000001</c:v>
                </c:pt>
                <c:pt idx="484">
                  <c:v>1.14450000001</c:v>
                </c:pt>
                <c:pt idx="485">
                  <c:v>1.14475000001</c:v>
                </c:pt>
                <c:pt idx="486">
                  <c:v>1.14925000001</c:v>
                </c:pt>
                <c:pt idx="487">
                  <c:v>1.14950000001</c:v>
                </c:pt>
                <c:pt idx="488">
                  <c:v>1.15400000001</c:v>
                </c:pt>
                <c:pt idx="489">
                  <c:v>1.15425000001</c:v>
                </c:pt>
                <c:pt idx="490">
                  <c:v>1.15875000001</c:v>
                </c:pt>
                <c:pt idx="491">
                  <c:v>1.15900000001</c:v>
                </c:pt>
                <c:pt idx="492">
                  <c:v>1.16350000001</c:v>
                </c:pt>
                <c:pt idx="493">
                  <c:v>1.16375000001</c:v>
                </c:pt>
                <c:pt idx="494">
                  <c:v>1.16825000001</c:v>
                </c:pt>
                <c:pt idx="495">
                  <c:v>1.16850000001</c:v>
                </c:pt>
                <c:pt idx="496">
                  <c:v>1.17300000001</c:v>
                </c:pt>
                <c:pt idx="497">
                  <c:v>1.17325000001</c:v>
                </c:pt>
                <c:pt idx="498">
                  <c:v>1.17775000001</c:v>
                </c:pt>
                <c:pt idx="499">
                  <c:v>1.17800000001</c:v>
                </c:pt>
                <c:pt idx="500">
                  <c:v>1.18250000001</c:v>
                </c:pt>
                <c:pt idx="501">
                  <c:v>1.18275000001</c:v>
                </c:pt>
                <c:pt idx="502">
                  <c:v>1.18725000001</c:v>
                </c:pt>
                <c:pt idx="503">
                  <c:v>1.18750000001</c:v>
                </c:pt>
                <c:pt idx="504">
                  <c:v>1.19125000001</c:v>
                </c:pt>
                <c:pt idx="505">
                  <c:v>1.19225000001</c:v>
                </c:pt>
                <c:pt idx="506">
                  <c:v>1.19675000001</c:v>
                </c:pt>
                <c:pt idx="507">
                  <c:v>1.19700000001</c:v>
                </c:pt>
                <c:pt idx="508">
                  <c:v>1.19800000001</c:v>
                </c:pt>
                <c:pt idx="509">
                  <c:v>1.20175000001</c:v>
                </c:pt>
                <c:pt idx="510">
                  <c:v>1.20625000001</c:v>
                </c:pt>
                <c:pt idx="511">
                  <c:v>1.20750000001</c:v>
                </c:pt>
                <c:pt idx="512">
                  <c:v>1.21100000001</c:v>
                </c:pt>
                <c:pt idx="513">
                  <c:v>1.21125000001</c:v>
                </c:pt>
                <c:pt idx="514">
                  <c:v>1.21575000001</c:v>
                </c:pt>
                <c:pt idx="515">
                  <c:v>1.21600000001</c:v>
                </c:pt>
                <c:pt idx="516">
                  <c:v>1.22050000001</c:v>
                </c:pt>
                <c:pt idx="517">
                  <c:v>1.22075000001</c:v>
                </c:pt>
                <c:pt idx="518">
                  <c:v>1.22525000001</c:v>
                </c:pt>
                <c:pt idx="519">
                  <c:v>1.22550000001</c:v>
                </c:pt>
                <c:pt idx="520">
                  <c:v>1.23000000001</c:v>
                </c:pt>
                <c:pt idx="521">
                  <c:v>1.23025000001</c:v>
                </c:pt>
                <c:pt idx="522">
                  <c:v>1.23475000001</c:v>
                </c:pt>
                <c:pt idx="523">
                  <c:v>1.23500000001</c:v>
                </c:pt>
                <c:pt idx="524">
                  <c:v>1.23950000001</c:v>
                </c:pt>
                <c:pt idx="525">
                  <c:v>1.23975000001</c:v>
                </c:pt>
                <c:pt idx="526">
                  <c:v>1.24425000001</c:v>
                </c:pt>
                <c:pt idx="527">
                  <c:v>1.24450000001</c:v>
                </c:pt>
                <c:pt idx="528">
                  <c:v>1.24900000001</c:v>
                </c:pt>
                <c:pt idx="529">
                  <c:v>1.24925000001</c:v>
                </c:pt>
                <c:pt idx="530">
                  <c:v>1.25375000001</c:v>
                </c:pt>
                <c:pt idx="531">
                  <c:v>1.25400000001</c:v>
                </c:pt>
                <c:pt idx="532">
                  <c:v>1.25850000001</c:v>
                </c:pt>
                <c:pt idx="533">
                  <c:v>1.25875000001</c:v>
                </c:pt>
                <c:pt idx="534">
                  <c:v>1.26325000001</c:v>
                </c:pt>
                <c:pt idx="535">
                  <c:v>1.26350000001</c:v>
                </c:pt>
                <c:pt idx="536">
                  <c:v>1.26800000001</c:v>
                </c:pt>
                <c:pt idx="537">
                  <c:v>1.26825000001</c:v>
                </c:pt>
                <c:pt idx="538">
                  <c:v>1.27275000001</c:v>
                </c:pt>
                <c:pt idx="539">
                  <c:v>1.27300000001</c:v>
                </c:pt>
                <c:pt idx="540">
                  <c:v>1.27750000001</c:v>
                </c:pt>
                <c:pt idx="541">
                  <c:v>1.27775000001</c:v>
                </c:pt>
                <c:pt idx="542">
                  <c:v>1.28225000001</c:v>
                </c:pt>
                <c:pt idx="543">
                  <c:v>1.28250000001</c:v>
                </c:pt>
                <c:pt idx="544">
                  <c:v>1.28700000001</c:v>
                </c:pt>
                <c:pt idx="545">
                  <c:v>1.28725000001</c:v>
                </c:pt>
                <c:pt idx="546">
                  <c:v>1.29175000001</c:v>
                </c:pt>
                <c:pt idx="547">
                  <c:v>1.29200000001</c:v>
                </c:pt>
                <c:pt idx="548">
                  <c:v>1.29650000001</c:v>
                </c:pt>
                <c:pt idx="549">
                  <c:v>1.29675000001</c:v>
                </c:pt>
                <c:pt idx="550">
                  <c:v>1.30125000001</c:v>
                </c:pt>
                <c:pt idx="551">
                  <c:v>1.30150000001</c:v>
                </c:pt>
                <c:pt idx="552">
                  <c:v>1.30600000001</c:v>
                </c:pt>
                <c:pt idx="553">
                  <c:v>1.30625000001</c:v>
                </c:pt>
                <c:pt idx="554">
                  <c:v>1.31075000001</c:v>
                </c:pt>
                <c:pt idx="555">
                  <c:v>1.31100000001</c:v>
                </c:pt>
                <c:pt idx="556">
                  <c:v>1.31550000001</c:v>
                </c:pt>
                <c:pt idx="557">
                  <c:v>1.31575000001</c:v>
                </c:pt>
                <c:pt idx="558">
                  <c:v>1.32025000001</c:v>
                </c:pt>
                <c:pt idx="559">
                  <c:v>1.32050000001</c:v>
                </c:pt>
                <c:pt idx="560">
                  <c:v>1.32500000001</c:v>
                </c:pt>
                <c:pt idx="561">
                  <c:v>1.32525000001</c:v>
                </c:pt>
                <c:pt idx="562">
                  <c:v>1.32975000001</c:v>
                </c:pt>
                <c:pt idx="563">
                  <c:v>1.33000000001</c:v>
                </c:pt>
                <c:pt idx="564">
                  <c:v>1.33450000001</c:v>
                </c:pt>
                <c:pt idx="565">
                  <c:v>1.33475000001</c:v>
                </c:pt>
                <c:pt idx="566">
                  <c:v>1.33925000001</c:v>
                </c:pt>
                <c:pt idx="567">
                  <c:v>1.33950000001</c:v>
                </c:pt>
                <c:pt idx="568">
                  <c:v>1.34400000001</c:v>
                </c:pt>
                <c:pt idx="569">
                  <c:v>1.34425000001</c:v>
                </c:pt>
                <c:pt idx="570">
                  <c:v>1.34875000001</c:v>
                </c:pt>
                <c:pt idx="571">
                  <c:v>1.34900000001</c:v>
                </c:pt>
                <c:pt idx="572">
                  <c:v>1.35350000001</c:v>
                </c:pt>
                <c:pt idx="573">
                  <c:v>1.35375000001</c:v>
                </c:pt>
                <c:pt idx="574">
                  <c:v>1.35825000001</c:v>
                </c:pt>
                <c:pt idx="575">
                  <c:v>1.35850000001</c:v>
                </c:pt>
                <c:pt idx="576">
                  <c:v>1.36300000001</c:v>
                </c:pt>
                <c:pt idx="577">
                  <c:v>1.36325000001</c:v>
                </c:pt>
                <c:pt idx="578">
                  <c:v>1.36775000001</c:v>
                </c:pt>
                <c:pt idx="579">
                  <c:v>1.36800000001</c:v>
                </c:pt>
                <c:pt idx="580">
                  <c:v>1.37250000001</c:v>
                </c:pt>
                <c:pt idx="581">
                  <c:v>1.37275000001</c:v>
                </c:pt>
                <c:pt idx="582">
                  <c:v>1.37725000001</c:v>
                </c:pt>
                <c:pt idx="583">
                  <c:v>1.37750000001</c:v>
                </c:pt>
                <c:pt idx="584">
                  <c:v>1.38200000001</c:v>
                </c:pt>
                <c:pt idx="585">
                  <c:v>1.38225000001</c:v>
                </c:pt>
                <c:pt idx="586">
                  <c:v>1.38675000001</c:v>
                </c:pt>
                <c:pt idx="587">
                  <c:v>1.38700000001</c:v>
                </c:pt>
                <c:pt idx="588">
                  <c:v>1.39150000001</c:v>
                </c:pt>
                <c:pt idx="589">
                  <c:v>1.39175000001</c:v>
                </c:pt>
                <c:pt idx="590">
                  <c:v>1.39625000001</c:v>
                </c:pt>
                <c:pt idx="591">
                  <c:v>1.39650000001</c:v>
                </c:pt>
                <c:pt idx="592">
                  <c:v>1.40100000001</c:v>
                </c:pt>
                <c:pt idx="593">
                  <c:v>1.40125000001</c:v>
                </c:pt>
                <c:pt idx="594">
                  <c:v>1.40250000001</c:v>
                </c:pt>
                <c:pt idx="595">
                  <c:v>1.40600000001</c:v>
                </c:pt>
                <c:pt idx="596">
                  <c:v>1.41050000001</c:v>
                </c:pt>
                <c:pt idx="597">
                  <c:v>1.41075000001</c:v>
                </c:pt>
                <c:pt idx="598">
                  <c:v>1.41525000001</c:v>
                </c:pt>
                <c:pt idx="599">
                  <c:v>1.41550000001</c:v>
                </c:pt>
                <c:pt idx="600">
                  <c:v>1.41900000001</c:v>
                </c:pt>
                <c:pt idx="601">
                  <c:v>1.42200000001</c:v>
                </c:pt>
                <c:pt idx="602">
                  <c:v>1.42475000001</c:v>
                </c:pt>
                <c:pt idx="603">
                  <c:v>1.42500000001</c:v>
                </c:pt>
                <c:pt idx="604">
                  <c:v>1.42950000001</c:v>
                </c:pt>
                <c:pt idx="605">
                  <c:v>1.42975000001</c:v>
                </c:pt>
                <c:pt idx="606">
                  <c:v>1.43425000001</c:v>
                </c:pt>
                <c:pt idx="607">
                  <c:v>1.43450000001</c:v>
                </c:pt>
                <c:pt idx="608">
                  <c:v>1.43550000001</c:v>
                </c:pt>
                <c:pt idx="609">
                  <c:v>1.43925000001</c:v>
                </c:pt>
                <c:pt idx="610">
                  <c:v>1.44375000001</c:v>
                </c:pt>
                <c:pt idx="611">
                  <c:v>1.44400000001</c:v>
                </c:pt>
                <c:pt idx="612">
                  <c:v>1.44850000001</c:v>
                </c:pt>
                <c:pt idx="613">
                  <c:v>1.44875000001</c:v>
                </c:pt>
                <c:pt idx="614">
                  <c:v>1.45325000001</c:v>
                </c:pt>
                <c:pt idx="615">
                  <c:v>1.45350000001</c:v>
                </c:pt>
                <c:pt idx="616">
                  <c:v>1.45800000001</c:v>
                </c:pt>
                <c:pt idx="617">
                  <c:v>1.45825000001</c:v>
                </c:pt>
                <c:pt idx="618">
                  <c:v>1.46275000001</c:v>
                </c:pt>
                <c:pt idx="619">
                  <c:v>1.46300000001</c:v>
                </c:pt>
                <c:pt idx="620">
                  <c:v>1.46750000001</c:v>
                </c:pt>
                <c:pt idx="621">
                  <c:v>1.46775000001</c:v>
                </c:pt>
                <c:pt idx="622">
                  <c:v>1.47225000001</c:v>
                </c:pt>
                <c:pt idx="623">
                  <c:v>1.47250000001</c:v>
                </c:pt>
                <c:pt idx="624">
                  <c:v>1.47700000001</c:v>
                </c:pt>
                <c:pt idx="625">
                  <c:v>1.47725000001</c:v>
                </c:pt>
                <c:pt idx="626">
                  <c:v>1.48175000001</c:v>
                </c:pt>
                <c:pt idx="627">
                  <c:v>1.48200000001</c:v>
                </c:pt>
                <c:pt idx="628">
                  <c:v>1.48500000001</c:v>
                </c:pt>
                <c:pt idx="629">
                  <c:v>1.48800000001</c:v>
                </c:pt>
                <c:pt idx="630">
                  <c:v>1.49125000001</c:v>
                </c:pt>
                <c:pt idx="631">
                  <c:v>1.49150000001</c:v>
                </c:pt>
                <c:pt idx="632">
                  <c:v>1.49600000001</c:v>
                </c:pt>
                <c:pt idx="633">
                  <c:v>1.49625000001</c:v>
                </c:pt>
                <c:pt idx="634">
                  <c:v>1.50075000001</c:v>
                </c:pt>
                <c:pt idx="635">
                  <c:v>1.50125000001</c:v>
                </c:pt>
                <c:pt idx="636">
                  <c:v>1.50475000001</c:v>
                </c:pt>
                <c:pt idx="637">
                  <c:v>1.50575000001</c:v>
                </c:pt>
                <c:pt idx="638">
                  <c:v>1.51025000001</c:v>
                </c:pt>
                <c:pt idx="639">
                  <c:v>1.51050000001</c:v>
                </c:pt>
                <c:pt idx="640">
                  <c:v>1.51500000001</c:v>
                </c:pt>
                <c:pt idx="641">
                  <c:v>1.51775000001</c:v>
                </c:pt>
                <c:pt idx="642">
                  <c:v>1.51975000001</c:v>
                </c:pt>
                <c:pt idx="643">
                  <c:v>1.52125000001</c:v>
                </c:pt>
                <c:pt idx="644">
                  <c:v>1.52450000001</c:v>
                </c:pt>
                <c:pt idx="645">
                  <c:v>1.52475000001</c:v>
                </c:pt>
                <c:pt idx="646">
                  <c:v>1.52925000001</c:v>
                </c:pt>
                <c:pt idx="647">
                  <c:v>1.52950000001</c:v>
                </c:pt>
                <c:pt idx="648">
                  <c:v>1.53400000001</c:v>
                </c:pt>
                <c:pt idx="649">
                  <c:v>1.53450000001</c:v>
                </c:pt>
                <c:pt idx="650">
                  <c:v>1.53775000001</c:v>
                </c:pt>
                <c:pt idx="651">
                  <c:v>1.53900000001</c:v>
                </c:pt>
                <c:pt idx="652">
                  <c:v>1.54350000001</c:v>
                </c:pt>
                <c:pt idx="653">
                  <c:v>1.54375000001</c:v>
                </c:pt>
                <c:pt idx="654">
                  <c:v>1.54825000001</c:v>
                </c:pt>
                <c:pt idx="655">
                  <c:v>1.54850000001</c:v>
                </c:pt>
                <c:pt idx="656">
                  <c:v>1.55300000001</c:v>
                </c:pt>
                <c:pt idx="657">
                  <c:v>1.55325000001</c:v>
                </c:pt>
                <c:pt idx="658">
                  <c:v>1.55775000001</c:v>
                </c:pt>
                <c:pt idx="659">
                  <c:v>1.55800000001</c:v>
                </c:pt>
                <c:pt idx="660">
                  <c:v>1.56250000001</c:v>
                </c:pt>
                <c:pt idx="661">
                  <c:v>1.56275000001</c:v>
                </c:pt>
                <c:pt idx="662">
                  <c:v>1.56725000001</c:v>
                </c:pt>
                <c:pt idx="663">
                  <c:v>1.56750000001</c:v>
                </c:pt>
                <c:pt idx="664">
                  <c:v>1.57200000001</c:v>
                </c:pt>
                <c:pt idx="665">
                  <c:v>1.57225000001</c:v>
                </c:pt>
                <c:pt idx="666">
                  <c:v>1.57675000001</c:v>
                </c:pt>
                <c:pt idx="667">
                  <c:v>1.57700000001</c:v>
                </c:pt>
                <c:pt idx="668">
                  <c:v>1.58150000001</c:v>
                </c:pt>
                <c:pt idx="669">
                  <c:v>1.58175000001</c:v>
                </c:pt>
                <c:pt idx="670">
                  <c:v>1.58625000001</c:v>
                </c:pt>
                <c:pt idx="671">
                  <c:v>1.58650000001</c:v>
                </c:pt>
                <c:pt idx="672">
                  <c:v>1.59100000001</c:v>
                </c:pt>
                <c:pt idx="673">
                  <c:v>1.59125000001</c:v>
                </c:pt>
                <c:pt idx="674">
                  <c:v>1.59575000001</c:v>
                </c:pt>
                <c:pt idx="675">
                  <c:v>1.59600000001</c:v>
                </c:pt>
                <c:pt idx="676">
                  <c:v>1.60050000001</c:v>
                </c:pt>
                <c:pt idx="677">
                  <c:v>1.60350000001</c:v>
                </c:pt>
                <c:pt idx="678">
                  <c:v>1.60525000001</c:v>
                </c:pt>
                <c:pt idx="679">
                  <c:v>1.60550000001</c:v>
                </c:pt>
                <c:pt idx="680">
                  <c:v>1.61000000001</c:v>
                </c:pt>
                <c:pt idx="681">
                  <c:v>1.61025000001</c:v>
                </c:pt>
                <c:pt idx="682">
                  <c:v>1.61475000001</c:v>
                </c:pt>
                <c:pt idx="683">
                  <c:v>1.61500000001</c:v>
                </c:pt>
                <c:pt idx="684">
                  <c:v>1.61700000001</c:v>
                </c:pt>
                <c:pt idx="685">
                  <c:v>1.62025000001</c:v>
                </c:pt>
                <c:pt idx="686">
                  <c:v>1.62425000001</c:v>
                </c:pt>
                <c:pt idx="687">
                  <c:v>1.62450000001</c:v>
                </c:pt>
                <c:pt idx="688">
                  <c:v>1.62900000001</c:v>
                </c:pt>
                <c:pt idx="689">
                  <c:v>1.62925000001</c:v>
                </c:pt>
                <c:pt idx="690">
                  <c:v>1.63350000001</c:v>
                </c:pt>
                <c:pt idx="691">
                  <c:v>1.63400000001</c:v>
                </c:pt>
                <c:pt idx="692">
                  <c:v>1.63675000001</c:v>
                </c:pt>
                <c:pt idx="693">
                  <c:v>1.63875000001</c:v>
                </c:pt>
                <c:pt idx="694">
                  <c:v>1.64325000001</c:v>
                </c:pt>
                <c:pt idx="695">
                  <c:v>1.64350000001</c:v>
                </c:pt>
                <c:pt idx="696">
                  <c:v>1.64800000001</c:v>
                </c:pt>
                <c:pt idx="697">
                  <c:v>1.64825000001</c:v>
                </c:pt>
                <c:pt idx="698">
                  <c:v>1.65275000001</c:v>
                </c:pt>
                <c:pt idx="699">
                  <c:v>1.65300000001</c:v>
                </c:pt>
                <c:pt idx="700">
                  <c:v>1.65750000001</c:v>
                </c:pt>
                <c:pt idx="701">
                  <c:v>1.65775000001</c:v>
                </c:pt>
                <c:pt idx="702">
                  <c:v>1.66225000001</c:v>
                </c:pt>
                <c:pt idx="703">
                  <c:v>1.66250000001</c:v>
                </c:pt>
                <c:pt idx="704">
                  <c:v>1.66700000001</c:v>
                </c:pt>
                <c:pt idx="705">
                  <c:v>1.66725000001</c:v>
                </c:pt>
                <c:pt idx="706">
                  <c:v>1.67175000001</c:v>
                </c:pt>
                <c:pt idx="707">
                  <c:v>1.67200000001</c:v>
                </c:pt>
                <c:pt idx="708">
                  <c:v>1.67650000001</c:v>
                </c:pt>
                <c:pt idx="709">
                  <c:v>1.67675000001</c:v>
                </c:pt>
                <c:pt idx="710">
                  <c:v>1.67975000001</c:v>
                </c:pt>
                <c:pt idx="711">
                  <c:v>1.68150000001</c:v>
                </c:pt>
                <c:pt idx="712">
                  <c:v>1.68600000001</c:v>
                </c:pt>
                <c:pt idx="713">
                  <c:v>1.68625000001</c:v>
                </c:pt>
                <c:pt idx="714">
                  <c:v>1.69075000001</c:v>
                </c:pt>
                <c:pt idx="715">
                  <c:v>1.69100000001</c:v>
                </c:pt>
                <c:pt idx="716">
                  <c:v>1.69550000001</c:v>
                </c:pt>
                <c:pt idx="717">
                  <c:v>1.69625000001</c:v>
                </c:pt>
                <c:pt idx="718">
                  <c:v>1.70025000001</c:v>
                </c:pt>
                <c:pt idx="719">
                  <c:v>1.70050000001</c:v>
                </c:pt>
                <c:pt idx="720">
                  <c:v>1.70275000001</c:v>
                </c:pt>
                <c:pt idx="721">
                  <c:v>1.70525000001</c:v>
                </c:pt>
                <c:pt idx="722">
                  <c:v>1.70975000001</c:v>
                </c:pt>
                <c:pt idx="723">
                  <c:v>1.71000000001</c:v>
                </c:pt>
                <c:pt idx="724">
                  <c:v>1.71450000001</c:v>
                </c:pt>
                <c:pt idx="725">
                  <c:v>1.71575000001</c:v>
                </c:pt>
                <c:pt idx="726">
                  <c:v>1.71925000001</c:v>
                </c:pt>
                <c:pt idx="727">
                  <c:v>1.71950000001</c:v>
                </c:pt>
                <c:pt idx="728">
                  <c:v>1.72400000001</c:v>
                </c:pt>
                <c:pt idx="729">
                  <c:v>1.72425000001</c:v>
                </c:pt>
                <c:pt idx="730">
                  <c:v>1.72875000001</c:v>
                </c:pt>
                <c:pt idx="731">
                  <c:v>1.72900000001</c:v>
                </c:pt>
                <c:pt idx="732">
                  <c:v>1.73250000001</c:v>
                </c:pt>
                <c:pt idx="733">
                  <c:v>1.73575000001</c:v>
                </c:pt>
                <c:pt idx="734">
                  <c:v>1.73825000001</c:v>
                </c:pt>
                <c:pt idx="735">
                  <c:v>1.73850000001</c:v>
                </c:pt>
                <c:pt idx="736">
                  <c:v>1.74300000001</c:v>
                </c:pt>
                <c:pt idx="737">
                  <c:v>1.74325000001</c:v>
                </c:pt>
                <c:pt idx="738">
                  <c:v>1.74775000001</c:v>
                </c:pt>
                <c:pt idx="739">
                  <c:v>1.74800000001</c:v>
                </c:pt>
                <c:pt idx="740">
                  <c:v>1.75250000001</c:v>
                </c:pt>
                <c:pt idx="741">
                  <c:v>1.75275000001</c:v>
                </c:pt>
                <c:pt idx="742">
                  <c:v>1.75725000001</c:v>
                </c:pt>
                <c:pt idx="743">
                  <c:v>1.75750000001</c:v>
                </c:pt>
                <c:pt idx="744">
                  <c:v>1.76200000001</c:v>
                </c:pt>
                <c:pt idx="745">
                  <c:v>1.76225000001</c:v>
                </c:pt>
                <c:pt idx="746">
                  <c:v>1.76550000001</c:v>
                </c:pt>
                <c:pt idx="747">
                  <c:v>1.76850000001</c:v>
                </c:pt>
                <c:pt idx="748">
                  <c:v>1.77150000001</c:v>
                </c:pt>
                <c:pt idx="749">
                  <c:v>1.77175000001</c:v>
                </c:pt>
                <c:pt idx="750">
                  <c:v>1.77625000001</c:v>
                </c:pt>
                <c:pt idx="751">
                  <c:v>1.77650000001</c:v>
                </c:pt>
                <c:pt idx="752">
                  <c:v>1.77850000001</c:v>
                </c:pt>
                <c:pt idx="753">
                  <c:v>1.78125000001</c:v>
                </c:pt>
                <c:pt idx="754">
                  <c:v>1.78525000001</c:v>
                </c:pt>
                <c:pt idx="755">
                  <c:v>1.78600000001</c:v>
                </c:pt>
                <c:pt idx="756">
                  <c:v>1.79050000001</c:v>
                </c:pt>
                <c:pt idx="757">
                  <c:v>1.79075000001</c:v>
                </c:pt>
                <c:pt idx="758">
                  <c:v>1.79500000001</c:v>
                </c:pt>
                <c:pt idx="759">
                  <c:v>1.79550000001</c:v>
                </c:pt>
                <c:pt idx="760">
                  <c:v>1.80000000001</c:v>
                </c:pt>
                <c:pt idx="761">
                  <c:v>1.80025000001</c:v>
                </c:pt>
                <c:pt idx="762">
                  <c:v>1.80175000001</c:v>
                </c:pt>
                <c:pt idx="763">
                  <c:v>1.80500000001</c:v>
                </c:pt>
                <c:pt idx="764">
                  <c:v>1.80950000001</c:v>
                </c:pt>
                <c:pt idx="765">
                  <c:v>1.80975000001</c:v>
                </c:pt>
                <c:pt idx="766">
                  <c:v>1.81150000001</c:v>
                </c:pt>
                <c:pt idx="767">
                  <c:v>1.81450000001</c:v>
                </c:pt>
                <c:pt idx="768">
                  <c:v>1.81900000001</c:v>
                </c:pt>
                <c:pt idx="769">
                  <c:v>1.82150000001</c:v>
                </c:pt>
                <c:pt idx="770">
                  <c:v>1.82375000001</c:v>
                </c:pt>
                <c:pt idx="771">
                  <c:v>1.82400000001</c:v>
                </c:pt>
                <c:pt idx="772">
                  <c:v>1.82825000001</c:v>
                </c:pt>
                <c:pt idx="773">
                  <c:v>1.82875000001</c:v>
                </c:pt>
                <c:pt idx="774">
                  <c:v>1.83325000001</c:v>
                </c:pt>
                <c:pt idx="775">
                  <c:v>1.83350000001</c:v>
                </c:pt>
                <c:pt idx="776">
                  <c:v>1.83800000001</c:v>
                </c:pt>
                <c:pt idx="777">
                  <c:v>1.83825000001</c:v>
                </c:pt>
                <c:pt idx="778">
                  <c:v>1.84275000001</c:v>
                </c:pt>
                <c:pt idx="779">
                  <c:v>1.84300000001</c:v>
                </c:pt>
                <c:pt idx="780">
                  <c:v>1.84450000001</c:v>
                </c:pt>
                <c:pt idx="781">
                  <c:v>1.84775000001</c:v>
                </c:pt>
                <c:pt idx="782">
                  <c:v>1.85225000001</c:v>
                </c:pt>
                <c:pt idx="783">
                  <c:v>1.85450000001</c:v>
                </c:pt>
                <c:pt idx="784">
                  <c:v>1.85700000001</c:v>
                </c:pt>
                <c:pt idx="785">
                  <c:v>1.85725000001</c:v>
                </c:pt>
                <c:pt idx="786">
                  <c:v>1.86100000001</c:v>
                </c:pt>
                <c:pt idx="787">
                  <c:v>1.86200000001</c:v>
                </c:pt>
                <c:pt idx="788">
                  <c:v>1.86650000001</c:v>
                </c:pt>
                <c:pt idx="789">
                  <c:v>1.86675000001</c:v>
                </c:pt>
                <c:pt idx="790">
                  <c:v>1.86775000001</c:v>
                </c:pt>
                <c:pt idx="791">
                  <c:v>1.87150000001</c:v>
                </c:pt>
                <c:pt idx="792">
                  <c:v>1.87425000001</c:v>
                </c:pt>
                <c:pt idx="793">
                  <c:v>1.87625000001</c:v>
                </c:pt>
                <c:pt idx="794">
                  <c:v>1.88075000001</c:v>
                </c:pt>
                <c:pt idx="795">
                  <c:v>1.88100000001</c:v>
                </c:pt>
                <c:pt idx="796">
                  <c:v>1.88425000001</c:v>
                </c:pt>
                <c:pt idx="797">
                  <c:v>1.88575000001</c:v>
                </c:pt>
                <c:pt idx="798">
                  <c:v>1.89025000001</c:v>
                </c:pt>
                <c:pt idx="799">
                  <c:v>1.89400000001</c:v>
                </c:pt>
                <c:pt idx="800">
                  <c:v>1.89500000001</c:v>
                </c:pt>
                <c:pt idx="801">
                  <c:v>1.89525000001</c:v>
                </c:pt>
                <c:pt idx="802">
                  <c:v>1.89975000001</c:v>
                </c:pt>
                <c:pt idx="803">
                  <c:v>1.90000000001</c:v>
                </c:pt>
                <c:pt idx="804">
                  <c:v>1.90375000001</c:v>
                </c:pt>
                <c:pt idx="805">
                  <c:v>1.90475000001</c:v>
                </c:pt>
                <c:pt idx="806">
                  <c:v>1.90925000001</c:v>
                </c:pt>
                <c:pt idx="807">
                  <c:v>1.91050000001</c:v>
                </c:pt>
                <c:pt idx="808">
                  <c:v>1.91400000001</c:v>
                </c:pt>
                <c:pt idx="809">
                  <c:v>1.91425000001</c:v>
                </c:pt>
                <c:pt idx="810">
                  <c:v>1.91875000001</c:v>
                </c:pt>
                <c:pt idx="811">
                  <c:v>1.92050000001</c:v>
                </c:pt>
                <c:pt idx="812">
                  <c:v>1.92350000001</c:v>
                </c:pt>
                <c:pt idx="813">
                  <c:v>1.92375000001</c:v>
                </c:pt>
                <c:pt idx="814">
                  <c:v>1.92700000001</c:v>
                </c:pt>
                <c:pt idx="815">
                  <c:v>1.92850000001</c:v>
                </c:pt>
                <c:pt idx="816">
                  <c:v>1.93300000001</c:v>
                </c:pt>
                <c:pt idx="817">
                  <c:v>1.93325000001</c:v>
                </c:pt>
                <c:pt idx="818">
                  <c:v>1.93700000001</c:v>
                </c:pt>
                <c:pt idx="819">
                  <c:v>1.93800000001</c:v>
                </c:pt>
                <c:pt idx="820">
                  <c:v>1.94250000001</c:v>
                </c:pt>
                <c:pt idx="821">
                  <c:v>1.94350000001</c:v>
                </c:pt>
                <c:pt idx="822">
                  <c:v>1.94725000001</c:v>
                </c:pt>
                <c:pt idx="823">
                  <c:v>1.94750000001</c:v>
                </c:pt>
                <c:pt idx="824">
                  <c:v>1.95200000001</c:v>
                </c:pt>
                <c:pt idx="825">
                  <c:v>1.95350000001</c:v>
                </c:pt>
                <c:pt idx="826">
                  <c:v>1.95675000001</c:v>
                </c:pt>
                <c:pt idx="827">
                  <c:v>1.95700000001</c:v>
                </c:pt>
                <c:pt idx="828">
                  <c:v>1.96150000001</c:v>
                </c:pt>
                <c:pt idx="829">
                  <c:v>1.96175000001</c:v>
                </c:pt>
                <c:pt idx="830">
                  <c:v>1.96625000001</c:v>
                </c:pt>
                <c:pt idx="831">
                  <c:v>1.96675000001</c:v>
                </c:pt>
                <c:pt idx="832">
                  <c:v>1.97100000001</c:v>
                </c:pt>
                <c:pt idx="833">
                  <c:v>1.97125000001</c:v>
                </c:pt>
                <c:pt idx="834">
                  <c:v>1.97575000001</c:v>
                </c:pt>
                <c:pt idx="835">
                  <c:v>1.97650000001</c:v>
                </c:pt>
                <c:pt idx="836">
                  <c:v>1.98050000001</c:v>
                </c:pt>
                <c:pt idx="837">
                  <c:v>1.98300000001</c:v>
                </c:pt>
                <c:pt idx="838">
                  <c:v>1.98525000001</c:v>
                </c:pt>
                <c:pt idx="839">
                  <c:v>1.98550000001</c:v>
                </c:pt>
                <c:pt idx="840">
                  <c:v>1.99000000001</c:v>
                </c:pt>
                <c:pt idx="841">
                  <c:v>1.99025000001</c:v>
                </c:pt>
                <c:pt idx="842">
                  <c:v>1.99300000001</c:v>
                </c:pt>
                <c:pt idx="843">
                  <c:v>1.99500000001</c:v>
                </c:pt>
                <c:pt idx="844">
                  <c:v>1.99950000001</c:v>
                </c:pt>
                <c:pt idx="845">
                  <c:v>1.99975000001</c:v>
                </c:pt>
                <c:pt idx="846">
                  <c:v>2.00425000001</c:v>
                </c:pt>
                <c:pt idx="847">
                  <c:v>2.00450000001</c:v>
                </c:pt>
                <c:pt idx="848">
                  <c:v>2.00900000001</c:v>
                </c:pt>
                <c:pt idx="849">
                  <c:v>2.00975000001</c:v>
                </c:pt>
                <c:pt idx="850">
                  <c:v>2.01375000001</c:v>
                </c:pt>
                <c:pt idx="851">
                  <c:v>2.01400000001</c:v>
                </c:pt>
                <c:pt idx="852">
                  <c:v>2.01625000001</c:v>
                </c:pt>
                <c:pt idx="853">
                  <c:v>2.01875000001</c:v>
                </c:pt>
                <c:pt idx="854">
                  <c:v>2.02325000001</c:v>
                </c:pt>
                <c:pt idx="855">
                  <c:v>2.02350000001</c:v>
                </c:pt>
                <c:pt idx="856">
                  <c:v>2.02625000001</c:v>
                </c:pt>
                <c:pt idx="857">
                  <c:v>2.02825000001</c:v>
                </c:pt>
                <c:pt idx="858">
                  <c:v>2.03275000001</c:v>
                </c:pt>
                <c:pt idx="859">
                  <c:v>2.03300000001</c:v>
                </c:pt>
                <c:pt idx="860">
                  <c:v>2.03750000001</c:v>
                </c:pt>
                <c:pt idx="861">
                  <c:v>2.03775000001</c:v>
                </c:pt>
                <c:pt idx="862">
                  <c:v>2.04225000001</c:v>
                </c:pt>
                <c:pt idx="863">
                  <c:v>2.04275000001</c:v>
                </c:pt>
                <c:pt idx="864">
                  <c:v>2.04700000001</c:v>
                </c:pt>
                <c:pt idx="865">
                  <c:v>2.04925000001</c:v>
                </c:pt>
                <c:pt idx="866">
                  <c:v>2.05175000001</c:v>
                </c:pt>
                <c:pt idx="867">
                  <c:v>2.05200000001</c:v>
                </c:pt>
                <c:pt idx="868">
                  <c:v>2.05650000001</c:v>
                </c:pt>
                <c:pt idx="869">
                  <c:v>2.05900000001</c:v>
                </c:pt>
                <c:pt idx="870">
                  <c:v>2.06125000001</c:v>
                </c:pt>
                <c:pt idx="871">
                  <c:v>2.06150000001</c:v>
                </c:pt>
                <c:pt idx="872">
                  <c:v>2.06550000001</c:v>
                </c:pt>
                <c:pt idx="873">
                  <c:v>2.06625000001</c:v>
                </c:pt>
                <c:pt idx="874">
                  <c:v>2.07075000001</c:v>
                </c:pt>
                <c:pt idx="875">
                  <c:v>2.07100000001</c:v>
                </c:pt>
                <c:pt idx="876">
                  <c:v>2.07550000001</c:v>
                </c:pt>
                <c:pt idx="877">
                  <c:v>2.07575000001</c:v>
                </c:pt>
                <c:pt idx="878">
                  <c:v>2.08025000001</c:v>
                </c:pt>
                <c:pt idx="879">
                  <c:v>2.08225000001</c:v>
                </c:pt>
                <c:pt idx="880">
                  <c:v>2.08500000001</c:v>
                </c:pt>
                <c:pt idx="881">
                  <c:v>2.08525000001</c:v>
                </c:pt>
                <c:pt idx="882">
                  <c:v>2.08975000001</c:v>
                </c:pt>
                <c:pt idx="883">
                  <c:v>2.09200000001</c:v>
                </c:pt>
                <c:pt idx="884">
                  <c:v>2.09450000001</c:v>
                </c:pt>
                <c:pt idx="885">
                  <c:v>2.09475000001</c:v>
                </c:pt>
                <c:pt idx="886">
                  <c:v>2.09875000001</c:v>
                </c:pt>
                <c:pt idx="887">
                  <c:v>2.09950000001</c:v>
                </c:pt>
                <c:pt idx="888">
                  <c:v>2.10400000001</c:v>
                </c:pt>
                <c:pt idx="889">
                  <c:v>2.10425000001</c:v>
                </c:pt>
                <c:pt idx="890">
                  <c:v>2.10850000001</c:v>
                </c:pt>
                <c:pt idx="891">
                  <c:v>2.10900000001</c:v>
                </c:pt>
                <c:pt idx="892">
                  <c:v>2.11350000001</c:v>
                </c:pt>
                <c:pt idx="893">
                  <c:v>2.11375000001</c:v>
                </c:pt>
                <c:pt idx="894">
                  <c:v>2.11525000001</c:v>
                </c:pt>
                <c:pt idx="895">
                  <c:v>2.11850000001</c:v>
                </c:pt>
                <c:pt idx="896">
                  <c:v>2.12300000001</c:v>
                </c:pt>
                <c:pt idx="897">
                  <c:v>2.12500000001</c:v>
                </c:pt>
                <c:pt idx="898">
                  <c:v>2.12775000001</c:v>
                </c:pt>
                <c:pt idx="899">
                  <c:v>2.12800000001</c:v>
                </c:pt>
                <c:pt idx="900">
                  <c:v>2.13175000001</c:v>
                </c:pt>
                <c:pt idx="901">
                  <c:v>2.13275000001</c:v>
                </c:pt>
                <c:pt idx="902">
                  <c:v>2.13725000001</c:v>
                </c:pt>
                <c:pt idx="903">
                  <c:v>2.13750000001</c:v>
                </c:pt>
                <c:pt idx="904">
                  <c:v>2.14150000001</c:v>
                </c:pt>
                <c:pt idx="905">
                  <c:v>2.14225000001</c:v>
                </c:pt>
                <c:pt idx="906">
                  <c:v>2.14675000001</c:v>
                </c:pt>
                <c:pt idx="907">
                  <c:v>2.14825000001</c:v>
                </c:pt>
                <c:pt idx="908">
                  <c:v>2.15150000001</c:v>
                </c:pt>
                <c:pt idx="909">
                  <c:v>2.15175000001</c:v>
                </c:pt>
                <c:pt idx="910">
                  <c:v>2.15500000001</c:v>
                </c:pt>
                <c:pt idx="911">
                  <c:v>2.15650000001</c:v>
                </c:pt>
                <c:pt idx="912">
                  <c:v>2.16100000001</c:v>
                </c:pt>
                <c:pt idx="913">
                  <c:v>2.16150000001</c:v>
                </c:pt>
                <c:pt idx="914">
                  <c:v>2.16575000001</c:v>
                </c:pt>
                <c:pt idx="915">
                  <c:v>2.16600000001</c:v>
                </c:pt>
                <c:pt idx="916">
                  <c:v>2.17050000001</c:v>
                </c:pt>
                <c:pt idx="917">
                  <c:v>2.17075000001</c:v>
                </c:pt>
                <c:pt idx="918">
                  <c:v>2.17450000001</c:v>
                </c:pt>
                <c:pt idx="919">
                  <c:v>2.17550000001</c:v>
                </c:pt>
                <c:pt idx="920">
                  <c:v>2.17800000001</c:v>
                </c:pt>
                <c:pt idx="921">
                  <c:v>2.18025000001</c:v>
                </c:pt>
                <c:pt idx="922">
                  <c:v>2.18475000001</c:v>
                </c:pt>
                <c:pt idx="923">
                  <c:v>2.18500000001</c:v>
                </c:pt>
                <c:pt idx="924">
                  <c:v>2.18950000001</c:v>
                </c:pt>
                <c:pt idx="925">
                  <c:v>2.19100000001</c:v>
                </c:pt>
                <c:pt idx="926">
                  <c:v>2.19425000001</c:v>
                </c:pt>
                <c:pt idx="927">
                  <c:v>2.19775000001</c:v>
                </c:pt>
                <c:pt idx="928">
                  <c:v>2.19900000001</c:v>
                </c:pt>
                <c:pt idx="929">
                  <c:v>2.19925000001</c:v>
                </c:pt>
                <c:pt idx="930">
                  <c:v>2.20375000001</c:v>
                </c:pt>
                <c:pt idx="931">
                  <c:v>2.20400000001</c:v>
                </c:pt>
                <c:pt idx="932">
                  <c:v>2.20750000001</c:v>
                </c:pt>
                <c:pt idx="933">
                  <c:v>2.20875000001</c:v>
                </c:pt>
                <c:pt idx="934">
                  <c:v>2.21325000001</c:v>
                </c:pt>
                <c:pt idx="935">
                  <c:v>2.21425000001</c:v>
                </c:pt>
                <c:pt idx="936">
                  <c:v>2.21800000001</c:v>
                </c:pt>
                <c:pt idx="937">
                  <c:v>2.21825000001</c:v>
                </c:pt>
                <c:pt idx="938">
                  <c:v>2.22275000001</c:v>
                </c:pt>
                <c:pt idx="939">
                  <c:v>2.22400000001</c:v>
                </c:pt>
                <c:pt idx="940">
                  <c:v>2.22750000001</c:v>
                </c:pt>
                <c:pt idx="941">
                  <c:v>2.22775000001</c:v>
                </c:pt>
                <c:pt idx="942">
                  <c:v>2.23075000001</c:v>
                </c:pt>
                <c:pt idx="943">
                  <c:v>2.23250000001</c:v>
                </c:pt>
                <c:pt idx="944">
                  <c:v>2.23700000001</c:v>
                </c:pt>
                <c:pt idx="945">
                  <c:v>2.23750000001</c:v>
                </c:pt>
                <c:pt idx="946">
                  <c:v>2.24175000001</c:v>
                </c:pt>
                <c:pt idx="947">
                  <c:v>2.24200000001</c:v>
                </c:pt>
                <c:pt idx="948">
                  <c:v>2.24650000001</c:v>
                </c:pt>
                <c:pt idx="949">
                  <c:v>2.24700000001</c:v>
                </c:pt>
                <c:pt idx="950">
                  <c:v>2.25125000001</c:v>
                </c:pt>
                <c:pt idx="951">
                  <c:v>2.25375000001</c:v>
                </c:pt>
                <c:pt idx="952">
                  <c:v>2.25600000001</c:v>
                </c:pt>
                <c:pt idx="953">
                  <c:v>2.25625000001</c:v>
                </c:pt>
                <c:pt idx="954">
                  <c:v>2.26075000001</c:v>
                </c:pt>
                <c:pt idx="955">
                  <c:v>2.26350000001</c:v>
                </c:pt>
                <c:pt idx="956">
                  <c:v>2.26550000001</c:v>
                </c:pt>
                <c:pt idx="957">
                  <c:v>2.26575000001</c:v>
                </c:pt>
                <c:pt idx="958">
                  <c:v>2.27025000001</c:v>
                </c:pt>
                <c:pt idx="959">
                  <c:v>2.27050000001</c:v>
                </c:pt>
                <c:pt idx="960">
                  <c:v>2.27500000001</c:v>
                </c:pt>
                <c:pt idx="961">
                  <c:v>2.27525000001</c:v>
                </c:pt>
                <c:pt idx="962">
                  <c:v>2.27975000001</c:v>
                </c:pt>
                <c:pt idx="963">
                  <c:v>2.28025000001</c:v>
                </c:pt>
                <c:pt idx="964">
                  <c:v>2.28450000001</c:v>
                </c:pt>
                <c:pt idx="965">
                  <c:v>2.28675000001</c:v>
                </c:pt>
                <c:pt idx="966">
                  <c:v>2.28925000001</c:v>
                </c:pt>
                <c:pt idx="967">
                  <c:v>2.28950000001</c:v>
                </c:pt>
                <c:pt idx="968">
                  <c:v>2.29400000001</c:v>
                </c:pt>
                <c:pt idx="969">
                  <c:v>2.29425000001</c:v>
                </c:pt>
                <c:pt idx="970">
                  <c:v>2.29675000001</c:v>
                </c:pt>
                <c:pt idx="971">
                  <c:v>2.29900000001</c:v>
                </c:pt>
                <c:pt idx="972">
                  <c:v>2.30325000001</c:v>
                </c:pt>
                <c:pt idx="973">
                  <c:v>2.30375000001</c:v>
                </c:pt>
                <c:pt idx="974">
                  <c:v>2.30825000001</c:v>
                </c:pt>
                <c:pt idx="975">
                  <c:v>2.30850000001</c:v>
                </c:pt>
                <c:pt idx="976">
                  <c:v>2.31300000001</c:v>
                </c:pt>
                <c:pt idx="977">
                  <c:v>2.31325000001</c:v>
                </c:pt>
                <c:pt idx="978">
                  <c:v>2.31775000001</c:v>
                </c:pt>
                <c:pt idx="979">
                  <c:v>2.31975000001</c:v>
                </c:pt>
                <c:pt idx="980">
                  <c:v>2.32250000001</c:v>
                </c:pt>
                <c:pt idx="981">
                  <c:v>2.32275000001</c:v>
                </c:pt>
                <c:pt idx="982">
                  <c:v>2.32725000001</c:v>
                </c:pt>
                <c:pt idx="983">
                  <c:v>2.32750000001</c:v>
                </c:pt>
                <c:pt idx="984">
                  <c:v>2.32975000001</c:v>
                </c:pt>
                <c:pt idx="985">
                  <c:v>2.33625000001</c:v>
                </c:pt>
                <c:pt idx="986">
                  <c:v>2.33675000001</c:v>
                </c:pt>
                <c:pt idx="987">
                  <c:v>2.33700000001</c:v>
                </c:pt>
                <c:pt idx="988">
                  <c:v>2.34150000001</c:v>
                </c:pt>
                <c:pt idx="989">
                  <c:v>2.34175000001</c:v>
                </c:pt>
                <c:pt idx="990">
                  <c:v>2.34625000001</c:v>
                </c:pt>
                <c:pt idx="991">
                  <c:v>2.34650000001</c:v>
                </c:pt>
                <c:pt idx="992">
                  <c:v>2.34950000001</c:v>
                </c:pt>
                <c:pt idx="993">
                  <c:v>2.35125000001</c:v>
                </c:pt>
                <c:pt idx="994">
                  <c:v>2.35575000001</c:v>
                </c:pt>
                <c:pt idx="995">
                  <c:v>2.35600000001</c:v>
                </c:pt>
                <c:pt idx="996">
                  <c:v>2.36050000001</c:v>
                </c:pt>
                <c:pt idx="997">
                  <c:v>2.36275000001</c:v>
                </c:pt>
                <c:pt idx="998">
                  <c:v>2.36525000001</c:v>
                </c:pt>
                <c:pt idx="999">
                  <c:v>2.36550000001</c:v>
                </c:pt>
                <c:pt idx="1000">
                  <c:v>2.36925000001</c:v>
                </c:pt>
                <c:pt idx="1001">
                  <c:v>2.37025000001</c:v>
                </c:pt>
                <c:pt idx="1002">
                  <c:v>2.37475000001</c:v>
                </c:pt>
                <c:pt idx="1003">
                  <c:v>2.37500000001</c:v>
                </c:pt>
                <c:pt idx="1004">
                  <c:v>2.37925000001</c:v>
                </c:pt>
                <c:pt idx="1005">
                  <c:v>2.37975000001</c:v>
                </c:pt>
                <c:pt idx="1006">
                  <c:v>2.38425000001</c:v>
                </c:pt>
                <c:pt idx="1007">
                  <c:v>2.38575000001</c:v>
                </c:pt>
                <c:pt idx="1008">
                  <c:v>2.38900000001</c:v>
                </c:pt>
                <c:pt idx="1009">
                  <c:v>2.38925000001</c:v>
                </c:pt>
                <c:pt idx="1010">
                  <c:v>2.39375000001</c:v>
                </c:pt>
                <c:pt idx="1011">
                  <c:v>2.39575000001</c:v>
                </c:pt>
                <c:pt idx="1012">
                  <c:v>2.39850000001</c:v>
                </c:pt>
                <c:pt idx="1013">
                  <c:v>2.39875000001</c:v>
                </c:pt>
                <c:pt idx="1014">
                  <c:v>2.40225000001</c:v>
                </c:pt>
                <c:pt idx="1015">
                  <c:v>2.40350000001</c:v>
                </c:pt>
                <c:pt idx="1016">
                  <c:v>2.40800000001</c:v>
                </c:pt>
                <c:pt idx="1017">
                  <c:v>2.40825000001</c:v>
                </c:pt>
                <c:pt idx="1018">
                  <c:v>2.41225000001</c:v>
                </c:pt>
                <c:pt idx="1019">
                  <c:v>2.41300000001</c:v>
                </c:pt>
                <c:pt idx="1020">
                  <c:v>2.41750000001</c:v>
                </c:pt>
                <c:pt idx="1021">
                  <c:v>2.41775000001</c:v>
                </c:pt>
                <c:pt idx="1022">
                  <c:v>2.42200000001</c:v>
                </c:pt>
                <c:pt idx="1023">
                  <c:v>2.42250000001</c:v>
                </c:pt>
                <c:pt idx="1024">
                  <c:v>2.42550000001</c:v>
                </c:pt>
                <c:pt idx="1025">
                  <c:v>2.42725000001</c:v>
                </c:pt>
                <c:pt idx="1026">
                  <c:v>2.43175000001</c:v>
                </c:pt>
                <c:pt idx="1027">
                  <c:v>2.43200000001</c:v>
                </c:pt>
                <c:pt idx="1028">
                  <c:v>2.43550000001</c:v>
                </c:pt>
                <c:pt idx="1029">
                  <c:v>2.43675000001</c:v>
                </c:pt>
                <c:pt idx="1030">
                  <c:v>2.44125000001</c:v>
                </c:pt>
                <c:pt idx="1031">
                  <c:v>2.44175000001</c:v>
                </c:pt>
                <c:pt idx="1032">
                  <c:v>2.44600000001</c:v>
                </c:pt>
                <c:pt idx="1033">
                  <c:v>2.44625000001</c:v>
                </c:pt>
                <c:pt idx="1034">
                  <c:v>2.45075000001</c:v>
                </c:pt>
                <c:pt idx="1035">
                  <c:v>2.45175000001</c:v>
                </c:pt>
                <c:pt idx="1036">
                  <c:v>2.45550000001</c:v>
                </c:pt>
                <c:pt idx="1037">
                  <c:v>2.45575000001</c:v>
                </c:pt>
                <c:pt idx="1038">
                  <c:v>2.45850000001</c:v>
                </c:pt>
                <c:pt idx="1039">
                  <c:v>2.46050000001</c:v>
                </c:pt>
                <c:pt idx="1040">
                  <c:v>2.46500000001</c:v>
                </c:pt>
                <c:pt idx="1041">
                  <c:v>2.46525000001</c:v>
                </c:pt>
                <c:pt idx="1042">
                  <c:v>2.46825000001</c:v>
                </c:pt>
                <c:pt idx="1043">
                  <c:v>2.47000000001</c:v>
                </c:pt>
                <c:pt idx="1044">
                  <c:v>2.47450000001</c:v>
                </c:pt>
                <c:pt idx="1045">
                  <c:v>2.47500000001</c:v>
                </c:pt>
                <c:pt idx="1046">
                  <c:v>2.47925000001</c:v>
                </c:pt>
                <c:pt idx="1047">
                  <c:v>2.47950000001</c:v>
                </c:pt>
                <c:pt idx="1048">
                  <c:v>2.48400000001</c:v>
                </c:pt>
                <c:pt idx="1049">
                  <c:v>2.48475000001</c:v>
                </c:pt>
                <c:pt idx="1050">
                  <c:v>2.48875000001</c:v>
                </c:pt>
                <c:pt idx="1051">
                  <c:v>2.48900000001</c:v>
                </c:pt>
                <c:pt idx="1052">
                  <c:v>2.49150000001</c:v>
                </c:pt>
                <c:pt idx="1053">
                  <c:v>2.49375000001</c:v>
                </c:pt>
                <c:pt idx="1054">
                  <c:v>2.49825000001</c:v>
                </c:pt>
                <c:pt idx="1055">
                  <c:v>2.49850000001</c:v>
                </c:pt>
                <c:pt idx="1056">
                  <c:v>2.50150000001</c:v>
                </c:pt>
                <c:pt idx="1057">
                  <c:v>2.50325000001</c:v>
                </c:pt>
                <c:pt idx="1058">
                  <c:v>2.50775000001</c:v>
                </c:pt>
                <c:pt idx="1059">
                  <c:v>2.51100000001</c:v>
                </c:pt>
                <c:pt idx="1060">
                  <c:v>2.51250000001</c:v>
                </c:pt>
                <c:pt idx="1061">
                  <c:v>2.51275000001</c:v>
                </c:pt>
                <c:pt idx="1062">
                  <c:v>2.51725000001</c:v>
                </c:pt>
                <c:pt idx="1063">
                  <c:v>2.51800000001</c:v>
                </c:pt>
                <c:pt idx="1064">
                  <c:v>2.52200000001</c:v>
                </c:pt>
                <c:pt idx="1065">
                  <c:v>2.52225000001</c:v>
                </c:pt>
                <c:pt idx="1066">
                  <c:v>2.52450000001</c:v>
                </c:pt>
                <c:pt idx="1067">
                  <c:v>2.52700000001</c:v>
                </c:pt>
                <c:pt idx="1068">
                  <c:v>2.53150000001</c:v>
                </c:pt>
                <c:pt idx="1069">
                  <c:v>2.53425000001</c:v>
                </c:pt>
                <c:pt idx="1070">
                  <c:v>2.53625000001</c:v>
                </c:pt>
                <c:pt idx="1071">
                  <c:v>2.53650000001</c:v>
                </c:pt>
                <c:pt idx="1072">
                  <c:v>2.54100000001</c:v>
                </c:pt>
                <c:pt idx="1073">
                  <c:v>2.54125000001</c:v>
                </c:pt>
                <c:pt idx="1074">
                  <c:v>2.54575000001</c:v>
                </c:pt>
                <c:pt idx="1075">
                  <c:v>2.54600000001</c:v>
                </c:pt>
                <c:pt idx="1076">
                  <c:v>2.55050000001</c:v>
                </c:pt>
                <c:pt idx="1077">
                  <c:v>2.55075000001</c:v>
                </c:pt>
                <c:pt idx="1078">
                  <c:v>2.55525000001</c:v>
                </c:pt>
                <c:pt idx="1079">
                  <c:v>2.55750000001</c:v>
                </c:pt>
                <c:pt idx="1080">
                  <c:v>2.56000000001</c:v>
                </c:pt>
                <c:pt idx="1081">
                  <c:v>2.56025000001</c:v>
                </c:pt>
                <c:pt idx="1082">
                  <c:v>2.56475000001</c:v>
                </c:pt>
                <c:pt idx="1083">
                  <c:v>2.56725000001</c:v>
                </c:pt>
                <c:pt idx="1084">
                  <c:v>2.56950000001</c:v>
                </c:pt>
                <c:pt idx="1085">
                  <c:v>2.56975000001</c:v>
                </c:pt>
                <c:pt idx="1086">
                  <c:v>2.57400000001</c:v>
                </c:pt>
                <c:pt idx="1087">
                  <c:v>2.57450000001</c:v>
                </c:pt>
                <c:pt idx="1088">
                  <c:v>2.57900000001</c:v>
                </c:pt>
                <c:pt idx="1089">
                  <c:v>2.57925000001</c:v>
                </c:pt>
                <c:pt idx="1090">
                  <c:v>2.58375000001</c:v>
                </c:pt>
                <c:pt idx="1091">
                  <c:v>2.58400000001</c:v>
                </c:pt>
                <c:pt idx="1092">
                  <c:v>2.58850000001</c:v>
                </c:pt>
                <c:pt idx="1093">
                  <c:v>2.58875000001</c:v>
                </c:pt>
                <c:pt idx="1094">
                  <c:v>2.59050000001</c:v>
                </c:pt>
                <c:pt idx="1095">
                  <c:v>2.59350000001</c:v>
                </c:pt>
                <c:pt idx="1096">
                  <c:v>2.59800000001</c:v>
                </c:pt>
                <c:pt idx="1097">
                  <c:v>2.59825000001</c:v>
                </c:pt>
                <c:pt idx="1098">
                  <c:v>2.60050000001</c:v>
                </c:pt>
                <c:pt idx="1099">
                  <c:v>2.60300000001</c:v>
                </c:pt>
                <c:pt idx="1100">
                  <c:v>2.60700000001</c:v>
                </c:pt>
                <c:pt idx="1101">
                  <c:v>2.60775000001</c:v>
                </c:pt>
                <c:pt idx="1102">
                  <c:v>2.61225000001</c:v>
                </c:pt>
                <c:pt idx="1103">
                  <c:v>2.61250000001</c:v>
                </c:pt>
                <c:pt idx="1104">
                  <c:v>2.61700000001</c:v>
                </c:pt>
                <c:pt idx="1105">
                  <c:v>2.61725000001</c:v>
                </c:pt>
                <c:pt idx="1106">
                  <c:v>2.62175000001</c:v>
                </c:pt>
                <c:pt idx="1107">
                  <c:v>2.62200000001</c:v>
                </c:pt>
                <c:pt idx="1108">
                  <c:v>2.62650000001</c:v>
                </c:pt>
                <c:pt idx="1109">
                  <c:v>2.62675000001</c:v>
                </c:pt>
                <c:pt idx="1110">
                  <c:v>2.63125000001</c:v>
                </c:pt>
                <c:pt idx="1111">
                  <c:v>2.63325000001</c:v>
                </c:pt>
                <c:pt idx="1112">
                  <c:v>2.63600000001</c:v>
                </c:pt>
                <c:pt idx="1113">
                  <c:v>2.63675000001</c:v>
                </c:pt>
                <c:pt idx="1114">
                  <c:v>2.64075000001</c:v>
                </c:pt>
                <c:pt idx="1115">
                  <c:v>2.64100000001</c:v>
                </c:pt>
                <c:pt idx="1116">
                  <c:v>2.64550000001</c:v>
                </c:pt>
                <c:pt idx="1117">
                  <c:v>2.64575000001</c:v>
                </c:pt>
                <c:pt idx="1118">
                  <c:v>2.64675000001</c:v>
                </c:pt>
                <c:pt idx="1119">
                  <c:v>2.65050000001</c:v>
                </c:pt>
                <c:pt idx="1120">
                  <c:v>2.65500000001</c:v>
                </c:pt>
                <c:pt idx="1121">
                  <c:v>2.65650000001</c:v>
                </c:pt>
                <c:pt idx="1122">
                  <c:v>2.65975000001</c:v>
                </c:pt>
                <c:pt idx="1123">
                  <c:v>2.66000000001</c:v>
                </c:pt>
                <c:pt idx="1124">
                  <c:v>2.66450000001</c:v>
                </c:pt>
                <c:pt idx="1125">
                  <c:v>2.66625000001</c:v>
                </c:pt>
                <c:pt idx="1126">
                  <c:v>2.66925000001</c:v>
                </c:pt>
                <c:pt idx="1127">
                  <c:v>2.66950000001</c:v>
                </c:pt>
                <c:pt idx="1128">
                  <c:v>2.67300000001</c:v>
                </c:pt>
                <c:pt idx="1129">
                  <c:v>2.67425000001</c:v>
                </c:pt>
                <c:pt idx="1130">
                  <c:v>2.67875000001</c:v>
                </c:pt>
                <c:pt idx="1131">
                  <c:v>2.67900000001</c:v>
                </c:pt>
                <c:pt idx="1132">
                  <c:v>2.68275000001</c:v>
                </c:pt>
                <c:pt idx="1133">
                  <c:v>2.68375000001</c:v>
                </c:pt>
                <c:pt idx="1134">
                  <c:v>2.68825000001</c:v>
                </c:pt>
                <c:pt idx="1135">
                  <c:v>2.68950000001</c:v>
                </c:pt>
                <c:pt idx="1136">
                  <c:v>2.69300000001</c:v>
                </c:pt>
                <c:pt idx="1137">
                  <c:v>2.69325000001</c:v>
                </c:pt>
                <c:pt idx="1138">
                  <c:v>2.69775000001</c:v>
                </c:pt>
                <c:pt idx="1139">
                  <c:v>2.69925000001</c:v>
                </c:pt>
                <c:pt idx="1140">
                  <c:v>2.70250000001</c:v>
                </c:pt>
                <c:pt idx="1141">
                  <c:v>2.70275000001</c:v>
                </c:pt>
                <c:pt idx="1142">
                  <c:v>2.70600000001</c:v>
                </c:pt>
                <c:pt idx="1143">
                  <c:v>2.70750000001</c:v>
                </c:pt>
                <c:pt idx="1144">
                  <c:v>2.71200000001</c:v>
                </c:pt>
                <c:pt idx="1145">
                  <c:v>2.71250000001</c:v>
                </c:pt>
                <c:pt idx="1146">
                  <c:v>2.71675000001</c:v>
                </c:pt>
                <c:pt idx="1147">
                  <c:v>2.71700000001</c:v>
                </c:pt>
                <c:pt idx="1148">
                  <c:v>2.72150000001</c:v>
                </c:pt>
                <c:pt idx="1149">
                  <c:v>2.72250000001</c:v>
                </c:pt>
                <c:pt idx="1150">
                  <c:v>2.72625000001</c:v>
                </c:pt>
                <c:pt idx="1151">
                  <c:v>2.72900000001</c:v>
                </c:pt>
                <c:pt idx="1152">
                  <c:v>2.73100000001</c:v>
                </c:pt>
                <c:pt idx="1153">
                  <c:v>2.73125000001</c:v>
                </c:pt>
                <c:pt idx="1154">
                  <c:v>2.73575000001</c:v>
                </c:pt>
                <c:pt idx="1155">
                  <c:v>2.73600000001</c:v>
                </c:pt>
                <c:pt idx="1156">
                  <c:v>2.73900000001</c:v>
                </c:pt>
                <c:pt idx="1157">
                  <c:v>2.74075000001</c:v>
                </c:pt>
                <c:pt idx="1158">
                  <c:v>2.74525000001</c:v>
                </c:pt>
                <c:pt idx="1159">
                  <c:v>2.74550000001</c:v>
                </c:pt>
                <c:pt idx="1160">
                  <c:v>2.75000000001</c:v>
                </c:pt>
                <c:pt idx="1161">
                  <c:v>2.75025000001</c:v>
                </c:pt>
                <c:pt idx="1162">
                  <c:v>2.75475000001</c:v>
                </c:pt>
                <c:pt idx="1163">
                  <c:v>2.75550000001</c:v>
                </c:pt>
                <c:pt idx="1164">
                  <c:v>2.75950000001</c:v>
                </c:pt>
                <c:pt idx="1165">
                  <c:v>2.76200000001</c:v>
                </c:pt>
                <c:pt idx="1166">
                  <c:v>2.76425000001</c:v>
                </c:pt>
                <c:pt idx="1167">
                  <c:v>2.76450000001</c:v>
                </c:pt>
                <c:pt idx="1168">
                  <c:v>2.76900000001</c:v>
                </c:pt>
                <c:pt idx="1169">
                  <c:v>2.76925000001</c:v>
                </c:pt>
                <c:pt idx="1170">
                  <c:v>2.77200000001</c:v>
                </c:pt>
                <c:pt idx="1171">
                  <c:v>2.77400000001</c:v>
                </c:pt>
                <c:pt idx="1172">
                  <c:v>2.77850000001</c:v>
                </c:pt>
                <c:pt idx="1173">
                  <c:v>2.77875000001</c:v>
                </c:pt>
                <c:pt idx="1174">
                  <c:v>2.78325000001</c:v>
                </c:pt>
                <c:pt idx="1175">
                  <c:v>2.78350000001</c:v>
                </c:pt>
                <c:pt idx="1176">
                  <c:v>2.78800000001</c:v>
                </c:pt>
                <c:pt idx="1177">
                  <c:v>2.78850000001</c:v>
                </c:pt>
                <c:pt idx="1178">
                  <c:v>2.79275000001</c:v>
                </c:pt>
                <c:pt idx="1179">
                  <c:v>2.79500000001</c:v>
                </c:pt>
                <c:pt idx="1180">
                  <c:v>2.79750000001</c:v>
                </c:pt>
                <c:pt idx="1181">
                  <c:v>2.79775000001</c:v>
                </c:pt>
                <c:pt idx="1182">
                  <c:v>2.80225000001</c:v>
                </c:pt>
                <c:pt idx="1183">
                  <c:v>2.80250000001</c:v>
                </c:pt>
                <c:pt idx="1184">
                  <c:v>2.80500000001</c:v>
                </c:pt>
                <c:pt idx="1185">
                  <c:v>2.80725000001</c:v>
                </c:pt>
                <c:pt idx="1186">
                  <c:v>2.81150000001</c:v>
                </c:pt>
                <c:pt idx="1187">
                  <c:v>2.81200000001</c:v>
                </c:pt>
                <c:pt idx="1188">
                  <c:v>2.81650000001</c:v>
                </c:pt>
                <c:pt idx="1189">
                  <c:v>2.81675000001</c:v>
                </c:pt>
                <c:pt idx="1190">
                  <c:v>2.82125000001</c:v>
                </c:pt>
                <c:pt idx="1191">
                  <c:v>2.82150000001</c:v>
                </c:pt>
                <c:pt idx="1192">
                  <c:v>2.82600000001</c:v>
                </c:pt>
                <c:pt idx="1193">
                  <c:v>2.82800000001</c:v>
                </c:pt>
                <c:pt idx="1194">
                  <c:v>2.83075000001</c:v>
                </c:pt>
                <c:pt idx="1195">
                  <c:v>2.83100000001</c:v>
                </c:pt>
                <c:pt idx="1196">
                  <c:v>2.83550000001</c:v>
                </c:pt>
                <c:pt idx="1197">
                  <c:v>2.83775000001</c:v>
                </c:pt>
                <c:pt idx="1198">
                  <c:v>2.84025000001</c:v>
                </c:pt>
                <c:pt idx="1199">
                  <c:v>2.84050000001</c:v>
                </c:pt>
                <c:pt idx="1200">
                  <c:v>2.84450000001</c:v>
                </c:pt>
                <c:pt idx="1201">
                  <c:v>2.84525000001</c:v>
                </c:pt>
                <c:pt idx="1202">
                  <c:v>2.84975000001</c:v>
                </c:pt>
                <c:pt idx="1203">
                  <c:v>2.85000000001</c:v>
                </c:pt>
                <c:pt idx="1204">
                  <c:v>2.85450000001</c:v>
                </c:pt>
                <c:pt idx="1205">
                  <c:v>2.85475000001</c:v>
                </c:pt>
                <c:pt idx="1206">
                  <c:v>2.85925000001</c:v>
                </c:pt>
                <c:pt idx="1207">
                  <c:v>2.86100000001</c:v>
                </c:pt>
                <c:pt idx="1208">
                  <c:v>2.86400000001</c:v>
                </c:pt>
                <c:pt idx="1209">
                  <c:v>2.86425000001</c:v>
                </c:pt>
                <c:pt idx="1210">
                  <c:v>2.86875000001</c:v>
                </c:pt>
                <c:pt idx="1211">
                  <c:v>2.87100000001</c:v>
                </c:pt>
                <c:pt idx="1212">
                  <c:v>2.87350000001</c:v>
                </c:pt>
                <c:pt idx="1213">
                  <c:v>2.87375000001</c:v>
                </c:pt>
                <c:pt idx="1214">
                  <c:v>2.87825000001</c:v>
                </c:pt>
                <c:pt idx="1215">
                  <c:v>2.88075000001</c:v>
                </c:pt>
                <c:pt idx="1216">
                  <c:v>2.88300000001</c:v>
                </c:pt>
                <c:pt idx="1217">
                  <c:v>2.88325000001</c:v>
                </c:pt>
                <c:pt idx="1218">
                  <c:v>2.88725000001</c:v>
                </c:pt>
                <c:pt idx="1219">
                  <c:v>2.88800000001</c:v>
                </c:pt>
                <c:pt idx="1220">
                  <c:v>2.89250000001</c:v>
                </c:pt>
                <c:pt idx="1221">
                  <c:v>2.89275000001</c:v>
                </c:pt>
                <c:pt idx="1222">
                  <c:v>2.89725000001</c:v>
                </c:pt>
                <c:pt idx="1223">
                  <c:v>2.89750000001</c:v>
                </c:pt>
                <c:pt idx="1224">
                  <c:v>2.90075000001</c:v>
                </c:pt>
                <c:pt idx="1225">
                  <c:v>2.90225000001</c:v>
                </c:pt>
                <c:pt idx="1226">
                  <c:v>2.90675000001</c:v>
                </c:pt>
                <c:pt idx="1227">
                  <c:v>2.90700000001</c:v>
                </c:pt>
                <c:pt idx="1228">
                  <c:v>2.91075000001</c:v>
                </c:pt>
                <c:pt idx="1229">
                  <c:v>2.91175000001</c:v>
                </c:pt>
                <c:pt idx="1230">
                  <c:v>2.91625000001</c:v>
                </c:pt>
                <c:pt idx="1231">
                  <c:v>2.91725000001</c:v>
                </c:pt>
                <c:pt idx="1232">
                  <c:v>2.92100000001</c:v>
                </c:pt>
                <c:pt idx="1233">
                  <c:v>2.92125000001</c:v>
                </c:pt>
                <c:pt idx="1234">
                  <c:v>2.92575000001</c:v>
                </c:pt>
                <c:pt idx="1235">
                  <c:v>2.92700000001</c:v>
                </c:pt>
                <c:pt idx="1236">
                  <c:v>2.93050000001</c:v>
                </c:pt>
                <c:pt idx="1237">
                  <c:v>2.93075000001</c:v>
                </c:pt>
                <c:pt idx="1238">
                  <c:v>2.93375000001</c:v>
                </c:pt>
                <c:pt idx="1239">
                  <c:v>2.93550000001</c:v>
                </c:pt>
                <c:pt idx="1240">
                  <c:v>2.94000000001</c:v>
                </c:pt>
                <c:pt idx="1241">
                  <c:v>2.94025000001</c:v>
                </c:pt>
                <c:pt idx="1242">
                  <c:v>2.94350000001</c:v>
                </c:pt>
                <c:pt idx="1243">
                  <c:v>2.94500000001</c:v>
                </c:pt>
                <c:pt idx="1244">
                  <c:v>2.94950000001</c:v>
                </c:pt>
                <c:pt idx="1245">
                  <c:v>2.95025000001</c:v>
                </c:pt>
                <c:pt idx="1246">
                  <c:v>2.95425000001</c:v>
                </c:pt>
                <c:pt idx="1247">
                  <c:v>2.95450000001</c:v>
                </c:pt>
                <c:pt idx="1248">
                  <c:v>2.95900000001</c:v>
                </c:pt>
                <c:pt idx="1249">
                  <c:v>2.96000000001</c:v>
                </c:pt>
                <c:pt idx="1250">
                  <c:v>2.96375000001</c:v>
                </c:pt>
                <c:pt idx="1251">
                  <c:v>2.96400000001</c:v>
                </c:pt>
                <c:pt idx="1252">
                  <c:v>2.96850000001</c:v>
                </c:pt>
                <c:pt idx="1253">
                  <c:v>2.96975000001</c:v>
                </c:pt>
                <c:pt idx="1254">
                  <c:v>2.97325000001</c:v>
                </c:pt>
                <c:pt idx="1255">
                  <c:v>2.97350000001</c:v>
                </c:pt>
                <c:pt idx="1256">
                  <c:v>2.97675000001</c:v>
                </c:pt>
                <c:pt idx="1257">
                  <c:v>2.97825000001</c:v>
                </c:pt>
                <c:pt idx="1258">
                  <c:v>2.98275000001</c:v>
                </c:pt>
                <c:pt idx="1259">
                  <c:v>2.98650000001</c:v>
                </c:pt>
                <c:pt idx="1260">
                  <c:v>2.98750000001</c:v>
                </c:pt>
                <c:pt idx="1261">
                  <c:v>2.98775000001</c:v>
                </c:pt>
                <c:pt idx="1262">
                  <c:v>2.99225000001</c:v>
                </c:pt>
                <c:pt idx="1263">
                  <c:v>2.99325000001</c:v>
                </c:pt>
                <c:pt idx="1264">
                  <c:v>2.99700000001</c:v>
                </c:pt>
                <c:pt idx="1265">
                  <c:v>2.99725000001</c:v>
                </c:pt>
                <c:pt idx="1266">
                  <c:v>2.99975000001</c:v>
                </c:pt>
                <c:pt idx="1267">
                  <c:v>3.00200000001</c:v>
                </c:pt>
                <c:pt idx="1268">
                  <c:v>3.00650000001</c:v>
                </c:pt>
                <c:pt idx="1269">
                  <c:v>3.00950000001</c:v>
                </c:pt>
                <c:pt idx="1270">
                  <c:v>3.01125000001</c:v>
                </c:pt>
                <c:pt idx="1271">
                  <c:v>3.01150000001</c:v>
                </c:pt>
                <c:pt idx="1272">
                  <c:v>3.01600000001</c:v>
                </c:pt>
                <c:pt idx="1273">
                  <c:v>3.01625000001</c:v>
                </c:pt>
                <c:pt idx="1274">
                  <c:v>3.02075000001</c:v>
                </c:pt>
                <c:pt idx="1275">
                  <c:v>3.02100000001</c:v>
                </c:pt>
                <c:pt idx="1276">
                  <c:v>3.02550000001</c:v>
                </c:pt>
                <c:pt idx="1277">
                  <c:v>3.02600000001</c:v>
                </c:pt>
                <c:pt idx="1278">
                  <c:v>3.03025000001</c:v>
                </c:pt>
                <c:pt idx="1279">
                  <c:v>3.03275000001</c:v>
                </c:pt>
                <c:pt idx="1280">
                  <c:v>3.03500000001</c:v>
                </c:pt>
                <c:pt idx="1281">
                  <c:v>3.03525000001</c:v>
                </c:pt>
                <c:pt idx="1282">
                  <c:v>3.03975000001</c:v>
                </c:pt>
                <c:pt idx="1283">
                  <c:v>3.04000000001</c:v>
                </c:pt>
                <c:pt idx="1284">
                  <c:v>3.04250000001</c:v>
                </c:pt>
                <c:pt idx="1285">
                  <c:v>3.04475000001</c:v>
                </c:pt>
                <c:pt idx="1286">
                  <c:v>3.04925000001</c:v>
                </c:pt>
                <c:pt idx="1287">
                  <c:v>3.04950000001</c:v>
                </c:pt>
                <c:pt idx="1288">
                  <c:v>3.05400000001</c:v>
                </c:pt>
                <c:pt idx="1289">
                  <c:v>3.05425000001</c:v>
                </c:pt>
                <c:pt idx="1290">
                  <c:v>3.05875000001</c:v>
                </c:pt>
                <c:pt idx="1291">
                  <c:v>3.05925000001</c:v>
                </c:pt>
                <c:pt idx="1292">
                  <c:v>3.06350000001</c:v>
                </c:pt>
                <c:pt idx="1293">
                  <c:v>3.06375000001</c:v>
                </c:pt>
                <c:pt idx="1294">
                  <c:v>3.06575000001</c:v>
                </c:pt>
                <c:pt idx="1295">
                  <c:v>3.06850000001</c:v>
                </c:pt>
                <c:pt idx="1296">
                  <c:v>3.07300000001</c:v>
                </c:pt>
                <c:pt idx="1297">
                  <c:v>3.07325000001</c:v>
                </c:pt>
                <c:pt idx="1298">
                  <c:v>3.07575000001</c:v>
                </c:pt>
                <c:pt idx="1299">
                  <c:v>3.07800000001</c:v>
                </c:pt>
                <c:pt idx="1300">
                  <c:v>3.08225000001</c:v>
                </c:pt>
                <c:pt idx="1301">
                  <c:v>3.08275000001</c:v>
                </c:pt>
                <c:pt idx="1302">
                  <c:v>3.08725000001</c:v>
                </c:pt>
                <c:pt idx="1303">
                  <c:v>3.08750000001</c:v>
                </c:pt>
                <c:pt idx="1304">
                  <c:v>3.09200000001</c:v>
                </c:pt>
                <c:pt idx="1305">
                  <c:v>3.09225000001</c:v>
                </c:pt>
                <c:pt idx="1306">
                  <c:v>3.09675000001</c:v>
                </c:pt>
                <c:pt idx="1307">
                  <c:v>3.09875000001</c:v>
                </c:pt>
                <c:pt idx="1308">
                  <c:v>3.10150000001</c:v>
                </c:pt>
                <c:pt idx="1309">
                  <c:v>3.10175000001</c:v>
                </c:pt>
                <c:pt idx="1310">
                  <c:v>3.10625000001</c:v>
                </c:pt>
                <c:pt idx="1311">
                  <c:v>3.10850000001</c:v>
                </c:pt>
                <c:pt idx="1312">
                  <c:v>3.11100000001</c:v>
                </c:pt>
                <c:pt idx="1313">
                  <c:v>3.11125000001</c:v>
                </c:pt>
                <c:pt idx="1314">
                  <c:v>3.11525000001</c:v>
                </c:pt>
                <c:pt idx="1315">
                  <c:v>3.11600000001</c:v>
                </c:pt>
                <c:pt idx="1316">
                  <c:v>3.12050000001</c:v>
                </c:pt>
                <c:pt idx="1317">
                  <c:v>3.12175000001</c:v>
                </c:pt>
                <c:pt idx="1318">
                  <c:v>3.12525000001</c:v>
                </c:pt>
                <c:pt idx="1319">
                  <c:v>3.12550000001</c:v>
                </c:pt>
                <c:pt idx="1320">
                  <c:v>3.13000000001</c:v>
                </c:pt>
                <c:pt idx="1321">
                  <c:v>3.13175000001</c:v>
                </c:pt>
                <c:pt idx="1322">
                  <c:v>3.13475000001</c:v>
                </c:pt>
                <c:pt idx="1323">
                  <c:v>3.13500000001</c:v>
                </c:pt>
                <c:pt idx="1324">
                  <c:v>3.13850000001</c:v>
                </c:pt>
                <c:pt idx="1325">
                  <c:v>3.13975000001</c:v>
                </c:pt>
                <c:pt idx="1326">
                  <c:v>3.14425000002</c:v>
                </c:pt>
                <c:pt idx="1327">
                  <c:v>3.14450000002</c:v>
                </c:pt>
                <c:pt idx="1328">
                  <c:v>3.14825000002</c:v>
                </c:pt>
                <c:pt idx="1329">
                  <c:v>3.14925000002</c:v>
                </c:pt>
                <c:pt idx="1330">
                  <c:v>3.15375000002</c:v>
                </c:pt>
                <c:pt idx="1331">
                  <c:v>3.15400000002</c:v>
                </c:pt>
                <c:pt idx="1332">
                  <c:v>3.15800000002</c:v>
                </c:pt>
                <c:pt idx="1333">
                  <c:v>3.15875000002</c:v>
                </c:pt>
                <c:pt idx="1334">
                  <c:v>3.16325000002</c:v>
                </c:pt>
                <c:pt idx="1335">
                  <c:v>3.16350000002</c:v>
                </c:pt>
                <c:pt idx="1336">
                  <c:v>3.16475000002</c:v>
                </c:pt>
                <c:pt idx="1337">
                  <c:v>3.16825000002</c:v>
                </c:pt>
                <c:pt idx="1338">
                  <c:v>3.17150000002</c:v>
                </c:pt>
                <c:pt idx="1339">
                  <c:v>3.17300000002</c:v>
                </c:pt>
                <c:pt idx="1340">
                  <c:v>3.17750000002</c:v>
                </c:pt>
                <c:pt idx="1341">
                  <c:v>3.17775000002</c:v>
                </c:pt>
                <c:pt idx="1342">
                  <c:v>3.18225000002</c:v>
                </c:pt>
                <c:pt idx="1343">
                  <c:v>3.18450000002</c:v>
                </c:pt>
                <c:pt idx="1344">
                  <c:v>3.18700000002</c:v>
                </c:pt>
                <c:pt idx="1345">
                  <c:v>3.18775000002</c:v>
                </c:pt>
                <c:pt idx="1346">
                  <c:v>3.19175000002</c:v>
                </c:pt>
                <c:pt idx="1347">
                  <c:v>3.19200000002</c:v>
                </c:pt>
                <c:pt idx="1348">
                  <c:v>3.19650000002</c:v>
                </c:pt>
                <c:pt idx="1349">
                  <c:v>3.19775000002</c:v>
                </c:pt>
                <c:pt idx="1350">
                  <c:v>3.20125000002</c:v>
                </c:pt>
                <c:pt idx="1351">
                  <c:v>3.20425000002</c:v>
                </c:pt>
                <c:pt idx="1352">
                  <c:v>3.20600000002</c:v>
                </c:pt>
                <c:pt idx="1353">
                  <c:v>3.20625000002</c:v>
                </c:pt>
                <c:pt idx="1354">
                  <c:v>3.21075000002</c:v>
                </c:pt>
                <c:pt idx="1355">
                  <c:v>3.21100000002</c:v>
                </c:pt>
                <c:pt idx="1356">
                  <c:v>3.21425000002</c:v>
                </c:pt>
                <c:pt idx="1357">
                  <c:v>3.21575000002</c:v>
                </c:pt>
                <c:pt idx="1358">
                  <c:v>3.22025000002</c:v>
                </c:pt>
                <c:pt idx="1359">
                  <c:v>3.22075000002</c:v>
                </c:pt>
                <c:pt idx="1360">
                  <c:v>3.22500000002</c:v>
                </c:pt>
                <c:pt idx="1361">
                  <c:v>3.22525000002</c:v>
                </c:pt>
                <c:pt idx="1362">
                  <c:v>3.22975000002</c:v>
                </c:pt>
                <c:pt idx="1363">
                  <c:v>3.23075000002</c:v>
                </c:pt>
                <c:pt idx="1364">
                  <c:v>3.23450000002</c:v>
                </c:pt>
                <c:pt idx="1365">
                  <c:v>3.23475000002</c:v>
                </c:pt>
                <c:pt idx="1366">
                  <c:v>3.23725000002</c:v>
                </c:pt>
                <c:pt idx="1367">
                  <c:v>3.23950000002</c:v>
                </c:pt>
                <c:pt idx="1368">
                  <c:v>3.24400000002</c:v>
                </c:pt>
                <c:pt idx="1369">
                  <c:v>3.24425000002</c:v>
                </c:pt>
                <c:pt idx="1370">
                  <c:v>3.24725000002</c:v>
                </c:pt>
                <c:pt idx="1371">
                  <c:v>3.24900000002</c:v>
                </c:pt>
                <c:pt idx="1372">
                  <c:v>3.25350000002</c:v>
                </c:pt>
                <c:pt idx="1373">
                  <c:v>3.25375000002</c:v>
                </c:pt>
                <c:pt idx="1374">
                  <c:v>3.25825000002</c:v>
                </c:pt>
                <c:pt idx="1375">
                  <c:v>3.25850000002</c:v>
                </c:pt>
                <c:pt idx="1376">
                  <c:v>3.26300000002</c:v>
                </c:pt>
                <c:pt idx="1377">
                  <c:v>3.26375000002</c:v>
                </c:pt>
                <c:pt idx="1378">
                  <c:v>3.26775000002</c:v>
                </c:pt>
                <c:pt idx="1379">
                  <c:v>3.26800000002</c:v>
                </c:pt>
                <c:pt idx="1380">
                  <c:v>3.27025000002</c:v>
                </c:pt>
                <c:pt idx="1381">
                  <c:v>3.27275000002</c:v>
                </c:pt>
                <c:pt idx="1382">
                  <c:v>3.27725000002</c:v>
                </c:pt>
                <c:pt idx="1383">
                  <c:v>3.27750000002</c:v>
                </c:pt>
                <c:pt idx="1384">
                  <c:v>3.28025000002</c:v>
                </c:pt>
                <c:pt idx="1385">
                  <c:v>3.28225000002</c:v>
                </c:pt>
                <c:pt idx="1386">
                  <c:v>3.28675000002</c:v>
                </c:pt>
                <c:pt idx="1387">
                  <c:v>3.28700000002</c:v>
                </c:pt>
                <c:pt idx="1388">
                  <c:v>3.29150000002</c:v>
                </c:pt>
                <c:pt idx="1389">
                  <c:v>3.29175000002</c:v>
                </c:pt>
                <c:pt idx="1390">
                  <c:v>3.29625000002</c:v>
                </c:pt>
                <c:pt idx="1391">
                  <c:v>3.29675000002</c:v>
                </c:pt>
                <c:pt idx="1392">
                  <c:v>3.30100000002</c:v>
                </c:pt>
                <c:pt idx="1393">
                  <c:v>3.30325000002</c:v>
                </c:pt>
                <c:pt idx="1394">
                  <c:v>3.30575000002</c:v>
                </c:pt>
                <c:pt idx="1395">
                  <c:v>3.30600000002</c:v>
                </c:pt>
                <c:pt idx="1396">
                  <c:v>3.31050000002</c:v>
                </c:pt>
                <c:pt idx="1397">
                  <c:v>3.31300000002</c:v>
                </c:pt>
                <c:pt idx="1398">
                  <c:v>3.31525000002</c:v>
                </c:pt>
                <c:pt idx="1399">
                  <c:v>3.31550000002</c:v>
                </c:pt>
                <c:pt idx="1400">
                  <c:v>3.31975000002</c:v>
                </c:pt>
                <c:pt idx="1401">
                  <c:v>3.32025000002</c:v>
                </c:pt>
                <c:pt idx="1402">
                  <c:v>3.32475000002</c:v>
                </c:pt>
                <c:pt idx="1403">
                  <c:v>3.32500000002</c:v>
                </c:pt>
                <c:pt idx="1404">
                  <c:v>3.32950000002</c:v>
                </c:pt>
                <c:pt idx="1405">
                  <c:v>3.32975000002</c:v>
                </c:pt>
                <c:pt idx="1406">
                  <c:v>3.33425000002</c:v>
                </c:pt>
                <c:pt idx="1407">
                  <c:v>3.33450000002</c:v>
                </c:pt>
                <c:pt idx="1408">
                  <c:v>3.33650000002</c:v>
                </c:pt>
                <c:pt idx="1409">
                  <c:v>3.33925000002</c:v>
                </c:pt>
                <c:pt idx="1410">
                  <c:v>3.34375000002</c:v>
                </c:pt>
                <c:pt idx="1411">
                  <c:v>3.34600000002</c:v>
                </c:pt>
                <c:pt idx="1412">
                  <c:v>3.34850000002</c:v>
                </c:pt>
                <c:pt idx="1413">
                  <c:v>3.34875000002</c:v>
                </c:pt>
                <c:pt idx="1414">
                  <c:v>3.35325000002</c:v>
                </c:pt>
                <c:pt idx="1415">
                  <c:v>3.35600000002</c:v>
                </c:pt>
                <c:pt idx="1416">
                  <c:v>3.35800000002</c:v>
                </c:pt>
                <c:pt idx="1417">
                  <c:v>3.35825000002</c:v>
                </c:pt>
                <c:pt idx="1418">
                  <c:v>3.36250000002</c:v>
                </c:pt>
                <c:pt idx="1419">
                  <c:v>3.36300000002</c:v>
                </c:pt>
                <c:pt idx="1420">
                  <c:v>3.36750000002</c:v>
                </c:pt>
                <c:pt idx="1421">
                  <c:v>3.36775000002</c:v>
                </c:pt>
                <c:pt idx="1422">
                  <c:v>3.37225000002</c:v>
                </c:pt>
                <c:pt idx="1423">
                  <c:v>3.37250000002</c:v>
                </c:pt>
                <c:pt idx="1424">
                  <c:v>3.37600000002</c:v>
                </c:pt>
                <c:pt idx="1425">
                  <c:v>3.37725000002</c:v>
                </c:pt>
                <c:pt idx="1426">
                  <c:v>3.38175000002</c:v>
                </c:pt>
                <c:pt idx="1427">
                  <c:v>3.38200000002</c:v>
                </c:pt>
                <c:pt idx="1428">
                  <c:v>3.38600000002</c:v>
                </c:pt>
                <c:pt idx="1429">
                  <c:v>3.38675000002</c:v>
                </c:pt>
                <c:pt idx="1430">
                  <c:v>3.39125000002</c:v>
                </c:pt>
                <c:pt idx="1431">
                  <c:v>3.39250000002</c:v>
                </c:pt>
                <c:pt idx="1432">
                  <c:v>3.39600000002</c:v>
                </c:pt>
                <c:pt idx="1433">
                  <c:v>3.39625000002</c:v>
                </c:pt>
                <c:pt idx="1434">
                  <c:v>3.40075000002</c:v>
                </c:pt>
                <c:pt idx="1435">
                  <c:v>3.40225000002</c:v>
                </c:pt>
                <c:pt idx="1436">
                  <c:v>3.40550000002</c:v>
                </c:pt>
                <c:pt idx="1437">
                  <c:v>3.40575000002</c:v>
                </c:pt>
                <c:pt idx="1438">
                  <c:v>3.40900000002</c:v>
                </c:pt>
                <c:pt idx="1439">
                  <c:v>3.41050000002</c:v>
                </c:pt>
                <c:pt idx="1440">
                  <c:v>3.41500000002</c:v>
                </c:pt>
                <c:pt idx="1441">
                  <c:v>3.41525000002</c:v>
                </c:pt>
                <c:pt idx="1442">
                  <c:v>3.41875000002</c:v>
                </c:pt>
                <c:pt idx="1443">
                  <c:v>3.42000000002</c:v>
                </c:pt>
                <c:pt idx="1444">
                  <c:v>3.42450000002</c:v>
                </c:pt>
                <c:pt idx="1445">
                  <c:v>3.42550000002</c:v>
                </c:pt>
                <c:pt idx="1446">
                  <c:v>3.42925000002</c:v>
                </c:pt>
                <c:pt idx="1447">
                  <c:v>3.42950000002</c:v>
                </c:pt>
                <c:pt idx="1448">
                  <c:v>3.43400000002</c:v>
                </c:pt>
                <c:pt idx="1449">
                  <c:v>3.43525000002</c:v>
                </c:pt>
                <c:pt idx="1450">
                  <c:v>3.43875000002</c:v>
                </c:pt>
                <c:pt idx="1451">
                  <c:v>3.43900000002</c:v>
                </c:pt>
                <c:pt idx="1452">
                  <c:v>3.44200000002</c:v>
                </c:pt>
                <c:pt idx="1453">
                  <c:v>3.44375000002</c:v>
                </c:pt>
                <c:pt idx="1454">
                  <c:v>3.44825000002</c:v>
                </c:pt>
                <c:pt idx="1455">
                  <c:v>3.44850000002</c:v>
                </c:pt>
                <c:pt idx="1456">
                  <c:v>3.45200000002</c:v>
                </c:pt>
                <c:pt idx="1457">
                  <c:v>3.45325000002</c:v>
                </c:pt>
                <c:pt idx="1458">
                  <c:v>3.45775000002</c:v>
                </c:pt>
                <c:pt idx="1459">
                  <c:v>3.45850000002</c:v>
                </c:pt>
                <c:pt idx="1460">
                  <c:v>3.46250000002</c:v>
                </c:pt>
                <c:pt idx="1461">
                  <c:v>3.46275000002</c:v>
                </c:pt>
                <c:pt idx="1462">
                  <c:v>3.46725000002</c:v>
                </c:pt>
                <c:pt idx="1463">
                  <c:v>3.46750000002</c:v>
                </c:pt>
                <c:pt idx="1464">
                  <c:v>3.47150000002</c:v>
                </c:pt>
                <c:pt idx="1465">
                  <c:v>3.47500000002</c:v>
                </c:pt>
                <c:pt idx="1466">
                  <c:v>3.47675000002</c:v>
                </c:pt>
                <c:pt idx="1467">
                  <c:v>3.47700000002</c:v>
                </c:pt>
                <c:pt idx="1468">
                  <c:v>3.48150000002</c:v>
                </c:pt>
                <c:pt idx="1469">
                  <c:v>3.48175000002</c:v>
                </c:pt>
                <c:pt idx="1470">
                  <c:v>3.48500000002</c:v>
                </c:pt>
                <c:pt idx="1471">
                  <c:v>3.48650000002</c:v>
                </c:pt>
                <c:pt idx="1472">
                  <c:v>3.49100000002</c:v>
                </c:pt>
                <c:pt idx="1473">
                  <c:v>3.49125000002</c:v>
                </c:pt>
                <c:pt idx="1474">
                  <c:v>3.49575000002</c:v>
                </c:pt>
                <c:pt idx="1475">
                  <c:v>3.49600000002</c:v>
                </c:pt>
                <c:pt idx="1476">
                  <c:v>3.50050000002</c:v>
                </c:pt>
                <c:pt idx="1477">
                  <c:v>3.50125000002</c:v>
                </c:pt>
                <c:pt idx="1478">
                  <c:v>3.50525000002</c:v>
                </c:pt>
                <c:pt idx="1479">
                  <c:v>3.50800000002</c:v>
                </c:pt>
                <c:pt idx="1480">
                  <c:v>3.51000000002</c:v>
                </c:pt>
                <c:pt idx="1481">
                  <c:v>3.51025000002</c:v>
                </c:pt>
                <c:pt idx="1482">
                  <c:v>3.51475000002</c:v>
                </c:pt>
                <c:pt idx="1483">
                  <c:v>3.51500000002</c:v>
                </c:pt>
                <c:pt idx="1484">
                  <c:v>3.51775000002</c:v>
                </c:pt>
                <c:pt idx="1485">
                  <c:v>3.51975000002</c:v>
                </c:pt>
                <c:pt idx="1486">
                  <c:v>3.52425000002</c:v>
                </c:pt>
                <c:pt idx="1487">
                  <c:v>3.52450000002</c:v>
                </c:pt>
                <c:pt idx="1488">
                  <c:v>3.52900000002</c:v>
                </c:pt>
                <c:pt idx="1489">
                  <c:v>3.52925000002</c:v>
                </c:pt>
                <c:pt idx="1490">
                  <c:v>3.53375000002</c:v>
                </c:pt>
                <c:pt idx="1491">
                  <c:v>3.53425000002</c:v>
                </c:pt>
                <c:pt idx="1492">
                  <c:v>3.53850000002</c:v>
                </c:pt>
                <c:pt idx="1493">
                  <c:v>3.53875000002</c:v>
                </c:pt>
                <c:pt idx="1494">
                  <c:v>3.54100000002</c:v>
                </c:pt>
                <c:pt idx="1495">
                  <c:v>3.54350000002</c:v>
                </c:pt>
                <c:pt idx="1496">
                  <c:v>3.54800000002</c:v>
                </c:pt>
                <c:pt idx="1497">
                  <c:v>3.54825000002</c:v>
                </c:pt>
                <c:pt idx="1498">
                  <c:v>3.55075000002</c:v>
                </c:pt>
                <c:pt idx="1499">
                  <c:v>3.55300000002</c:v>
                </c:pt>
                <c:pt idx="1500">
                  <c:v>3.55750000002</c:v>
                </c:pt>
                <c:pt idx="1501">
                  <c:v>3.55775000002</c:v>
                </c:pt>
                <c:pt idx="1502">
                  <c:v>3.56225000002</c:v>
                </c:pt>
                <c:pt idx="1503">
                  <c:v>3.56250000002</c:v>
                </c:pt>
                <c:pt idx="1504">
                  <c:v>3.56700000002</c:v>
                </c:pt>
                <c:pt idx="1505">
                  <c:v>3.56725000002</c:v>
                </c:pt>
                <c:pt idx="1506">
                  <c:v>3.57175000002</c:v>
                </c:pt>
                <c:pt idx="1507">
                  <c:v>3.57200000002</c:v>
                </c:pt>
                <c:pt idx="1508">
                  <c:v>3.57400000002</c:v>
                </c:pt>
                <c:pt idx="1509">
                  <c:v>3.57675000002</c:v>
                </c:pt>
                <c:pt idx="1510">
                  <c:v>3.58050000002</c:v>
                </c:pt>
                <c:pt idx="1511">
                  <c:v>3.58150000002</c:v>
                </c:pt>
                <c:pt idx="1512">
                  <c:v>3.58600000002</c:v>
                </c:pt>
                <c:pt idx="1513">
                  <c:v>3.58625000002</c:v>
                </c:pt>
                <c:pt idx="1514">
                  <c:v>3.59050000002</c:v>
                </c:pt>
                <c:pt idx="1515">
                  <c:v>3.59100000002</c:v>
                </c:pt>
                <c:pt idx="1516">
                  <c:v>3.59550000002</c:v>
                </c:pt>
                <c:pt idx="1517">
                  <c:v>3.59700000002</c:v>
                </c:pt>
                <c:pt idx="1518">
                  <c:v>3.60025000002</c:v>
                </c:pt>
                <c:pt idx="1519">
                  <c:v>3.60050000002</c:v>
                </c:pt>
                <c:pt idx="1520">
                  <c:v>3.60500000002</c:v>
                </c:pt>
                <c:pt idx="1521">
                  <c:v>3.60525000002</c:v>
                </c:pt>
                <c:pt idx="1522">
                  <c:v>3.60700000002</c:v>
                </c:pt>
                <c:pt idx="1523">
                  <c:v>3.61000000002</c:v>
                </c:pt>
                <c:pt idx="1524">
                  <c:v>3.61350000002</c:v>
                </c:pt>
                <c:pt idx="1525">
                  <c:v>3.61475000002</c:v>
                </c:pt>
                <c:pt idx="1526">
                  <c:v>3.61925000002</c:v>
                </c:pt>
                <c:pt idx="1527">
                  <c:v>3.61950000002</c:v>
                </c:pt>
                <c:pt idx="1528">
                  <c:v>3.62350000002</c:v>
                </c:pt>
                <c:pt idx="1529">
                  <c:v>3.62425000002</c:v>
                </c:pt>
                <c:pt idx="1530">
                  <c:v>3.62875000002</c:v>
                </c:pt>
                <c:pt idx="1531">
                  <c:v>3.62900000002</c:v>
                </c:pt>
                <c:pt idx="1532">
                  <c:v>3.63025000002</c:v>
                </c:pt>
                <c:pt idx="1533">
                  <c:v>3.63375000002</c:v>
                </c:pt>
                <c:pt idx="1534">
                  <c:v>3.63825000002</c:v>
                </c:pt>
                <c:pt idx="1535">
                  <c:v>3.63850000002</c:v>
                </c:pt>
                <c:pt idx="1536">
                  <c:v>3.64300000002</c:v>
                </c:pt>
                <c:pt idx="1537">
                  <c:v>3.64325000002</c:v>
                </c:pt>
                <c:pt idx="1538">
                  <c:v>3.64675000002</c:v>
                </c:pt>
                <c:pt idx="1539">
                  <c:v>3.64800000002</c:v>
                </c:pt>
                <c:pt idx="1540">
                  <c:v>3.65250000002</c:v>
                </c:pt>
                <c:pt idx="1541">
                  <c:v>3.65275000002</c:v>
                </c:pt>
                <c:pt idx="1542">
                  <c:v>3.65725000002</c:v>
                </c:pt>
                <c:pt idx="1543">
                  <c:v>3.65975000002</c:v>
                </c:pt>
                <c:pt idx="1544">
                  <c:v>3.66200000002</c:v>
                </c:pt>
                <c:pt idx="1545">
                  <c:v>3.66300000002</c:v>
                </c:pt>
                <c:pt idx="1546">
                  <c:v>3.66675000002</c:v>
                </c:pt>
                <c:pt idx="1547">
                  <c:v>3.66700000002</c:v>
                </c:pt>
                <c:pt idx="1548">
                  <c:v>3.67150000002</c:v>
                </c:pt>
                <c:pt idx="1549">
                  <c:v>3.67175000002</c:v>
                </c:pt>
                <c:pt idx="1550">
                  <c:v>3.67300000002</c:v>
                </c:pt>
                <c:pt idx="1551">
                  <c:v>3.67950000002</c:v>
                </c:pt>
                <c:pt idx="1552">
                  <c:v>3.68100000002</c:v>
                </c:pt>
                <c:pt idx="1553">
                  <c:v>3.68125000002</c:v>
                </c:pt>
                <c:pt idx="1554">
                  <c:v>3.68575000002</c:v>
                </c:pt>
                <c:pt idx="1555">
                  <c:v>3.68600000002</c:v>
                </c:pt>
                <c:pt idx="1556">
                  <c:v>3.68950000002</c:v>
                </c:pt>
                <c:pt idx="1557">
                  <c:v>3.69075000002</c:v>
                </c:pt>
                <c:pt idx="1558">
                  <c:v>3.69525000002</c:v>
                </c:pt>
                <c:pt idx="1559">
                  <c:v>3.69600000002</c:v>
                </c:pt>
                <c:pt idx="1560">
                  <c:v>3.70000000002</c:v>
                </c:pt>
                <c:pt idx="1561">
                  <c:v>3.70025000002</c:v>
                </c:pt>
                <c:pt idx="1562">
                  <c:v>3.70475000002</c:v>
                </c:pt>
                <c:pt idx="1563">
                  <c:v>3.70600000002</c:v>
                </c:pt>
                <c:pt idx="1564">
                  <c:v>3.70950000002</c:v>
                </c:pt>
                <c:pt idx="1565">
                  <c:v>3.70975000002</c:v>
                </c:pt>
                <c:pt idx="1566">
                  <c:v>3.71250000002</c:v>
                </c:pt>
                <c:pt idx="1567">
                  <c:v>3.71450000002</c:v>
                </c:pt>
                <c:pt idx="1568">
                  <c:v>3.71900000002</c:v>
                </c:pt>
                <c:pt idx="1569">
                  <c:v>3.71925000002</c:v>
                </c:pt>
                <c:pt idx="1570">
                  <c:v>3.72250000002</c:v>
                </c:pt>
                <c:pt idx="1571">
                  <c:v>3.72400000002</c:v>
                </c:pt>
                <c:pt idx="1572">
                  <c:v>3.72850000002</c:v>
                </c:pt>
                <c:pt idx="1573">
                  <c:v>3.72925000002</c:v>
                </c:pt>
                <c:pt idx="1574">
                  <c:v>3.73325000002</c:v>
                </c:pt>
                <c:pt idx="1575">
                  <c:v>3.73350000002</c:v>
                </c:pt>
                <c:pt idx="1576">
                  <c:v>3.73800000002</c:v>
                </c:pt>
                <c:pt idx="1577">
                  <c:v>3.73900000002</c:v>
                </c:pt>
                <c:pt idx="1578">
                  <c:v>3.74275000002</c:v>
                </c:pt>
                <c:pt idx="1579">
                  <c:v>3.74300000002</c:v>
                </c:pt>
                <c:pt idx="1580">
                  <c:v>3.74575000002</c:v>
                </c:pt>
                <c:pt idx="1581">
                  <c:v>3.74775000002</c:v>
                </c:pt>
                <c:pt idx="1582">
                  <c:v>3.75225000002</c:v>
                </c:pt>
                <c:pt idx="1583">
                  <c:v>3.75250000002</c:v>
                </c:pt>
                <c:pt idx="1584">
                  <c:v>3.75550000002</c:v>
                </c:pt>
                <c:pt idx="1585">
                  <c:v>3.75725000002</c:v>
                </c:pt>
                <c:pt idx="1586">
                  <c:v>3.76175000002</c:v>
                </c:pt>
                <c:pt idx="1587">
                  <c:v>3.76200000002</c:v>
                </c:pt>
                <c:pt idx="1588">
                  <c:v>3.76650000002</c:v>
                </c:pt>
                <c:pt idx="1589">
                  <c:v>3.76675000002</c:v>
                </c:pt>
                <c:pt idx="1590">
                  <c:v>3.77125000002</c:v>
                </c:pt>
                <c:pt idx="1591">
                  <c:v>3.77200000002</c:v>
                </c:pt>
                <c:pt idx="1592">
                  <c:v>3.77600000002</c:v>
                </c:pt>
                <c:pt idx="1593">
                  <c:v>3.77625000002</c:v>
                </c:pt>
                <c:pt idx="1594">
                  <c:v>3.77850000002</c:v>
                </c:pt>
                <c:pt idx="1595">
                  <c:v>3.78100000002</c:v>
                </c:pt>
                <c:pt idx="1596">
                  <c:v>3.78525000002</c:v>
                </c:pt>
                <c:pt idx="1597">
                  <c:v>3.78575000002</c:v>
                </c:pt>
                <c:pt idx="1598">
                  <c:v>3.79025000002</c:v>
                </c:pt>
                <c:pt idx="1599">
                  <c:v>3.79050000002</c:v>
                </c:pt>
                <c:pt idx="1600">
                  <c:v>3.79500000002</c:v>
                </c:pt>
                <c:pt idx="1601">
                  <c:v>3.79525000002</c:v>
                </c:pt>
                <c:pt idx="1602">
                  <c:v>3.79975000002</c:v>
                </c:pt>
                <c:pt idx="1603">
                  <c:v>3.80000000002</c:v>
                </c:pt>
                <c:pt idx="1604">
                  <c:v>3.80450000002</c:v>
                </c:pt>
                <c:pt idx="1605">
                  <c:v>3.80475000002</c:v>
                </c:pt>
                <c:pt idx="1606">
                  <c:v>3.80925000002</c:v>
                </c:pt>
                <c:pt idx="1607">
                  <c:v>3.80950000002</c:v>
                </c:pt>
                <c:pt idx="1608">
                  <c:v>3.81175000002</c:v>
                </c:pt>
                <c:pt idx="1609">
                  <c:v>3.81425000002</c:v>
                </c:pt>
                <c:pt idx="1610">
                  <c:v>3.81875000002</c:v>
                </c:pt>
                <c:pt idx="1611">
                  <c:v>3.82150000002</c:v>
                </c:pt>
                <c:pt idx="1612">
                  <c:v>3.82350000002</c:v>
                </c:pt>
                <c:pt idx="1613">
                  <c:v>3.82375000002</c:v>
                </c:pt>
                <c:pt idx="1614">
                  <c:v>3.82825000002</c:v>
                </c:pt>
                <c:pt idx="1615">
                  <c:v>3.83125000002</c:v>
                </c:pt>
                <c:pt idx="1616">
                  <c:v>3.83300000002</c:v>
                </c:pt>
                <c:pt idx="1617">
                  <c:v>3.83325000002</c:v>
                </c:pt>
                <c:pt idx="1618">
                  <c:v>3.83775000002</c:v>
                </c:pt>
                <c:pt idx="1619">
                  <c:v>3.83800000002</c:v>
                </c:pt>
                <c:pt idx="1620">
                  <c:v>3.84250000002</c:v>
                </c:pt>
                <c:pt idx="1621">
                  <c:v>3.84275000002</c:v>
                </c:pt>
                <c:pt idx="1622">
                  <c:v>3.84725000002</c:v>
                </c:pt>
                <c:pt idx="1623">
                  <c:v>3.84775000002</c:v>
                </c:pt>
                <c:pt idx="1624">
                  <c:v>3.85125000002</c:v>
                </c:pt>
                <c:pt idx="1625">
                  <c:v>3.85225000002</c:v>
                </c:pt>
                <c:pt idx="1626">
                  <c:v>3.85675000002</c:v>
                </c:pt>
                <c:pt idx="1627">
                  <c:v>3.85700000002</c:v>
                </c:pt>
                <c:pt idx="1628">
                  <c:v>3.86125000002</c:v>
                </c:pt>
                <c:pt idx="1629">
                  <c:v>3.86175000002</c:v>
                </c:pt>
                <c:pt idx="1630">
                  <c:v>3.86625000002</c:v>
                </c:pt>
                <c:pt idx="1631">
                  <c:v>3.86775000002</c:v>
                </c:pt>
                <c:pt idx="1632">
                  <c:v>3.87100000002</c:v>
                </c:pt>
                <c:pt idx="1633">
                  <c:v>3.87125000002</c:v>
                </c:pt>
                <c:pt idx="1634">
                  <c:v>3.87575000002</c:v>
                </c:pt>
                <c:pt idx="1635">
                  <c:v>3.87600000002</c:v>
                </c:pt>
                <c:pt idx="1636">
                  <c:v>3.87750000002</c:v>
                </c:pt>
                <c:pt idx="1637">
                  <c:v>3.88075000002</c:v>
                </c:pt>
                <c:pt idx="1638">
                  <c:v>3.88425000002</c:v>
                </c:pt>
                <c:pt idx="1639">
                  <c:v>3.88550000002</c:v>
                </c:pt>
                <c:pt idx="1640">
                  <c:v>3.89000000002</c:v>
                </c:pt>
                <c:pt idx="1641">
                  <c:v>3.89025000002</c:v>
                </c:pt>
                <c:pt idx="1642">
                  <c:v>3.89400000002</c:v>
                </c:pt>
                <c:pt idx="1643">
                  <c:v>3.89500000002</c:v>
                </c:pt>
                <c:pt idx="1644">
                  <c:v>3.89950000002</c:v>
                </c:pt>
                <c:pt idx="1645">
                  <c:v>3.90075000002</c:v>
                </c:pt>
                <c:pt idx="1646">
                  <c:v>3.90425000002</c:v>
                </c:pt>
                <c:pt idx="1647">
                  <c:v>3.90450000002</c:v>
                </c:pt>
                <c:pt idx="1648">
                  <c:v>3.90900000002</c:v>
                </c:pt>
                <c:pt idx="1649">
                  <c:v>3.90925000002</c:v>
                </c:pt>
                <c:pt idx="1650">
                  <c:v>3.91075000002</c:v>
                </c:pt>
                <c:pt idx="1651">
                  <c:v>3.91400000002</c:v>
                </c:pt>
                <c:pt idx="1652">
                  <c:v>3.91725000002</c:v>
                </c:pt>
                <c:pt idx="1653">
                  <c:v>3.91875000002</c:v>
                </c:pt>
                <c:pt idx="1654">
                  <c:v>3.92325000002</c:v>
                </c:pt>
                <c:pt idx="1655">
                  <c:v>3.92350000002</c:v>
                </c:pt>
                <c:pt idx="1656">
                  <c:v>3.92725000002</c:v>
                </c:pt>
                <c:pt idx="1657">
                  <c:v>3.92825000002</c:v>
                </c:pt>
                <c:pt idx="1658">
                  <c:v>3.93275000002</c:v>
                </c:pt>
                <c:pt idx="1659">
                  <c:v>3.93375000002</c:v>
                </c:pt>
                <c:pt idx="1660">
                  <c:v>3.93750000002</c:v>
                </c:pt>
                <c:pt idx="1661">
                  <c:v>3.93775000002</c:v>
                </c:pt>
                <c:pt idx="1662">
                  <c:v>3.94225000002</c:v>
                </c:pt>
                <c:pt idx="1663">
                  <c:v>3.94250000002</c:v>
                </c:pt>
                <c:pt idx="1664">
                  <c:v>3.94375000002</c:v>
                </c:pt>
                <c:pt idx="1665">
                  <c:v>3.94725000002</c:v>
                </c:pt>
                <c:pt idx="1666">
                  <c:v>3.95025000002</c:v>
                </c:pt>
                <c:pt idx="1667">
                  <c:v>3.95200000002</c:v>
                </c:pt>
                <c:pt idx="1668">
                  <c:v>3.95650000002</c:v>
                </c:pt>
                <c:pt idx="1669">
                  <c:v>3.95675000002</c:v>
                </c:pt>
                <c:pt idx="1670">
                  <c:v>3.96000000002</c:v>
                </c:pt>
                <c:pt idx="1671">
                  <c:v>3.96150000002</c:v>
                </c:pt>
                <c:pt idx="1672">
                  <c:v>3.96600000002</c:v>
                </c:pt>
                <c:pt idx="1673">
                  <c:v>3.96675000002</c:v>
                </c:pt>
                <c:pt idx="1674">
                  <c:v>3.97075000002</c:v>
                </c:pt>
                <c:pt idx="1675">
                  <c:v>3.97100000002</c:v>
                </c:pt>
                <c:pt idx="1676">
                  <c:v>3.97550000002</c:v>
                </c:pt>
                <c:pt idx="1677">
                  <c:v>3.97650000002</c:v>
                </c:pt>
                <c:pt idx="1678">
                  <c:v>3.98025000002</c:v>
                </c:pt>
                <c:pt idx="1679">
                  <c:v>3.98050000002</c:v>
                </c:pt>
                <c:pt idx="1680">
                  <c:v>3.98325000002</c:v>
                </c:pt>
                <c:pt idx="1681">
                  <c:v>3.98525000002</c:v>
                </c:pt>
                <c:pt idx="1682">
                  <c:v>3.98975000002</c:v>
                </c:pt>
                <c:pt idx="1683">
                  <c:v>3.99300000002</c:v>
                </c:pt>
                <c:pt idx="1684">
                  <c:v>3.99450000002</c:v>
                </c:pt>
                <c:pt idx="1685">
                  <c:v>3.99475000002</c:v>
                </c:pt>
                <c:pt idx="1686">
                  <c:v>3.99925000002</c:v>
                </c:pt>
                <c:pt idx="1687">
                  <c:v>3.99950000002</c:v>
                </c:pt>
                <c:pt idx="1688">
                  <c:v>3.99975000002</c:v>
                </c:pt>
                <c:pt idx="1689">
                  <c:v>4.00000000002</c:v>
                </c:pt>
                <c:pt idx="1690">
                  <c:v>4.00025000002</c:v>
                </c:pt>
                <c:pt idx="1691">
                  <c:v>4.00050000002</c:v>
                </c:pt>
                <c:pt idx="1692">
                  <c:v>4.00400000002</c:v>
                </c:pt>
                <c:pt idx="1693">
                  <c:v>4.00425000002</c:v>
                </c:pt>
                <c:pt idx="1694">
                  <c:v>4.00875000002</c:v>
                </c:pt>
                <c:pt idx="1695">
                  <c:v>4.00950000002</c:v>
                </c:pt>
                <c:pt idx="1696">
                  <c:v>4.01350000002</c:v>
                </c:pt>
                <c:pt idx="1697">
                  <c:v>4.01375000002</c:v>
                </c:pt>
                <c:pt idx="1698">
                  <c:v>4.01825000002</c:v>
                </c:pt>
                <c:pt idx="1699">
                  <c:v>4.01950000002</c:v>
                </c:pt>
                <c:pt idx="1700">
                  <c:v>4.02300000002</c:v>
                </c:pt>
                <c:pt idx="1701">
                  <c:v>4.02325000002</c:v>
                </c:pt>
                <c:pt idx="1702">
                  <c:v>4.02600000002</c:v>
                </c:pt>
                <c:pt idx="1703">
                  <c:v>4.02800000002</c:v>
                </c:pt>
                <c:pt idx="1704">
                  <c:v>4.03250000002</c:v>
                </c:pt>
                <c:pt idx="1705">
                  <c:v>4.03600000002</c:v>
                </c:pt>
                <c:pt idx="1706">
                  <c:v>4.03725000002</c:v>
                </c:pt>
                <c:pt idx="1707">
                  <c:v>4.03750000002</c:v>
                </c:pt>
                <c:pt idx="1708">
                  <c:v>4.04200000002</c:v>
                </c:pt>
                <c:pt idx="1709">
                  <c:v>4.04250000002</c:v>
                </c:pt>
                <c:pt idx="1710">
                  <c:v>4.04675000002</c:v>
                </c:pt>
                <c:pt idx="1711">
                  <c:v>4.04700000002</c:v>
                </c:pt>
                <c:pt idx="1712">
                  <c:v>4.04925000002</c:v>
                </c:pt>
                <c:pt idx="1713">
                  <c:v>4.05175000002</c:v>
                </c:pt>
                <c:pt idx="1714">
                  <c:v>4.05575000002</c:v>
                </c:pt>
                <c:pt idx="1715">
                  <c:v>4.05650000002</c:v>
                </c:pt>
                <c:pt idx="1716">
                  <c:v>4.06100000002</c:v>
                </c:pt>
                <c:pt idx="1717">
                  <c:v>4.06125000002</c:v>
                </c:pt>
                <c:pt idx="1718">
                  <c:v>4.06575000002</c:v>
                </c:pt>
                <c:pt idx="1719">
                  <c:v>4.06600000002</c:v>
                </c:pt>
                <c:pt idx="1720">
                  <c:v>4.07050000002</c:v>
                </c:pt>
                <c:pt idx="1721">
                  <c:v>4.07225000002</c:v>
                </c:pt>
                <c:pt idx="1722">
                  <c:v>4.07525000002</c:v>
                </c:pt>
                <c:pt idx="1723">
                  <c:v>4.07550000002</c:v>
                </c:pt>
                <c:pt idx="1724">
                  <c:v>4.08000000002</c:v>
                </c:pt>
                <c:pt idx="1725">
                  <c:v>4.08025000002</c:v>
                </c:pt>
                <c:pt idx="1726">
                  <c:v>4.08225000002</c:v>
                </c:pt>
                <c:pt idx="1727">
                  <c:v>4.08500000002</c:v>
                </c:pt>
                <c:pt idx="1728">
                  <c:v>4.08875000002</c:v>
                </c:pt>
                <c:pt idx="1729">
                  <c:v>4.08975000002</c:v>
                </c:pt>
                <c:pt idx="1730">
                  <c:v>4.09425000002</c:v>
                </c:pt>
                <c:pt idx="1731">
                  <c:v>4.09450000002</c:v>
                </c:pt>
                <c:pt idx="1732">
                  <c:v>4.09875000002</c:v>
                </c:pt>
                <c:pt idx="1733">
                  <c:v>4.09925000002</c:v>
                </c:pt>
                <c:pt idx="1734">
                  <c:v>4.10375000002</c:v>
                </c:pt>
                <c:pt idx="1735">
                  <c:v>4.10400000002</c:v>
                </c:pt>
                <c:pt idx="1736">
                  <c:v>4.10550000002</c:v>
                </c:pt>
                <c:pt idx="1737">
                  <c:v>4.10875000002</c:v>
                </c:pt>
                <c:pt idx="1738">
                  <c:v>4.11325000002</c:v>
                </c:pt>
                <c:pt idx="1739">
                  <c:v>4.11350000002</c:v>
                </c:pt>
                <c:pt idx="1740">
                  <c:v>4.11800000002</c:v>
                </c:pt>
                <c:pt idx="1741">
                  <c:v>4.11850000002</c:v>
                </c:pt>
                <c:pt idx="1742">
                  <c:v>4.12275000002</c:v>
                </c:pt>
                <c:pt idx="1743">
                  <c:v>4.12500000002</c:v>
                </c:pt>
                <c:pt idx="1744">
                  <c:v>4.12750000002</c:v>
                </c:pt>
                <c:pt idx="1745">
                  <c:v>4.12775000002</c:v>
                </c:pt>
                <c:pt idx="1746">
                  <c:v>4.13225000002</c:v>
                </c:pt>
                <c:pt idx="1747">
                  <c:v>4.13500000002</c:v>
                </c:pt>
                <c:pt idx="1748">
                  <c:v>4.13700000002</c:v>
                </c:pt>
                <c:pt idx="1749">
                  <c:v>4.13825000002</c:v>
                </c:pt>
                <c:pt idx="1750">
                  <c:v>4.14175000002</c:v>
                </c:pt>
                <c:pt idx="1751">
                  <c:v>4.14200000002</c:v>
                </c:pt>
                <c:pt idx="1752">
                  <c:v>4.14650000002</c:v>
                </c:pt>
                <c:pt idx="1753">
                  <c:v>4.14675000002</c:v>
                </c:pt>
                <c:pt idx="1754">
                  <c:v>4.14825000002</c:v>
                </c:pt>
                <c:pt idx="1755">
                  <c:v>4.15150000002</c:v>
                </c:pt>
                <c:pt idx="1756">
                  <c:v>4.15475000002</c:v>
                </c:pt>
                <c:pt idx="1757">
                  <c:v>4.15625000002</c:v>
                </c:pt>
                <c:pt idx="1758">
                  <c:v>4.16075000002</c:v>
                </c:pt>
                <c:pt idx="1759">
                  <c:v>4.16100000002</c:v>
                </c:pt>
                <c:pt idx="1760">
                  <c:v>4.16475000002</c:v>
                </c:pt>
                <c:pt idx="1761">
                  <c:v>4.16575000002</c:v>
                </c:pt>
                <c:pt idx="1762">
                  <c:v>4.17025000002</c:v>
                </c:pt>
                <c:pt idx="1763">
                  <c:v>4.17125000002</c:v>
                </c:pt>
                <c:pt idx="1764">
                  <c:v>4.17500000002</c:v>
                </c:pt>
                <c:pt idx="1765">
                  <c:v>4.17525000002</c:v>
                </c:pt>
                <c:pt idx="1766">
                  <c:v>4.17975000002</c:v>
                </c:pt>
                <c:pt idx="1767">
                  <c:v>4.18125000002</c:v>
                </c:pt>
                <c:pt idx="1768">
                  <c:v>4.18450000002</c:v>
                </c:pt>
                <c:pt idx="1769">
                  <c:v>4.18475000002</c:v>
                </c:pt>
                <c:pt idx="1770">
                  <c:v>4.18775000002</c:v>
                </c:pt>
                <c:pt idx="1771">
                  <c:v>4.18950000002</c:v>
                </c:pt>
                <c:pt idx="1772">
                  <c:v>4.19400000002</c:v>
                </c:pt>
                <c:pt idx="1773">
                  <c:v>4.19425000002</c:v>
                </c:pt>
                <c:pt idx="1774">
                  <c:v>4.19775000002</c:v>
                </c:pt>
                <c:pt idx="1775">
                  <c:v>4.19900000002</c:v>
                </c:pt>
                <c:pt idx="1776">
                  <c:v>4.20350000002</c:v>
                </c:pt>
                <c:pt idx="1777">
                  <c:v>4.20375000002</c:v>
                </c:pt>
                <c:pt idx="1778">
                  <c:v>4.20750000002</c:v>
                </c:pt>
                <c:pt idx="1779">
                  <c:v>4.20850000002</c:v>
                </c:pt>
                <c:pt idx="1780">
                  <c:v>4.21300000002</c:v>
                </c:pt>
                <c:pt idx="1781">
                  <c:v>4.21425000002</c:v>
                </c:pt>
                <c:pt idx="1782">
                  <c:v>4.21775000002</c:v>
                </c:pt>
                <c:pt idx="1783">
                  <c:v>4.21800000002</c:v>
                </c:pt>
                <c:pt idx="1784">
                  <c:v>4.22250000002</c:v>
                </c:pt>
                <c:pt idx="1785">
                  <c:v>4.22400000002</c:v>
                </c:pt>
                <c:pt idx="1786">
                  <c:v>4.22725000002</c:v>
                </c:pt>
                <c:pt idx="1787">
                  <c:v>4.22750000002</c:v>
                </c:pt>
                <c:pt idx="1788">
                  <c:v>4.23075000002</c:v>
                </c:pt>
                <c:pt idx="1789">
                  <c:v>4.23225000002</c:v>
                </c:pt>
                <c:pt idx="1790">
                  <c:v>4.23675000002</c:v>
                </c:pt>
                <c:pt idx="1791">
                  <c:v>4.23750000002</c:v>
                </c:pt>
                <c:pt idx="1792">
                  <c:v>4.24150000002</c:v>
                </c:pt>
                <c:pt idx="1793">
                  <c:v>4.24175000002</c:v>
                </c:pt>
                <c:pt idx="1794">
                  <c:v>4.24625000002</c:v>
                </c:pt>
                <c:pt idx="1795">
                  <c:v>4.24700000002</c:v>
                </c:pt>
                <c:pt idx="1796">
                  <c:v>4.25100000002</c:v>
                </c:pt>
                <c:pt idx="1797">
                  <c:v>4.25125000002</c:v>
                </c:pt>
                <c:pt idx="1798">
                  <c:v>4.25375000002</c:v>
                </c:pt>
                <c:pt idx="1799">
                  <c:v>4.25600000002</c:v>
                </c:pt>
                <c:pt idx="1800">
                  <c:v>4.26050000002</c:v>
                </c:pt>
                <c:pt idx="1801">
                  <c:v>4.26075000002</c:v>
                </c:pt>
                <c:pt idx="1802">
                  <c:v>4.26525000002</c:v>
                </c:pt>
                <c:pt idx="1803">
                  <c:v>4.26550000002</c:v>
                </c:pt>
                <c:pt idx="1804">
                  <c:v>4.27000000002</c:v>
                </c:pt>
                <c:pt idx="1805">
                  <c:v>4.27050000002</c:v>
                </c:pt>
                <c:pt idx="1806">
                  <c:v>4.27475000002</c:v>
                </c:pt>
                <c:pt idx="1807">
                  <c:v>4.27500000002</c:v>
                </c:pt>
                <c:pt idx="1808">
                  <c:v>4.27700000002</c:v>
                </c:pt>
                <c:pt idx="1809">
                  <c:v>4.27975000002</c:v>
                </c:pt>
                <c:pt idx="1810">
                  <c:v>4.28425000002</c:v>
                </c:pt>
                <c:pt idx="1811">
                  <c:v>4.28450000002</c:v>
                </c:pt>
                <c:pt idx="1812">
                  <c:v>4.28700000002</c:v>
                </c:pt>
                <c:pt idx="1813">
                  <c:v>4.28925000002</c:v>
                </c:pt>
                <c:pt idx="1814">
                  <c:v>4.29375000002</c:v>
                </c:pt>
                <c:pt idx="1815">
                  <c:v>4.29650000002</c:v>
                </c:pt>
                <c:pt idx="1816">
                  <c:v>4.29850000002</c:v>
                </c:pt>
                <c:pt idx="1817">
                  <c:v>4.29875000002</c:v>
                </c:pt>
                <c:pt idx="1818">
                  <c:v>4.30325000002</c:v>
                </c:pt>
                <c:pt idx="1819">
                  <c:v>4.30650000002</c:v>
                </c:pt>
                <c:pt idx="1820">
                  <c:v>4.30800000002</c:v>
                </c:pt>
                <c:pt idx="1821">
                  <c:v>4.30825000002</c:v>
                </c:pt>
                <c:pt idx="1822">
                  <c:v>4.31275000002</c:v>
                </c:pt>
                <c:pt idx="1823">
                  <c:v>4.31325000002</c:v>
                </c:pt>
                <c:pt idx="1824">
                  <c:v>4.31750000002</c:v>
                </c:pt>
                <c:pt idx="1825">
                  <c:v>4.31775000002</c:v>
                </c:pt>
                <c:pt idx="1826">
                  <c:v>4.32225000002</c:v>
                </c:pt>
                <c:pt idx="1827">
                  <c:v>4.32300000002</c:v>
                </c:pt>
                <c:pt idx="1828">
                  <c:v>4.32650000002</c:v>
                </c:pt>
                <c:pt idx="1829">
                  <c:v>4.32725000002</c:v>
                </c:pt>
                <c:pt idx="1830">
                  <c:v>4.33175000002</c:v>
                </c:pt>
                <c:pt idx="1831">
                  <c:v>4.33200000002</c:v>
                </c:pt>
                <c:pt idx="1832">
                  <c:v>4.33650000002</c:v>
                </c:pt>
                <c:pt idx="1833">
                  <c:v>4.33675000002</c:v>
                </c:pt>
                <c:pt idx="1834">
                  <c:v>4.34125000002</c:v>
                </c:pt>
                <c:pt idx="1835">
                  <c:v>4.34300000002</c:v>
                </c:pt>
                <c:pt idx="1836">
                  <c:v>4.34600000002</c:v>
                </c:pt>
                <c:pt idx="1837">
                  <c:v>4.34625000002</c:v>
                </c:pt>
                <c:pt idx="1838">
                  <c:v>4.35075000002</c:v>
                </c:pt>
                <c:pt idx="1839">
                  <c:v>4.35100000002</c:v>
                </c:pt>
                <c:pt idx="1840">
                  <c:v>4.35275000002</c:v>
                </c:pt>
                <c:pt idx="1841">
                  <c:v>4.35575000002</c:v>
                </c:pt>
                <c:pt idx="1842">
                  <c:v>4.35950000002</c:v>
                </c:pt>
                <c:pt idx="1843">
                  <c:v>4.36050000002</c:v>
                </c:pt>
                <c:pt idx="1844">
                  <c:v>4.36500000002</c:v>
                </c:pt>
                <c:pt idx="1845">
                  <c:v>4.36525000002</c:v>
                </c:pt>
                <c:pt idx="1846">
                  <c:v>4.36925000002</c:v>
                </c:pt>
                <c:pt idx="1847">
                  <c:v>4.37000000002</c:v>
                </c:pt>
                <c:pt idx="1848">
                  <c:v>4.37450000002</c:v>
                </c:pt>
                <c:pt idx="1849">
                  <c:v>4.37475000002</c:v>
                </c:pt>
                <c:pt idx="1850">
                  <c:v>4.37600000002</c:v>
                </c:pt>
                <c:pt idx="1851">
                  <c:v>4.37950000002</c:v>
                </c:pt>
                <c:pt idx="1852">
                  <c:v>4.38400000002</c:v>
                </c:pt>
                <c:pt idx="1853">
                  <c:v>4.38425000002</c:v>
                </c:pt>
                <c:pt idx="1854">
                  <c:v>4.38600000002</c:v>
                </c:pt>
                <c:pt idx="1855">
                  <c:v>4.38900000002</c:v>
                </c:pt>
                <c:pt idx="1856">
                  <c:v>4.39350000002</c:v>
                </c:pt>
                <c:pt idx="1857">
                  <c:v>4.39550000002</c:v>
                </c:pt>
                <c:pt idx="1858">
                  <c:v>4.39825000002</c:v>
                </c:pt>
                <c:pt idx="1859">
                  <c:v>4.39850000002</c:v>
                </c:pt>
                <c:pt idx="1860">
                  <c:v>4.40250000002</c:v>
                </c:pt>
                <c:pt idx="1861">
                  <c:v>4.40325000002</c:v>
                </c:pt>
                <c:pt idx="1862">
                  <c:v>4.40775000002</c:v>
                </c:pt>
                <c:pt idx="1863">
                  <c:v>4.40800000002</c:v>
                </c:pt>
                <c:pt idx="1864">
                  <c:v>4.41225000002</c:v>
                </c:pt>
                <c:pt idx="1865">
                  <c:v>4.41275000002</c:v>
                </c:pt>
                <c:pt idx="1866">
                  <c:v>4.41725000002</c:v>
                </c:pt>
                <c:pt idx="1867">
                  <c:v>4.41750000002</c:v>
                </c:pt>
                <c:pt idx="1868">
                  <c:v>4.41900000002</c:v>
                </c:pt>
                <c:pt idx="1869">
                  <c:v>4.42225000002</c:v>
                </c:pt>
                <c:pt idx="1870">
                  <c:v>4.42675000002</c:v>
                </c:pt>
                <c:pt idx="1871">
                  <c:v>4.42850000002</c:v>
                </c:pt>
                <c:pt idx="1872">
                  <c:v>4.43150000002</c:v>
                </c:pt>
                <c:pt idx="1873">
                  <c:v>4.43175000002</c:v>
                </c:pt>
                <c:pt idx="1874">
                  <c:v>4.43525000002</c:v>
                </c:pt>
                <c:pt idx="1875">
                  <c:v>4.43650000002</c:v>
                </c:pt>
                <c:pt idx="1876">
                  <c:v>4.44100000002</c:v>
                </c:pt>
                <c:pt idx="1877">
                  <c:v>4.44200000002</c:v>
                </c:pt>
                <c:pt idx="1878">
                  <c:v>4.44575000002</c:v>
                </c:pt>
                <c:pt idx="1879">
                  <c:v>4.44600000002</c:v>
                </c:pt>
                <c:pt idx="1880">
                  <c:v>4.45050000002</c:v>
                </c:pt>
                <c:pt idx="1881">
                  <c:v>4.45175000002</c:v>
                </c:pt>
                <c:pt idx="1882">
                  <c:v>4.45525000002</c:v>
                </c:pt>
                <c:pt idx="1883">
                  <c:v>4.45550000002</c:v>
                </c:pt>
                <c:pt idx="1884">
                  <c:v>4.45850000002</c:v>
                </c:pt>
                <c:pt idx="1885">
                  <c:v>4.46025000002</c:v>
                </c:pt>
                <c:pt idx="1886">
                  <c:v>4.46475000002</c:v>
                </c:pt>
                <c:pt idx="1887">
                  <c:v>4.46825000002</c:v>
                </c:pt>
                <c:pt idx="1888">
                  <c:v>4.46950000002</c:v>
                </c:pt>
                <c:pt idx="1889">
                  <c:v>4.46975000002</c:v>
                </c:pt>
                <c:pt idx="1890">
                  <c:v>4.47425000002</c:v>
                </c:pt>
                <c:pt idx="1891">
                  <c:v>4.47500000002</c:v>
                </c:pt>
                <c:pt idx="1892">
                  <c:v>4.47900000002</c:v>
                </c:pt>
                <c:pt idx="1893">
                  <c:v>4.47925000002</c:v>
                </c:pt>
                <c:pt idx="1894">
                  <c:v>4.48375000002</c:v>
                </c:pt>
                <c:pt idx="1895">
                  <c:v>4.48475000002</c:v>
                </c:pt>
                <c:pt idx="1896">
                  <c:v>4.48850000002</c:v>
                </c:pt>
                <c:pt idx="1897">
                  <c:v>4.48875000002</c:v>
                </c:pt>
                <c:pt idx="1898">
                  <c:v>4.49325000002</c:v>
                </c:pt>
                <c:pt idx="1899">
                  <c:v>4.49475000002</c:v>
                </c:pt>
                <c:pt idx="1900">
                  <c:v>4.49800000002</c:v>
                </c:pt>
                <c:pt idx="1901">
                  <c:v>4.49825000002</c:v>
                </c:pt>
                <c:pt idx="1902">
                  <c:v>4.50125000002</c:v>
                </c:pt>
                <c:pt idx="1903">
                  <c:v>4.50300000002</c:v>
                </c:pt>
                <c:pt idx="1904">
                  <c:v>4.50750000002</c:v>
                </c:pt>
                <c:pt idx="1905">
                  <c:v>4.50775000002</c:v>
                </c:pt>
                <c:pt idx="1906">
                  <c:v>4.51125000002</c:v>
                </c:pt>
                <c:pt idx="1907">
                  <c:v>4.51250000002</c:v>
                </c:pt>
                <c:pt idx="1908">
                  <c:v>4.51700000002</c:v>
                </c:pt>
                <c:pt idx="1909">
                  <c:v>4.51775000002</c:v>
                </c:pt>
                <c:pt idx="1910">
                  <c:v>4.52175000002</c:v>
                </c:pt>
                <c:pt idx="1911">
                  <c:v>4.52200000002</c:v>
                </c:pt>
                <c:pt idx="1912">
                  <c:v>4.52650000002</c:v>
                </c:pt>
                <c:pt idx="1913">
                  <c:v>4.52775000002</c:v>
                </c:pt>
                <c:pt idx="1914">
                  <c:v>4.53100000002</c:v>
                </c:pt>
                <c:pt idx="1915">
                  <c:v>4.53150000002</c:v>
                </c:pt>
                <c:pt idx="1916">
                  <c:v>4.53600000002</c:v>
                </c:pt>
                <c:pt idx="1917">
                  <c:v>4.53625000002</c:v>
                </c:pt>
                <c:pt idx="1918">
                  <c:v>4.54075000002</c:v>
                </c:pt>
                <c:pt idx="1919">
                  <c:v>4.54100000002</c:v>
                </c:pt>
                <c:pt idx="1920">
                  <c:v>4.54550000002</c:v>
                </c:pt>
                <c:pt idx="1921">
                  <c:v>4.54575000002</c:v>
                </c:pt>
                <c:pt idx="1922">
                  <c:v>4.54750000002</c:v>
                </c:pt>
                <c:pt idx="1923">
                  <c:v>4.55050000002</c:v>
                </c:pt>
                <c:pt idx="1924">
                  <c:v>4.55500000002</c:v>
                </c:pt>
                <c:pt idx="1925">
                  <c:v>4.55525000002</c:v>
                </c:pt>
                <c:pt idx="1926">
                  <c:v>4.55750000002</c:v>
                </c:pt>
                <c:pt idx="1927">
                  <c:v>4.56000000002</c:v>
                </c:pt>
                <c:pt idx="1928">
                  <c:v>4.56425000002</c:v>
                </c:pt>
                <c:pt idx="1929">
                  <c:v>4.56475000002</c:v>
                </c:pt>
                <c:pt idx="1930">
                  <c:v>4.56925000002</c:v>
                </c:pt>
                <c:pt idx="1931">
                  <c:v>4.56950000002</c:v>
                </c:pt>
                <c:pt idx="1932">
                  <c:v>4.57400000002</c:v>
                </c:pt>
                <c:pt idx="1933">
                  <c:v>4.57425000002</c:v>
                </c:pt>
                <c:pt idx="1934">
                  <c:v>4.57875000002</c:v>
                </c:pt>
                <c:pt idx="1935">
                  <c:v>4.57900000002</c:v>
                </c:pt>
                <c:pt idx="1936">
                  <c:v>4.58350000002</c:v>
                </c:pt>
                <c:pt idx="1937">
                  <c:v>4.58375000002</c:v>
                </c:pt>
                <c:pt idx="1938">
                  <c:v>4.58825000002</c:v>
                </c:pt>
                <c:pt idx="1939">
                  <c:v>4.58850000002</c:v>
                </c:pt>
                <c:pt idx="1940">
                  <c:v>4.59050000002</c:v>
                </c:pt>
                <c:pt idx="1941">
                  <c:v>4.59325000002</c:v>
                </c:pt>
                <c:pt idx="1942">
                  <c:v>4.59775000002</c:v>
                </c:pt>
                <c:pt idx="1943">
                  <c:v>4.60025000002</c:v>
                </c:pt>
                <c:pt idx="1944">
                  <c:v>4.60250000002</c:v>
                </c:pt>
                <c:pt idx="1945">
                  <c:v>4.60275000002</c:v>
                </c:pt>
                <c:pt idx="1946">
                  <c:v>4.60700000002</c:v>
                </c:pt>
                <c:pt idx="1947">
                  <c:v>4.60750000002</c:v>
                </c:pt>
                <c:pt idx="1948">
                  <c:v>4.61200000002</c:v>
                </c:pt>
                <c:pt idx="1949">
                  <c:v>4.61225000002</c:v>
                </c:pt>
                <c:pt idx="1950">
                  <c:v>4.61675000002</c:v>
                </c:pt>
                <c:pt idx="1951">
                  <c:v>4.61700000002</c:v>
                </c:pt>
                <c:pt idx="1952">
                  <c:v>4.62150000002</c:v>
                </c:pt>
                <c:pt idx="1953">
                  <c:v>4.62175000002</c:v>
                </c:pt>
                <c:pt idx="1954">
                  <c:v>4.62350000002</c:v>
                </c:pt>
                <c:pt idx="1955">
                  <c:v>4.62650000002</c:v>
                </c:pt>
                <c:pt idx="1956">
                  <c:v>4.63000000002</c:v>
                </c:pt>
                <c:pt idx="1957">
                  <c:v>4.63125000002</c:v>
                </c:pt>
                <c:pt idx="1958">
                  <c:v>4.63575000002</c:v>
                </c:pt>
                <c:pt idx="1959">
                  <c:v>4.63600000002</c:v>
                </c:pt>
                <c:pt idx="1960">
                  <c:v>4.64000000002</c:v>
                </c:pt>
                <c:pt idx="1961">
                  <c:v>4.64075000002</c:v>
                </c:pt>
                <c:pt idx="1962">
                  <c:v>4.64525000002</c:v>
                </c:pt>
                <c:pt idx="1963">
                  <c:v>4.64650000002</c:v>
                </c:pt>
                <c:pt idx="1964">
                  <c:v>4.65000000002</c:v>
                </c:pt>
                <c:pt idx="1965">
                  <c:v>4.65025000002</c:v>
                </c:pt>
                <c:pt idx="1966">
                  <c:v>4.65475000002</c:v>
                </c:pt>
                <c:pt idx="1967">
                  <c:v>4.65650000002</c:v>
                </c:pt>
                <c:pt idx="1968">
                  <c:v>4.65950000002</c:v>
                </c:pt>
                <c:pt idx="1969">
                  <c:v>4.65975000002</c:v>
                </c:pt>
                <c:pt idx="1970">
                  <c:v>4.66325000002</c:v>
                </c:pt>
                <c:pt idx="1971">
                  <c:v>4.66450000002</c:v>
                </c:pt>
                <c:pt idx="1972">
                  <c:v>4.66900000002</c:v>
                </c:pt>
                <c:pt idx="1973">
                  <c:v>4.66925000002</c:v>
                </c:pt>
                <c:pt idx="1974">
                  <c:v>4.67300000002</c:v>
                </c:pt>
                <c:pt idx="1975">
                  <c:v>4.67400000002</c:v>
                </c:pt>
                <c:pt idx="1976">
                  <c:v>4.67850000002</c:v>
                </c:pt>
                <c:pt idx="1977">
                  <c:v>4.67875000002</c:v>
                </c:pt>
                <c:pt idx="1978">
                  <c:v>4.68275000002</c:v>
                </c:pt>
                <c:pt idx="1979">
                  <c:v>4.68350000002</c:v>
                </c:pt>
                <c:pt idx="1980">
                  <c:v>4.68800000002</c:v>
                </c:pt>
                <c:pt idx="1981">
                  <c:v>4.68950000002</c:v>
                </c:pt>
                <c:pt idx="1982">
                  <c:v>4.69275000002</c:v>
                </c:pt>
                <c:pt idx="1983">
                  <c:v>4.69300000002</c:v>
                </c:pt>
                <c:pt idx="1984">
                  <c:v>4.69750000002</c:v>
                </c:pt>
                <c:pt idx="1985">
                  <c:v>4.69925000002</c:v>
                </c:pt>
                <c:pt idx="1986">
                  <c:v>4.70225000002</c:v>
                </c:pt>
                <c:pt idx="1987">
                  <c:v>4.70250000002</c:v>
                </c:pt>
                <c:pt idx="1988">
                  <c:v>4.70600000002</c:v>
                </c:pt>
                <c:pt idx="1989">
                  <c:v>4.70725000002</c:v>
                </c:pt>
                <c:pt idx="1990">
                  <c:v>4.71175000002</c:v>
                </c:pt>
                <c:pt idx="1991">
                  <c:v>4.71200000002</c:v>
                </c:pt>
                <c:pt idx="1992">
                  <c:v>4.71575000002</c:v>
                </c:pt>
                <c:pt idx="1993">
                  <c:v>4.71675000002</c:v>
                </c:pt>
                <c:pt idx="1994">
                  <c:v>4.72125000002</c:v>
                </c:pt>
                <c:pt idx="1995">
                  <c:v>4.72225000002</c:v>
                </c:pt>
                <c:pt idx="1996">
                  <c:v>4.72600000002</c:v>
                </c:pt>
                <c:pt idx="1997">
                  <c:v>4.72625000002</c:v>
                </c:pt>
                <c:pt idx="1998">
                  <c:v>4.72925000002</c:v>
                </c:pt>
                <c:pt idx="1999">
                  <c:v>4.73100000002</c:v>
                </c:pt>
                <c:pt idx="2000">
                  <c:v>4.73550000002</c:v>
                </c:pt>
                <c:pt idx="2001">
                  <c:v>4.73575000002</c:v>
                </c:pt>
                <c:pt idx="2002">
                  <c:v>4.74025000002</c:v>
                </c:pt>
                <c:pt idx="2003">
                  <c:v>4.74050000002</c:v>
                </c:pt>
                <c:pt idx="2004">
                  <c:v>4.74500000002</c:v>
                </c:pt>
                <c:pt idx="2005">
                  <c:v>4.74575000002</c:v>
                </c:pt>
                <c:pt idx="2006">
                  <c:v>4.74975000002</c:v>
                </c:pt>
                <c:pt idx="2007">
                  <c:v>4.75000000002</c:v>
                </c:pt>
                <c:pt idx="2008">
                  <c:v>4.75450000002</c:v>
                </c:pt>
                <c:pt idx="2009">
                  <c:v>4.75525000002</c:v>
                </c:pt>
                <c:pt idx="2010">
                  <c:v>4.75925000002</c:v>
                </c:pt>
                <c:pt idx="2011">
                  <c:v>4.75950000002</c:v>
                </c:pt>
                <c:pt idx="2012">
                  <c:v>4.76225000002</c:v>
                </c:pt>
                <c:pt idx="2013">
                  <c:v>4.76425000002</c:v>
                </c:pt>
                <c:pt idx="2014">
                  <c:v>4.76875000002</c:v>
                </c:pt>
                <c:pt idx="2015">
                  <c:v>4.77175000002</c:v>
                </c:pt>
                <c:pt idx="2016">
                  <c:v>4.77350000002</c:v>
                </c:pt>
                <c:pt idx="2017">
                  <c:v>4.77375000002</c:v>
                </c:pt>
                <c:pt idx="2018">
                  <c:v>4.77825000002</c:v>
                </c:pt>
                <c:pt idx="2019">
                  <c:v>4.78175000002</c:v>
                </c:pt>
                <c:pt idx="2020">
                  <c:v>4.78300000002</c:v>
                </c:pt>
                <c:pt idx="2021">
                  <c:v>4.78325000002</c:v>
                </c:pt>
                <c:pt idx="2022">
                  <c:v>4.78775000002</c:v>
                </c:pt>
                <c:pt idx="2023">
                  <c:v>4.78850000002</c:v>
                </c:pt>
                <c:pt idx="2024">
                  <c:v>4.79250000002</c:v>
                </c:pt>
                <c:pt idx="2025">
                  <c:v>4.79275000002</c:v>
                </c:pt>
                <c:pt idx="2026">
                  <c:v>4.79725000002</c:v>
                </c:pt>
                <c:pt idx="2027">
                  <c:v>4.79825000002</c:v>
                </c:pt>
                <c:pt idx="2028">
                  <c:v>4.80200000002</c:v>
                </c:pt>
                <c:pt idx="2029">
                  <c:v>4.80475000002</c:v>
                </c:pt>
                <c:pt idx="2030">
                  <c:v>4.80675000002</c:v>
                </c:pt>
                <c:pt idx="2031">
                  <c:v>4.80700000002</c:v>
                </c:pt>
                <c:pt idx="2032">
                  <c:v>4.81150000002</c:v>
                </c:pt>
                <c:pt idx="2033">
                  <c:v>4.81175000002</c:v>
                </c:pt>
                <c:pt idx="2034">
                  <c:v>4.81625000002</c:v>
                </c:pt>
                <c:pt idx="2035">
                  <c:v>4.81650000002</c:v>
                </c:pt>
                <c:pt idx="2036">
                  <c:v>4.81825000002</c:v>
                </c:pt>
                <c:pt idx="2037">
                  <c:v>4.82125000002</c:v>
                </c:pt>
                <c:pt idx="2038">
                  <c:v>4.82575000002</c:v>
                </c:pt>
                <c:pt idx="2039">
                  <c:v>4.82600000002</c:v>
                </c:pt>
                <c:pt idx="2040">
                  <c:v>4.82800000002</c:v>
                </c:pt>
                <c:pt idx="2041">
                  <c:v>4.83075000002</c:v>
                </c:pt>
                <c:pt idx="2042">
                  <c:v>4.83475000002</c:v>
                </c:pt>
                <c:pt idx="2043">
                  <c:v>4.83550000002</c:v>
                </c:pt>
                <c:pt idx="2044">
                  <c:v>4.84000000002</c:v>
                </c:pt>
                <c:pt idx="2045">
                  <c:v>4.84025000002</c:v>
                </c:pt>
                <c:pt idx="2046">
                  <c:v>4.84450000002</c:v>
                </c:pt>
                <c:pt idx="2047">
                  <c:v>4.84500000002</c:v>
                </c:pt>
                <c:pt idx="2048">
                  <c:v>4.84950000002</c:v>
                </c:pt>
                <c:pt idx="2049">
                  <c:v>4.84975000002</c:v>
                </c:pt>
                <c:pt idx="2050">
                  <c:v>4.85125000002</c:v>
                </c:pt>
                <c:pt idx="2051">
                  <c:v>4.85450000002</c:v>
                </c:pt>
                <c:pt idx="2052">
                  <c:v>4.85900000002</c:v>
                </c:pt>
                <c:pt idx="2053">
                  <c:v>4.85925000002</c:v>
                </c:pt>
                <c:pt idx="2054">
                  <c:v>4.86100000002</c:v>
                </c:pt>
                <c:pt idx="2055">
                  <c:v>4.86400000002</c:v>
                </c:pt>
                <c:pt idx="2056">
                  <c:v>4.86850000002</c:v>
                </c:pt>
                <c:pt idx="2057">
                  <c:v>4.87100000002</c:v>
                </c:pt>
                <c:pt idx="2058">
                  <c:v>4.87325000002</c:v>
                </c:pt>
                <c:pt idx="2059">
                  <c:v>4.87350000002</c:v>
                </c:pt>
                <c:pt idx="2060">
                  <c:v>4.87750000002</c:v>
                </c:pt>
                <c:pt idx="2061">
                  <c:v>4.87825000002</c:v>
                </c:pt>
                <c:pt idx="2062">
                  <c:v>4.88275000002</c:v>
                </c:pt>
                <c:pt idx="2063">
                  <c:v>4.88300000002</c:v>
                </c:pt>
                <c:pt idx="2064">
                  <c:v>4.88750000002</c:v>
                </c:pt>
                <c:pt idx="2065">
                  <c:v>4.88775000002</c:v>
                </c:pt>
                <c:pt idx="2066">
                  <c:v>4.89225000002</c:v>
                </c:pt>
                <c:pt idx="2067">
                  <c:v>4.89400000002</c:v>
                </c:pt>
                <c:pt idx="2068">
                  <c:v>4.89700000002</c:v>
                </c:pt>
                <c:pt idx="2069">
                  <c:v>4.89725000002</c:v>
                </c:pt>
                <c:pt idx="2070">
                  <c:v>4.90175000002</c:v>
                </c:pt>
                <c:pt idx="2071">
                  <c:v>4.90400000002</c:v>
                </c:pt>
                <c:pt idx="2072">
                  <c:v>4.90650000002</c:v>
                </c:pt>
                <c:pt idx="2073">
                  <c:v>4.90675000002</c:v>
                </c:pt>
                <c:pt idx="2074">
                  <c:v>4.91050000002</c:v>
                </c:pt>
                <c:pt idx="2075">
                  <c:v>4.91150000002</c:v>
                </c:pt>
                <c:pt idx="2076">
                  <c:v>4.91600000002</c:v>
                </c:pt>
                <c:pt idx="2077">
                  <c:v>4.91625000002</c:v>
                </c:pt>
                <c:pt idx="2078">
                  <c:v>4.91725000002</c:v>
                </c:pt>
                <c:pt idx="2079">
                  <c:v>4.92100000002</c:v>
                </c:pt>
                <c:pt idx="2080">
                  <c:v>4.92550000002</c:v>
                </c:pt>
                <c:pt idx="2081">
                  <c:v>4.92700000002</c:v>
                </c:pt>
                <c:pt idx="2082">
                  <c:v>4.93025000002</c:v>
                </c:pt>
                <c:pt idx="2083">
                  <c:v>4.93050000002</c:v>
                </c:pt>
                <c:pt idx="2084">
                  <c:v>4.93375000002</c:v>
                </c:pt>
                <c:pt idx="2085">
                  <c:v>4.93525000002</c:v>
                </c:pt>
                <c:pt idx="2086">
                  <c:v>4.93975000002</c:v>
                </c:pt>
                <c:pt idx="2087">
                  <c:v>4.94350000002</c:v>
                </c:pt>
                <c:pt idx="2088">
                  <c:v>4.94450000002</c:v>
                </c:pt>
                <c:pt idx="2089">
                  <c:v>4.94475000002</c:v>
                </c:pt>
                <c:pt idx="2090">
                  <c:v>4.94925000002</c:v>
                </c:pt>
                <c:pt idx="2091">
                  <c:v>4.94950000002</c:v>
                </c:pt>
                <c:pt idx="2092">
                  <c:v>4.95325000002</c:v>
                </c:pt>
                <c:pt idx="2093">
                  <c:v>4.95425000002</c:v>
                </c:pt>
                <c:pt idx="2094">
                  <c:v>4.95875000002</c:v>
                </c:pt>
                <c:pt idx="2095">
                  <c:v>4.96000000002</c:v>
                </c:pt>
                <c:pt idx="2096">
                  <c:v>4.96350000002</c:v>
                </c:pt>
                <c:pt idx="2097">
                  <c:v>4.96375000002</c:v>
                </c:pt>
                <c:pt idx="2098">
                  <c:v>4.96825000002</c:v>
                </c:pt>
                <c:pt idx="2099">
                  <c:v>4.97000000002</c:v>
                </c:pt>
                <c:pt idx="2100">
                  <c:v>4.97300000002</c:v>
                </c:pt>
                <c:pt idx="2101">
                  <c:v>4.97325000002</c:v>
                </c:pt>
                <c:pt idx="2102">
                  <c:v>4.97650000002</c:v>
                </c:pt>
                <c:pt idx="2103">
                  <c:v>4.97800000002</c:v>
                </c:pt>
                <c:pt idx="2104">
                  <c:v>4.98250000002</c:v>
                </c:pt>
                <c:pt idx="2105">
                  <c:v>4.98275000002</c:v>
                </c:pt>
                <c:pt idx="2106">
                  <c:v>4.98650000002</c:v>
                </c:pt>
                <c:pt idx="2107">
                  <c:v>4.98750000002</c:v>
                </c:pt>
                <c:pt idx="2108">
                  <c:v>4.99200000002</c:v>
                </c:pt>
                <c:pt idx="2109">
                  <c:v>4.99300000002</c:v>
                </c:pt>
                <c:pt idx="2110">
                  <c:v>4.99675000002</c:v>
                </c:pt>
                <c:pt idx="2111">
                  <c:v>4.99700000002</c:v>
                </c:pt>
                <c:pt idx="2112">
                  <c:v>5.00150000002</c:v>
                </c:pt>
                <c:pt idx="2113">
                  <c:v>5.00300000002</c:v>
                </c:pt>
                <c:pt idx="2114">
                  <c:v>5.00625000002</c:v>
                </c:pt>
                <c:pt idx="2115">
                  <c:v>5.00650000002</c:v>
                </c:pt>
                <c:pt idx="2116">
                  <c:v>5.01100000002</c:v>
                </c:pt>
                <c:pt idx="2117">
                  <c:v>5.01125000002</c:v>
                </c:pt>
                <c:pt idx="2118">
                  <c:v>5.01575000002</c:v>
                </c:pt>
                <c:pt idx="2119">
                  <c:v>5.01625000002</c:v>
                </c:pt>
                <c:pt idx="2120">
                  <c:v>5.02050000002</c:v>
                </c:pt>
                <c:pt idx="2121">
                  <c:v>5.02075000002</c:v>
                </c:pt>
                <c:pt idx="2122">
                  <c:v>5.02275000002</c:v>
                </c:pt>
                <c:pt idx="2123">
                  <c:v>5.02550000002</c:v>
                </c:pt>
                <c:pt idx="2124">
                  <c:v>5.03000000002</c:v>
                </c:pt>
                <c:pt idx="2125">
                  <c:v>5.03025000002</c:v>
                </c:pt>
                <c:pt idx="2126">
                  <c:v>5.03275000002</c:v>
                </c:pt>
                <c:pt idx="2127">
                  <c:v>5.03500000002</c:v>
                </c:pt>
                <c:pt idx="2128">
                  <c:v>5.03950000002</c:v>
                </c:pt>
                <c:pt idx="2129">
                  <c:v>5.04250000002</c:v>
                </c:pt>
                <c:pt idx="2130">
                  <c:v>5.04425000002</c:v>
                </c:pt>
                <c:pt idx="2131">
                  <c:v>5.04450000002</c:v>
                </c:pt>
                <c:pt idx="2132">
                  <c:v>5.04900000002</c:v>
                </c:pt>
                <c:pt idx="2133">
                  <c:v>5.04925000002</c:v>
                </c:pt>
                <c:pt idx="2134">
                  <c:v>5.05375000002</c:v>
                </c:pt>
                <c:pt idx="2135">
                  <c:v>5.05400000002</c:v>
                </c:pt>
                <c:pt idx="2136">
                  <c:v>5.05850000002</c:v>
                </c:pt>
                <c:pt idx="2137">
                  <c:v>5.05900000002</c:v>
                </c:pt>
                <c:pt idx="2138">
                  <c:v>5.06325000002</c:v>
                </c:pt>
                <c:pt idx="2139">
                  <c:v>5.06350000002</c:v>
                </c:pt>
                <c:pt idx="2140">
                  <c:v>5.06575000002</c:v>
                </c:pt>
                <c:pt idx="2141">
                  <c:v>5.06825000002</c:v>
                </c:pt>
                <c:pt idx="2142">
                  <c:v>5.07275000002</c:v>
                </c:pt>
                <c:pt idx="2143">
                  <c:v>5.07550000002</c:v>
                </c:pt>
                <c:pt idx="2144">
                  <c:v>5.07750000002</c:v>
                </c:pt>
                <c:pt idx="2145">
                  <c:v>5.07775000002</c:v>
                </c:pt>
                <c:pt idx="2146">
                  <c:v>5.08225000002</c:v>
                </c:pt>
                <c:pt idx="2147">
                  <c:v>5.08250000002</c:v>
                </c:pt>
                <c:pt idx="2148">
                  <c:v>5.08700000002</c:v>
                </c:pt>
                <c:pt idx="2149">
                  <c:v>5.08725000002</c:v>
                </c:pt>
                <c:pt idx="2150">
                  <c:v>5.09175000002</c:v>
                </c:pt>
                <c:pt idx="2151">
                  <c:v>5.09200000002</c:v>
                </c:pt>
                <c:pt idx="2152">
                  <c:v>5.09650000002</c:v>
                </c:pt>
                <c:pt idx="2153">
                  <c:v>5.09675000002</c:v>
                </c:pt>
                <c:pt idx="2154">
                  <c:v>5.09875000002</c:v>
                </c:pt>
                <c:pt idx="2155">
                  <c:v>5.10150000002</c:v>
                </c:pt>
                <c:pt idx="2156">
                  <c:v>5.10600000002</c:v>
                </c:pt>
                <c:pt idx="2157">
                  <c:v>5.10850000002</c:v>
                </c:pt>
                <c:pt idx="2158">
                  <c:v>5.11075000002</c:v>
                </c:pt>
                <c:pt idx="2159">
                  <c:v>5.11100000002</c:v>
                </c:pt>
                <c:pt idx="2160">
                  <c:v>5.11525000002</c:v>
                </c:pt>
                <c:pt idx="2161">
                  <c:v>5.11575000002</c:v>
                </c:pt>
                <c:pt idx="2162">
                  <c:v>5.12025000002</c:v>
                </c:pt>
                <c:pt idx="2163">
                  <c:v>5.12050000002</c:v>
                </c:pt>
                <c:pt idx="2164">
                  <c:v>5.12200000002</c:v>
                </c:pt>
                <c:pt idx="2165">
                  <c:v>5.12525000002</c:v>
                </c:pt>
                <c:pt idx="2166">
                  <c:v>5.12975000002</c:v>
                </c:pt>
                <c:pt idx="2167">
                  <c:v>5.13175000002</c:v>
                </c:pt>
                <c:pt idx="2168">
                  <c:v>5.13450000002</c:v>
                </c:pt>
                <c:pt idx="2169">
                  <c:v>5.13475000002</c:v>
                </c:pt>
                <c:pt idx="2170">
                  <c:v>5.13925000002</c:v>
                </c:pt>
                <c:pt idx="2171">
                  <c:v>5.14150000002</c:v>
                </c:pt>
                <c:pt idx="2172">
                  <c:v>5.14400000002</c:v>
                </c:pt>
                <c:pt idx="2173">
                  <c:v>5.14425000002</c:v>
                </c:pt>
                <c:pt idx="2174">
                  <c:v>5.14825000002</c:v>
                </c:pt>
                <c:pt idx="2175">
                  <c:v>5.14900000002</c:v>
                </c:pt>
                <c:pt idx="2176">
                  <c:v>5.15350000002</c:v>
                </c:pt>
                <c:pt idx="2177">
                  <c:v>5.15375000002</c:v>
                </c:pt>
                <c:pt idx="2178">
                  <c:v>5.15800000002</c:v>
                </c:pt>
                <c:pt idx="2179">
                  <c:v>5.15850000002</c:v>
                </c:pt>
                <c:pt idx="2180">
                  <c:v>5.16300000002</c:v>
                </c:pt>
                <c:pt idx="2181">
                  <c:v>5.16475000002</c:v>
                </c:pt>
                <c:pt idx="2182">
                  <c:v>5.16775000002</c:v>
                </c:pt>
                <c:pt idx="2183">
                  <c:v>5.16800000002</c:v>
                </c:pt>
                <c:pt idx="2184">
                  <c:v>5.17250000002</c:v>
                </c:pt>
                <c:pt idx="2185">
                  <c:v>5.17450000002</c:v>
                </c:pt>
                <c:pt idx="2186">
                  <c:v>5.17725000002</c:v>
                </c:pt>
                <c:pt idx="2187">
                  <c:v>5.17750000002</c:v>
                </c:pt>
                <c:pt idx="2188">
                  <c:v>5.18125000002</c:v>
                </c:pt>
                <c:pt idx="2189">
                  <c:v>5.18225000002</c:v>
                </c:pt>
                <c:pt idx="2190">
                  <c:v>5.18650000002</c:v>
                </c:pt>
                <c:pt idx="2191">
                  <c:v>5.18675000002</c:v>
                </c:pt>
                <c:pt idx="2192">
                  <c:v>5.19100000002</c:v>
                </c:pt>
                <c:pt idx="2193">
                  <c:v>5.19125000002</c:v>
                </c:pt>
                <c:pt idx="2194">
                  <c:v>5.19550000002</c:v>
                </c:pt>
                <c:pt idx="2195">
                  <c:v>5.19750000002</c:v>
                </c:pt>
                <c:pt idx="2196">
                  <c:v>5.20000000002</c:v>
                </c:pt>
                <c:pt idx="2197">
                  <c:v>5.20025000002</c:v>
                </c:pt>
                <c:pt idx="2198">
                  <c:v>5.20450000002</c:v>
                </c:pt>
                <c:pt idx="2199">
                  <c:v>5.20750000002</c:v>
                </c:pt>
                <c:pt idx="2200">
                  <c:v>5.20900000002</c:v>
                </c:pt>
                <c:pt idx="2201">
                  <c:v>5.20925000002</c:v>
                </c:pt>
                <c:pt idx="2202">
                  <c:v>5.21100000002</c:v>
                </c:pt>
                <c:pt idx="2203">
                  <c:v>5.21375000002</c:v>
                </c:pt>
                <c:pt idx="2204">
                  <c:v>5.21800000002</c:v>
                </c:pt>
                <c:pt idx="2205">
                  <c:v>5.21825000002</c:v>
                </c:pt>
                <c:pt idx="2206">
                  <c:v>5.22100000002</c:v>
                </c:pt>
                <c:pt idx="2207">
                  <c:v>5.22275000002</c:v>
                </c:pt>
                <c:pt idx="2208">
                  <c:v>5.22700000002</c:v>
                </c:pt>
                <c:pt idx="2209">
                  <c:v>5.23050000002</c:v>
                </c:pt>
                <c:pt idx="2210">
                  <c:v>5.23150000002</c:v>
                </c:pt>
                <c:pt idx="2211">
                  <c:v>5.23175000002</c:v>
                </c:pt>
                <c:pt idx="2212">
                  <c:v>5.23600000003</c:v>
                </c:pt>
                <c:pt idx="2213">
                  <c:v>5.23625000003</c:v>
                </c:pt>
                <c:pt idx="2214">
                  <c:v>5.23750000003</c:v>
                </c:pt>
                <c:pt idx="2215">
                  <c:v>5.24075000003</c:v>
                </c:pt>
                <c:pt idx="2216">
                  <c:v>5.24500000003</c:v>
                </c:pt>
                <c:pt idx="2217">
                  <c:v>5.24725000003</c:v>
                </c:pt>
                <c:pt idx="2218">
                  <c:v>5.24950000003</c:v>
                </c:pt>
                <c:pt idx="2219">
                  <c:v>5.24975000003</c:v>
                </c:pt>
                <c:pt idx="2220">
                  <c:v>5.25400000003</c:v>
                </c:pt>
                <c:pt idx="2221">
                  <c:v>5.25700000003</c:v>
                </c:pt>
                <c:pt idx="2222">
                  <c:v>5.25850000003</c:v>
                </c:pt>
                <c:pt idx="2223">
                  <c:v>5.25875000003</c:v>
                </c:pt>
                <c:pt idx="2224">
                  <c:v>5.26300000003</c:v>
                </c:pt>
                <c:pt idx="2225">
                  <c:v>5.26375000003</c:v>
                </c:pt>
                <c:pt idx="2226">
                  <c:v>5.26750000003</c:v>
                </c:pt>
                <c:pt idx="2227">
                  <c:v>5.26775000003</c:v>
                </c:pt>
                <c:pt idx="2228">
                  <c:v>5.27200000003</c:v>
                </c:pt>
                <c:pt idx="2229">
                  <c:v>5.27350000003</c:v>
                </c:pt>
                <c:pt idx="2230">
                  <c:v>5.27650000003</c:v>
                </c:pt>
                <c:pt idx="2231">
                  <c:v>5.27675000003</c:v>
                </c:pt>
                <c:pt idx="2232">
                  <c:v>5.28025000003</c:v>
                </c:pt>
                <c:pt idx="2233">
                  <c:v>5.28125000003</c:v>
                </c:pt>
                <c:pt idx="2234">
                  <c:v>5.28550000003</c:v>
                </c:pt>
                <c:pt idx="2235">
                  <c:v>5.28575000003</c:v>
                </c:pt>
                <c:pt idx="2236">
                  <c:v>5.28700000003</c:v>
                </c:pt>
                <c:pt idx="2237">
                  <c:v>5.29025000003</c:v>
                </c:pt>
                <c:pt idx="2238">
                  <c:v>5.29450000003</c:v>
                </c:pt>
                <c:pt idx="2239">
                  <c:v>5.29650000003</c:v>
                </c:pt>
                <c:pt idx="2240">
                  <c:v>5.29900000003</c:v>
                </c:pt>
                <c:pt idx="2241">
                  <c:v>5.29925000003</c:v>
                </c:pt>
                <c:pt idx="2242">
                  <c:v>5.30325000003</c:v>
                </c:pt>
                <c:pt idx="2243">
                  <c:v>5.30375000003</c:v>
                </c:pt>
                <c:pt idx="2244">
                  <c:v>5.30800000003</c:v>
                </c:pt>
                <c:pt idx="2245">
                  <c:v>5.30825000003</c:v>
                </c:pt>
                <c:pt idx="2246">
                  <c:v>5.31000000003</c:v>
                </c:pt>
                <c:pt idx="2247">
                  <c:v>5.31275000003</c:v>
                </c:pt>
                <c:pt idx="2248">
                  <c:v>5.31700000003</c:v>
                </c:pt>
                <c:pt idx="2249">
                  <c:v>5.31725000003</c:v>
                </c:pt>
                <c:pt idx="2250">
                  <c:v>5.31975000003</c:v>
                </c:pt>
                <c:pt idx="2251">
                  <c:v>5.32175000003</c:v>
                </c:pt>
                <c:pt idx="2252">
                  <c:v>5.32600000003</c:v>
                </c:pt>
                <c:pt idx="2253">
                  <c:v>5.32975000003</c:v>
                </c:pt>
                <c:pt idx="2254">
                  <c:v>5.33050000003</c:v>
                </c:pt>
                <c:pt idx="2255">
                  <c:v>5.33075000003</c:v>
                </c:pt>
                <c:pt idx="2256">
                  <c:v>5.33500000003</c:v>
                </c:pt>
                <c:pt idx="2257">
                  <c:v>5.33625000003</c:v>
                </c:pt>
                <c:pt idx="2258">
                  <c:v>5.33950000003</c:v>
                </c:pt>
                <c:pt idx="2259">
                  <c:v>5.33975000003</c:v>
                </c:pt>
                <c:pt idx="2260">
                  <c:v>5.34400000003</c:v>
                </c:pt>
                <c:pt idx="2261">
                  <c:v>5.34625000003</c:v>
                </c:pt>
                <c:pt idx="2262">
                  <c:v>5.34850000003</c:v>
                </c:pt>
                <c:pt idx="2263">
                  <c:v>5.34875000003</c:v>
                </c:pt>
                <c:pt idx="2264">
                  <c:v>5.35275000003</c:v>
                </c:pt>
                <c:pt idx="2265">
                  <c:v>5.35325000003</c:v>
                </c:pt>
                <c:pt idx="2266">
                  <c:v>5.35750000003</c:v>
                </c:pt>
                <c:pt idx="2267">
                  <c:v>5.35775000003</c:v>
                </c:pt>
                <c:pt idx="2268">
                  <c:v>5.36200000003</c:v>
                </c:pt>
                <c:pt idx="2269">
                  <c:v>5.36275000003</c:v>
                </c:pt>
                <c:pt idx="2270">
                  <c:v>5.36650000003</c:v>
                </c:pt>
                <c:pt idx="2271">
                  <c:v>5.36675000003</c:v>
                </c:pt>
                <c:pt idx="2272">
                  <c:v>5.36925000003</c:v>
                </c:pt>
                <c:pt idx="2273">
                  <c:v>5.37125000003</c:v>
                </c:pt>
                <c:pt idx="2274">
                  <c:v>5.37550000003</c:v>
                </c:pt>
                <c:pt idx="2275">
                  <c:v>5.37575000003</c:v>
                </c:pt>
                <c:pt idx="2276">
                  <c:v>5.37925000003</c:v>
                </c:pt>
                <c:pt idx="2277">
                  <c:v>5.38025000003</c:v>
                </c:pt>
                <c:pt idx="2278">
                  <c:v>5.38450000003</c:v>
                </c:pt>
                <c:pt idx="2279">
                  <c:v>5.38575000003</c:v>
                </c:pt>
                <c:pt idx="2280">
                  <c:v>5.38900000003</c:v>
                </c:pt>
                <c:pt idx="2281">
                  <c:v>5.38925000003</c:v>
                </c:pt>
                <c:pt idx="2282">
                  <c:v>5.39350000003</c:v>
                </c:pt>
                <c:pt idx="2283">
                  <c:v>5.39575000003</c:v>
                </c:pt>
                <c:pt idx="2284">
                  <c:v>5.39800000003</c:v>
                </c:pt>
                <c:pt idx="2285">
                  <c:v>5.39825000003</c:v>
                </c:pt>
                <c:pt idx="2286">
                  <c:v>5.40225000003</c:v>
                </c:pt>
                <c:pt idx="2287">
                  <c:v>5.40275000003</c:v>
                </c:pt>
                <c:pt idx="2288">
                  <c:v>5.40700000003</c:v>
                </c:pt>
                <c:pt idx="2289">
                  <c:v>5.40725000003</c:v>
                </c:pt>
                <c:pt idx="2290">
                  <c:v>5.41150000003</c:v>
                </c:pt>
                <c:pt idx="2291">
                  <c:v>5.41200000003</c:v>
                </c:pt>
                <c:pt idx="2292">
                  <c:v>5.41600000003</c:v>
                </c:pt>
                <c:pt idx="2293">
                  <c:v>5.41875000003</c:v>
                </c:pt>
                <c:pt idx="2294">
                  <c:v>5.42050000003</c:v>
                </c:pt>
                <c:pt idx="2295">
                  <c:v>5.42075000003</c:v>
                </c:pt>
                <c:pt idx="2296">
                  <c:v>5.42500000003</c:v>
                </c:pt>
                <c:pt idx="2297">
                  <c:v>5.42875000003</c:v>
                </c:pt>
                <c:pt idx="2298">
                  <c:v>5.42950000003</c:v>
                </c:pt>
                <c:pt idx="2299">
                  <c:v>5.42975000003</c:v>
                </c:pt>
                <c:pt idx="2300">
                  <c:v>5.43400000003</c:v>
                </c:pt>
                <c:pt idx="2301">
                  <c:v>5.43525000003</c:v>
                </c:pt>
                <c:pt idx="2302">
                  <c:v>5.43850000003</c:v>
                </c:pt>
                <c:pt idx="2303">
                  <c:v>5.43875000003</c:v>
                </c:pt>
                <c:pt idx="2304">
                  <c:v>5.44300000003</c:v>
                </c:pt>
                <c:pt idx="2305">
                  <c:v>5.44525000003</c:v>
                </c:pt>
                <c:pt idx="2306">
                  <c:v>5.44750000003</c:v>
                </c:pt>
                <c:pt idx="2307">
                  <c:v>5.44775000003</c:v>
                </c:pt>
                <c:pt idx="2308">
                  <c:v>5.45175000003</c:v>
                </c:pt>
                <c:pt idx="2309">
                  <c:v>5.45225000003</c:v>
                </c:pt>
                <c:pt idx="2310">
                  <c:v>5.45650000003</c:v>
                </c:pt>
                <c:pt idx="2311">
                  <c:v>5.45675000003</c:v>
                </c:pt>
                <c:pt idx="2312">
                  <c:v>5.46100000003</c:v>
                </c:pt>
                <c:pt idx="2313">
                  <c:v>5.46175000003</c:v>
                </c:pt>
                <c:pt idx="2314">
                  <c:v>5.46550000003</c:v>
                </c:pt>
                <c:pt idx="2315">
                  <c:v>5.46825000003</c:v>
                </c:pt>
                <c:pt idx="2316">
                  <c:v>5.47000000003</c:v>
                </c:pt>
                <c:pt idx="2317">
                  <c:v>5.47025000003</c:v>
                </c:pt>
                <c:pt idx="2318">
                  <c:v>5.47450000003</c:v>
                </c:pt>
                <c:pt idx="2319">
                  <c:v>5.47475000003</c:v>
                </c:pt>
                <c:pt idx="2320">
                  <c:v>5.47825000003</c:v>
                </c:pt>
                <c:pt idx="2321">
                  <c:v>5.47925000003</c:v>
                </c:pt>
                <c:pt idx="2322">
                  <c:v>5.48350000003</c:v>
                </c:pt>
                <c:pt idx="2323">
                  <c:v>5.48475000003</c:v>
                </c:pt>
                <c:pt idx="2324">
                  <c:v>5.48800000003</c:v>
                </c:pt>
                <c:pt idx="2325">
                  <c:v>5.48825000003</c:v>
                </c:pt>
                <c:pt idx="2326">
                  <c:v>5.49150000003</c:v>
                </c:pt>
                <c:pt idx="2327">
                  <c:v>5.49275000003</c:v>
                </c:pt>
                <c:pt idx="2328">
                  <c:v>5.49700000003</c:v>
                </c:pt>
                <c:pt idx="2329">
                  <c:v>5.49725000003</c:v>
                </c:pt>
                <c:pt idx="2330">
                  <c:v>5.50125000003</c:v>
                </c:pt>
                <c:pt idx="2331">
                  <c:v>5.50175000003</c:v>
                </c:pt>
                <c:pt idx="2332">
                  <c:v>5.50600000003</c:v>
                </c:pt>
                <c:pt idx="2333">
                  <c:v>5.50625000003</c:v>
                </c:pt>
                <c:pt idx="2334">
                  <c:v>5.50800000003</c:v>
                </c:pt>
                <c:pt idx="2335">
                  <c:v>5.51075000003</c:v>
                </c:pt>
                <c:pt idx="2336">
                  <c:v>5.51500000003</c:v>
                </c:pt>
                <c:pt idx="2337">
                  <c:v>5.51775000003</c:v>
                </c:pt>
                <c:pt idx="2338">
                  <c:v>5.51950000003</c:v>
                </c:pt>
                <c:pt idx="2339">
                  <c:v>5.51975000003</c:v>
                </c:pt>
                <c:pt idx="2340">
                  <c:v>5.52400000003</c:v>
                </c:pt>
                <c:pt idx="2341">
                  <c:v>5.52450000003</c:v>
                </c:pt>
                <c:pt idx="2342">
                  <c:v>5.52850000003</c:v>
                </c:pt>
                <c:pt idx="2343">
                  <c:v>5.52875000003</c:v>
                </c:pt>
                <c:pt idx="2344">
                  <c:v>5.53300000003</c:v>
                </c:pt>
                <c:pt idx="2345">
                  <c:v>5.53425000003</c:v>
                </c:pt>
                <c:pt idx="2346">
                  <c:v>5.53750000003</c:v>
                </c:pt>
                <c:pt idx="2347">
                  <c:v>5.53775000003</c:v>
                </c:pt>
                <c:pt idx="2348">
                  <c:v>5.54100000003</c:v>
                </c:pt>
                <c:pt idx="2349">
                  <c:v>5.54225000003</c:v>
                </c:pt>
                <c:pt idx="2350">
                  <c:v>5.54650000003</c:v>
                </c:pt>
                <c:pt idx="2351">
                  <c:v>5.54675000003</c:v>
                </c:pt>
                <c:pt idx="2352">
                  <c:v>5.55075000003</c:v>
                </c:pt>
                <c:pt idx="2353">
                  <c:v>5.55125000003</c:v>
                </c:pt>
                <c:pt idx="2354">
                  <c:v>5.55550000003</c:v>
                </c:pt>
                <c:pt idx="2355">
                  <c:v>5.55575000003</c:v>
                </c:pt>
                <c:pt idx="2356">
                  <c:v>5.55750000003</c:v>
                </c:pt>
                <c:pt idx="2357">
                  <c:v>5.56025000003</c:v>
                </c:pt>
                <c:pt idx="2358">
                  <c:v>5.56450000003</c:v>
                </c:pt>
                <c:pt idx="2359">
                  <c:v>5.56475000003</c:v>
                </c:pt>
                <c:pt idx="2360">
                  <c:v>5.56725000003</c:v>
                </c:pt>
                <c:pt idx="2361">
                  <c:v>5.56925000003</c:v>
                </c:pt>
                <c:pt idx="2362">
                  <c:v>5.57350000003</c:v>
                </c:pt>
                <c:pt idx="2363">
                  <c:v>5.57400000003</c:v>
                </c:pt>
                <c:pt idx="2364">
                  <c:v>5.57800000003</c:v>
                </c:pt>
                <c:pt idx="2365">
                  <c:v>5.57825000003</c:v>
                </c:pt>
                <c:pt idx="2366">
                  <c:v>5.58250000003</c:v>
                </c:pt>
                <c:pt idx="2367">
                  <c:v>5.58375000003</c:v>
                </c:pt>
                <c:pt idx="2368">
                  <c:v>5.58700000003</c:v>
                </c:pt>
                <c:pt idx="2369">
                  <c:v>5.58725000003</c:v>
                </c:pt>
                <c:pt idx="2370">
                  <c:v>5.59050000003</c:v>
                </c:pt>
                <c:pt idx="2371">
                  <c:v>5.59175000003</c:v>
                </c:pt>
                <c:pt idx="2372">
                  <c:v>5.59600000003</c:v>
                </c:pt>
                <c:pt idx="2373">
                  <c:v>5.59625000003</c:v>
                </c:pt>
                <c:pt idx="2374">
                  <c:v>5.60025000003</c:v>
                </c:pt>
                <c:pt idx="2375">
                  <c:v>5.60075000003</c:v>
                </c:pt>
                <c:pt idx="2376">
                  <c:v>5.60500000003</c:v>
                </c:pt>
                <c:pt idx="2377">
                  <c:v>5.60700000003</c:v>
                </c:pt>
                <c:pt idx="2378">
                  <c:v>5.60950000003</c:v>
                </c:pt>
                <c:pt idx="2379">
                  <c:v>5.60975000003</c:v>
                </c:pt>
                <c:pt idx="2380">
                  <c:v>5.61400000003</c:v>
                </c:pt>
                <c:pt idx="2381">
                  <c:v>5.61675000003</c:v>
                </c:pt>
                <c:pt idx="2382">
                  <c:v>5.61850000003</c:v>
                </c:pt>
                <c:pt idx="2383">
                  <c:v>5.61875000003</c:v>
                </c:pt>
                <c:pt idx="2384">
                  <c:v>5.62300000003</c:v>
                </c:pt>
                <c:pt idx="2385">
                  <c:v>5.62350000003</c:v>
                </c:pt>
                <c:pt idx="2386">
                  <c:v>5.62750000003</c:v>
                </c:pt>
                <c:pt idx="2387">
                  <c:v>5.62775000003</c:v>
                </c:pt>
                <c:pt idx="2388">
                  <c:v>5.63200000003</c:v>
                </c:pt>
                <c:pt idx="2389">
                  <c:v>5.63325000003</c:v>
                </c:pt>
                <c:pt idx="2390">
                  <c:v>5.63650000003</c:v>
                </c:pt>
                <c:pt idx="2391">
                  <c:v>5.63675000003</c:v>
                </c:pt>
                <c:pt idx="2392">
                  <c:v>5.64000000003</c:v>
                </c:pt>
                <c:pt idx="2393">
                  <c:v>5.64125000003</c:v>
                </c:pt>
                <c:pt idx="2394">
                  <c:v>5.64550000003</c:v>
                </c:pt>
                <c:pt idx="2395">
                  <c:v>5.64575000003</c:v>
                </c:pt>
                <c:pt idx="2396">
                  <c:v>5.64975000003</c:v>
                </c:pt>
                <c:pt idx="2397">
                  <c:v>5.65025000003</c:v>
                </c:pt>
                <c:pt idx="2398">
                  <c:v>5.65450000003</c:v>
                </c:pt>
                <c:pt idx="2399">
                  <c:v>5.65650000003</c:v>
                </c:pt>
                <c:pt idx="2400">
                  <c:v>5.65900000003</c:v>
                </c:pt>
                <c:pt idx="2401">
                  <c:v>5.65925000003</c:v>
                </c:pt>
                <c:pt idx="2402">
                  <c:v>5.66350000003</c:v>
                </c:pt>
                <c:pt idx="2403">
                  <c:v>5.66375000003</c:v>
                </c:pt>
                <c:pt idx="2404">
                  <c:v>5.66625000003</c:v>
                </c:pt>
                <c:pt idx="2405">
                  <c:v>5.66825000003</c:v>
                </c:pt>
                <c:pt idx="2406">
                  <c:v>5.67250000003</c:v>
                </c:pt>
                <c:pt idx="2407">
                  <c:v>5.67275000003</c:v>
                </c:pt>
                <c:pt idx="2408">
                  <c:v>5.67700000003</c:v>
                </c:pt>
                <c:pt idx="2409">
                  <c:v>5.67725000003</c:v>
                </c:pt>
                <c:pt idx="2410">
                  <c:v>5.68150000003</c:v>
                </c:pt>
                <c:pt idx="2411">
                  <c:v>5.68275000003</c:v>
                </c:pt>
                <c:pt idx="2412">
                  <c:v>5.68600000003</c:v>
                </c:pt>
                <c:pt idx="2413">
                  <c:v>5.68925000003</c:v>
                </c:pt>
                <c:pt idx="2414">
                  <c:v>5.69050000003</c:v>
                </c:pt>
                <c:pt idx="2415">
                  <c:v>5.69075000003</c:v>
                </c:pt>
                <c:pt idx="2416">
                  <c:v>5.69500000003</c:v>
                </c:pt>
                <c:pt idx="2417">
                  <c:v>5.69525000003</c:v>
                </c:pt>
                <c:pt idx="2418">
                  <c:v>5.69625000003</c:v>
                </c:pt>
                <c:pt idx="2419">
                  <c:v>5.69975000003</c:v>
                </c:pt>
                <c:pt idx="2420">
                  <c:v>5.70400000003</c:v>
                </c:pt>
                <c:pt idx="2421">
                  <c:v>5.70600000003</c:v>
                </c:pt>
                <c:pt idx="2422">
                  <c:v>5.70850000003</c:v>
                </c:pt>
                <c:pt idx="2423">
                  <c:v>5.70875000003</c:v>
                </c:pt>
                <c:pt idx="2424">
                  <c:v>5.71275000003</c:v>
                </c:pt>
                <c:pt idx="2425">
                  <c:v>5.71325000003</c:v>
                </c:pt>
                <c:pt idx="2426">
                  <c:v>5.71750000003</c:v>
                </c:pt>
                <c:pt idx="2427">
                  <c:v>5.71775000003</c:v>
                </c:pt>
                <c:pt idx="2428">
                  <c:v>5.72200000003</c:v>
                </c:pt>
                <c:pt idx="2429">
                  <c:v>5.72250000003</c:v>
                </c:pt>
                <c:pt idx="2430">
                  <c:v>5.72650000003</c:v>
                </c:pt>
                <c:pt idx="2431">
                  <c:v>5.72675000003</c:v>
                </c:pt>
                <c:pt idx="2432">
                  <c:v>5.73100000003</c:v>
                </c:pt>
                <c:pt idx="2433">
                  <c:v>5.73225000003</c:v>
                </c:pt>
                <c:pt idx="2434">
                  <c:v>5.73550000003</c:v>
                </c:pt>
                <c:pt idx="2435">
                  <c:v>5.73575000003</c:v>
                </c:pt>
                <c:pt idx="2436">
                  <c:v>5.73900000003</c:v>
                </c:pt>
                <c:pt idx="2437">
                  <c:v>5.74025000003</c:v>
                </c:pt>
                <c:pt idx="2438">
                  <c:v>5.74450000003</c:v>
                </c:pt>
                <c:pt idx="2439">
                  <c:v>5.74475000003</c:v>
                </c:pt>
                <c:pt idx="2440">
                  <c:v>5.74875000003</c:v>
                </c:pt>
                <c:pt idx="2441">
                  <c:v>5.74925000003</c:v>
                </c:pt>
                <c:pt idx="2442">
                  <c:v>5.75350000003</c:v>
                </c:pt>
                <c:pt idx="2443">
                  <c:v>5.75550000003</c:v>
                </c:pt>
                <c:pt idx="2444">
                  <c:v>5.75800000003</c:v>
                </c:pt>
                <c:pt idx="2445">
                  <c:v>5.75825000003</c:v>
                </c:pt>
                <c:pt idx="2446">
                  <c:v>5.76200000003</c:v>
                </c:pt>
                <c:pt idx="2447">
                  <c:v>5.76275000003</c:v>
                </c:pt>
                <c:pt idx="2448">
                  <c:v>5.76700000003</c:v>
                </c:pt>
                <c:pt idx="2449">
                  <c:v>5.76725000003</c:v>
                </c:pt>
                <c:pt idx="2450">
                  <c:v>5.77150000003</c:v>
                </c:pt>
                <c:pt idx="2451">
                  <c:v>5.77200000003</c:v>
                </c:pt>
                <c:pt idx="2452">
                  <c:v>5.77600000003</c:v>
                </c:pt>
                <c:pt idx="2453">
                  <c:v>5.77625000003</c:v>
                </c:pt>
                <c:pt idx="2454">
                  <c:v>5.77850000003</c:v>
                </c:pt>
                <c:pt idx="2455">
                  <c:v>5.78075000003</c:v>
                </c:pt>
                <c:pt idx="2456">
                  <c:v>5.78500000003</c:v>
                </c:pt>
                <c:pt idx="2457">
                  <c:v>5.78850000003</c:v>
                </c:pt>
                <c:pt idx="2458">
                  <c:v>5.78950000003</c:v>
                </c:pt>
                <c:pt idx="2459">
                  <c:v>5.78975000003</c:v>
                </c:pt>
                <c:pt idx="2460">
                  <c:v>5.79400000003</c:v>
                </c:pt>
                <c:pt idx="2461">
                  <c:v>5.79500000003</c:v>
                </c:pt>
                <c:pt idx="2462">
                  <c:v>5.79850000003</c:v>
                </c:pt>
                <c:pt idx="2463">
                  <c:v>5.79875000003</c:v>
                </c:pt>
                <c:pt idx="2464">
                  <c:v>5.80300000003</c:v>
                </c:pt>
                <c:pt idx="2465">
                  <c:v>5.80500000003</c:v>
                </c:pt>
                <c:pt idx="2466">
                  <c:v>5.80750000003</c:v>
                </c:pt>
                <c:pt idx="2467">
                  <c:v>5.80775000003</c:v>
                </c:pt>
                <c:pt idx="2468">
                  <c:v>5.81150000003</c:v>
                </c:pt>
                <c:pt idx="2469">
                  <c:v>5.81225000003</c:v>
                </c:pt>
                <c:pt idx="2470">
                  <c:v>5.81650000003</c:v>
                </c:pt>
                <c:pt idx="2471">
                  <c:v>5.81675000003</c:v>
                </c:pt>
                <c:pt idx="2472">
                  <c:v>5.82100000003</c:v>
                </c:pt>
                <c:pt idx="2473">
                  <c:v>5.82150000003</c:v>
                </c:pt>
                <c:pt idx="2474">
                  <c:v>5.82550000003</c:v>
                </c:pt>
                <c:pt idx="2475">
                  <c:v>5.82575000003</c:v>
                </c:pt>
                <c:pt idx="2476">
                  <c:v>5.82800000003</c:v>
                </c:pt>
                <c:pt idx="2477">
                  <c:v>5.83025000003</c:v>
                </c:pt>
                <c:pt idx="2478">
                  <c:v>5.83450000003</c:v>
                </c:pt>
                <c:pt idx="2479">
                  <c:v>5.83475000003</c:v>
                </c:pt>
                <c:pt idx="2480">
                  <c:v>5.83800000003</c:v>
                </c:pt>
                <c:pt idx="2481">
                  <c:v>5.83925000003</c:v>
                </c:pt>
                <c:pt idx="2482">
                  <c:v>5.84350000003</c:v>
                </c:pt>
                <c:pt idx="2483">
                  <c:v>5.84450000003</c:v>
                </c:pt>
                <c:pt idx="2484">
                  <c:v>5.84800000003</c:v>
                </c:pt>
                <c:pt idx="2485">
                  <c:v>5.84825000003</c:v>
                </c:pt>
                <c:pt idx="2486">
                  <c:v>5.85250000003</c:v>
                </c:pt>
                <c:pt idx="2487">
                  <c:v>5.85450000003</c:v>
                </c:pt>
                <c:pt idx="2488">
                  <c:v>5.85700000003</c:v>
                </c:pt>
                <c:pt idx="2489">
                  <c:v>5.85725000003</c:v>
                </c:pt>
                <c:pt idx="2490">
                  <c:v>5.86100000003</c:v>
                </c:pt>
                <c:pt idx="2491">
                  <c:v>5.86175000003</c:v>
                </c:pt>
                <c:pt idx="2492">
                  <c:v>5.86600000003</c:v>
                </c:pt>
                <c:pt idx="2493">
                  <c:v>5.86625000003</c:v>
                </c:pt>
                <c:pt idx="2494">
                  <c:v>5.87050000003</c:v>
                </c:pt>
                <c:pt idx="2495">
                  <c:v>5.87100000003</c:v>
                </c:pt>
                <c:pt idx="2496">
                  <c:v>5.87500000003</c:v>
                </c:pt>
                <c:pt idx="2497">
                  <c:v>5.87750000003</c:v>
                </c:pt>
                <c:pt idx="2498">
                  <c:v>5.87950000003</c:v>
                </c:pt>
                <c:pt idx="2499">
                  <c:v>5.87975000003</c:v>
                </c:pt>
                <c:pt idx="2500">
                  <c:v>5.88400000003</c:v>
                </c:pt>
                <c:pt idx="2501">
                  <c:v>5.88725000003</c:v>
                </c:pt>
                <c:pt idx="2502">
                  <c:v>5.88850000003</c:v>
                </c:pt>
                <c:pt idx="2503">
                  <c:v>5.88875000003</c:v>
                </c:pt>
                <c:pt idx="2504">
                  <c:v>5.89300000003</c:v>
                </c:pt>
                <c:pt idx="2505">
                  <c:v>5.89400000003</c:v>
                </c:pt>
                <c:pt idx="2506">
                  <c:v>5.89750000003</c:v>
                </c:pt>
                <c:pt idx="2507">
                  <c:v>5.89775000003</c:v>
                </c:pt>
                <c:pt idx="2508">
                  <c:v>5.90200000003</c:v>
                </c:pt>
                <c:pt idx="2509">
                  <c:v>5.90400000003</c:v>
                </c:pt>
                <c:pt idx="2510">
                  <c:v>5.90650000003</c:v>
                </c:pt>
                <c:pt idx="2511">
                  <c:v>5.90675000003</c:v>
                </c:pt>
                <c:pt idx="2512">
                  <c:v>5.91050000003</c:v>
                </c:pt>
                <c:pt idx="2513">
                  <c:v>5.91125000003</c:v>
                </c:pt>
                <c:pt idx="2514">
                  <c:v>5.91550000003</c:v>
                </c:pt>
                <c:pt idx="2515">
                  <c:v>5.91575000003</c:v>
                </c:pt>
                <c:pt idx="2516">
                  <c:v>5.92000000003</c:v>
                </c:pt>
                <c:pt idx="2517">
                  <c:v>5.92050000003</c:v>
                </c:pt>
                <c:pt idx="2518">
                  <c:v>5.92450000003</c:v>
                </c:pt>
                <c:pt idx="2519">
                  <c:v>5.92475000003</c:v>
                </c:pt>
                <c:pt idx="2520">
                  <c:v>5.92700000003</c:v>
                </c:pt>
                <c:pt idx="2521">
                  <c:v>5.92925000003</c:v>
                </c:pt>
                <c:pt idx="2522">
                  <c:v>5.93350000003</c:v>
                </c:pt>
                <c:pt idx="2523">
                  <c:v>5.93375000003</c:v>
                </c:pt>
                <c:pt idx="2524">
                  <c:v>5.93700000003</c:v>
                </c:pt>
                <c:pt idx="2525">
                  <c:v>5.93825000003</c:v>
                </c:pt>
                <c:pt idx="2526">
                  <c:v>5.94250000003</c:v>
                </c:pt>
                <c:pt idx="2527">
                  <c:v>5.94350000003</c:v>
                </c:pt>
                <c:pt idx="2528">
                  <c:v>5.94700000003</c:v>
                </c:pt>
                <c:pt idx="2529">
                  <c:v>5.94725000003</c:v>
                </c:pt>
                <c:pt idx="2530">
                  <c:v>5.95150000003</c:v>
                </c:pt>
                <c:pt idx="2531">
                  <c:v>5.95325000003</c:v>
                </c:pt>
                <c:pt idx="2532">
                  <c:v>5.95600000003</c:v>
                </c:pt>
                <c:pt idx="2533">
                  <c:v>5.95625000003</c:v>
                </c:pt>
                <c:pt idx="2534">
                  <c:v>5.96000000003</c:v>
                </c:pt>
                <c:pt idx="2535">
                  <c:v>5.96075000003</c:v>
                </c:pt>
                <c:pt idx="2536">
                  <c:v>5.96500000003</c:v>
                </c:pt>
                <c:pt idx="2537">
                  <c:v>5.96525000003</c:v>
                </c:pt>
                <c:pt idx="2538">
                  <c:v>5.96675000003</c:v>
                </c:pt>
                <c:pt idx="2539">
                  <c:v>5.96975000003</c:v>
                </c:pt>
                <c:pt idx="2540">
                  <c:v>5.97400000003</c:v>
                </c:pt>
                <c:pt idx="2541">
                  <c:v>5.97650000003</c:v>
                </c:pt>
                <c:pt idx="2542">
                  <c:v>5.97850000003</c:v>
                </c:pt>
                <c:pt idx="2543">
                  <c:v>5.97875000003</c:v>
                </c:pt>
                <c:pt idx="2544">
                  <c:v>5.98300000003</c:v>
                </c:pt>
                <c:pt idx="2545">
                  <c:v>5.98325000003</c:v>
                </c:pt>
                <c:pt idx="2546">
                  <c:v>5.98750000003</c:v>
                </c:pt>
                <c:pt idx="2547">
                  <c:v>5.98775000003</c:v>
                </c:pt>
                <c:pt idx="2548">
                  <c:v>5.99200000003</c:v>
                </c:pt>
                <c:pt idx="2549">
                  <c:v>5.99300000003</c:v>
                </c:pt>
                <c:pt idx="2550">
                  <c:v>5.99650000003</c:v>
                </c:pt>
                <c:pt idx="2551">
                  <c:v>5.99675000003</c:v>
                </c:pt>
                <c:pt idx="2552">
                  <c:v>5.99975000003</c:v>
                </c:pt>
                <c:pt idx="2553">
                  <c:v>6.00125000003</c:v>
                </c:pt>
                <c:pt idx="2554">
                  <c:v>6.00550000003</c:v>
                </c:pt>
                <c:pt idx="2555">
                  <c:v>6.00575000003</c:v>
                </c:pt>
                <c:pt idx="2556">
                  <c:v>6.00950000003</c:v>
                </c:pt>
                <c:pt idx="2557">
                  <c:v>6.01025000003</c:v>
                </c:pt>
                <c:pt idx="2558">
                  <c:v>6.01450000003</c:v>
                </c:pt>
                <c:pt idx="2559">
                  <c:v>6.01475000003</c:v>
                </c:pt>
                <c:pt idx="2560">
                  <c:v>6.01625000003</c:v>
                </c:pt>
                <c:pt idx="2561">
                  <c:v>6.01925000003</c:v>
                </c:pt>
                <c:pt idx="2562">
                  <c:v>6.02350000003</c:v>
                </c:pt>
                <c:pt idx="2563">
                  <c:v>6.02375000003</c:v>
                </c:pt>
                <c:pt idx="2564">
                  <c:v>6.02600000003</c:v>
                </c:pt>
                <c:pt idx="2565">
                  <c:v>6.02825000003</c:v>
                </c:pt>
                <c:pt idx="2566">
                  <c:v>6.03250000003</c:v>
                </c:pt>
                <c:pt idx="2567">
                  <c:v>6.03275000003</c:v>
                </c:pt>
                <c:pt idx="2568">
                  <c:v>6.03700000003</c:v>
                </c:pt>
                <c:pt idx="2569">
                  <c:v>6.03725000003</c:v>
                </c:pt>
                <c:pt idx="2570">
                  <c:v>6.04150000003</c:v>
                </c:pt>
                <c:pt idx="2571">
                  <c:v>6.04250000003</c:v>
                </c:pt>
                <c:pt idx="2572">
                  <c:v>6.04600000003</c:v>
                </c:pt>
                <c:pt idx="2573">
                  <c:v>6.04625000003</c:v>
                </c:pt>
                <c:pt idx="2574">
                  <c:v>6.04925000003</c:v>
                </c:pt>
                <c:pt idx="2575">
                  <c:v>6.05075000003</c:v>
                </c:pt>
                <c:pt idx="2576">
                  <c:v>6.05500000003</c:v>
                </c:pt>
                <c:pt idx="2577">
                  <c:v>6.05525000003</c:v>
                </c:pt>
                <c:pt idx="2578">
                  <c:v>6.05900000003</c:v>
                </c:pt>
                <c:pt idx="2579">
                  <c:v>6.05975000003</c:v>
                </c:pt>
                <c:pt idx="2580">
                  <c:v>6.06400000003</c:v>
                </c:pt>
                <c:pt idx="2581">
                  <c:v>6.06575000003</c:v>
                </c:pt>
                <c:pt idx="2582">
                  <c:v>6.06850000003</c:v>
                </c:pt>
                <c:pt idx="2583">
                  <c:v>6.06875000003</c:v>
                </c:pt>
                <c:pt idx="2584">
                  <c:v>6.07300000003</c:v>
                </c:pt>
                <c:pt idx="2585">
                  <c:v>6.07550000003</c:v>
                </c:pt>
                <c:pt idx="2586">
                  <c:v>6.07750000003</c:v>
                </c:pt>
                <c:pt idx="2587">
                  <c:v>6.07775000003</c:v>
                </c:pt>
                <c:pt idx="2588">
                  <c:v>6.08200000003</c:v>
                </c:pt>
                <c:pt idx="2589">
                  <c:v>6.08225000003</c:v>
                </c:pt>
                <c:pt idx="2590">
                  <c:v>6.08650000003</c:v>
                </c:pt>
                <c:pt idx="2591">
                  <c:v>6.08675000003</c:v>
                </c:pt>
                <c:pt idx="2592">
                  <c:v>6.09100000003</c:v>
                </c:pt>
                <c:pt idx="2593">
                  <c:v>6.09200000003</c:v>
                </c:pt>
                <c:pt idx="2594">
                  <c:v>6.09550000003</c:v>
                </c:pt>
                <c:pt idx="2595">
                  <c:v>6.09575000003</c:v>
                </c:pt>
                <c:pt idx="2596">
                  <c:v>6.09875000003</c:v>
                </c:pt>
                <c:pt idx="2597">
                  <c:v>6.10025000003</c:v>
                </c:pt>
                <c:pt idx="2598">
                  <c:v>6.10450000003</c:v>
                </c:pt>
                <c:pt idx="2599">
                  <c:v>6.10475000003</c:v>
                </c:pt>
                <c:pt idx="2600">
                  <c:v>6.10850000003</c:v>
                </c:pt>
                <c:pt idx="2601">
                  <c:v>6.10925000003</c:v>
                </c:pt>
                <c:pt idx="2602">
                  <c:v>6.11350000003</c:v>
                </c:pt>
                <c:pt idx="2603">
                  <c:v>6.11525000003</c:v>
                </c:pt>
                <c:pt idx="2604">
                  <c:v>6.11800000003</c:v>
                </c:pt>
                <c:pt idx="2605">
                  <c:v>6.11825000003</c:v>
                </c:pt>
                <c:pt idx="2606">
                  <c:v>6.12250000003</c:v>
                </c:pt>
                <c:pt idx="2607">
                  <c:v>6.12275000003</c:v>
                </c:pt>
                <c:pt idx="2608">
                  <c:v>6.12500000003</c:v>
                </c:pt>
                <c:pt idx="2609">
                  <c:v>6.12725000003</c:v>
                </c:pt>
                <c:pt idx="2610">
                  <c:v>6.13150000003</c:v>
                </c:pt>
                <c:pt idx="2611">
                  <c:v>6.13175000003</c:v>
                </c:pt>
                <c:pt idx="2612">
                  <c:v>6.13600000003</c:v>
                </c:pt>
                <c:pt idx="2613">
                  <c:v>6.13625000003</c:v>
                </c:pt>
                <c:pt idx="2614">
                  <c:v>6.14050000003</c:v>
                </c:pt>
                <c:pt idx="2615">
                  <c:v>6.14150000003</c:v>
                </c:pt>
                <c:pt idx="2616">
                  <c:v>6.14500000003</c:v>
                </c:pt>
                <c:pt idx="2617">
                  <c:v>6.14525000003</c:v>
                </c:pt>
                <c:pt idx="2618">
                  <c:v>6.14825000003</c:v>
                </c:pt>
                <c:pt idx="2619">
                  <c:v>6.14975000003</c:v>
                </c:pt>
                <c:pt idx="2620">
                  <c:v>6.15400000003</c:v>
                </c:pt>
                <c:pt idx="2621">
                  <c:v>6.15425000003</c:v>
                </c:pt>
                <c:pt idx="2622">
                  <c:v>6.15500000003</c:v>
                </c:pt>
                <c:pt idx="2623">
                  <c:v>6.15875000003</c:v>
                </c:pt>
                <c:pt idx="2624">
                  <c:v>6.16300000003</c:v>
                </c:pt>
                <c:pt idx="2625">
                  <c:v>6.16475000003</c:v>
                </c:pt>
                <c:pt idx="2626">
                  <c:v>6.16750000003</c:v>
                </c:pt>
                <c:pt idx="2627">
                  <c:v>6.16775000003</c:v>
                </c:pt>
                <c:pt idx="2628">
                  <c:v>6.17150000003</c:v>
                </c:pt>
                <c:pt idx="2629">
                  <c:v>6.17225000003</c:v>
                </c:pt>
                <c:pt idx="2630">
                  <c:v>6.17650000003</c:v>
                </c:pt>
                <c:pt idx="2631">
                  <c:v>6.17675000003</c:v>
                </c:pt>
                <c:pt idx="2632">
                  <c:v>6.18100000003</c:v>
                </c:pt>
                <c:pt idx="2633">
                  <c:v>6.18125000003</c:v>
                </c:pt>
                <c:pt idx="2634">
                  <c:v>6.18550000003</c:v>
                </c:pt>
                <c:pt idx="2635">
                  <c:v>6.18575000003</c:v>
                </c:pt>
                <c:pt idx="2636">
                  <c:v>6.18800000003</c:v>
                </c:pt>
                <c:pt idx="2637">
                  <c:v>6.19025000003</c:v>
                </c:pt>
                <c:pt idx="2638">
                  <c:v>6.19450000003</c:v>
                </c:pt>
                <c:pt idx="2639">
                  <c:v>6.19475000003</c:v>
                </c:pt>
                <c:pt idx="2640">
                  <c:v>6.19775000003</c:v>
                </c:pt>
                <c:pt idx="2641">
                  <c:v>6.19925000003</c:v>
                </c:pt>
                <c:pt idx="2642">
                  <c:v>6.20350000003</c:v>
                </c:pt>
                <c:pt idx="2643">
                  <c:v>6.20375000003</c:v>
                </c:pt>
                <c:pt idx="2644">
                  <c:v>6.20450000003</c:v>
                </c:pt>
                <c:pt idx="2645">
                  <c:v>6.20825000003</c:v>
                </c:pt>
                <c:pt idx="2646">
                  <c:v>6.21250000003</c:v>
                </c:pt>
                <c:pt idx="2647">
                  <c:v>6.21425000003</c:v>
                </c:pt>
                <c:pt idx="2648">
                  <c:v>6.21700000003</c:v>
                </c:pt>
                <c:pt idx="2649">
                  <c:v>6.21725000003</c:v>
                </c:pt>
                <c:pt idx="2650">
                  <c:v>6.22100000003</c:v>
                </c:pt>
                <c:pt idx="2651">
                  <c:v>6.22175000003</c:v>
                </c:pt>
                <c:pt idx="2652">
                  <c:v>6.22600000003</c:v>
                </c:pt>
                <c:pt idx="2653">
                  <c:v>6.22625000003</c:v>
                </c:pt>
                <c:pt idx="2654">
                  <c:v>6.23050000003</c:v>
                </c:pt>
                <c:pt idx="2655">
                  <c:v>6.23075000003</c:v>
                </c:pt>
                <c:pt idx="2656">
                  <c:v>6.23500000003</c:v>
                </c:pt>
                <c:pt idx="2657">
                  <c:v>6.23525000003</c:v>
                </c:pt>
                <c:pt idx="2658">
                  <c:v>6.23725000003</c:v>
                </c:pt>
                <c:pt idx="2659">
                  <c:v>6.23975000003</c:v>
                </c:pt>
                <c:pt idx="2660">
                  <c:v>6.24400000003</c:v>
                </c:pt>
                <c:pt idx="2661">
                  <c:v>6.24425000003</c:v>
                </c:pt>
                <c:pt idx="2662">
                  <c:v>6.24725000003</c:v>
                </c:pt>
                <c:pt idx="2663">
                  <c:v>6.24875000003</c:v>
                </c:pt>
                <c:pt idx="2664">
                  <c:v>6.25300000003</c:v>
                </c:pt>
                <c:pt idx="2665">
                  <c:v>6.25375000003</c:v>
                </c:pt>
                <c:pt idx="2666">
                  <c:v>6.25750000003</c:v>
                </c:pt>
                <c:pt idx="2667">
                  <c:v>6.25775000003</c:v>
                </c:pt>
                <c:pt idx="2668">
                  <c:v>6.26200000003</c:v>
                </c:pt>
                <c:pt idx="2669">
                  <c:v>6.26375000003</c:v>
                </c:pt>
                <c:pt idx="2670">
                  <c:v>6.26650000003</c:v>
                </c:pt>
                <c:pt idx="2671">
                  <c:v>6.26675000003</c:v>
                </c:pt>
                <c:pt idx="2672">
                  <c:v>6.27025000003</c:v>
                </c:pt>
                <c:pt idx="2673">
                  <c:v>6.27125000003</c:v>
                </c:pt>
                <c:pt idx="2674">
                  <c:v>6.27550000003</c:v>
                </c:pt>
                <c:pt idx="2675">
                  <c:v>6.27575000003</c:v>
                </c:pt>
                <c:pt idx="2676">
                  <c:v>6.28000000003</c:v>
                </c:pt>
                <c:pt idx="2677">
                  <c:v>6.28025000003</c:v>
                </c:pt>
                <c:pt idx="2678">
                  <c:v>6.28450000003</c:v>
                </c:pt>
                <c:pt idx="2679">
                  <c:v>6.28475000003</c:v>
                </c:pt>
                <c:pt idx="2680">
                  <c:v>6.28675000003</c:v>
                </c:pt>
                <c:pt idx="2681">
                  <c:v>6.28925000003</c:v>
                </c:pt>
                <c:pt idx="2682">
                  <c:v>6.29350000003</c:v>
                </c:pt>
                <c:pt idx="2683">
                  <c:v>6.29375000003</c:v>
                </c:pt>
                <c:pt idx="2684">
                  <c:v>6.29675000003</c:v>
                </c:pt>
                <c:pt idx="2685">
                  <c:v>6.29825000003</c:v>
                </c:pt>
                <c:pt idx="2686">
                  <c:v>6.30250000003</c:v>
                </c:pt>
                <c:pt idx="2687">
                  <c:v>6.30325000003</c:v>
                </c:pt>
                <c:pt idx="2688">
                  <c:v>6.30700000003</c:v>
                </c:pt>
                <c:pt idx="2689">
                  <c:v>6.30725000003</c:v>
                </c:pt>
                <c:pt idx="2690">
                  <c:v>6.31150000003</c:v>
                </c:pt>
                <c:pt idx="2691">
                  <c:v>6.31325000003</c:v>
                </c:pt>
                <c:pt idx="2692">
                  <c:v>6.31600000003</c:v>
                </c:pt>
                <c:pt idx="2693">
                  <c:v>6.31625000003</c:v>
                </c:pt>
                <c:pt idx="2694">
                  <c:v>6.31975000003</c:v>
                </c:pt>
                <c:pt idx="2695">
                  <c:v>6.32075000003</c:v>
                </c:pt>
                <c:pt idx="2696">
                  <c:v>6.32500000003</c:v>
                </c:pt>
                <c:pt idx="2697">
                  <c:v>6.32525000003</c:v>
                </c:pt>
                <c:pt idx="2698">
                  <c:v>6.32950000003</c:v>
                </c:pt>
                <c:pt idx="2699">
                  <c:v>6.32975000003</c:v>
                </c:pt>
                <c:pt idx="2700">
                  <c:v>6.33400000003</c:v>
                </c:pt>
                <c:pt idx="2701">
                  <c:v>6.33625000003</c:v>
                </c:pt>
                <c:pt idx="2702">
                  <c:v>6.33850000003</c:v>
                </c:pt>
                <c:pt idx="2703">
                  <c:v>6.33875000003</c:v>
                </c:pt>
                <c:pt idx="2704">
                  <c:v>6.34300000003</c:v>
                </c:pt>
                <c:pt idx="2705">
                  <c:v>6.34625000003</c:v>
                </c:pt>
                <c:pt idx="2706">
                  <c:v>6.34750000003</c:v>
                </c:pt>
                <c:pt idx="2707">
                  <c:v>6.34775000003</c:v>
                </c:pt>
                <c:pt idx="2708">
                  <c:v>6.35200000003</c:v>
                </c:pt>
                <c:pt idx="2709">
                  <c:v>6.35275000003</c:v>
                </c:pt>
                <c:pt idx="2710">
                  <c:v>6.35650000003</c:v>
                </c:pt>
                <c:pt idx="2711">
                  <c:v>6.35675000003</c:v>
                </c:pt>
                <c:pt idx="2712">
                  <c:v>6.36100000003</c:v>
                </c:pt>
                <c:pt idx="2713">
                  <c:v>6.36250000003</c:v>
                </c:pt>
                <c:pt idx="2714">
                  <c:v>6.36550000003</c:v>
                </c:pt>
                <c:pt idx="2715">
                  <c:v>6.36575000003</c:v>
                </c:pt>
                <c:pt idx="2716">
                  <c:v>6.36925000003</c:v>
                </c:pt>
                <c:pt idx="2717">
                  <c:v>6.37025000003</c:v>
                </c:pt>
                <c:pt idx="2718">
                  <c:v>6.37450000003</c:v>
                </c:pt>
                <c:pt idx="2719">
                  <c:v>6.37475000003</c:v>
                </c:pt>
                <c:pt idx="2720">
                  <c:v>6.37900000003</c:v>
                </c:pt>
                <c:pt idx="2721">
                  <c:v>6.37925000003</c:v>
                </c:pt>
                <c:pt idx="2722">
                  <c:v>6.38350000003</c:v>
                </c:pt>
                <c:pt idx="2723">
                  <c:v>6.38575000003</c:v>
                </c:pt>
                <c:pt idx="2724">
                  <c:v>6.38800000003</c:v>
                </c:pt>
                <c:pt idx="2725">
                  <c:v>6.38825000003</c:v>
                </c:pt>
                <c:pt idx="2726">
                  <c:v>6.39250000003</c:v>
                </c:pt>
                <c:pt idx="2727">
                  <c:v>6.39575000003</c:v>
                </c:pt>
                <c:pt idx="2728">
                  <c:v>6.39700000003</c:v>
                </c:pt>
                <c:pt idx="2729">
                  <c:v>6.39725000003</c:v>
                </c:pt>
                <c:pt idx="2730">
                  <c:v>6.40150000003</c:v>
                </c:pt>
                <c:pt idx="2731">
                  <c:v>6.40225000003</c:v>
                </c:pt>
                <c:pt idx="2732">
                  <c:v>6.40600000003</c:v>
                </c:pt>
                <c:pt idx="2733">
                  <c:v>6.40625000003</c:v>
                </c:pt>
                <c:pt idx="2734">
                  <c:v>6.41050000003</c:v>
                </c:pt>
                <c:pt idx="2735">
                  <c:v>6.41225000003</c:v>
                </c:pt>
                <c:pt idx="2736">
                  <c:v>6.41500000003</c:v>
                </c:pt>
                <c:pt idx="2737">
                  <c:v>6.41525000003</c:v>
                </c:pt>
                <c:pt idx="2738">
                  <c:v>6.41875000003</c:v>
                </c:pt>
                <c:pt idx="2739">
                  <c:v>6.41975000003</c:v>
                </c:pt>
                <c:pt idx="2740">
                  <c:v>6.42400000003</c:v>
                </c:pt>
                <c:pt idx="2741">
                  <c:v>6.42425000003</c:v>
                </c:pt>
                <c:pt idx="2742">
                  <c:v>6.42550000003</c:v>
                </c:pt>
                <c:pt idx="2743">
                  <c:v>6.42875000003</c:v>
                </c:pt>
                <c:pt idx="2744">
                  <c:v>6.43300000003</c:v>
                </c:pt>
                <c:pt idx="2745">
                  <c:v>6.43525000003</c:v>
                </c:pt>
                <c:pt idx="2746">
                  <c:v>6.43750000003</c:v>
                </c:pt>
                <c:pt idx="2747">
                  <c:v>6.43775000003</c:v>
                </c:pt>
                <c:pt idx="2748">
                  <c:v>6.44200000003</c:v>
                </c:pt>
                <c:pt idx="2749">
                  <c:v>6.44225000003</c:v>
                </c:pt>
                <c:pt idx="2750">
                  <c:v>6.44650000003</c:v>
                </c:pt>
                <c:pt idx="2751">
                  <c:v>6.44675000003</c:v>
                </c:pt>
                <c:pt idx="2752">
                  <c:v>6.45100000003</c:v>
                </c:pt>
                <c:pt idx="2753">
                  <c:v>6.45175000003</c:v>
                </c:pt>
                <c:pt idx="2754">
                  <c:v>6.45550000003</c:v>
                </c:pt>
                <c:pt idx="2755">
                  <c:v>6.45575000003</c:v>
                </c:pt>
                <c:pt idx="2756">
                  <c:v>6.45850000003</c:v>
                </c:pt>
                <c:pt idx="2757">
                  <c:v>6.46025000003</c:v>
                </c:pt>
                <c:pt idx="2758">
                  <c:v>6.46450000003</c:v>
                </c:pt>
                <c:pt idx="2759">
                  <c:v>6.46475000003</c:v>
                </c:pt>
                <c:pt idx="2760">
                  <c:v>6.46825000003</c:v>
                </c:pt>
                <c:pt idx="2761">
                  <c:v>6.46925000003</c:v>
                </c:pt>
                <c:pt idx="2762">
                  <c:v>6.47350000003</c:v>
                </c:pt>
                <c:pt idx="2763">
                  <c:v>6.47500000003</c:v>
                </c:pt>
                <c:pt idx="2764">
                  <c:v>6.47800000003</c:v>
                </c:pt>
                <c:pt idx="2765">
                  <c:v>6.47825000003</c:v>
                </c:pt>
                <c:pt idx="2766">
                  <c:v>6.48250000003</c:v>
                </c:pt>
                <c:pt idx="2767">
                  <c:v>6.48275000003</c:v>
                </c:pt>
                <c:pt idx="2768">
                  <c:v>6.48475000003</c:v>
                </c:pt>
                <c:pt idx="2769">
                  <c:v>6.48725000003</c:v>
                </c:pt>
                <c:pt idx="2770">
                  <c:v>6.49150000003</c:v>
                </c:pt>
                <c:pt idx="2771">
                  <c:v>6.49175000003</c:v>
                </c:pt>
                <c:pt idx="2772">
                  <c:v>6.49600000003</c:v>
                </c:pt>
                <c:pt idx="2773">
                  <c:v>6.49625000003</c:v>
                </c:pt>
                <c:pt idx="2774">
                  <c:v>6.50050000003</c:v>
                </c:pt>
                <c:pt idx="2775">
                  <c:v>6.50125000003</c:v>
                </c:pt>
                <c:pt idx="2776">
                  <c:v>6.50500000003</c:v>
                </c:pt>
                <c:pt idx="2777">
                  <c:v>6.50525000003</c:v>
                </c:pt>
                <c:pt idx="2778">
                  <c:v>6.50800000003</c:v>
                </c:pt>
                <c:pt idx="2779">
                  <c:v>6.50975000003</c:v>
                </c:pt>
                <c:pt idx="2780">
                  <c:v>6.51400000003</c:v>
                </c:pt>
                <c:pt idx="2781">
                  <c:v>6.51425000003</c:v>
                </c:pt>
                <c:pt idx="2782">
                  <c:v>6.51775000003</c:v>
                </c:pt>
                <c:pt idx="2783">
                  <c:v>6.51875000003</c:v>
                </c:pt>
                <c:pt idx="2784">
                  <c:v>6.52300000003</c:v>
                </c:pt>
                <c:pt idx="2785">
                  <c:v>6.52450000003</c:v>
                </c:pt>
                <c:pt idx="2786">
                  <c:v>6.52750000003</c:v>
                </c:pt>
                <c:pt idx="2787">
                  <c:v>6.52775000003</c:v>
                </c:pt>
                <c:pt idx="2788">
                  <c:v>6.53200000003</c:v>
                </c:pt>
                <c:pt idx="2789">
                  <c:v>6.53425000003</c:v>
                </c:pt>
                <c:pt idx="2790">
                  <c:v>6.53650000003</c:v>
                </c:pt>
                <c:pt idx="2791">
                  <c:v>6.53675000003</c:v>
                </c:pt>
                <c:pt idx="2792">
                  <c:v>6.54100000003</c:v>
                </c:pt>
                <c:pt idx="2793">
                  <c:v>6.54125000003</c:v>
                </c:pt>
                <c:pt idx="2794">
                  <c:v>6.54550000003</c:v>
                </c:pt>
                <c:pt idx="2795">
                  <c:v>6.54575000003</c:v>
                </c:pt>
                <c:pt idx="2796">
                  <c:v>6.55000000003</c:v>
                </c:pt>
                <c:pt idx="2797">
                  <c:v>6.55075000003</c:v>
                </c:pt>
                <c:pt idx="2798">
                  <c:v>6.55450000003</c:v>
                </c:pt>
                <c:pt idx="2799">
                  <c:v>6.55475000003</c:v>
                </c:pt>
                <c:pt idx="2800">
                  <c:v>6.55750000003</c:v>
                </c:pt>
                <c:pt idx="2801">
                  <c:v>6.55925000003</c:v>
                </c:pt>
                <c:pt idx="2802">
                  <c:v>6.56350000003</c:v>
                </c:pt>
                <c:pt idx="2803">
                  <c:v>6.56375000003</c:v>
                </c:pt>
                <c:pt idx="2804">
                  <c:v>6.56725000003</c:v>
                </c:pt>
                <c:pt idx="2805">
                  <c:v>6.56825000003</c:v>
                </c:pt>
                <c:pt idx="2806">
                  <c:v>6.57250000003</c:v>
                </c:pt>
                <c:pt idx="2807">
                  <c:v>6.57400000003</c:v>
                </c:pt>
                <c:pt idx="2808">
                  <c:v>6.57700000003</c:v>
                </c:pt>
                <c:pt idx="2809">
                  <c:v>6.57725000003</c:v>
                </c:pt>
                <c:pt idx="2810">
                  <c:v>6.58150000003</c:v>
                </c:pt>
                <c:pt idx="2811">
                  <c:v>6.58375000003</c:v>
                </c:pt>
                <c:pt idx="2812">
                  <c:v>6.58600000003</c:v>
                </c:pt>
                <c:pt idx="2813">
                  <c:v>6.58625000003</c:v>
                </c:pt>
                <c:pt idx="2814">
                  <c:v>6.59050000003</c:v>
                </c:pt>
                <c:pt idx="2815">
                  <c:v>6.59075000003</c:v>
                </c:pt>
                <c:pt idx="2816">
                  <c:v>6.59500000003</c:v>
                </c:pt>
                <c:pt idx="2817">
                  <c:v>6.59525000003</c:v>
                </c:pt>
                <c:pt idx="2818">
                  <c:v>6.59950000003</c:v>
                </c:pt>
                <c:pt idx="2819">
                  <c:v>6.60025000003</c:v>
                </c:pt>
                <c:pt idx="2820">
                  <c:v>6.60400000003</c:v>
                </c:pt>
                <c:pt idx="2821">
                  <c:v>6.60425000003</c:v>
                </c:pt>
                <c:pt idx="2822">
                  <c:v>6.60700000003</c:v>
                </c:pt>
                <c:pt idx="2823">
                  <c:v>6.60875000003</c:v>
                </c:pt>
                <c:pt idx="2824">
                  <c:v>6.61300000003</c:v>
                </c:pt>
                <c:pt idx="2825">
                  <c:v>6.61325000003</c:v>
                </c:pt>
                <c:pt idx="2826">
                  <c:v>6.61675000003</c:v>
                </c:pt>
                <c:pt idx="2827">
                  <c:v>6.61775000003</c:v>
                </c:pt>
                <c:pt idx="2828">
                  <c:v>6.62200000003</c:v>
                </c:pt>
                <c:pt idx="2829">
                  <c:v>6.62350000003</c:v>
                </c:pt>
                <c:pt idx="2830">
                  <c:v>6.62650000003</c:v>
                </c:pt>
                <c:pt idx="2831">
                  <c:v>6.62675000003</c:v>
                </c:pt>
                <c:pt idx="2832">
                  <c:v>6.63025000003</c:v>
                </c:pt>
                <c:pt idx="2833">
                  <c:v>6.63125000003</c:v>
                </c:pt>
                <c:pt idx="2834">
                  <c:v>6.63550000003</c:v>
                </c:pt>
                <c:pt idx="2835">
                  <c:v>6.63575000003</c:v>
                </c:pt>
                <c:pt idx="2836">
                  <c:v>6.64000000003</c:v>
                </c:pt>
                <c:pt idx="2837">
                  <c:v>6.64025000003</c:v>
                </c:pt>
                <c:pt idx="2838">
                  <c:v>6.64450000003</c:v>
                </c:pt>
                <c:pt idx="2839">
                  <c:v>6.64475000003</c:v>
                </c:pt>
                <c:pt idx="2840">
                  <c:v>6.64675000003</c:v>
                </c:pt>
                <c:pt idx="2841">
                  <c:v>6.64925000003</c:v>
                </c:pt>
                <c:pt idx="2842">
                  <c:v>6.65350000003</c:v>
                </c:pt>
                <c:pt idx="2843">
                  <c:v>6.65375000003</c:v>
                </c:pt>
                <c:pt idx="2844">
                  <c:v>6.65650000003</c:v>
                </c:pt>
                <c:pt idx="2845">
                  <c:v>6.65825000003</c:v>
                </c:pt>
                <c:pt idx="2846">
                  <c:v>6.66250000003</c:v>
                </c:pt>
                <c:pt idx="2847">
                  <c:v>6.66325000003</c:v>
                </c:pt>
                <c:pt idx="2848">
                  <c:v>6.66700000003</c:v>
                </c:pt>
                <c:pt idx="2849">
                  <c:v>6.66725000003</c:v>
                </c:pt>
                <c:pt idx="2850">
                  <c:v>6.67150000003</c:v>
                </c:pt>
                <c:pt idx="2851">
                  <c:v>6.67300000003</c:v>
                </c:pt>
                <c:pt idx="2852">
                  <c:v>6.67600000003</c:v>
                </c:pt>
                <c:pt idx="2853">
                  <c:v>6.67625000003</c:v>
                </c:pt>
                <c:pt idx="2854">
                  <c:v>6.67975000003</c:v>
                </c:pt>
                <c:pt idx="2855">
                  <c:v>6.68075000003</c:v>
                </c:pt>
                <c:pt idx="2856">
                  <c:v>6.68500000003</c:v>
                </c:pt>
                <c:pt idx="2857">
                  <c:v>6.68525000003</c:v>
                </c:pt>
                <c:pt idx="2858">
                  <c:v>6.68950000003</c:v>
                </c:pt>
                <c:pt idx="2859">
                  <c:v>6.68975000003</c:v>
                </c:pt>
                <c:pt idx="2860">
                  <c:v>6.69400000003</c:v>
                </c:pt>
                <c:pt idx="2861">
                  <c:v>6.69425000003</c:v>
                </c:pt>
                <c:pt idx="2862">
                  <c:v>6.69625000003</c:v>
                </c:pt>
                <c:pt idx="2863">
                  <c:v>6.69875000003</c:v>
                </c:pt>
                <c:pt idx="2864">
                  <c:v>6.70300000003</c:v>
                </c:pt>
                <c:pt idx="2865">
                  <c:v>6.70325000003</c:v>
                </c:pt>
                <c:pt idx="2866">
                  <c:v>6.70600000003</c:v>
                </c:pt>
                <c:pt idx="2867">
                  <c:v>6.70775000003</c:v>
                </c:pt>
                <c:pt idx="2868">
                  <c:v>6.71200000003</c:v>
                </c:pt>
                <c:pt idx="2869">
                  <c:v>6.71250000003</c:v>
                </c:pt>
                <c:pt idx="2870">
                  <c:v>6.71650000003</c:v>
                </c:pt>
                <c:pt idx="2871">
                  <c:v>6.71675000003</c:v>
                </c:pt>
                <c:pt idx="2872">
                  <c:v>6.72100000003</c:v>
                </c:pt>
                <c:pt idx="2873">
                  <c:v>6.72250000003</c:v>
                </c:pt>
                <c:pt idx="2874">
                  <c:v>6.72550000003</c:v>
                </c:pt>
                <c:pt idx="2875">
                  <c:v>6.72575000003</c:v>
                </c:pt>
                <c:pt idx="2876">
                  <c:v>6.72900000003</c:v>
                </c:pt>
                <c:pt idx="2877">
                  <c:v>6.73025000003</c:v>
                </c:pt>
                <c:pt idx="2878">
                  <c:v>6.73450000003</c:v>
                </c:pt>
                <c:pt idx="2879">
                  <c:v>6.73475000003</c:v>
                </c:pt>
                <c:pt idx="2880">
                  <c:v>6.73900000003</c:v>
                </c:pt>
                <c:pt idx="2881">
                  <c:v>6.73925000003</c:v>
                </c:pt>
                <c:pt idx="2882">
                  <c:v>6.74350000003</c:v>
                </c:pt>
                <c:pt idx="2883">
                  <c:v>6.74550000003</c:v>
                </c:pt>
                <c:pt idx="2884">
                  <c:v>6.74800000003</c:v>
                </c:pt>
                <c:pt idx="2885">
                  <c:v>6.74825000003</c:v>
                </c:pt>
                <c:pt idx="2886">
                  <c:v>6.75250000003</c:v>
                </c:pt>
                <c:pt idx="2887">
                  <c:v>6.75275000003</c:v>
                </c:pt>
                <c:pt idx="2888">
                  <c:v>6.75550000003</c:v>
                </c:pt>
                <c:pt idx="2889">
                  <c:v>6.75725000003</c:v>
                </c:pt>
                <c:pt idx="2890">
                  <c:v>6.76150000003</c:v>
                </c:pt>
                <c:pt idx="2891">
                  <c:v>6.76200000003</c:v>
                </c:pt>
                <c:pt idx="2892">
                  <c:v>6.76600000003</c:v>
                </c:pt>
                <c:pt idx="2893">
                  <c:v>6.76625000003</c:v>
                </c:pt>
                <c:pt idx="2894">
                  <c:v>6.77050000003</c:v>
                </c:pt>
                <c:pt idx="2895">
                  <c:v>6.77200000003</c:v>
                </c:pt>
                <c:pt idx="2896">
                  <c:v>6.77500000003</c:v>
                </c:pt>
                <c:pt idx="2897">
                  <c:v>6.77525000003</c:v>
                </c:pt>
                <c:pt idx="2898">
                  <c:v>6.77850000003</c:v>
                </c:pt>
                <c:pt idx="2899">
                  <c:v>6.77975000003</c:v>
                </c:pt>
                <c:pt idx="2900">
                  <c:v>6.78400000003</c:v>
                </c:pt>
                <c:pt idx="2901">
                  <c:v>6.78425000003</c:v>
                </c:pt>
                <c:pt idx="2902">
                  <c:v>6.78850000003</c:v>
                </c:pt>
                <c:pt idx="2903">
                  <c:v>6.78875000003</c:v>
                </c:pt>
                <c:pt idx="2904">
                  <c:v>6.79300000003</c:v>
                </c:pt>
                <c:pt idx="2905">
                  <c:v>6.79325000003</c:v>
                </c:pt>
                <c:pt idx="2906">
                  <c:v>6.79500000003</c:v>
                </c:pt>
                <c:pt idx="2907">
                  <c:v>6.79775000003</c:v>
                </c:pt>
                <c:pt idx="2908">
                  <c:v>6.80200000003</c:v>
                </c:pt>
                <c:pt idx="2909">
                  <c:v>6.80225000003</c:v>
                </c:pt>
                <c:pt idx="2910">
                  <c:v>6.80500000003</c:v>
                </c:pt>
                <c:pt idx="2911">
                  <c:v>6.80675000003</c:v>
                </c:pt>
                <c:pt idx="2912">
                  <c:v>6.81100000003</c:v>
                </c:pt>
                <c:pt idx="2913">
                  <c:v>6.81150000003</c:v>
                </c:pt>
                <c:pt idx="2914">
                  <c:v>6.81550000003</c:v>
                </c:pt>
                <c:pt idx="2915">
                  <c:v>6.81575000003</c:v>
                </c:pt>
                <c:pt idx="2916">
                  <c:v>6.82000000003</c:v>
                </c:pt>
                <c:pt idx="2917">
                  <c:v>6.82150000003</c:v>
                </c:pt>
                <c:pt idx="2918">
                  <c:v>6.82450000003</c:v>
                </c:pt>
                <c:pt idx="2919">
                  <c:v>6.82475000003</c:v>
                </c:pt>
                <c:pt idx="2920">
                  <c:v>6.82800000003</c:v>
                </c:pt>
                <c:pt idx="2921">
                  <c:v>6.82925000003</c:v>
                </c:pt>
                <c:pt idx="2922">
                  <c:v>6.83350000003</c:v>
                </c:pt>
                <c:pt idx="2923">
                  <c:v>6.83375000003</c:v>
                </c:pt>
                <c:pt idx="2924">
                  <c:v>6.83775000003</c:v>
                </c:pt>
                <c:pt idx="2925">
                  <c:v>6.83825000003</c:v>
                </c:pt>
                <c:pt idx="2926">
                  <c:v>6.84250000003</c:v>
                </c:pt>
                <c:pt idx="2927">
                  <c:v>6.84450000003</c:v>
                </c:pt>
                <c:pt idx="2928">
                  <c:v>6.84700000003</c:v>
                </c:pt>
                <c:pt idx="2929">
                  <c:v>6.84725000003</c:v>
                </c:pt>
                <c:pt idx="2930">
                  <c:v>6.85150000003</c:v>
                </c:pt>
                <c:pt idx="2931">
                  <c:v>6.85425000003</c:v>
                </c:pt>
                <c:pt idx="2932">
                  <c:v>6.85600000003</c:v>
                </c:pt>
                <c:pt idx="2933">
                  <c:v>6.85625000003</c:v>
                </c:pt>
                <c:pt idx="2934">
                  <c:v>6.86050000003</c:v>
                </c:pt>
                <c:pt idx="2935">
                  <c:v>6.86100000003</c:v>
                </c:pt>
                <c:pt idx="2936">
                  <c:v>6.86500000003</c:v>
                </c:pt>
                <c:pt idx="2937">
                  <c:v>6.86525000003</c:v>
                </c:pt>
                <c:pt idx="2938">
                  <c:v>6.86950000003</c:v>
                </c:pt>
                <c:pt idx="2939">
                  <c:v>6.87100000003</c:v>
                </c:pt>
                <c:pt idx="2940">
                  <c:v>6.87400000003</c:v>
                </c:pt>
                <c:pt idx="2941">
                  <c:v>6.87425000003</c:v>
                </c:pt>
                <c:pt idx="2942">
                  <c:v>6.87750000003</c:v>
                </c:pt>
                <c:pt idx="2943">
                  <c:v>6.87875000003</c:v>
                </c:pt>
                <c:pt idx="2944">
                  <c:v>6.88300000003</c:v>
                </c:pt>
                <c:pt idx="2945">
                  <c:v>6.88325000003</c:v>
                </c:pt>
                <c:pt idx="2946">
                  <c:v>6.88750000003</c:v>
                </c:pt>
                <c:pt idx="2947">
                  <c:v>6.88775000003</c:v>
                </c:pt>
                <c:pt idx="2948">
                  <c:v>6.89200000003</c:v>
                </c:pt>
                <c:pt idx="2949">
                  <c:v>6.89225000003</c:v>
                </c:pt>
                <c:pt idx="2950">
                  <c:v>6.89425000003</c:v>
                </c:pt>
                <c:pt idx="2951">
                  <c:v>6.89675000003</c:v>
                </c:pt>
                <c:pt idx="2952">
                  <c:v>6.90075000003</c:v>
                </c:pt>
                <c:pt idx="2953">
                  <c:v>6.90125000003</c:v>
                </c:pt>
                <c:pt idx="2954">
                  <c:v>6.90550000003</c:v>
                </c:pt>
                <c:pt idx="2955">
                  <c:v>6.90575000003</c:v>
                </c:pt>
                <c:pt idx="2956">
                  <c:v>6.91000000003</c:v>
                </c:pt>
                <c:pt idx="2957">
                  <c:v>6.91050000003</c:v>
                </c:pt>
                <c:pt idx="2958">
                  <c:v>6.91450000003</c:v>
                </c:pt>
                <c:pt idx="2959">
                  <c:v>6.91475000003</c:v>
                </c:pt>
                <c:pt idx="2960">
                  <c:v>6.91725000003</c:v>
                </c:pt>
                <c:pt idx="2961">
                  <c:v>6.91925000003</c:v>
                </c:pt>
                <c:pt idx="2962">
                  <c:v>6.92350000003</c:v>
                </c:pt>
                <c:pt idx="2963">
                  <c:v>6.92375000003</c:v>
                </c:pt>
                <c:pt idx="2964">
                  <c:v>6.92700000003</c:v>
                </c:pt>
                <c:pt idx="2965">
                  <c:v>6.92825000003</c:v>
                </c:pt>
                <c:pt idx="2966">
                  <c:v>6.93250000003</c:v>
                </c:pt>
                <c:pt idx="2967">
                  <c:v>6.93375000003</c:v>
                </c:pt>
                <c:pt idx="2968">
                  <c:v>6.93700000003</c:v>
                </c:pt>
                <c:pt idx="2969">
                  <c:v>6.93725000003</c:v>
                </c:pt>
                <c:pt idx="2970">
                  <c:v>6.94150000003</c:v>
                </c:pt>
                <c:pt idx="2971">
                  <c:v>6.94350000003</c:v>
                </c:pt>
                <c:pt idx="2972">
                  <c:v>6.94600000003</c:v>
                </c:pt>
                <c:pt idx="2973">
                  <c:v>6.94625000003</c:v>
                </c:pt>
                <c:pt idx="2974">
                  <c:v>6.95025000003</c:v>
                </c:pt>
                <c:pt idx="2975">
                  <c:v>6.95075000003</c:v>
                </c:pt>
                <c:pt idx="2976">
                  <c:v>6.95500000003</c:v>
                </c:pt>
                <c:pt idx="2977">
                  <c:v>6.95525000003</c:v>
                </c:pt>
                <c:pt idx="2978">
                  <c:v>6.95950000003</c:v>
                </c:pt>
                <c:pt idx="2979">
                  <c:v>6.96000000003</c:v>
                </c:pt>
                <c:pt idx="2980">
                  <c:v>6.96400000003</c:v>
                </c:pt>
                <c:pt idx="2981">
                  <c:v>6.96425000003</c:v>
                </c:pt>
                <c:pt idx="2982">
                  <c:v>6.96675000003</c:v>
                </c:pt>
                <c:pt idx="2983">
                  <c:v>6.96875000003</c:v>
                </c:pt>
                <c:pt idx="2984">
                  <c:v>6.97300000003</c:v>
                </c:pt>
                <c:pt idx="2985">
                  <c:v>6.97325000003</c:v>
                </c:pt>
                <c:pt idx="2986">
                  <c:v>6.97675000003</c:v>
                </c:pt>
                <c:pt idx="2987">
                  <c:v>6.97775000003</c:v>
                </c:pt>
                <c:pt idx="2988">
                  <c:v>6.98200000003</c:v>
                </c:pt>
                <c:pt idx="2989">
                  <c:v>6.98225000003</c:v>
                </c:pt>
                <c:pt idx="2990">
                  <c:v>6.98625000003</c:v>
                </c:pt>
                <c:pt idx="2991">
                  <c:v>6.98675000003</c:v>
                </c:pt>
                <c:pt idx="2992">
                  <c:v>6.99100000003</c:v>
                </c:pt>
                <c:pt idx="2993">
                  <c:v>6.99125000003</c:v>
                </c:pt>
                <c:pt idx="2994">
                  <c:v>6.99550000003</c:v>
                </c:pt>
                <c:pt idx="2995">
                  <c:v>6.99575000003</c:v>
                </c:pt>
                <c:pt idx="2996">
                  <c:v>6.99650000003</c:v>
                </c:pt>
                <c:pt idx="2997">
                  <c:v>6.99950000003</c:v>
                </c:pt>
                <c:pt idx="2998">
                  <c:v>6.99975000003</c:v>
                </c:pt>
                <c:pt idx="2999">
                  <c:v>7.00000000003</c:v>
                </c:pt>
              </c:numCache>
            </c:numRef>
          </c:xVal>
          <c:yVal>
            <c:numRef>
              <c:f>'Chart Data'!$B$2:$B$3001</c:f>
              <c:numCache>
                <c:formatCode>0.0</c:formatCode>
                <c:ptCount val="3000"/>
                <c:pt idx="0">
                  <c:v>49.9870764866</c:v>
                </c:pt>
                <c:pt idx="1">
                  <c:v>49.9870764866</c:v>
                </c:pt>
                <c:pt idx="2">
                  <c:v>49.9870764866</c:v>
                </c:pt>
                <c:pt idx="3">
                  <c:v>49.9884517847</c:v>
                </c:pt>
                <c:pt idx="4">
                  <c:v>49.9888036401</c:v>
                </c:pt>
                <c:pt idx="5">
                  <c:v>49.9948676913</c:v>
                </c:pt>
                <c:pt idx="6">
                  <c:v>49.9951914176</c:v>
                </c:pt>
                <c:pt idx="7">
                  <c:v>50.000392336</c:v>
                </c:pt>
                <c:pt idx="8">
                  <c:v>50.0003413666</c:v>
                </c:pt>
                <c:pt idx="9">
                  <c:v>50.0000765425</c:v>
                </c:pt>
                <c:pt idx="10">
                  <c:v>50.000094651</c:v>
                </c:pt>
                <c:pt idx="11">
                  <c:v>50.000063488</c:v>
                </c:pt>
                <c:pt idx="12">
                  <c:v>50.0000582704</c:v>
                </c:pt>
                <c:pt idx="13">
                  <c:v>49.9999722531</c:v>
                </c:pt>
                <c:pt idx="14">
                  <c:v>49.9999482181</c:v>
                </c:pt>
                <c:pt idx="15">
                  <c:v>49.9999734102</c:v>
                </c:pt>
                <c:pt idx="16">
                  <c:v>49.9999757004</c:v>
                </c:pt>
                <c:pt idx="17">
                  <c:v>50.0000613647</c:v>
                </c:pt>
                <c:pt idx="18">
                  <c:v>50.000064448</c:v>
                </c:pt>
                <c:pt idx="19">
                  <c:v>50.0000908777</c:v>
                </c:pt>
                <c:pt idx="20">
                  <c:v>50.0000672144</c:v>
                </c:pt>
                <c:pt idx="21">
                  <c:v>49.9999819069</c:v>
                </c:pt>
                <c:pt idx="22">
                  <c:v>49.9999787545</c:v>
                </c:pt>
                <c:pt idx="23">
                  <c:v>49.9999453966</c:v>
                </c:pt>
                <c:pt idx="24">
                  <c:v>49.9999637299</c:v>
                </c:pt>
                <c:pt idx="25">
                  <c:v>50.0000450918</c:v>
                </c:pt>
                <c:pt idx="26">
                  <c:v>50.0000491563</c:v>
                </c:pt>
                <c:pt idx="27">
                  <c:v>50.0000878807</c:v>
                </c:pt>
                <c:pt idx="28">
                  <c:v>50.0000737784</c:v>
                </c:pt>
                <c:pt idx="29">
                  <c:v>49.9999976354</c:v>
                </c:pt>
                <c:pt idx="30">
                  <c:v>49.9999921833</c:v>
                </c:pt>
                <c:pt idx="31">
                  <c:v>49.9999432279</c:v>
                </c:pt>
                <c:pt idx="32">
                  <c:v>49.9999523883</c:v>
                </c:pt>
                <c:pt idx="33">
                  <c:v>50.0000212433</c:v>
                </c:pt>
                <c:pt idx="34">
                  <c:v>50.0000266353</c:v>
                </c:pt>
                <c:pt idx="35">
                  <c:v>50.0000855785</c:v>
                </c:pt>
                <c:pt idx="36">
                  <c:v>50.0000809219</c:v>
                </c:pt>
                <c:pt idx="37">
                  <c:v>50.0000176468</c:v>
                </c:pt>
                <c:pt idx="38">
                  <c:v>50.000012226</c:v>
                </c:pt>
                <c:pt idx="39">
                  <c:v>49.9999437456</c:v>
                </c:pt>
                <c:pt idx="40">
                  <c:v>49.9999419473</c:v>
                </c:pt>
                <c:pt idx="41">
                  <c:v>49.9999984583</c:v>
                </c:pt>
                <c:pt idx="42">
                  <c:v>50.0000038461</c:v>
                </c:pt>
                <c:pt idx="43">
                  <c:v>50.0000764472</c:v>
                </c:pt>
                <c:pt idx="44">
                  <c:v>50.0000843886</c:v>
                </c:pt>
                <c:pt idx="45">
                  <c:v>50.0000385088</c:v>
                </c:pt>
                <c:pt idx="46">
                  <c:v>50.0000331203</c:v>
                </c:pt>
                <c:pt idx="47">
                  <c:v>49.9999559056</c:v>
                </c:pt>
                <c:pt idx="48">
                  <c:v>49.9999417989</c:v>
                </c:pt>
                <c:pt idx="49">
                  <c:v>49.9999768185</c:v>
                </c:pt>
                <c:pt idx="50">
                  <c:v>49.9999822004</c:v>
                </c:pt>
                <c:pt idx="51">
                  <c:v>50.0000639537</c:v>
                </c:pt>
                <c:pt idx="52">
                  <c:v>50.0000842288</c:v>
                </c:pt>
                <c:pt idx="53">
                  <c:v>50.0000567794</c:v>
                </c:pt>
                <c:pt idx="54">
                  <c:v>50.0000544919</c:v>
                </c:pt>
                <c:pt idx="55">
                  <c:v>49.9999688165</c:v>
                </c:pt>
                <c:pt idx="56">
                  <c:v>49.9999657555</c:v>
                </c:pt>
                <c:pt idx="57">
                  <c:v>49.9999425669</c:v>
                </c:pt>
                <c:pt idx="58">
                  <c:v>49.9999679015</c:v>
                </c:pt>
                <c:pt idx="59">
                  <c:v>50.0000522979</c:v>
                </c:pt>
                <c:pt idx="60">
                  <c:v>50.0000553791</c:v>
                </c:pt>
                <c:pt idx="61">
                  <c:v>50.0000848939</c:v>
                </c:pt>
                <c:pt idx="62">
                  <c:v>50.0000644602</c:v>
                </c:pt>
                <c:pt idx="63">
                  <c:v>49.9999823335</c:v>
                </c:pt>
                <c:pt idx="64">
                  <c:v>49.9999792947</c:v>
                </c:pt>
                <c:pt idx="65">
                  <c:v>49.9999441241</c:v>
                </c:pt>
                <c:pt idx="66">
                  <c:v>49.9999602827</c:v>
                </c:pt>
                <c:pt idx="67">
                  <c:v>50.0000382672</c:v>
                </c:pt>
                <c:pt idx="68">
                  <c:v>50.0000436349</c:v>
                </c:pt>
                <c:pt idx="69">
                  <c:v>50.0000864749</c:v>
                </c:pt>
                <c:pt idx="70">
                  <c:v>50.0000752006</c:v>
                </c:pt>
                <c:pt idx="71">
                  <c:v>50.0000044053</c:v>
                </c:pt>
                <c:pt idx="72">
                  <c:v>49.9999991019</c:v>
                </c:pt>
                <c:pt idx="73">
                  <c:v>49.9999465298</c:v>
                </c:pt>
                <c:pt idx="74">
                  <c:v>49.9999534627</c:v>
                </c:pt>
                <c:pt idx="75">
                  <c:v>50.0000191219</c:v>
                </c:pt>
                <c:pt idx="76">
                  <c:v>50.0000244753</c:v>
                </c:pt>
                <c:pt idx="77">
                  <c:v>50.0000886575</c:v>
                </c:pt>
                <c:pt idx="78">
                  <c:v>50.0000864167</c:v>
                </c:pt>
                <c:pt idx="79">
                  <c:v>50.0000281472</c:v>
                </c:pt>
                <c:pt idx="80">
                  <c:v>50.0000228712</c:v>
                </c:pt>
                <c:pt idx="81">
                  <c:v>49.9999542003</c:v>
                </c:pt>
                <c:pt idx="82">
                  <c:v>49.9999494793</c:v>
                </c:pt>
                <c:pt idx="83">
                  <c:v>50.0000005737</c:v>
                </c:pt>
                <c:pt idx="84">
                  <c:v>50.0000059147</c:v>
                </c:pt>
                <c:pt idx="85">
                  <c:v>50.0000803504</c:v>
                </c:pt>
                <c:pt idx="86">
                  <c:v>50.0000913632</c:v>
                </c:pt>
                <c:pt idx="87">
                  <c:v>50.0000521712</c:v>
                </c:pt>
                <c:pt idx="88">
                  <c:v>50.0000469172</c:v>
                </c:pt>
                <c:pt idx="89">
                  <c:v>49.9999695083</c:v>
                </c:pt>
                <c:pt idx="90">
                  <c:v>49.9999528611</c:v>
                </c:pt>
                <c:pt idx="91">
                  <c:v>49.9999828455</c:v>
                </c:pt>
                <c:pt idx="92">
                  <c:v>49.9999878985</c:v>
                </c:pt>
                <c:pt idx="93">
                  <c:v>50.0000711824</c:v>
                </c:pt>
                <c:pt idx="94">
                  <c:v>50.0000944129</c:v>
                </c:pt>
                <c:pt idx="95">
                  <c:v>50.0000699595</c:v>
                </c:pt>
                <c:pt idx="96">
                  <c:v>50.0000677364</c:v>
                </c:pt>
                <c:pt idx="97">
                  <c:v>49.9999847892</c:v>
                </c:pt>
                <c:pt idx="98">
                  <c:v>49.9999818094</c:v>
                </c:pt>
                <c:pt idx="99">
                  <c:v>49.9999562705</c:v>
                </c:pt>
                <c:pt idx="100">
                  <c:v>49.999979246</c:v>
                </c:pt>
                <c:pt idx="101">
                  <c:v>50.0000619853</c:v>
                </c:pt>
                <c:pt idx="102">
                  <c:v>50.0000650419</c:v>
                </c:pt>
                <c:pt idx="103">
                  <c:v>50.0000973865</c:v>
                </c:pt>
                <c:pt idx="104">
                  <c:v>50.0000796996</c:v>
                </c:pt>
                <c:pt idx="105">
                  <c:v>50.0000010293</c:v>
                </c:pt>
                <c:pt idx="106">
                  <c:v>49.9999971023</c:v>
                </c:pt>
                <c:pt idx="107">
                  <c:v>49.9999597365</c:v>
                </c:pt>
                <c:pt idx="108">
                  <c:v>49.999973437</c:v>
                </c:pt>
                <c:pt idx="109">
                  <c:v>50.0000473147</c:v>
                </c:pt>
                <c:pt idx="110">
                  <c:v>50.0000526026</c:v>
                </c:pt>
                <c:pt idx="111">
                  <c:v>50.0001001248</c:v>
                </c:pt>
                <c:pt idx="112">
                  <c:v>50.0000912949</c:v>
                </c:pt>
                <c:pt idx="113">
                  <c:v>50.0000248125</c:v>
                </c:pt>
                <c:pt idx="114">
                  <c:v>50.0000196027</c:v>
                </c:pt>
                <c:pt idx="115">
                  <c:v>49.9999627739</c:v>
                </c:pt>
                <c:pt idx="116">
                  <c:v>49.999967314</c:v>
                </c:pt>
                <c:pt idx="117">
                  <c:v>50.000028874</c:v>
                </c:pt>
                <c:pt idx="118">
                  <c:v>50.0000341399</c:v>
                </c:pt>
                <c:pt idx="119">
                  <c:v>50.000100683</c:v>
                </c:pt>
                <c:pt idx="120">
                  <c:v>50.0001024337</c:v>
                </c:pt>
                <c:pt idx="121">
                  <c:v>50.0000479605</c:v>
                </c:pt>
                <c:pt idx="122">
                  <c:v>50.0000427591</c:v>
                </c:pt>
                <c:pt idx="123">
                  <c:v>49.9999728092</c:v>
                </c:pt>
                <c:pt idx="124">
                  <c:v>49.9999651868</c:v>
                </c:pt>
                <c:pt idx="125">
                  <c:v>50.0000099568</c:v>
                </c:pt>
                <c:pt idx="126">
                  <c:v>50.0000151932</c:v>
                </c:pt>
                <c:pt idx="127">
                  <c:v>50.0000902933</c:v>
                </c:pt>
                <c:pt idx="128">
                  <c:v>50.0001040424</c:v>
                </c:pt>
                <c:pt idx="129">
                  <c:v>50.0000704013</c:v>
                </c:pt>
                <c:pt idx="130">
                  <c:v>50.0000652088</c:v>
                </c:pt>
                <c:pt idx="131">
                  <c:v>49.9999863817</c:v>
                </c:pt>
                <c:pt idx="132">
                  <c:v>49.9999668774</c:v>
                </c:pt>
                <c:pt idx="133">
                  <c:v>49.9999936658</c:v>
                </c:pt>
                <c:pt idx="134">
                  <c:v>49.9999958981</c:v>
                </c:pt>
                <c:pt idx="135">
                  <c:v>50.0000792219</c:v>
                </c:pt>
                <c:pt idx="136">
                  <c:v>50.0000822015</c:v>
                </c:pt>
                <c:pt idx="137">
                  <c:v>50.0001047764</c:v>
                </c:pt>
                <c:pt idx="138">
                  <c:v>50.0000803895</c:v>
                </c:pt>
                <c:pt idx="139">
                  <c:v>49.9999988471</c:v>
                </c:pt>
                <c:pt idx="140">
                  <c:v>49.9999958776</c:v>
                </c:pt>
                <c:pt idx="141">
                  <c:v>49.999967441</c:v>
                </c:pt>
                <c:pt idx="142">
                  <c:v>49.9999873706</c:v>
                </c:pt>
                <c:pt idx="143">
                  <c:v>50.0000671788</c:v>
                </c:pt>
                <c:pt idx="144">
                  <c:v>50.0000701347</c:v>
                </c:pt>
                <c:pt idx="145">
                  <c:v>50.0001043477</c:v>
                </c:pt>
                <c:pt idx="146">
                  <c:v>50.0000887971</c:v>
                </c:pt>
                <c:pt idx="147">
                  <c:v>50.000013552</c:v>
                </c:pt>
                <c:pt idx="148">
                  <c:v>50.00000837</c:v>
                </c:pt>
                <c:pt idx="149">
                  <c:v>49.9999671058</c:v>
                </c:pt>
                <c:pt idx="150">
                  <c:v>49.999978082</c:v>
                </c:pt>
                <c:pt idx="151">
                  <c:v>50.0000468412</c:v>
                </c:pt>
                <c:pt idx="152">
                  <c:v>50.0000519877</c:v>
                </c:pt>
                <c:pt idx="153">
                  <c:v>50.0001030908</c:v>
                </c:pt>
                <c:pt idx="154">
                  <c:v>50.0000964158</c:v>
                </c:pt>
                <c:pt idx="155">
                  <c:v>50.0000330322</c:v>
                </c:pt>
                <c:pt idx="156">
                  <c:v>50.0000278571</c:v>
                </c:pt>
                <c:pt idx="157">
                  <c:v>49.9999658462</c:v>
                </c:pt>
                <c:pt idx="158">
                  <c:v>49.9999680239</c:v>
                </c:pt>
                <c:pt idx="159">
                  <c:v>50.0000246153</c:v>
                </c:pt>
                <c:pt idx="160">
                  <c:v>50.0000297363</c:v>
                </c:pt>
                <c:pt idx="161">
                  <c:v>50.0000964282</c:v>
                </c:pt>
                <c:pt idx="162">
                  <c:v>50.0001010171</c:v>
                </c:pt>
                <c:pt idx="163">
                  <c:v>50.0000516906</c:v>
                </c:pt>
                <c:pt idx="164">
                  <c:v>50.0000465248</c:v>
                </c:pt>
                <c:pt idx="165">
                  <c:v>49.9999745741</c:v>
                </c:pt>
                <c:pt idx="166">
                  <c:v>49.9999639435</c:v>
                </c:pt>
                <c:pt idx="167">
                  <c:v>50.0000020005</c:v>
                </c:pt>
                <c:pt idx="168">
                  <c:v>50.0000070944</c:v>
                </c:pt>
                <c:pt idx="169">
                  <c:v>50.0000821371</c:v>
                </c:pt>
                <c:pt idx="170">
                  <c:v>50.0000982706</c:v>
                </c:pt>
                <c:pt idx="171">
                  <c:v>50.0000693028</c:v>
                </c:pt>
                <c:pt idx="172">
                  <c:v>50.0000644128</c:v>
                </c:pt>
                <c:pt idx="173">
                  <c:v>49.9999838583</c:v>
                </c:pt>
                <c:pt idx="174">
                  <c:v>49.9999614133</c:v>
                </c:pt>
                <c:pt idx="175">
                  <c:v>49.9999850892</c:v>
                </c:pt>
                <c:pt idx="176">
                  <c:v>49.9999872415</c:v>
                </c:pt>
                <c:pt idx="177">
                  <c:v>50.0000675668</c:v>
                </c:pt>
                <c:pt idx="178">
                  <c:v>50.0000704488</c:v>
                </c:pt>
                <c:pt idx="179">
                  <c:v>50.0000951458</c:v>
                </c:pt>
                <c:pt idx="180">
                  <c:v>50.000072902</c:v>
                </c:pt>
                <c:pt idx="181">
                  <c:v>49.9999927569</c:v>
                </c:pt>
                <c:pt idx="182">
                  <c:v>49.9999897984</c:v>
                </c:pt>
                <c:pt idx="183">
                  <c:v>49.9999584921</c:v>
                </c:pt>
                <c:pt idx="184">
                  <c:v>49.9999755907</c:v>
                </c:pt>
                <c:pt idx="185">
                  <c:v>50.0000517192</c:v>
                </c:pt>
                <c:pt idx="186">
                  <c:v>50.0000555157</c:v>
                </c:pt>
                <c:pt idx="187">
                  <c:v>50.0000916104</c:v>
                </c:pt>
                <c:pt idx="188">
                  <c:v>50.0000783102</c:v>
                </c:pt>
                <c:pt idx="189">
                  <c:v>50.0000066382</c:v>
                </c:pt>
                <c:pt idx="190">
                  <c:v>50.0000015093</c:v>
                </c:pt>
                <c:pt idx="191">
                  <c:v>49.9999554272</c:v>
                </c:pt>
                <c:pt idx="192">
                  <c:v>49.9999639635</c:v>
                </c:pt>
                <c:pt idx="193">
                  <c:v>50.0000282706</c:v>
                </c:pt>
                <c:pt idx="194">
                  <c:v>50.000033311</c:v>
                </c:pt>
                <c:pt idx="195">
                  <c:v>50.0000881903</c:v>
                </c:pt>
                <c:pt idx="196">
                  <c:v>50.0000837701</c:v>
                </c:pt>
                <c:pt idx="197">
                  <c:v>50.0000239535</c:v>
                </c:pt>
                <c:pt idx="198">
                  <c:v>50.0000188438</c:v>
                </c:pt>
                <c:pt idx="199">
                  <c:v>49.9999542137</c:v>
                </c:pt>
                <c:pt idx="200">
                  <c:v>49.9999525092</c:v>
                </c:pt>
                <c:pt idx="201">
                  <c:v>50.0000050523</c:v>
                </c:pt>
                <c:pt idx="202">
                  <c:v>50.0000100764</c:v>
                </c:pt>
                <c:pt idx="203">
                  <c:v>50.0000776007</c:v>
                </c:pt>
                <c:pt idx="204">
                  <c:v>50.0000849455</c:v>
                </c:pt>
                <c:pt idx="205">
                  <c:v>50.0000414022</c:v>
                </c:pt>
                <c:pt idx="206">
                  <c:v>50.0000363178</c:v>
                </c:pt>
                <c:pt idx="207">
                  <c:v>49.999963325</c:v>
                </c:pt>
                <c:pt idx="208">
                  <c:v>49.9999499311</c:v>
                </c:pt>
                <c:pt idx="209">
                  <c:v>49.999982288</c:v>
                </c:pt>
                <c:pt idx="210">
                  <c:v>49.9999872976</c:v>
                </c:pt>
                <c:pt idx="211">
                  <c:v>50.0000633127</c:v>
                </c:pt>
                <c:pt idx="212">
                  <c:v>50.0000820846</c:v>
                </c:pt>
                <c:pt idx="213">
                  <c:v>50.0000559151</c:v>
                </c:pt>
                <c:pt idx="214">
                  <c:v>50.0000537343</c:v>
                </c:pt>
                <c:pt idx="215">
                  <c:v>49.9999728213</c:v>
                </c:pt>
                <c:pt idx="216">
                  <c:v>49.9999699182</c:v>
                </c:pt>
                <c:pt idx="217">
                  <c:v>49.9999479162</c:v>
                </c:pt>
                <c:pt idx="218">
                  <c:v>49.9999713388</c:v>
                </c:pt>
                <c:pt idx="219">
                  <c:v>50.0000498632</c:v>
                </c:pt>
                <c:pt idx="220">
                  <c:v>50.0000527153</c:v>
                </c:pt>
                <c:pt idx="221">
                  <c:v>50.000080014</c:v>
                </c:pt>
                <c:pt idx="222">
                  <c:v>50.000060469</c:v>
                </c:pt>
                <c:pt idx="223">
                  <c:v>49.9999827518</c:v>
                </c:pt>
                <c:pt idx="224">
                  <c:v>49.999979873</c:v>
                </c:pt>
                <c:pt idx="225">
                  <c:v>49.9999465467</c:v>
                </c:pt>
                <c:pt idx="226">
                  <c:v>49.9999615371</c:v>
                </c:pt>
                <c:pt idx="227">
                  <c:v>50.0000341951</c:v>
                </c:pt>
                <c:pt idx="228">
                  <c:v>50.0000392008</c:v>
                </c:pt>
                <c:pt idx="229">
                  <c:v>50.0000788896</c:v>
                </c:pt>
                <c:pt idx="230">
                  <c:v>50.0000681493</c:v>
                </c:pt>
                <c:pt idx="231">
                  <c:v>50.0000011743</c:v>
                </c:pt>
                <c:pt idx="232">
                  <c:v>49.9999961695</c:v>
                </c:pt>
                <c:pt idx="233">
                  <c:v>49.9999464038</c:v>
                </c:pt>
                <c:pt idx="234">
                  <c:v>49.9999528227</c:v>
                </c:pt>
                <c:pt idx="235">
                  <c:v>50.0000139351</c:v>
                </c:pt>
                <c:pt idx="236">
                  <c:v>50.0000189319</c:v>
                </c:pt>
                <c:pt idx="237">
                  <c:v>50.0000786524</c:v>
                </c:pt>
                <c:pt idx="238">
                  <c:v>50.0000765214</c:v>
                </c:pt>
                <c:pt idx="239">
                  <c:v>50.0000213324</c:v>
                </c:pt>
                <c:pt idx="240">
                  <c:v>50.0000163534</c:v>
                </c:pt>
                <c:pt idx="241">
                  <c:v>49.9999514966</c:v>
                </c:pt>
                <c:pt idx="242">
                  <c:v>49.9999470289</c:v>
                </c:pt>
                <c:pt idx="243">
                  <c:v>49.9999945993</c:v>
                </c:pt>
                <c:pt idx="244">
                  <c:v>49.9999995881</c:v>
                </c:pt>
                <c:pt idx="245">
                  <c:v>50.0000689657</c:v>
                </c:pt>
                <c:pt idx="246">
                  <c:v>50.0000791828</c:v>
                </c:pt>
                <c:pt idx="247">
                  <c:v>50.0000420906</c:v>
                </c:pt>
                <c:pt idx="248">
                  <c:v>50.0000371436</c:v>
                </c:pt>
                <c:pt idx="249">
                  <c:v>49.9999642293</c:v>
                </c:pt>
                <c:pt idx="250">
                  <c:v>49.9999485289</c:v>
                </c:pt>
                <c:pt idx="251">
                  <c:v>49.9999763996</c:v>
                </c:pt>
                <c:pt idx="252">
                  <c:v>49.9999811213</c:v>
                </c:pt>
                <c:pt idx="253">
                  <c:v>50.0000588911</c:v>
                </c:pt>
                <c:pt idx="254">
                  <c:v>50.0000805377</c:v>
                </c:pt>
                <c:pt idx="255">
                  <c:v>50.0000574927</c:v>
                </c:pt>
                <c:pt idx="256">
                  <c:v>50.0000553977</c:v>
                </c:pt>
                <c:pt idx="257">
                  <c:v>49.9999775026</c:v>
                </c:pt>
                <c:pt idx="258">
                  <c:v>49.9999747037</c:v>
                </c:pt>
                <c:pt idx="259">
                  <c:v>49.9999507166</c:v>
                </c:pt>
                <c:pt idx="260">
                  <c:v>49.999972195</c:v>
                </c:pt>
                <c:pt idx="261">
                  <c:v>50.0000495838</c:v>
                </c:pt>
                <c:pt idx="262">
                  <c:v>50.0000524378</c:v>
                </c:pt>
                <c:pt idx="263">
                  <c:v>50.0000826314</c:v>
                </c:pt>
                <c:pt idx="264">
                  <c:v>50.0000659695</c:v>
                </c:pt>
                <c:pt idx="265">
                  <c:v>49.9999921283</c:v>
                </c:pt>
                <c:pt idx="266">
                  <c:v>49.9999884485</c:v>
                </c:pt>
                <c:pt idx="267">
                  <c:v>49.9999534525</c:v>
                </c:pt>
                <c:pt idx="268">
                  <c:v>49.9999663139</c:v>
                </c:pt>
                <c:pt idx="269">
                  <c:v>50.0000355986</c:v>
                </c:pt>
                <c:pt idx="270">
                  <c:v>50.0000405562</c:v>
                </c:pt>
                <c:pt idx="271">
                  <c:v>50.0000850673</c:v>
                </c:pt>
                <c:pt idx="272">
                  <c:v>50.0000767931</c:v>
                </c:pt>
                <c:pt idx="273">
                  <c:v>50.0000145137</c:v>
                </c:pt>
                <c:pt idx="274">
                  <c:v>50.0000096342</c:v>
                </c:pt>
                <c:pt idx="275">
                  <c:v>49.9999564773</c:v>
                </c:pt>
                <c:pt idx="276">
                  <c:v>49.9999607519</c:v>
                </c:pt>
                <c:pt idx="277">
                  <c:v>50.0000186363</c:v>
                </c:pt>
                <c:pt idx="278">
                  <c:v>50.0000235831</c:v>
                </c:pt>
                <c:pt idx="279">
                  <c:v>50.0000861743</c:v>
                </c:pt>
                <c:pt idx="280">
                  <c:v>50.0000878243</c:v>
                </c:pt>
                <c:pt idx="281">
                  <c:v>50.0000369721</c:v>
                </c:pt>
                <c:pt idx="282">
                  <c:v>50.0000321093</c:v>
                </c:pt>
                <c:pt idx="283">
                  <c:v>49.9999667966</c:v>
                </c:pt>
                <c:pt idx="284">
                  <c:v>49.999959701</c:v>
                </c:pt>
                <c:pt idx="285">
                  <c:v>50.0000019583</c:v>
                </c:pt>
                <c:pt idx="286">
                  <c:v>50.0000068853</c:v>
                </c:pt>
                <c:pt idx="287">
                  <c:v>50.000077596</c:v>
                </c:pt>
                <c:pt idx="288">
                  <c:v>50.0000905621</c:v>
                </c:pt>
                <c:pt idx="289">
                  <c:v>50.0000592461</c:v>
                </c:pt>
                <c:pt idx="290">
                  <c:v>50.0000544003</c:v>
                </c:pt>
                <c:pt idx="291">
                  <c:v>49.9999809245</c:v>
                </c:pt>
                <c:pt idx="292">
                  <c:v>49.999962824</c:v>
                </c:pt>
                <c:pt idx="293">
                  <c:v>49.9999882964</c:v>
                </c:pt>
                <c:pt idx="294">
                  <c:v>49.9999904191</c:v>
                </c:pt>
                <c:pt idx="295">
                  <c:v>50.0000689663</c:v>
                </c:pt>
                <c:pt idx="296">
                  <c:v>50.0000717862</c:v>
                </c:pt>
                <c:pt idx="297">
                  <c:v>50.0000931598</c:v>
                </c:pt>
                <c:pt idx="298">
                  <c:v>50.0000705859</c:v>
                </c:pt>
                <c:pt idx="299">
                  <c:v>49.9999947207</c:v>
                </c:pt>
                <c:pt idx="300">
                  <c:v>49.9999919687</c:v>
                </c:pt>
                <c:pt idx="301">
                  <c:v>49.9999656319</c:v>
                </c:pt>
                <c:pt idx="302">
                  <c:v>49.9999846224</c:v>
                </c:pt>
                <c:pt idx="303">
                  <c:v>50.000060009</c:v>
                </c:pt>
                <c:pt idx="304">
                  <c:v>50.0000628125</c:v>
                </c:pt>
                <c:pt idx="305">
                  <c:v>50.000095273</c:v>
                </c:pt>
                <c:pt idx="306">
                  <c:v>50.0000809011</c:v>
                </c:pt>
                <c:pt idx="307">
                  <c:v>50.0000109429</c:v>
                </c:pt>
                <c:pt idx="308">
                  <c:v>50.0000061188</c:v>
                </c:pt>
                <c:pt idx="309">
                  <c:v>49.9999679035</c:v>
                </c:pt>
                <c:pt idx="310">
                  <c:v>49.9999783752</c:v>
                </c:pt>
                <c:pt idx="311">
                  <c:v>50.000043461</c:v>
                </c:pt>
                <c:pt idx="312">
                  <c:v>50.000048319</c:v>
                </c:pt>
                <c:pt idx="313">
                  <c:v>50.0000967479</c:v>
                </c:pt>
                <c:pt idx="314">
                  <c:v>50.0000905901</c:v>
                </c:pt>
                <c:pt idx="315">
                  <c:v>50.0000317724</c:v>
                </c:pt>
                <c:pt idx="316">
                  <c:v>50.0000269549</c:v>
                </c:pt>
                <c:pt idx="317">
                  <c:v>49.9999694635</c:v>
                </c:pt>
                <c:pt idx="318">
                  <c:v>49.9999715401</c:v>
                </c:pt>
                <c:pt idx="319">
                  <c:v>50.0000252161</c:v>
                </c:pt>
                <c:pt idx="320">
                  <c:v>50.0000300502</c:v>
                </c:pt>
                <c:pt idx="321">
                  <c:v>50.0000931041</c:v>
                </c:pt>
                <c:pt idx="322">
                  <c:v>50.0000974584</c:v>
                </c:pt>
                <c:pt idx="323">
                  <c:v>50.0000517152</c:v>
                </c:pt>
                <c:pt idx="324">
                  <c:v>50.0000469027</c:v>
                </c:pt>
                <c:pt idx="325">
                  <c:v>49.999980029</c:v>
                </c:pt>
                <c:pt idx="326">
                  <c:v>49.999970199</c:v>
                </c:pt>
                <c:pt idx="327">
                  <c:v>50.0000062827</c:v>
                </c:pt>
                <c:pt idx="328">
                  <c:v>50.0000110859</c:v>
                </c:pt>
                <c:pt idx="329">
                  <c:v>50.0000819276</c:v>
                </c:pt>
                <c:pt idx="330">
                  <c:v>50.0000972099</c:v>
                </c:pt>
                <c:pt idx="331">
                  <c:v>50.0000703614</c:v>
                </c:pt>
                <c:pt idx="332">
                  <c:v>50.0000657965</c:v>
                </c:pt>
                <c:pt idx="333">
                  <c:v>49.9999906402</c:v>
                </c:pt>
                <c:pt idx="334">
                  <c:v>49.9999697473</c:v>
                </c:pt>
                <c:pt idx="335">
                  <c:v>49.9999922225</c:v>
                </c:pt>
                <c:pt idx="336">
                  <c:v>49.9999942657</c:v>
                </c:pt>
                <c:pt idx="337">
                  <c:v>50.000069948</c:v>
                </c:pt>
                <c:pt idx="338">
                  <c:v>50.0000726716</c:v>
                </c:pt>
                <c:pt idx="339">
                  <c:v>50.0000960162</c:v>
                </c:pt>
                <c:pt idx="340">
                  <c:v>50.0000753258</c:v>
                </c:pt>
                <c:pt idx="341">
                  <c:v>50.000000571</c:v>
                </c:pt>
                <c:pt idx="342">
                  <c:v>49.9999978184</c:v>
                </c:pt>
                <c:pt idx="343">
                  <c:v>49.9999687046</c:v>
                </c:pt>
                <c:pt idx="344">
                  <c:v>49.9999849323</c:v>
                </c:pt>
                <c:pt idx="345">
                  <c:v>50.0000566406</c:v>
                </c:pt>
                <c:pt idx="346">
                  <c:v>50.0000602138</c:v>
                </c:pt>
                <c:pt idx="347">
                  <c:v>50.0000942372</c:v>
                </c:pt>
                <c:pt idx="348">
                  <c:v>50.0000818162</c:v>
                </c:pt>
                <c:pt idx="349">
                  <c:v>50.0000148229</c:v>
                </c:pt>
                <c:pt idx="350">
                  <c:v>50.0000100277</c:v>
                </c:pt>
                <c:pt idx="351">
                  <c:v>49.999966952</c:v>
                </c:pt>
                <c:pt idx="352">
                  <c:v>49.999974981</c:v>
                </c:pt>
                <c:pt idx="353">
                  <c:v>50.0000353366</c:v>
                </c:pt>
                <c:pt idx="354">
                  <c:v>50.0000400626</c:v>
                </c:pt>
                <c:pt idx="355">
                  <c:v>50.0000915822</c:v>
                </c:pt>
                <c:pt idx="356">
                  <c:v>50.0000874503</c:v>
                </c:pt>
                <c:pt idx="357">
                  <c:v>50.0000315073</c:v>
                </c:pt>
                <c:pt idx="358">
                  <c:v>50.0000267272</c:v>
                </c:pt>
                <c:pt idx="359">
                  <c:v>49.9999662858</c:v>
                </c:pt>
                <c:pt idx="360">
                  <c:v>49.9999646976</c:v>
                </c:pt>
                <c:pt idx="361">
                  <c:v>50.0000139842</c:v>
                </c:pt>
                <c:pt idx="362">
                  <c:v>50.0000186897</c:v>
                </c:pt>
                <c:pt idx="363">
                  <c:v>50.0000818742</c:v>
                </c:pt>
                <c:pt idx="364">
                  <c:v>50.0000887332</c:v>
                </c:pt>
                <c:pt idx="365">
                  <c:v>50.0000478039</c:v>
                </c:pt>
                <c:pt idx="366">
                  <c:v>50.0000430337</c:v>
                </c:pt>
                <c:pt idx="367">
                  <c:v>49.9999745494</c:v>
                </c:pt>
                <c:pt idx="368">
                  <c:v>49.9999619832</c:v>
                </c:pt>
                <c:pt idx="369">
                  <c:v>49.999992271</c:v>
                </c:pt>
                <c:pt idx="370">
                  <c:v>49.999996959</c:v>
                </c:pt>
                <c:pt idx="371">
                  <c:v>50.0000680315</c:v>
                </c:pt>
                <c:pt idx="372">
                  <c:v>50.0000855272</c:v>
                </c:pt>
                <c:pt idx="373">
                  <c:v>50.000060787</c:v>
                </c:pt>
                <c:pt idx="374">
                  <c:v>50.0000587253</c:v>
                </c:pt>
                <c:pt idx="375">
                  <c:v>49.9999826299</c:v>
                </c:pt>
                <c:pt idx="376">
                  <c:v>49.9999798976</c:v>
                </c:pt>
                <c:pt idx="377">
                  <c:v>49.9999591886</c:v>
                </c:pt>
                <c:pt idx="378">
                  <c:v>49.999981005</c:v>
                </c:pt>
                <c:pt idx="379">
                  <c:v>50.0000543241</c:v>
                </c:pt>
                <c:pt idx="380">
                  <c:v>50.0000569804</c:v>
                </c:pt>
                <c:pt idx="381">
                  <c:v>50.0000823955</c:v>
                </c:pt>
                <c:pt idx="382">
                  <c:v>50.0000639276</c:v>
                </c:pt>
                <c:pt idx="383">
                  <c:v>49.9999907323</c:v>
                </c:pt>
                <c:pt idx="384">
                  <c:v>49.9999880066</c:v>
                </c:pt>
                <c:pt idx="385">
                  <c:v>49.9999564445</c:v>
                </c:pt>
                <c:pt idx="386">
                  <c:v>49.9999702819</c:v>
                </c:pt>
                <c:pt idx="387">
                  <c:v>50.0000378583</c:v>
                </c:pt>
                <c:pt idx="388">
                  <c:v>50.0000425213</c:v>
                </c:pt>
                <c:pt idx="389">
                  <c:v>50.0000793262</c:v>
                </c:pt>
                <c:pt idx="390">
                  <c:v>50.0000691219</c:v>
                </c:pt>
                <c:pt idx="391">
                  <c:v>50.0000058344</c:v>
                </c:pt>
                <c:pt idx="392">
                  <c:v>50.0000011144</c:v>
                </c:pt>
                <c:pt idx="393">
                  <c:v>49.9999540397</c:v>
                </c:pt>
                <c:pt idx="394">
                  <c:v>49.9999599654</c:v>
                </c:pt>
                <c:pt idx="395">
                  <c:v>50.0000166987</c:v>
                </c:pt>
                <c:pt idx="396">
                  <c:v>50.0000213513</c:v>
                </c:pt>
                <c:pt idx="397">
                  <c:v>50.0000766973</c:v>
                </c:pt>
                <c:pt idx="398">
                  <c:v>50.0000746679</c:v>
                </c:pt>
                <c:pt idx="399">
                  <c:v>50.0000223702</c:v>
                </c:pt>
                <c:pt idx="400">
                  <c:v>50.0000176729</c:v>
                </c:pt>
                <c:pt idx="401">
                  <c:v>49.9999563903</c:v>
                </c:pt>
                <c:pt idx="402">
                  <c:v>49.9999521538</c:v>
                </c:pt>
                <c:pt idx="403">
                  <c:v>49.9999962324</c:v>
                </c:pt>
                <c:pt idx="404">
                  <c:v>50.000000877</c:v>
                </c:pt>
                <c:pt idx="405">
                  <c:v>50.0000652898</c:v>
                </c:pt>
                <c:pt idx="406">
                  <c:v>50.0000747172</c:v>
                </c:pt>
                <c:pt idx="407">
                  <c:v>50.0000394045</c:v>
                </c:pt>
                <c:pt idx="408">
                  <c:v>50.0000347294</c:v>
                </c:pt>
                <c:pt idx="409">
                  <c:v>49.9999657535</c:v>
                </c:pt>
                <c:pt idx="410">
                  <c:v>49.999950854</c:v>
                </c:pt>
                <c:pt idx="411">
                  <c:v>49.9999765458</c:v>
                </c:pt>
                <c:pt idx="412">
                  <c:v>49.9999807715</c:v>
                </c:pt>
                <c:pt idx="413">
                  <c:v>50.0000484111</c:v>
                </c:pt>
                <c:pt idx="414">
                  <c:v>50.0000506335</c:v>
                </c:pt>
                <c:pt idx="415">
                  <c:v>50.0014671718</c:v>
                </c:pt>
                <c:pt idx="416">
                  <c:v>50.0015918179</c:v>
                </c:pt>
                <c:pt idx="417">
                  <c:v>50.0298797416</c:v>
                </c:pt>
                <c:pt idx="418">
                  <c:v>50.0332656477</c:v>
                </c:pt>
                <c:pt idx="419">
                  <c:v>50.0603528963</c:v>
                </c:pt>
                <c:pt idx="420">
                  <c:v>50.0644745381</c:v>
                </c:pt>
                <c:pt idx="421">
                  <c:v>50.0707331573</c:v>
                </c:pt>
                <c:pt idx="422">
                  <c:v>50.0769917764</c:v>
                </c:pt>
                <c:pt idx="423">
                  <c:v>50.0832503956</c:v>
                </c:pt>
                <c:pt idx="424">
                  <c:v>50.1208021106</c:v>
                </c:pt>
                <c:pt idx="425">
                  <c:v>50.1270607298</c:v>
                </c:pt>
                <c:pt idx="426">
                  <c:v>50.252539417</c:v>
                </c:pt>
                <c:pt idx="427">
                  <c:v>50.2585003959</c:v>
                </c:pt>
                <c:pt idx="428">
                  <c:v>50.3424587712</c:v>
                </c:pt>
                <c:pt idx="429">
                  <c:v>50.3453291281</c:v>
                </c:pt>
                <c:pt idx="430">
                  <c:v>50.368122741</c:v>
                </c:pt>
                <c:pt idx="431">
                  <c:v>50.367646413</c:v>
                </c:pt>
                <c:pt idx="432">
                  <c:v>50.3693541308</c:v>
                </c:pt>
                <c:pt idx="433">
                  <c:v>50.3696476423</c:v>
                </c:pt>
                <c:pt idx="434">
                  <c:v>50.3786682473</c:v>
                </c:pt>
                <c:pt idx="435">
                  <c:v>50.3792837561</c:v>
                </c:pt>
                <c:pt idx="436">
                  <c:v>50.3922092561</c:v>
                </c:pt>
                <c:pt idx="437">
                  <c:v>50.3929274977</c:v>
                </c:pt>
                <c:pt idx="438">
                  <c:v>50.4055196458</c:v>
                </c:pt>
                <c:pt idx="439">
                  <c:v>50.4062040069</c:v>
                </c:pt>
                <c:pt idx="440">
                  <c:v>50.4175367194</c:v>
                </c:pt>
                <c:pt idx="441">
                  <c:v>50.4181049069</c:v>
                </c:pt>
                <c:pt idx="442">
                  <c:v>50.4277985596</c:v>
                </c:pt>
                <c:pt idx="443">
                  <c:v>50.428302126</c:v>
                </c:pt>
                <c:pt idx="444">
                  <c:v>50.4364929204</c:v>
                </c:pt>
                <c:pt idx="445">
                  <c:v>50.4368891191</c:v>
                </c:pt>
                <c:pt idx="446">
                  <c:v>50.4438117943</c:v>
                </c:pt>
                <c:pt idx="447">
                  <c:v>50.4441763855</c:v>
                </c:pt>
                <c:pt idx="448">
                  <c:v>50.4504605013</c:v>
                </c:pt>
                <c:pt idx="449">
                  <c:v>50.4507983185</c:v>
                </c:pt>
                <c:pt idx="450">
                  <c:v>50.4564587871</c:v>
                </c:pt>
                <c:pt idx="451">
                  <c:v>50.4567625419</c:v>
                </c:pt>
                <c:pt idx="452">
                  <c:v>50.4621776151</c:v>
                </c:pt>
                <c:pt idx="453">
                  <c:v>50.4624764892</c:v>
                </c:pt>
                <c:pt idx="454">
                  <c:v>50.4676696822</c:v>
                </c:pt>
                <c:pt idx="455">
                  <c:v>50.467943325</c:v>
                </c:pt>
                <c:pt idx="456">
                  <c:v>50.4727232636</c:v>
                </c:pt>
                <c:pt idx="457">
                  <c:v>50.4729809592</c:v>
                </c:pt>
                <c:pt idx="458">
                  <c:v>50.4775332276</c:v>
                </c:pt>
                <c:pt idx="459">
                  <c:v>50.4777822487</c:v>
                </c:pt>
                <c:pt idx="460">
                  <c:v>50.4821920533</c:v>
                </c:pt>
                <c:pt idx="461">
                  <c:v>50.4824314142</c:v>
                </c:pt>
                <c:pt idx="462">
                  <c:v>50.4864911986</c:v>
                </c:pt>
                <c:pt idx="463">
                  <c:v>50.4866929954</c:v>
                </c:pt>
                <c:pt idx="464">
                  <c:v>50.4902752059</c:v>
                </c:pt>
                <c:pt idx="465">
                  <c:v>50.4904685065</c:v>
                </c:pt>
                <c:pt idx="466">
                  <c:v>50.4939478971</c:v>
                </c:pt>
                <c:pt idx="467">
                  <c:v>50.4941411959</c:v>
                </c:pt>
                <c:pt idx="468">
                  <c:v>50.4974767709</c:v>
                </c:pt>
                <c:pt idx="469">
                  <c:v>50.4976494314</c:v>
                </c:pt>
                <c:pt idx="470">
                  <c:v>50.5005739875</c:v>
                </c:pt>
                <c:pt idx="471">
                  <c:v>50.5007284838</c:v>
                </c:pt>
                <c:pt idx="472">
                  <c:v>50.5033774866</c:v>
                </c:pt>
                <c:pt idx="473">
                  <c:v>50.5035222321</c:v>
                </c:pt>
                <c:pt idx="474">
                  <c:v>50.5060781072</c:v>
                </c:pt>
                <c:pt idx="475">
                  <c:v>50.5062170193</c:v>
                </c:pt>
                <c:pt idx="476">
                  <c:v>50.5084813379</c:v>
                </c:pt>
                <c:pt idx="477">
                  <c:v>50.5085874529</c:v>
                </c:pt>
                <c:pt idx="478">
                  <c:v>50.5104213001</c:v>
                </c:pt>
                <c:pt idx="479">
                  <c:v>50.5105163632</c:v>
                </c:pt>
                <c:pt idx="480">
                  <c:v>50.5121669532</c:v>
                </c:pt>
                <c:pt idx="481">
                  <c:v>50.5122544674</c:v>
                </c:pt>
                <c:pt idx="482">
                  <c:v>50.5137165431</c:v>
                </c:pt>
                <c:pt idx="483">
                  <c:v>50.5137893498</c:v>
                </c:pt>
                <c:pt idx="484">
                  <c:v>50.5149620928</c:v>
                </c:pt>
                <c:pt idx="485">
                  <c:v>50.5150224939</c:v>
                </c:pt>
                <c:pt idx="486">
                  <c:v>50.5160129645</c:v>
                </c:pt>
                <c:pt idx="487">
                  <c:v>50.5160664774</c:v>
                </c:pt>
                <c:pt idx="488">
                  <c:v>50.5169843586</c:v>
                </c:pt>
                <c:pt idx="489">
                  <c:v>50.5170331052</c:v>
                </c:pt>
                <c:pt idx="490">
                  <c:v>50.5177323019</c:v>
                </c:pt>
                <c:pt idx="491">
                  <c:v>50.5177618786</c:v>
                </c:pt>
                <c:pt idx="492">
                  <c:v>50.5182873796</c:v>
                </c:pt>
                <c:pt idx="493">
                  <c:v>50.5183160882</c:v>
                </c:pt>
                <c:pt idx="494">
                  <c:v>50.5188651276</c:v>
                </c:pt>
                <c:pt idx="495">
                  <c:v>50.5188936594</c:v>
                </c:pt>
                <c:pt idx="496">
                  <c:v>50.5193393335</c:v>
                </c:pt>
                <c:pt idx="497">
                  <c:v>50.5193571498</c:v>
                </c:pt>
                <c:pt idx="498">
                  <c:v>50.519560031</c:v>
                </c:pt>
                <c:pt idx="499">
                  <c:v>50.519568143</c:v>
                </c:pt>
                <c:pt idx="500">
                  <c:v>50.5197544393</c:v>
                </c:pt>
                <c:pt idx="501">
                  <c:v>50.5197695809</c:v>
                </c:pt>
                <c:pt idx="502">
                  <c:v>50.5200528399</c:v>
                </c:pt>
                <c:pt idx="503">
                  <c:v>50.5200689965</c:v>
                </c:pt>
                <c:pt idx="504">
                  <c:v>50.5201761854</c:v>
                </c:pt>
                <c:pt idx="505">
                  <c:v>50.5201539985</c:v>
                </c:pt>
                <c:pt idx="506">
                  <c:v>50.5200412749</c:v>
                </c:pt>
                <c:pt idx="507">
                  <c:v>50.5200342909</c:v>
                </c:pt>
                <c:pt idx="508">
                  <c:v>50.520012391</c:v>
                </c:pt>
                <c:pt idx="509">
                  <c:v>50.5200395965</c:v>
                </c:pt>
                <c:pt idx="510">
                  <c:v>50.5201078833</c:v>
                </c:pt>
                <c:pt idx="511">
                  <c:v>50.5201086303</c:v>
                </c:pt>
                <c:pt idx="512">
                  <c:v>50.5199529653</c:v>
                </c:pt>
                <c:pt idx="513">
                  <c:v>50.5199366536</c:v>
                </c:pt>
                <c:pt idx="514">
                  <c:v>50.5196778758</c:v>
                </c:pt>
                <c:pt idx="515">
                  <c:v>50.5196677454</c:v>
                </c:pt>
                <c:pt idx="516">
                  <c:v>50.5195726647</c:v>
                </c:pt>
                <c:pt idx="517">
                  <c:v>50.5195700632</c:v>
                </c:pt>
                <c:pt idx="518">
                  <c:v>50.5194506012</c:v>
                </c:pt>
                <c:pt idx="519">
                  <c:v>50.5194366308</c:v>
                </c:pt>
                <c:pt idx="520">
                  <c:v>50.5191267426</c:v>
                </c:pt>
                <c:pt idx="521">
                  <c:v>50.5191069312</c:v>
                </c:pt>
                <c:pt idx="522">
                  <c:v>50.5188213654</c:v>
                </c:pt>
                <c:pt idx="523">
                  <c:v>50.5188114571</c:v>
                </c:pt>
                <c:pt idx="524">
                  <c:v>50.5186363303</c:v>
                </c:pt>
                <c:pt idx="525">
                  <c:v>50.518626805</c:v>
                </c:pt>
                <c:pt idx="526">
                  <c:v>50.5183619279</c:v>
                </c:pt>
                <c:pt idx="527">
                  <c:v>50.5183417267</c:v>
                </c:pt>
                <c:pt idx="528">
                  <c:v>50.5179947957</c:v>
                </c:pt>
                <c:pt idx="529">
                  <c:v>50.5179770408</c:v>
                </c:pt>
                <c:pt idx="530">
                  <c:v>50.5177133661</c:v>
                </c:pt>
                <c:pt idx="531">
                  <c:v>50.5176998757</c:v>
                </c:pt>
                <c:pt idx="532">
                  <c:v>50.5174267176</c:v>
                </c:pt>
                <c:pt idx="533">
                  <c:v>50.5174079619</c:v>
                </c:pt>
                <c:pt idx="534">
                  <c:v>50.5170471105</c:v>
                </c:pt>
                <c:pt idx="535">
                  <c:v>50.5170262482</c:v>
                </c:pt>
                <c:pt idx="536">
                  <c:v>50.5167354833</c:v>
                </c:pt>
                <c:pt idx="537">
                  <c:v>50.5167228916</c:v>
                </c:pt>
                <c:pt idx="538">
                  <c:v>50.5164762827</c:v>
                </c:pt>
                <c:pt idx="539">
                  <c:v>50.5164615778</c:v>
                </c:pt>
                <c:pt idx="540">
                  <c:v>50.5160921517</c:v>
                </c:pt>
                <c:pt idx="541">
                  <c:v>50.516069067</c:v>
                </c:pt>
                <c:pt idx="542">
                  <c:v>50.515705238</c:v>
                </c:pt>
                <c:pt idx="543">
                  <c:v>50.5156887361</c:v>
                </c:pt>
                <c:pt idx="544">
                  <c:v>50.515479346</c:v>
                </c:pt>
                <c:pt idx="545">
                  <c:v>50.5154672716</c:v>
                </c:pt>
                <c:pt idx="546">
                  <c:v>50.5151931699</c:v>
                </c:pt>
                <c:pt idx="547">
                  <c:v>50.5151720301</c:v>
                </c:pt>
                <c:pt idx="548">
                  <c:v>50.5147420082</c:v>
                </c:pt>
                <c:pt idx="549">
                  <c:v>50.5147167648</c:v>
                </c:pt>
                <c:pt idx="550">
                  <c:v>50.5144322863</c:v>
                </c:pt>
                <c:pt idx="551">
                  <c:v>50.5144235718</c:v>
                </c:pt>
                <c:pt idx="552">
                  <c:v>50.514273367</c:v>
                </c:pt>
                <c:pt idx="553">
                  <c:v>50.5142652881</c:v>
                </c:pt>
                <c:pt idx="554">
                  <c:v>50.513942529</c:v>
                </c:pt>
                <c:pt idx="555">
                  <c:v>50.5139177038</c:v>
                </c:pt>
                <c:pt idx="556">
                  <c:v>50.513512285</c:v>
                </c:pt>
                <c:pt idx="557">
                  <c:v>50.513492127</c:v>
                </c:pt>
                <c:pt idx="558">
                  <c:v>50.5132887127</c:v>
                </c:pt>
                <c:pt idx="559">
                  <c:v>50.5132830028</c:v>
                </c:pt>
                <c:pt idx="560">
                  <c:v>50.513127369</c:v>
                </c:pt>
                <c:pt idx="561">
                  <c:v>50.5131144031</c:v>
                </c:pt>
                <c:pt idx="562">
                  <c:v>50.5127723318</c:v>
                </c:pt>
                <c:pt idx="563">
                  <c:v>50.5127524203</c:v>
                </c:pt>
                <c:pt idx="564">
                  <c:v>50.5124457625</c:v>
                </c:pt>
                <c:pt idx="565">
                  <c:v>50.5124345756</c:v>
                </c:pt>
                <c:pt idx="566">
                  <c:v>50.5122937378</c:v>
                </c:pt>
                <c:pt idx="567">
                  <c:v>50.5122878177</c:v>
                </c:pt>
                <c:pt idx="568">
                  <c:v>50.5120811669</c:v>
                </c:pt>
                <c:pt idx="569">
                  <c:v>50.5120644239</c:v>
                </c:pt>
                <c:pt idx="570">
                  <c:v>50.5117665923</c:v>
                </c:pt>
                <c:pt idx="571">
                  <c:v>50.5117502071</c:v>
                </c:pt>
                <c:pt idx="572">
                  <c:v>50.5115557229</c:v>
                </c:pt>
                <c:pt idx="573">
                  <c:v>50.5115488388</c:v>
                </c:pt>
                <c:pt idx="574">
                  <c:v>50.5113984518</c:v>
                </c:pt>
                <c:pt idx="575">
                  <c:v>50.5113883791</c:v>
                </c:pt>
                <c:pt idx="576">
                  <c:v>50.5111513569</c:v>
                </c:pt>
                <c:pt idx="577">
                  <c:v>50.5111391666</c:v>
                </c:pt>
                <c:pt idx="578">
                  <c:v>50.5109531476</c:v>
                </c:pt>
                <c:pt idx="579">
                  <c:v>50.5109459379</c:v>
                </c:pt>
                <c:pt idx="580">
                  <c:v>50.5108318111</c:v>
                </c:pt>
                <c:pt idx="581">
                  <c:v>50.5108243197</c:v>
                </c:pt>
                <c:pt idx="582">
                  <c:v>50.510610325</c:v>
                </c:pt>
                <c:pt idx="583">
                  <c:v>50.5105959388</c:v>
                </c:pt>
                <c:pt idx="584">
                  <c:v>50.5103844235</c:v>
                </c:pt>
                <c:pt idx="585">
                  <c:v>50.5103743841</c:v>
                </c:pt>
                <c:pt idx="586">
                  <c:v>50.5103103082</c:v>
                </c:pt>
                <c:pt idx="587">
                  <c:v>50.5103077332</c:v>
                </c:pt>
                <c:pt idx="588">
                  <c:v>50.510189896</c:v>
                </c:pt>
                <c:pt idx="589">
                  <c:v>50.5101796484</c:v>
                </c:pt>
                <c:pt idx="590">
                  <c:v>50.5099150487</c:v>
                </c:pt>
                <c:pt idx="591">
                  <c:v>50.5099034659</c:v>
                </c:pt>
                <c:pt idx="592">
                  <c:v>50.5097667292</c:v>
                </c:pt>
                <c:pt idx="593">
                  <c:v>50.50976444</c:v>
                </c:pt>
                <c:pt idx="594">
                  <c:v>50.5097543792</c:v>
                </c:pt>
                <c:pt idx="595">
                  <c:v>50.5097485327</c:v>
                </c:pt>
                <c:pt idx="596">
                  <c:v>50.5095532426</c:v>
                </c:pt>
                <c:pt idx="597">
                  <c:v>50.5095366879</c:v>
                </c:pt>
                <c:pt idx="598">
                  <c:v>50.5092684624</c:v>
                </c:pt>
                <c:pt idx="599">
                  <c:v>50.5092544031</c:v>
                </c:pt>
                <c:pt idx="600">
                  <c:v>50.5092007286</c:v>
                </c:pt>
                <c:pt idx="601">
                  <c:v>50.5092236273</c:v>
                </c:pt>
                <c:pt idx="602">
                  <c:v>50.5091823887</c:v>
                </c:pt>
                <c:pt idx="603">
                  <c:v>50.5091782722</c:v>
                </c:pt>
                <c:pt idx="604">
                  <c:v>50.5089499611</c:v>
                </c:pt>
                <c:pt idx="605">
                  <c:v>50.5089359068</c:v>
                </c:pt>
                <c:pt idx="606">
                  <c:v>50.5087546207</c:v>
                </c:pt>
                <c:pt idx="607">
                  <c:v>50.5087487769</c:v>
                </c:pt>
                <c:pt idx="608">
                  <c:v>50.5087289691</c:v>
                </c:pt>
                <c:pt idx="609">
                  <c:v>50.5087343902</c:v>
                </c:pt>
                <c:pt idx="610">
                  <c:v>50.5086380948</c:v>
                </c:pt>
                <c:pt idx="611">
                  <c:v>50.5086281115</c:v>
                </c:pt>
                <c:pt idx="612">
                  <c:v>50.5084288966</c:v>
                </c:pt>
                <c:pt idx="613">
                  <c:v>50.508421372</c:v>
                </c:pt>
                <c:pt idx="614">
                  <c:v>50.5083385375</c:v>
                </c:pt>
                <c:pt idx="615">
                  <c:v>50.5083373152</c:v>
                </c:pt>
                <c:pt idx="616">
                  <c:v>50.5082898095</c:v>
                </c:pt>
                <c:pt idx="617">
                  <c:v>50.5082863377</c:v>
                </c:pt>
                <c:pt idx="618">
                  <c:v>50.5081376255</c:v>
                </c:pt>
                <c:pt idx="619">
                  <c:v>50.508129263</c:v>
                </c:pt>
                <c:pt idx="620">
                  <c:v>50.5080226816</c:v>
                </c:pt>
                <c:pt idx="621">
                  <c:v>50.5080188306</c:v>
                </c:pt>
                <c:pt idx="622">
                  <c:v>50.5079754228</c:v>
                </c:pt>
                <c:pt idx="623">
                  <c:v>50.5079697914</c:v>
                </c:pt>
                <c:pt idx="624">
                  <c:v>50.5078327411</c:v>
                </c:pt>
                <c:pt idx="625">
                  <c:v>50.5078227273</c:v>
                </c:pt>
                <c:pt idx="626">
                  <c:v>50.5076844751</c:v>
                </c:pt>
                <c:pt idx="627">
                  <c:v>50.5076834899</c:v>
                </c:pt>
                <c:pt idx="628">
                  <c:v>50.50767253</c:v>
                </c:pt>
                <c:pt idx="629">
                  <c:v>50.5076797035</c:v>
                </c:pt>
                <c:pt idx="630">
                  <c:v>50.5076052531</c:v>
                </c:pt>
                <c:pt idx="631">
                  <c:v>50.5075982568</c:v>
                </c:pt>
                <c:pt idx="632">
                  <c:v>50.5073901539</c:v>
                </c:pt>
                <c:pt idx="633">
                  <c:v>50.5073809564</c:v>
                </c:pt>
                <c:pt idx="634">
                  <c:v>50.507311846</c:v>
                </c:pt>
                <c:pt idx="635">
                  <c:v>50.5073113989</c:v>
                </c:pt>
                <c:pt idx="636">
                  <c:v>50.5073541377</c:v>
                </c:pt>
                <c:pt idx="637">
                  <c:v>50.5073381569</c:v>
                </c:pt>
                <c:pt idx="638">
                  <c:v>50.5071824194</c:v>
                </c:pt>
                <c:pt idx="639">
                  <c:v>50.5071692622</c:v>
                </c:pt>
                <c:pt idx="640">
                  <c:v>50.5069668734</c:v>
                </c:pt>
                <c:pt idx="641">
                  <c:v>50.5069414976</c:v>
                </c:pt>
                <c:pt idx="642">
                  <c:v>50.5069707901</c:v>
                </c:pt>
                <c:pt idx="643">
                  <c:v>50.5069930166</c:v>
                </c:pt>
                <c:pt idx="644">
                  <c:v>50.5069742559</c:v>
                </c:pt>
                <c:pt idx="645">
                  <c:v>50.5069629253</c:v>
                </c:pt>
                <c:pt idx="646">
                  <c:v>50.5067491355</c:v>
                </c:pt>
                <c:pt idx="647">
                  <c:v>50.5067361519</c:v>
                </c:pt>
                <c:pt idx="648">
                  <c:v>50.506592927</c:v>
                </c:pt>
                <c:pt idx="649">
                  <c:v>50.5065863127</c:v>
                </c:pt>
                <c:pt idx="650">
                  <c:v>50.5066097441</c:v>
                </c:pt>
                <c:pt idx="651">
                  <c:v>50.5066061749</c:v>
                </c:pt>
                <c:pt idx="652">
                  <c:v>50.5065107815</c:v>
                </c:pt>
                <c:pt idx="653">
                  <c:v>50.506501938</c:v>
                </c:pt>
                <c:pt idx="654">
                  <c:v>50.5063158501</c:v>
                </c:pt>
                <c:pt idx="655">
                  <c:v>50.5063094102</c:v>
                </c:pt>
                <c:pt idx="656">
                  <c:v>50.5062375475</c:v>
                </c:pt>
                <c:pt idx="657">
                  <c:v>50.5062362577</c:v>
                </c:pt>
                <c:pt idx="658">
                  <c:v>50.5061754603</c:v>
                </c:pt>
                <c:pt idx="659">
                  <c:v>50.5061659131</c:v>
                </c:pt>
                <c:pt idx="660">
                  <c:v>50.5059836722</c:v>
                </c:pt>
                <c:pt idx="661">
                  <c:v>50.5059726309</c:v>
                </c:pt>
                <c:pt idx="662">
                  <c:v>50.505818009</c:v>
                </c:pt>
                <c:pt idx="663">
                  <c:v>50.5058116442</c:v>
                </c:pt>
                <c:pt idx="664">
                  <c:v>50.5056942179</c:v>
                </c:pt>
                <c:pt idx="665">
                  <c:v>50.5056850195</c:v>
                </c:pt>
                <c:pt idx="666">
                  <c:v>50.5054671331</c:v>
                </c:pt>
                <c:pt idx="667">
                  <c:v>50.5054532452</c:v>
                </c:pt>
                <c:pt idx="668">
                  <c:v>50.5052629192</c:v>
                </c:pt>
                <c:pt idx="669">
                  <c:v>50.5052574967</c:v>
                </c:pt>
                <c:pt idx="670">
                  <c:v>50.5051816378</c:v>
                </c:pt>
                <c:pt idx="671">
                  <c:v>50.505178491</c:v>
                </c:pt>
                <c:pt idx="672">
                  <c:v>50.5050189616</c:v>
                </c:pt>
                <c:pt idx="673">
                  <c:v>50.5050037847</c:v>
                </c:pt>
                <c:pt idx="674">
                  <c:v>50.5047549035</c:v>
                </c:pt>
                <c:pt idx="675">
                  <c:v>50.5047427815</c:v>
                </c:pt>
                <c:pt idx="676">
                  <c:v>50.5046511852</c:v>
                </c:pt>
                <c:pt idx="677">
                  <c:v>50.5046633756</c:v>
                </c:pt>
                <c:pt idx="678">
                  <c:v>50.50462785</c:v>
                </c:pt>
                <c:pt idx="679">
                  <c:v>50.5046221572</c:v>
                </c:pt>
                <c:pt idx="680">
                  <c:v>50.5044106112</c:v>
                </c:pt>
                <c:pt idx="681">
                  <c:v>50.5043959449</c:v>
                </c:pt>
                <c:pt idx="682">
                  <c:v>50.5041973873</c:v>
                </c:pt>
                <c:pt idx="683">
                  <c:v>50.5041934952</c:v>
                </c:pt>
                <c:pt idx="684">
                  <c:v>50.5041660353</c:v>
                </c:pt>
                <c:pt idx="685">
                  <c:v>50.5041999041</c:v>
                </c:pt>
                <c:pt idx="686">
                  <c:v>50.5041341651</c:v>
                </c:pt>
                <c:pt idx="687">
                  <c:v>50.5041222179</c:v>
                </c:pt>
                <c:pt idx="688">
                  <c:v>50.5038933315</c:v>
                </c:pt>
                <c:pt idx="689">
                  <c:v>50.5038798388</c:v>
                </c:pt>
                <c:pt idx="690">
                  <c:v>50.5037618031</c:v>
                </c:pt>
                <c:pt idx="691">
                  <c:v>50.5037650741</c:v>
                </c:pt>
                <c:pt idx="692">
                  <c:v>50.5037822328</c:v>
                </c:pt>
                <c:pt idx="693">
                  <c:v>50.5037764587</c:v>
                </c:pt>
                <c:pt idx="694">
                  <c:v>50.5036598424</c:v>
                </c:pt>
                <c:pt idx="695">
                  <c:v>50.5036491015</c:v>
                </c:pt>
                <c:pt idx="696">
                  <c:v>50.5034835171</c:v>
                </c:pt>
                <c:pt idx="697">
                  <c:v>50.5034778314</c:v>
                </c:pt>
                <c:pt idx="698">
                  <c:v>50.5034374262</c:v>
                </c:pt>
                <c:pt idx="699">
                  <c:v>50.5034371025</c:v>
                </c:pt>
                <c:pt idx="700">
                  <c:v>50.5033801723</c:v>
                </c:pt>
                <c:pt idx="701">
                  <c:v>50.5033729188</c:v>
                </c:pt>
                <c:pt idx="702">
                  <c:v>50.5032394061</c:v>
                </c:pt>
                <c:pt idx="703">
                  <c:v>50.5032318561</c:v>
                </c:pt>
                <c:pt idx="704">
                  <c:v>50.5031720374</c:v>
                </c:pt>
                <c:pt idx="705">
                  <c:v>50.5031715263</c:v>
                </c:pt>
                <c:pt idx="706">
                  <c:v>50.503131667</c:v>
                </c:pt>
                <c:pt idx="707">
                  <c:v>50.5031274834</c:v>
                </c:pt>
                <c:pt idx="708">
                  <c:v>50.5029913077</c:v>
                </c:pt>
                <c:pt idx="709">
                  <c:v>50.5029850866</c:v>
                </c:pt>
                <c:pt idx="710">
                  <c:v>50.5029151258</c:v>
                </c:pt>
                <c:pt idx="711">
                  <c:v>50.5029155701</c:v>
                </c:pt>
                <c:pt idx="712">
                  <c:v>50.5029389541</c:v>
                </c:pt>
                <c:pt idx="713">
                  <c:v>50.502938573</c:v>
                </c:pt>
                <c:pt idx="714">
                  <c:v>50.5028237169</c:v>
                </c:pt>
                <c:pt idx="715">
                  <c:v>50.5028128359</c:v>
                </c:pt>
                <c:pt idx="716">
                  <c:v>50.5026530412</c:v>
                </c:pt>
                <c:pt idx="717">
                  <c:v>50.5026368527</c:v>
                </c:pt>
                <c:pt idx="718">
                  <c:v>50.5026683334</c:v>
                </c:pt>
                <c:pt idx="719">
                  <c:v>50.5026728286</c:v>
                </c:pt>
                <c:pt idx="720">
                  <c:v>50.502710602</c:v>
                </c:pt>
                <c:pt idx="721">
                  <c:v>50.5026771916</c:v>
                </c:pt>
                <c:pt idx="722">
                  <c:v>50.502473319</c:v>
                </c:pt>
                <c:pt idx="723">
                  <c:v>50.5024612121</c:v>
                </c:pt>
                <c:pt idx="724">
                  <c:v>50.5023136591</c:v>
                </c:pt>
                <c:pt idx="725">
                  <c:v>50.502298582</c:v>
                </c:pt>
                <c:pt idx="726">
                  <c:v>50.5023301625</c:v>
                </c:pt>
                <c:pt idx="727">
                  <c:v>50.502326962</c:v>
                </c:pt>
                <c:pt idx="728">
                  <c:v>50.502210372</c:v>
                </c:pt>
                <c:pt idx="729">
                  <c:v>50.5021975625</c:v>
                </c:pt>
                <c:pt idx="730">
                  <c:v>50.5019575172</c:v>
                </c:pt>
                <c:pt idx="731">
                  <c:v>50.501943914</c:v>
                </c:pt>
                <c:pt idx="732">
                  <c:v>50.5018672596</c:v>
                </c:pt>
                <c:pt idx="733">
                  <c:v>50.5018820255</c:v>
                </c:pt>
                <c:pt idx="734">
                  <c:v>50.5018651439</c:v>
                </c:pt>
                <c:pt idx="735">
                  <c:v>50.5018634557</c:v>
                </c:pt>
                <c:pt idx="736">
                  <c:v>50.5017093345</c:v>
                </c:pt>
                <c:pt idx="737">
                  <c:v>50.5016989709</c:v>
                </c:pt>
                <c:pt idx="738">
                  <c:v>50.5015603046</c:v>
                </c:pt>
                <c:pt idx="739">
                  <c:v>50.501555424</c:v>
                </c:pt>
                <c:pt idx="740">
                  <c:v>50.5015338983</c:v>
                </c:pt>
                <c:pt idx="741">
                  <c:v>50.5015314329</c:v>
                </c:pt>
                <c:pt idx="742">
                  <c:v>50.5014526917</c:v>
                </c:pt>
                <c:pt idx="743">
                  <c:v>50.5014454062</c:v>
                </c:pt>
                <c:pt idx="744">
                  <c:v>50.501324114</c:v>
                </c:pt>
                <c:pt idx="745">
                  <c:v>50.5013210301</c:v>
                </c:pt>
                <c:pt idx="746">
                  <c:v>50.5012987488</c:v>
                </c:pt>
                <c:pt idx="747">
                  <c:v>50.5013010184</c:v>
                </c:pt>
                <c:pt idx="748">
                  <c:v>50.5012536013</c:v>
                </c:pt>
                <c:pt idx="749">
                  <c:v>50.5012494033</c:v>
                </c:pt>
                <c:pt idx="750">
                  <c:v>50.5011195749</c:v>
                </c:pt>
                <c:pt idx="751">
                  <c:v>50.5011149549</c:v>
                </c:pt>
                <c:pt idx="752">
                  <c:v>50.5010779948</c:v>
                </c:pt>
                <c:pt idx="753">
                  <c:v>50.5010979778</c:v>
                </c:pt>
                <c:pt idx="754">
                  <c:v>50.5011417925</c:v>
                </c:pt>
                <c:pt idx="755">
                  <c:v>50.5011295256</c:v>
                </c:pt>
                <c:pt idx="756">
                  <c:v>50.5010095211</c:v>
                </c:pt>
                <c:pt idx="757">
                  <c:v>50.500999717</c:v>
                </c:pt>
                <c:pt idx="758">
                  <c:v>50.5008914136</c:v>
                </c:pt>
                <c:pt idx="759">
                  <c:v>50.5008966288</c:v>
                </c:pt>
                <c:pt idx="760">
                  <c:v>50.500984496</c:v>
                </c:pt>
                <c:pt idx="761">
                  <c:v>50.5009910917</c:v>
                </c:pt>
                <c:pt idx="762">
                  <c:v>50.5010281279</c:v>
                </c:pt>
                <c:pt idx="763">
                  <c:v>50.5010082179</c:v>
                </c:pt>
                <c:pt idx="764">
                  <c:v>50.5008489881</c:v>
                </c:pt>
                <c:pt idx="765">
                  <c:v>50.5008422492</c:v>
                </c:pt>
                <c:pt idx="766">
                  <c:v>50.5007950766</c:v>
                </c:pt>
                <c:pt idx="767">
                  <c:v>50.5008306108</c:v>
                </c:pt>
                <c:pt idx="768">
                  <c:v>50.5009499401</c:v>
                </c:pt>
                <c:pt idx="769">
                  <c:v>50.5009670887</c:v>
                </c:pt>
                <c:pt idx="770">
                  <c:v>50.5009040793</c:v>
                </c:pt>
                <c:pt idx="771">
                  <c:v>50.5008970782</c:v>
                </c:pt>
                <c:pt idx="772">
                  <c:v>50.5007913458</c:v>
                </c:pt>
                <c:pt idx="773">
                  <c:v>50.5007946322</c:v>
                </c:pt>
                <c:pt idx="774">
                  <c:v>50.5008656892</c:v>
                </c:pt>
                <c:pt idx="775">
                  <c:v>50.5008728593</c:v>
                </c:pt>
                <c:pt idx="776">
                  <c:v>50.5009473156</c:v>
                </c:pt>
                <c:pt idx="777">
                  <c:v>50.5009435577</c:v>
                </c:pt>
                <c:pt idx="778">
                  <c:v>50.5008759</c:v>
                </c:pt>
                <c:pt idx="779">
                  <c:v>50.5008721395</c:v>
                </c:pt>
                <c:pt idx="780">
                  <c:v>50.5008495763</c:v>
                </c:pt>
                <c:pt idx="781">
                  <c:v>50.500871002</c:v>
                </c:pt>
                <c:pt idx="782">
                  <c:v>50.5009485405</c:v>
                </c:pt>
                <c:pt idx="783">
                  <c:v>50.5009638008</c:v>
                </c:pt>
                <c:pt idx="784">
                  <c:v>50.5009389184</c:v>
                </c:pt>
                <c:pt idx="785">
                  <c:v>50.5009364301</c:v>
                </c:pt>
                <c:pt idx="786">
                  <c:v>50.5009248132</c:v>
                </c:pt>
                <c:pt idx="787">
                  <c:v>50.5009404554</c:v>
                </c:pt>
                <c:pt idx="788">
                  <c:v>50.5010231518</c:v>
                </c:pt>
                <c:pt idx="789">
                  <c:v>50.5010281046</c:v>
                </c:pt>
                <c:pt idx="790">
                  <c:v>50.5010463076</c:v>
                </c:pt>
                <c:pt idx="791">
                  <c:v>50.5010312706</c:v>
                </c:pt>
                <c:pt idx="792">
                  <c:v>50.5009882044</c:v>
                </c:pt>
                <c:pt idx="793">
                  <c:v>50.5009939245</c:v>
                </c:pt>
                <c:pt idx="794">
                  <c:v>50.5010907799</c:v>
                </c:pt>
                <c:pt idx="795">
                  <c:v>50.5010979368</c:v>
                </c:pt>
                <c:pt idx="796">
                  <c:v>50.5011865903</c:v>
                </c:pt>
                <c:pt idx="797">
                  <c:v>50.5011795214</c:v>
                </c:pt>
                <c:pt idx="798">
                  <c:v>50.501102052</c:v>
                </c:pt>
                <c:pt idx="799">
                  <c:v>50.501080324</c:v>
                </c:pt>
                <c:pt idx="800">
                  <c:v>50.5011108666</c:v>
                </c:pt>
                <c:pt idx="801">
                  <c:v>50.5011192116</c:v>
                </c:pt>
                <c:pt idx="802">
                  <c:v>50.5012812458</c:v>
                </c:pt>
                <c:pt idx="803">
                  <c:v>50.5012908376</c:v>
                </c:pt>
                <c:pt idx="804">
                  <c:v>50.5013232299</c:v>
                </c:pt>
                <c:pt idx="805">
                  <c:v>50.5013022352</c:v>
                </c:pt>
                <c:pt idx="806">
                  <c:v>50.5012079795</c:v>
                </c:pt>
                <c:pt idx="807">
                  <c:v>50.5011928967</c:v>
                </c:pt>
                <c:pt idx="808">
                  <c:v>50.5012847964</c:v>
                </c:pt>
                <c:pt idx="809">
                  <c:v>50.5012949773</c:v>
                </c:pt>
                <c:pt idx="810">
                  <c:v>50.5014316057</c:v>
                </c:pt>
                <c:pt idx="811">
                  <c:v>50.5014502586</c:v>
                </c:pt>
                <c:pt idx="812">
                  <c:v>50.501386211</c:v>
                </c:pt>
                <c:pt idx="813">
                  <c:v>50.5013808737</c:v>
                </c:pt>
                <c:pt idx="814">
                  <c:v>50.501331819</c:v>
                </c:pt>
                <c:pt idx="815">
                  <c:v>50.501353699</c:v>
                </c:pt>
                <c:pt idx="816">
                  <c:v>50.5014689503</c:v>
                </c:pt>
                <c:pt idx="817">
                  <c:v>50.5014770289</c:v>
                </c:pt>
                <c:pt idx="818">
                  <c:v>50.5015307699</c:v>
                </c:pt>
                <c:pt idx="819">
                  <c:v>50.5015181829</c:v>
                </c:pt>
                <c:pt idx="820">
                  <c:v>50.5014703701</c:v>
                </c:pt>
                <c:pt idx="821">
                  <c:v>50.5014617639</c:v>
                </c:pt>
                <c:pt idx="822">
                  <c:v>50.5015096367</c:v>
                </c:pt>
                <c:pt idx="823">
                  <c:v>50.5015147389</c:v>
                </c:pt>
                <c:pt idx="824">
                  <c:v>50.5015742599</c:v>
                </c:pt>
                <c:pt idx="825">
                  <c:v>50.501577955</c:v>
                </c:pt>
                <c:pt idx="826">
                  <c:v>50.5015404177</c:v>
                </c:pt>
                <c:pt idx="827">
                  <c:v>50.5015400341</c:v>
                </c:pt>
                <c:pt idx="828">
                  <c:v>50.5015644434</c:v>
                </c:pt>
                <c:pt idx="829">
                  <c:v>50.5015687497</c:v>
                </c:pt>
                <c:pt idx="830">
                  <c:v>50.5016329392</c:v>
                </c:pt>
                <c:pt idx="831">
                  <c:v>50.5016373683</c:v>
                </c:pt>
                <c:pt idx="832">
                  <c:v>50.5015571555</c:v>
                </c:pt>
                <c:pt idx="833">
                  <c:v>50.5015497955</c:v>
                </c:pt>
                <c:pt idx="834">
                  <c:v>50.501465173</c:v>
                </c:pt>
                <c:pt idx="835">
                  <c:v>50.5014576507</c:v>
                </c:pt>
                <c:pt idx="836">
                  <c:v>50.501502426</c:v>
                </c:pt>
                <c:pt idx="837">
                  <c:v>50.5015153787</c:v>
                </c:pt>
                <c:pt idx="838">
                  <c:v>50.5014532338</c:v>
                </c:pt>
                <c:pt idx="839">
                  <c:v>50.5014455939</c:v>
                </c:pt>
                <c:pt idx="840">
                  <c:v>50.5012555054</c:v>
                </c:pt>
                <c:pt idx="841">
                  <c:v>50.5012503986</c:v>
                </c:pt>
                <c:pt idx="842">
                  <c:v>50.5011942238</c:v>
                </c:pt>
                <c:pt idx="843">
                  <c:v>50.5012217087</c:v>
                </c:pt>
                <c:pt idx="844">
                  <c:v>50.5012929633</c:v>
                </c:pt>
                <c:pt idx="845">
                  <c:v>50.501294595</c:v>
                </c:pt>
                <c:pt idx="846">
                  <c:v>50.5011665095</c:v>
                </c:pt>
                <c:pt idx="847">
                  <c:v>50.5011548894</c:v>
                </c:pt>
                <c:pt idx="848">
                  <c:v>50.5010012883</c:v>
                </c:pt>
                <c:pt idx="849">
                  <c:v>50.5009880004</c:v>
                </c:pt>
                <c:pt idx="850">
                  <c:v>50.5010447411</c:v>
                </c:pt>
                <c:pt idx="851">
                  <c:v>50.5010501359</c:v>
                </c:pt>
                <c:pt idx="852">
                  <c:v>50.5010967478</c:v>
                </c:pt>
                <c:pt idx="853">
                  <c:v>50.5010728809</c:v>
                </c:pt>
                <c:pt idx="854">
                  <c:v>50.5009317399</c:v>
                </c:pt>
                <c:pt idx="855">
                  <c:v>50.5009252347</c:v>
                </c:pt>
                <c:pt idx="856">
                  <c:v>50.50085861</c:v>
                </c:pt>
                <c:pt idx="857">
                  <c:v>50.5008676482</c:v>
                </c:pt>
                <c:pt idx="858">
                  <c:v>50.5009240622</c:v>
                </c:pt>
                <c:pt idx="859">
                  <c:v>50.5009225618</c:v>
                </c:pt>
                <c:pt idx="860">
                  <c:v>50.5008659599</c:v>
                </c:pt>
                <c:pt idx="861">
                  <c:v>50.5008595619</c:v>
                </c:pt>
                <c:pt idx="862">
                  <c:v>50.5007703139</c:v>
                </c:pt>
                <c:pt idx="863">
                  <c:v>50.5007651497</c:v>
                </c:pt>
                <c:pt idx="864">
                  <c:v>50.5007833251</c:v>
                </c:pt>
                <c:pt idx="865">
                  <c:v>50.5007968448</c:v>
                </c:pt>
                <c:pt idx="866">
                  <c:v>50.5007654415</c:v>
                </c:pt>
                <c:pt idx="867">
                  <c:v>50.5007623012</c:v>
                </c:pt>
                <c:pt idx="868">
                  <c:v>50.5006821357</c:v>
                </c:pt>
                <c:pt idx="869">
                  <c:v>50.500669857</c:v>
                </c:pt>
                <c:pt idx="870">
                  <c:v>50.5006956346</c:v>
                </c:pt>
                <c:pt idx="871">
                  <c:v>50.5006986718</c:v>
                </c:pt>
                <c:pt idx="872">
                  <c:v>50.5007226092</c:v>
                </c:pt>
                <c:pt idx="873">
                  <c:v>50.5007110691</c:v>
                </c:pt>
                <c:pt idx="874">
                  <c:v>50.5006027436</c:v>
                </c:pt>
                <c:pt idx="875">
                  <c:v>50.5005959652</c:v>
                </c:pt>
                <c:pt idx="876">
                  <c:v>50.500560288</c:v>
                </c:pt>
                <c:pt idx="877">
                  <c:v>50.500563948</c:v>
                </c:pt>
                <c:pt idx="878">
                  <c:v>50.5006529673</c:v>
                </c:pt>
                <c:pt idx="879">
                  <c:v>50.5006737762</c:v>
                </c:pt>
                <c:pt idx="880">
                  <c:v>50.5006052074</c:v>
                </c:pt>
                <c:pt idx="881">
                  <c:v>50.5005989739</c:v>
                </c:pt>
                <c:pt idx="882">
                  <c:v>50.5004692668</c:v>
                </c:pt>
                <c:pt idx="883">
                  <c:v>50.5004570087</c:v>
                </c:pt>
                <c:pt idx="884">
                  <c:v>50.5005224701</c:v>
                </c:pt>
                <c:pt idx="885">
                  <c:v>50.5005293258</c:v>
                </c:pt>
                <c:pt idx="886">
                  <c:v>50.5006161456</c:v>
                </c:pt>
                <c:pt idx="887">
                  <c:v>50.5006025332</c:v>
                </c:pt>
                <c:pt idx="888">
                  <c:v>50.5004815404</c:v>
                </c:pt>
                <c:pt idx="889">
                  <c:v>50.5004721003</c:v>
                </c:pt>
                <c:pt idx="890">
                  <c:v>50.500388959</c:v>
                </c:pt>
                <c:pt idx="891">
                  <c:v>50.500396363</c:v>
                </c:pt>
                <c:pt idx="892">
                  <c:v>50.5004970542</c:v>
                </c:pt>
                <c:pt idx="893">
                  <c:v>50.500503027</c:v>
                </c:pt>
                <c:pt idx="894">
                  <c:v>50.5005371107</c:v>
                </c:pt>
                <c:pt idx="895">
                  <c:v>50.5005087208</c:v>
                </c:pt>
                <c:pt idx="896">
                  <c:v>50.5003919089</c:v>
                </c:pt>
                <c:pt idx="897">
                  <c:v>50.5003620398</c:v>
                </c:pt>
                <c:pt idx="898">
                  <c:v>50.5003944191</c:v>
                </c:pt>
                <c:pt idx="899">
                  <c:v>50.5003976072</c:v>
                </c:pt>
                <c:pt idx="900">
                  <c:v>50.5004573126</c:v>
                </c:pt>
                <c:pt idx="901">
                  <c:v>50.5004509874</c:v>
                </c:pt>
                <c:pt idx="902">
                  <c:v>50.5003927744</c:v>
                </c:pt>
                <c:pt idx="903">
                  <c:v>50.5003878905</c:v>
                </c:pt>
                <c:pt idx="904">
                  <c:v>50.5003510767</c:v>
                </c:pt>
                <c:pt idx="905">
                  <c:v>50.5003574128</c:v>
                </c:pt>
                <c:pt idx="906">
                  <c:v>50.5003978692</c:v>
                </c:pt>
                <c:pt idx="907">
                  <c:v>50.5004065875</c:v>
                </c:pt>
                <c:pt idx="908">
                  <c:v>50.5003618796</c:v>
                </c:pt>
                <c:pt idx="909">
                  <c:v>50.5003578579</c:v>
                </c:pt>
                <c:pt idx="910">
                  <c:v>50.5003095405</c:v>
                </c:pt>
                <c:pt idx="911">
                  <c:v>50.5003151315</c:v>
                </c:pt>
                <c:pt idx="912">
                  <c:v>50.5003676118</c:v>
                </c:pt>
                <c:pt idx="913">
                  <c:v>50.5003738474</c:v>
                </c:pt>
                <c:pt idx="914">
                  <c:v>50.5003339607</c:v>
                </c:pt>
                <c:pt idx="915">
                  <c:v>50.5003259054</c:v>
                </c:pt>
                <c:pt idx="916">
                  <c:v>50.5001783795</c:v>
                </c:pt>
                <c:pt idx="917">
                  <c:v>50.500170071</c:v>
                </c:pt>
                <c:pt idx="918">
                  <c:v>50.5001370705</c:v>
                </c:pt>
                <c:pt idx="919">
                  <c:v>50.500149423</c:v>
                </c:pt>
                <c:pt idx="920">
                  <c:v>50.5001831674</c:v>
                </c:pt>
                <c:pt idx="921">
                  <c:v>50.5001707743</c:v>
                </c:pt>
                <c:pt idx="922">
                  <c:v>50.5000156096</c:v>
                </c:pt>
                <c:pt idx="923">
                  <c:v>50.5000043613</c:v>
                </c:pt>
                <c:pt idx="924">
                  <c:v>50.4998613515</c:v>
                </c:pt>
                <c:pt idx="925">
                  <c:v>50.4998464228</c:v>
                </c:pt>
                <c:pt idx="926">
                  <c:v>50.4999085548</c:v>
                </c:pt>
                <c:pt idx="927">
                  <c:v>50.4999341271</c:v>
                </c:pt>
                <c:pt idx="928">
                  <c:v>50.4998951693</c:v>
                </c:pt>
                <c:pt idx="929">
                  <c:v>50.4998873777</c:v>
                </c:pt>
                <c:pt idx="930">
                  <c:v>50.4997172421</c:v>
                </c:pt>
                <c:pt idx="931">
                  <c:v>50.499706729</c:v>
                </c:pt>
                <c:pt idx="932">
                  <c:v>50.4996515628</c:v>
                </c:pt>
                <c:pt idx="933">
                  <c:v>50.4996713624</c:v>
                </c:pt>
                <c:pt idx="934">
                  <c:v>50.4997432769</c:v>
                </c:pt>
                <c:pt idx="935">
                  <c:v>50.4997555284</c:v>
                </c:pt>
                <c:pt idx="936">
                  <c:v>50.4996815164</c:v>
                </c:pt>
                <c:pt idx="937">
                  <c:v>50.499673877</c:v>
                </c:pt>
                <c:pt idx="938">
                  <c:v>50.4995744467</c:v>
                </c:pt>
                <c:pt idx="939">
                  <c:v>50.4995607429</c:v>
                </c:pt>
                <c:pt idx="940">
                  <c:v>50.4996034855</c:v>
                </c:pt>
                <c:pt idx="941">
                  <c:v>50.4996058584</c:v>
                </c:pt>
                <c:pt idx="942">
                  <c:v>50.4996333987</c:v>
                </c:pt>
                <c:pt idx="943">
                  <c:v>50.4996114385</c:v>
                </c:pt>
                <c:pt idx="944">
                  <c:v>50.499542197</c:v>
                </c:pt>
                <c:pt idx="945">
                  <c:v>50.4995371196</c:v>
                </c:pt>
                <c:pt idx="946">
                  <c:v>50.4995550361</c:v>
                </c:pt>
                <c:pt idx="947">
                  <c:v>50.4995585729</c:v>
                </c:pt>
                <c:pt idx="948">
                  <c:v>50.4995919609</c:v>
                </c:pt>
                <c:pt idx="949">
                  <c:v>50.499593192</c:v>
                </c:pt>
                <c:pt idx="950">
                  <c:v>50.499531502</c:v>
                </c:pt>
                <c:pt idx="951">
                  <c:v>50.4995064938</c:v>
                </c:pt>
                <c:pt idx="952">
                  <c:v>50.4995378631</c:v>
                </c:pt>
                <c:pt idx="953">
                  <c:v>50.4995415132</c:v>
                </c:pt>
                <c:pt idx="954">
                  <c:v>50.4996354785</c:v>
                </c:pt>
                <c:pt idx="955">
                  <c:v>50.4996408279</c:v>
                </c:pt>
                <c:pt idx="956">
                  <c:v>50.4995988945</c:v>
                </c:pt>
                <c:pt idx="957">
                  <c:v>50.4995929764</c:v>
                </c:pt>
                <c:pt idx="958">
                  <c:v>50.4995207981</c:v>
                </c:pt>
                <c:pt idx="959">
                  <c:v>50.4995240069</c:v>
                </c:pt>
                <c:pt idx="960">
                  <c:v>50.4996418571</c:v>
                </c:pt>
                <c:pt idx="961">
                  <c:v>50.4996511035</c:v>
                </c:pt>
                <c:pt idx="962">
                  <c:v>50.4997421579</c:v>
                </c:pt>
                <c:pt idx="963">
                  <c:v>50.4997460774</c:v>
                </c:pt>
                <c:pt idx="964">
                  <c:v>50.4996472793</c:v>
                </c:pt>
                <c:pt idx="965">
                  <c:v>50.4996037388</c:v>
                </c:pt>
                <c:pt idx="966">
                  <c:v>50.4996466785</c:v>
                </c:pt>
                <c:pt idx="967">
                  <c:v>50.4996512114</c:v>
                </c:pt>
                <c:pt idx="968">
                  <c:v>50.4998137939</c:v>
                </c:pt>
                <c:pt idx="969">
                  <c:v>50.4998190636</c:v>
                </c:pt>
                <c:pt idx="970">
                  <c:v>50.4998704434</c:v>
                </c:pt>
                <c:pt idx="971">
                  <c:v>50.4998338826</c:v>
                </c:pt>
                <c:pt idx="972">
                  <c:v>50.4997543762</c:v>
                </c:pt>
                <c:pt idx="973">
                  <c:v>50.4997580873</c:v>
                </c:pt>
                <c:pt idx="974">
                  <c:v>50.4998517321</c:v>
                </c:pt>
                <c:pt idx="975">
                  <c:v>50.4998610274</c:v>
                </c:pt>
                <c:pt idx="976">
                  <c:v>50.4999888358</c:v>
                </c:pt>
                <c:pt idx="977">
                  <c:v>50.4999939099</c:v>
                </c:pt>
                <c:pt idx="978">
                  <c:v>50.4999611039</c:v>
                </c:pt>
                <c:pt idx="979">
                  <c:v>50.4999394236</c:v>
                </c:pt>
                <c:pt idx="980">
                  <c:v>50.4999677538</c:v>
                </c:pt>
                <c:pt idx="981">
                  <c:v>50.4999704615</c:v>
                </c:pt>
                <c:pt idx="982">
                  <c:v>50.5000840357</c:v>
                </c:pt>
                <c:pt idx="983">
                  <c:v>50.5000884258</c:v>
                </c:pt>
                <c:pt idx="984">
                  <c:v>50.5001272791</c:v>
                </c:pt>
                <c:pt idx="985">
                  <c:v>50.5001167335</c:v>
                </c:pt>
                <c:pt idx="986">
                  <c:v>50.5001248536</c:v>
                </c:pt>
                <c:pt idx="987">
                  <c:v>50.5001295689</c:v>
                </c:pt>
                <c:pt idx="988">
                  <c:v>50.5002285381</c:v>
                </c:pt>
                <c:pt idx="989">
                  <c:v>50.5002351267</c:v>
                </c:pt>
                <c:pt idx="990">
                  <c:v>50.5002901295</c:v>
                </c:pt>
                <c:pt idx="991">
                  <c:v>50.5002876024</c:v>
                </c:pt>
                <c:pt idx="992">
                  <c:v>50.5002572774</c:v>
                </c:pt>
                <c:pt idx="993">
                  <c:v>50.5002623175</c:v>
                </c:pt>
                <c:pt idx="994">
                  <c:v>50.5003514104</c:v>
                </c:pt>
                <c:pt idx="995">
                  <c:v>50.5003586069</c:v>
                </c:pt>
                <c:pt idx="996">
                  <c:v>50.5004730098</c:v>
                </c:pt>
                <c:pt idx="997">
                  <c:v>50.500479728</c:v>
                </c:pt>
                <c:pt idx="998">
                  <c:v>50.5004285154</c:v>
                </c:pt>
                <c:pt idx="999">
                  <c:v>50.5004233942</c:v>
                </c:pt>
                <c:pt idx="1000">
                  <c:v>50.5004005834</c:v>
                </c:pt>
                <c:pt idx="1001">
                  <c:v>50.5004294178</c:v>
                </c:pt>
                <c:pt idx="1002">
                  <c:v>50.5005904378</c:v>
                </c:pt>
                <c:pt idx="1003">
                  <c:v>50.5006006172</c:v>
                </c:pt>
                <c:pt idx="1004">
                  <c:v>50.500663636</c:v>
                </c:pt>
                <c:pt idx="1005">
                  <c:v>50.500651254</c:v>
                </c:pt>
                <c:pt idx="1006">
                  <c:v>50.5005587724</c:v>
                </c:pt>
                <c:pt idx="1007">
                  <c:v>50.5005380907</c:v>
                </c:pt>
                <c:pt idx="1008">
                  <c:v>50.5006132947</c:v>
                </c:pt>
                <c:pt idx="1009">
                  <c:v>50.5006215273</c:v>
                </c:pt>
                <c:pt idx="1010">
                  <c:v>50.5007731813</c:v>
                </c:pt>
                <c:pt idx="1011">
                  <c:v>50.5008015901</c:v>
                </c:pt>
                <c:pt idx="1012">
                  <c:v>50.5007458208</c:v>
                </c:pt>
                <c:pt idx="1013">
                  <c:v>50.5007407509</c:v>
                </c:pt>
                <c:pt idx="1014">
                  <c:v>50.5006779049</c:v>
                </c:pt>
                <c:pt idx="1015">
                  <c:v>50.5006921751</c:v>
                </c:pt>
                <c:pt idx="1016">
                  <c:v>50.500796616</c:v>
                </c:pt>
                <c:pt idx="1017">
                  <c:v>50.5008046415</c:v>
                </c:pt>
                <c:pt idx="1018">
                  <c:v>50.5008663191</c:v>
                </c:pt>
                <c:pt idx="1019">
                  <c:v>50.500852849</c:v>
                </c:pt>
                <c:pt idx="1020">
                  <c:v>50.5007678033</c:v>
                </c:pt>
                <c:pt idx="1021">
                  <c:v>50.5007627782</c:v>
                </c:pt>
                <c:pt idx="1022">
                  <c:v>50.5007384481</c:v>
                </c:pt>
                <c:pt idx="1023">
                  <c:v>50.5007418062</c:v>
                </c:pt>
                <c:pt idx="1024">
                  <c:v>50.5007683554</c:v>
                </c:pt>
                <c:pt idx="1025">
                  <c:v>50.5007542962</c:v>
                </c:pt>
                <c:pt idx="1026">
                  <c:v>50.5006635</c:v>
                </c:pt>
                <c:pt idx="1027">
                  <c:v>50.5006569728</c:v>
                </c:pt>
                <c:pt idx="1028">
                  <c:v>50.5005987353</c:v>
                </c:pt>
                <c:pt idx="1029">
                  <c:v>50.5006017366</c:v>
                </c:pt>
                <c:pt idx="1030">
                  <c:v>50.5006197011</c:v>
                </c:pt>
                <c:pt idx="1031">
                  <c:v>50.5006222669</c:v>
                </c:pt>
                <c:pt idx="1032">
                  <c:v>50.5005427572</c:v>
                </c:pt>
                <c:pt idx="1033">
                  <c:v>50.5005350954</c:v>
                </c:pt>
                <c:pt idx="1034">
                  <c:v>50.5004402103</c:v>
                </c:pt>
                <c:pt idx="1035">
                  <c:v>50.500428933</c:v>
                </c:pt>
                <c:pt idx="1036">
                  <c:v>50.5004838269</c:v>
                </c:pt>
                <c:pt idx="1037">
                  <c:v>50.5004874042</c:v>
                </c:pt>
                <c:pt idx="1038">
                  <c:v>50.50052447</c:v>
                </c:pt>
                <c:pt idx="1039">
                  <c:v>50.5004883009</c:v>
                </c:pt>
                <c:pt idx="1040">
                  <c:v>50.5003429437</c:v>
                </c:pt>
                <c:pt idx="1041">
                  <c:v>50.5003384901</c:v>
                </c:pt>
                <c:pt idx="1042">
                  <c:v>50.5002932102</c:v>
                </c:pt>
                <c:pt idx="1043">
                  <c:v>50.5003258309</c:v>
                </c:pt>
                <c:pt idx="1044">
                  <c:v>50.5004292851</c:v>
                </c:pt>
                <c:pt idx="1045">
                  <c:v>50.5004390903</c:v>
                </c:pt>
                <c:pt idx="1046">
                  <c:v>50.5003630094</c:v>
                </c:pt>
                <c:pt idx="1047">
                  <c:v>50.5003532043</c:v>
                </c:pt>
                <c:pt idx="1048">
                  <c:v>50.5002183773</c:v>
                </c:pt>
                <c:pt idx="1049">
                  <c:v>50.500201622</c:v>
                </c:pt>
                <c:pt idx="1050">
                  <c:v>50.5002679803</c:v>
                </c:pt>
                <c:pt idx="1051">
                  <c:v>50.500274931</c:v>
                </c:pt>
                <c:pt idx="1052">
                  <c:v>50.5003424346</c:v>
                </c:pt>
                <c:pt idx="1053">
                  <c:v>50.5003380979</c:v>
                </c:pt>
                <c:pt idx="1054">
                  <c:v>50.500226329</c:v>
                </c:pt>
                <c:pt idx="1055">
                  <c:v>50.5002205376</c:v>
                </c:pt>
                <c:pt idx="1056">
                  <c:v>50.5001562124</c:v>
                </c:pt>
                <c:pt idx="1057">
                  <c:v>50.5001700598</c:v>
                </c:pt>
                <c:pt idx="1058">
                  <c:v>50.5002488312</c:v>
                </c:pt>
                <c:pt idx="1059">
                  <c:v>50.5002548927</c:v>
                </c:pt>
                <c:pt idx="1060">
                  <c:v>50.5002274424</c:v>
                </c:pt>
                <c:pt idx="1061">
                  <c:v>50.5002219886</c:v>
                </c:pt>
                <c:pt idx="1062">
                  <c:v>50.500142292</c:v>
                </c:pt>
                <c:pt idx="1063">
                  <c:v>50.5001346069</c:v>
                </c:pt>
                <c:pt idx="1064">
                  <c:v>50.5001666392</c:v>
                </c:pt>
                <c:pt idx="1065">
                  <c:v>50.5001698553</c:v>
                </c:pt>
                <c:pt idx="1066">
                  <c:v>50.5001975851</c:v>
                </c:pt>
                <c:pt idx="1067">
                  <c:v>50.5001824728</c:v>
                </c:pt>
                <c:pt idx="1068">
                  <c:v>50.5001148828</c:v>
                </c:pt>
                <c:pt idx="1069">
                  <c:v>50.5001028027</c:v>
                </c:pt>
                <c:pt idx="1070">
                  <c:v>50.5001298396</c:v>
                </c:pt>
                <c:pt idx="1071">
                  <c:v>50.5001334223</c:v>
                </c:pt>
                <c:pt idx="1072">
                  <c:v>50.5001825972</c:v>
                </c:pt>
                <c:pt idx="1073">
                  <c:v>50.5001787154</c:v>
                </c:pt>
                <c:pt idx="1074">
                  <c:v>50.5000954476</c:v>
                </c:pt>
                <c:pt idx="1075">
                  <c:v>50.5000893515</c:v>
                </c:pt>
                <c:pt idx="1076">
                  <c:v>50.5000507467</c:v>
                </c:pt>
                <c:pt idx="1077">
                  <c:v>50.5000506539</c:v>
                </c:pt>
                <c:pt idx="1078">
                  <c:v>50.5001496419</c:v>
                </c:pt>
                <c:pt idx="1079">
                  <c:v>50.5001846706</c:v>
                </c:pt>
                <c:pt idx="1080">
                  <c:v>50.5001379736</c:v>
                </c:pt>
                <c:pt idx="1081">
                  <c:v>50.5001333039</c:v>
                </c:pt>
                <c:pt idx="1082">
                  <c:v>50.5000116095</c:v>
                </c:pt>
                <c:pt idx="1083">
                  <c:v>50.499997948</c:v>
                </c:pt>
                <c:pt idx="1084">
                  <c:v>50.5000579044</c:v>
                </c:pt>
                <c:pt idx="1085">
                  <c:v>50.5000649007</c:v>
                </c:pt>
                <c:pt idx="1086">
                  <c:v>50.5001723671</c:v>
                </c:pt>
                <c:pt idx="1087">
                  <c:v>50.5001659193</c:v>
                </c:pt>
                <c:pt idx="1088">
                  <c:v>50.5000688921</c:v>
                </c:pt>
                <c:pt idx="1089">
                  <c:v>50.5000601259</c:v>
                </c:pt>
                <c:pt idx="1090">
                  <c:v>50.4999724837</c:v>
                </c:pt>
                <c:pt idx="1091">
                  <c:v>50.499974823</c:v>
                </c:pt>
                <c:pt idx="1092">
                  <c:v>50.5000822898</c:v>
                </c:pt>
                <c:pt idx="1093">
                  <c:v>50.500089111</c:v>
                </c:pt>
                <c:pt idx="1094">
                  <c:v>50.5001349742</c:v>
                </c:pt>
                <c:pt idx="1095">
                  <c:v>50.5001189267</c:v>
                </c:pt>
                <c:pt idx="1096">
                  <c:v>50.4999984558</c:v>
                </c:pt>
                <c:pt idx="1097">
                  <c:v>50.4999936115</c:v>
                </c:pt>
                <c:pt idx="1098">
                  <c:v>50.4999540518</c:v>
                </c:pt>
                <c:pt idx="1099">
                  <c:v>50.4999700364</c:v>
                </c:pt>
                <c:pt idx="1100">
                  <c:v>50.500006167</c:v>
                </c:pt>
                <c:pt idx="1101">
                  <c:v>50.4999947452</c:v>
                </c:pt>
                <c:pt idx="1102">
                  <c:v>50.4998917233</c:v>
                </c:pt>
                <c:pt idx="1103">
                  <c:v>50.499883617</c:v>
                </c:pt>
                <c:pt idx="1104">
                  <c:v>50.4997802159</c:v>
                </c:pt>
                <c:pt idx="1105">
                  <c:v>50.4997798054</c:v>
                </c:pt>
                <c:pt idx="1106">
                  <c:v>50.4997710721</c:v>
                </c:pt>
                <c:pt idx="1107">
                  <c:v>50.4997704522</c:v>
                </c:pt>
                <c:pt idx="1108">
                  <c:v>50.4996981451</c:v>
                </c:pt>
                <c:pt idx="1109">
                  <c:v>50.4996925009</c:v>
                </c:pt>
                <c:pt idx="1110">
                  <c:v>50.4995935294</c:v>
                </c:pt>
                <c:pt idx="1111">
                  <c:v>50.4995787093</c:v>
                </c:pt>
                <c:pt idx="1112">
                  <c:v>50.4996031318</c:v>
                </c:pt>
                <c:pt idx="1113">
                  <c:v>50.4996091128</c:v>
                </c:pt>
                <c:pt idx="1114">
                  <c:v>50.4995820362</c:v>
                </c:pt>
                <c:pt idx="1115">
                  <c:v>50.4995750491</c:v>
                </c:pt>
                <c:pt idx="1116">
                  <c:v>50.4994469179</c:v>
                </c:pt>
                <c:pt idx="1117">
                  <c:v>50.4994396685</c:v>
                </c:pt>
                <c:pt idx="1118">
                  <c:v>50.4994165939</c:v>
                </c:pt>
                <c:pt idx="1119">
                  <c:v>50.4994324234</c:v>
                </c:pt>
                <c:pt idx="1120">
                  <c:v>50.4995062171</c:v>
                </c:pt>
                <c:pt idx="1121">
                  <c:v>50.4995156435</c:v>
                </c:pt>
                <c:pt idx="1122">
                  <c:v>50.4994242354</c:v>
                </c:pt>
                <c:pt idx="1123">
                  <c:v>50.4994157304</c:v>
                </c:pt>
                <c:pt idx="1124">
                  <c:v>50.499309926</c:v>
                </c:pt>
                <c:pt idx="1125">
                  <c:v>50.4993074603</c:v>
                </c:pt>
                <c:pt idx="1126">
                  <c:v>50.4993912711</c:v>
                </c:pt>
                <c:pt idx="1127">
                  <c:v>50.4993985093</c:v>
                </c:pt>
                <c:pt idx="1128">
                  <c:v>50.4994628921</c:v>
                </c:pt>
                <c:pt idx="1129">
                  <c:v>50.499438273</c:v>
                </c:pt>
                <c:pt idx="1130">
                  <c:v>50.499316668</c:v>
                </c:pt>
                <c:pt idx="1131">
                  <c:v>50.4993084446</c:v>
                </c:pt>
                <c:pt idx="1132">
                  <c:v>50.4992717746</c:v>
                </c:pt>
                <c:pt idx="1133">
                  <c:v>50.4992948021</c:v>
                </c:pt>
                <c:pt idx="1134">
                  <c:v>50.4994064778</c:v>
                </c:pt>
                <c:pt idx="1135">
                  <c:v>50.4994338606</c:v>
                </c:pt>
                <c:pt idx="1136">
                  <c:v>50.4993995849</c:v>
                </c:pt>
                <c:pt idx="1137">
                  <c:v>50.4993938254</c:v>
                </c:pt>
                <c:pt idx="1138">
                  <c:v>50.4993222482</c:v>
                </c:pt>
                <c:pt idx="1139">
                  <c:v>50.4993160717</c:v>
                </c:pt>
                <c:pt idx="1140">
                  <c:v>50.4993812202</c:v>
                </c:pt>
                <c:pt idx="1141">
                  <c:v>50.4993862179</c:v>
                </c:pt>
                <c:pt idx="1142">
                  <c:v>50.4994456578</c:v>
                </c:pt>
                <c:pt idx="1143">
                  <c:v>50.4994390853</c:v>
                </c:pt>
                <c:pt idx="1144">
                  <c:v>50.4994014064</c:v>
                </c:pt>
                <c:pt idx="1145">
                  <c:v>50.4993959437</c:v>
                </c:pt>
                <c:pt idx="1146">
                  <c:v>50.4994343859</c:v>
                </c:pt>
                <c:pt idx="1147">
                  <c:v>50.4994397021</c:v>
                </c:pt>
                <c:pt idx="1148">
                  <c:v>50.4995119108</c:v>
                </c:pt>
                <c:pt idx="1149">
                  <c:v>50.4995222704</c:v>
                </c:pt>
                <c:pt idx="1150">
                  <c:v>50.4994896293</c:v>
                </c:pt>
                <c:pt idx="1151">
                  <c:v>50.499474356</c:v>
                </c:pt>
                <c:pt idx="1152">
                  <c:v>50.4995093466</c:v>
                </c:pt>
                <c:pt idx="1153">
                  <c:v>50.4995138907</c:v>
                </c:pt>
                <c:pt idx="1154">
                  <c:v>50.4996336162</c:v>
                </c:pt>
                <c:pt idx="1155">
                  <c:v>50.4996360251</c:v>
                </c:pt>
                <c:pt idx="1156">
                  <c:v>50.4996638284</c:v>
                </c:pt>
                <c:pt idx="1157">
                  <c:v>50.499634242</c:v>
                </c:pt>
                <c:pt idx="1158">
                  <c:v>50.4995804107</c:v>
                </c:pt>
                <c:pt idx="1159">
                  <c:v>50.4995780435</c:v>
                </c:pt>
                <c:pt idx="1160">
                  <c:v>50.4997009557</c:v>
                </c:pt>
                <c:pt idx="1161">
                  <c:v>50.4997110576</c:v>
                </c:pt>
                <c:pt idx="1162">
                  <c:v>50.4998301948</c:v>
                </c:pt>
                <c:pt idx="1163">
                  <c:v>50.4998409454</c:v>
                </c:pt>
                <c:pt idx="1164">
                  <c:v>50.4997669302</c:v>
                </c:pt>
                <c:pt idx="1165">
                  <c:v>50.4997256569</c:v>
                </c:pt>
                <c:pt idx="1166">
                  <c:v>50.4997668936</c:v>
                </c:pt>
                <c:pt idx="1167">
                  <c:v>50.4997717177</c:v>
                </c:pt>
                <c:pt idx="1168">
                  <c:v>50.4999419263</c:v>
                </c:pt>
                <c:pt idx="1169">
                  <c:v>50.499948098</c:v>
                </c:pt>
                <c:pt idx="1170">
                  <c:v>50.5000145554</c:v>
                </c:pt>
                <c:pt idx="1171">
                  <c:v>50.4999888947</c:v>
                </c:pt>
                <c:pt idx="1172">
                  <c:v>50.4999145479</c:v>
                </c:pt>
                <c:pt idx="1173">
                  <c:v>50.4999156634</c:v>
                </c:pt>
                <c:pt idx="1174">
                  <c:v>50.5000058277</c:v>
                </c:pt>
                <c:pt idx="1175">
                  <c:v>50.5000153764</c:v>
                </c:pt>
                <c:pt idx="1176">
                  <c:v>50.5001536817</c:v>
                </c:pt>
                <c:pt idx="1177">
                  <c:v>50.5001657252</c:v>
                </c:pt>
                <c:pt idx="1178">
                  <c:v>50.500138997</c:v>
                </c:pt>
                <c:pt idx="1179">
                  <c:v>50.500113508</c:v>
                </c:pt>
                <c:pt idx="1180">
                  <c:v>50.5001374043</c:v>
                </c:pt>
                <c:pt idx="1181">
                  <c:v>50.5001399314</c:v>
                </c:pt>
                <c:pt idx="1182">
                  <c:v>50.5002535009</c:v>
                </c:pt>
                <c:pt idx="1183">
                  <c:v>50.5002581864</c:v>
                </c:pt>
                <c:pt idx="1184">
                  <c:v>50.5003042653</c:v>
                </c:pt>
                <c:pt idx="1185">
                  <c:v>50.5002964691</c:v>
                </c:pt>
                <c:pt idx="1186">
                  <c:v>50.5002837654</c:v>
                </c:pt>
                <c:pt idx="1187">
                  <c:v>50.5002906421</c:v>
                </c:pt>
                <c:pt idx="1188">
                  <c:v>50.5003793335</c:v>
                </c:pt>
                <c:pt idx="1189">
                  <c:v>50.5003857716</c:v>
                </c:pt>
                <c:pt idx="1190">
                  <c:v>50.5004471984</c:v>
                </c:pt>
                <c:pt idx="1191">
                  <c:v>50.5004485733</c:v>
                </c:pt>
                <c:pt idx="1192">
                  <c:v>50.5004103533</c:v>
                </c:pt>
                <c:pt idx="1193">
                  <c:v>50.5004082676</c:v>
                </c:pt>
                <c:pt idx="1194">
                  <c:v>50.5004735446</c:v>
                </c:pt>
                <c:pt idx="1195">
                  <c:v>50.5004796341</c:v>
                </c:pt>
                <c:pt idx="1196">
                  <c:v>50.5005914928</c:v>
                </c:pt>
                <c:pt idx="1197">
                  <c:v>50.5005985185</c:v>
                </c:pt>
                <c:pt idx="1198">
                  <c:v>50.5005487932</c:v>
                </c:pt>
                <c:pt idx="1199">
                  <c:v>50.5005432709</c:v>
                </c:pt>
                <c:pt idx="1200">
                  <c:v>50.5004992787</c:v>
                </c:pt>
                <c:pt idx="1201">
                  <c:v>50.5005162637</c:v>
                </c:pt>
                <c:pt idx="1202">
                  <c:v>50.5006533989</c:v>
                </c:pt>
                <c:pt idx="1203">
                  <c:v>50.500662654</c:v>
                </c:pt>
                <c:pt idx="1204">
                  <c:v>50.5007260753</c:v>
                </c:pt>
                <c:pt idx="1205">
                  <c:v>50.5007193073</c:v>
                </c:pt>
                <c:pt idx="1206">
                  <c:v>50.5006101101</c:v>
                </c:pt>
                <c:pt idx="1207">
                  <c:v>50.5005776624</c:v>
                </c:pt>
                <c:pt idx="1208">
                  <c:v>50.5006291053</c:v>
                </c:pt>
                <c:pt idx="1209">
                  <c:v>50.5006336058</c:v>
                </c:pt>
                <c:pt idx="1210">
                  <c:v>50.5007653815</c:v>
                </c:pt>
                <c:pt idx="1211">
                  <c:v>50.500785282</c:v>
                </c:pt>
                <c:pt idx="1212">
                  <c:v>50.5007143881</c:v>
                </c:pt>
                <c:pt idx="1213">
                  <c:v>50.5007072987</c:v>
                </c:pt>
                <c:pt idx="1214">
                  <c:v>50.5005937416</c:v>
                </c:pt>
                <c:pt idx="1215">
                  <c:v>50.5005915441</c:v>
                </c:pt>
                <c:pt idx="1216">
                  <c:v>50.5006309933</c:v>
                </c:pt>
                <c:pt idx="1217">
                  <c:v>50.50063564</c:v>
                </c:pt>
                <c:pt idx="1218">
                  <c:v>50.5006548902</c:v>
                </c:pt>
                <c:pt idx="1219">
                  <c:v>50.5006403179</c:v>
                </c:pt>
                <c:pt idx="1220">
                  <c:v>50.5005148618</c:v>
                </c:pt>
                <c:pt idx="1221">
                  <c:v>50.5005079035</c:v>
                </c:pt>
                <c:pt idx="1222">
                  <c:v>50.5004563062</c:v>
                </c:pt>
                <c:pt idx="1223">
                  <c:v>50.5004569982</c:v>
                </c:pt>
                <c:pt idx="1224">
                  <c:v>50.5004883391</c:v>
                </c:pt>
                <c:pt idx="1225">
                  <c:v>50.5004813644</c:v>
                </c:pt>
                <c:pt idx="1226">
                  <c:v>50.5004087267</c:v>
                </c:pt>
                <c:pt idx="1227">
                  <c:v>50.5004029072</c:v>
                </c:pt>
                <c:pt idx="1228">
                  <c:v>50.5003452306</c:v>
                </c:pt>
                <c:pt idx="1229">
                  <c:v>50.5003501926</c:v>
                </c:pt>
                <c:pt idx="1230">
                  <c:v>50.5003844058</c:v>
                </c:pt>
                <c:pt idx="1231">
                  <c:v>50.5003927493</c:v>
                </c:pt>
                <c:pt idx="1232">
                  <c:v>50.5003405987</c:v>
                </c:pt>
                <c:pt idx="1233">
                  <c:v>50.5003337175</c:v>
                </c:pt>
                <c:pt idx="1234">
                  <c:v>50.5002427317</c:v>
                </c:pt>
                <c:pt idx="1235">
                  <c:v>50.5002291416</c:v>
                </c:pt>
                <c:pt idx="1236">
                  <c:v>50.5002822096</c:v>
                </c:pt>
                <c:pt idx="1237">
                  <c:v>50.5002864722</c:v>
                </c:pt>
                <c:pt idx="1238">
                  <c:v>50.500335355</c:v>
                </c:pt>
                <c:pt idx="1239">
                  <c:v>50.5003110708</c:v>
                </c:pt>
                <c:pt idx="1240">
                  <c:v>50.5001844141</c:v>
                </c:pt>
                <c:pt idx="1241">
                  <c:v>50.5001756347</c:v>
                </c:pt>
                <c:pt idx="1242">
                  <c:v>50.5001261246</c:v>
                </c:pt>
                <c:pt idx="1243">
                  <c:v>50.500153284</c:v>
                </c:pt>
                <c:pt idx="1244">
                  <c:v>50.5002594798</c:v>
                </c:pt>
                <c:pt idx="1245">
                  <c:v>50.5002767147</c:v>
                </c:pt>
                <c:pt idx="1246">
                  <c:v>50.5002231507</c:v>
                </c:pt>
                <c:pt idx="1247">
                  <c:v>50.5002139501</c:v>
                </c:pt>
                <c:pt idx="1248">
                  <c:v>50.5000816381</c:v>
                </c:pt>
                <c:pt idx="1249">
                  <c:v>50.5000598277</c:v>
                </c:pt>
                <c:pt idx="1250">
                  <c:v>50.5001200698</c:v>
                </c:pt>
                <c:pt idx="1251">
                  <c:v>50.5001273708</c:v>
                </c:pt>
                <c:pt idx="1252">
                  <c:v>50.5002066527</c:v>
                </c:pt>
                <c:pt idx="1253">
                  <c:v>50.500207353</c:v>
                </c:pt>
                <c:pt idx="1254">
                  <c:v>50.5001090221</c:v>
                </c:pt>
                <c:pt idx="1255">
                  <c:v>50.5001031298</c:v>
                </c:pt>
                <c:pt idx="1256">
                  <c:v>50.5000347534</c:v>
                </c:pt>
                <c:pt idx="1257">
                  <c:v>50.5000474598</c:v>
                </c:pt>
                <c:pt idx="1258">
                  <c:v>50.5001285929</c:v>
                </c:pt>
                <c:pt idx="1259">
                  <c:v>50.5001471127</c:v>
                </c:pt>
                <c:pt idx="1260">
                  <c:v>50.5001259084</c:v>
                </c:pt>
                <c:pt idx="1261">
                  <c:v>50.5001206073</c:v>
                </c:pt>
                <c:pt idx="1262">
                  <c:v>50.5000398663</c:v>
                </c:pt>
                <c:pt idx="1263">
                  <c:v>50.5000283828</c:v>
                </c:pt>
                <c:pt idx="1264">
                  <c:v>50.5000604967</c:v>
                </c:pt>
                <c:pt idx="1265">
                  <c:v>50.5000642846</c:v>
                </c:pt>
                <c:pt idx="1266">
                  <c:v>50.5001008997</c:v>
                </c:pt>
                <c:pt idx="1267">
                  <c:v>50.5000924688</c:v>
                </c:pt>
                <c:pt idx="1268">
                  <c:v>50.5000270949</c:v>
                </c:pt>
                <c:pt idx="1269">
                  <c:v>50.5000105596</c:v>
                </c:pt>
                <c:pt idx="1270">
                  <c:v>50.5000339647</c:v>
                </c:pt>
                <c:pt idx="1271">
                  <c:v>50.5000375467</c:v>
                </c:pt>
                <c:pt idx="1272">
                  <c:v>50.5000967054</c:v>
                </c:pt>
                <c:pt idx="1273">
                  <c:v>50.5000981824</c:v>
                </c:pt>
                <c:pt idx="1274">
                  <c:v>50.5000237833</c:v>
                </c:pt>
                <c:pt idx="1275">
                  <c:v>50.5000174506</c:v>
                </c:pt>
                <c:pt idx="1276">
                  <c:v>50.4999580574</c:v>
                </c:pt>
                <c:pt idx="1277">
                  <c:v>50.499955448</c:v>
                </c:pt>
                <c:pt idx="1278">
                  <c:v>50.5000221243</c:v>
                </c:pt>
                <c:pt idx="1279">
                  <c:v>50.5000445827</c:v>
                </c:pt>
                <c:pt idx="1280">
                  <c:v>50.4999855327</c:v>
                </c:pt>
                <c:pt idx="1281">
                  <c:v>50.4999789716</c:v>
                </c:pt>
                <c:pt idx="1282">
                  <c:v>50.4998065995</c:v>
                </c:pt>
                <c:pt idx="1283">
                  <c:v>50.4998018454</c:v>
                </c:pt>
                <c:pt idx="1284">
                  <c:v>50.4997543047</c:v>
                </c:pt>
                <c:pt idx="1285">
                  <c:v>50.4997836379</c:v>
                </c:pt>
                <c:pt idx="1286">
                  <c:v>50.4998445285</c:v>
                </c:pt>
                <c:pt idx="1287">
                  <c:v>50.4998388981</c:v>
                </c:pt>
                <c:pt idx="1288">
                  <c:v>50.4997031802</c:v>
                </c:pt>
                <c:pt idx="1289">
                  <c:v>50.4996918649</c:v>
                </c:pt>
                <c:pt idx="1290">
                  <c:v>50.4995505554</c:v>
                </c:pt>
                <c:pt idx="1291">
                  <c:v>50.4995442726</c:v>
                </c:pt>
                <c:pt idx="1292">
                  <c:v>50.4996029705</c:v>
                </c:pt>
                <c:pt idx="1293">
                  <c:v>50.4996077184</c:v>
                </c:pt>
                <c:pt idx="1294">
                  <c:v>50.4996438507</c:v>
                </c:pt>
                <c:pt idx="1295">
                  <c:v>50.4996114101</c:v>
                </c:pt>
                <c:pt idx="1296">
                  <c:v>50.4994716662</c:v>
                </c:pt>
                <c:pt idx="1297">
                  <c:v>50.4994660908</c:v>
                </c:pt>
                <c:pt idx="1298">
                  <c:v>50.4994150482</c:v>
                </c:pt>
                <c:pt idx="1299">
                  <c:v>50.4994315539</c:v>
                </c:pt>
                <c:pt idx="1300">
                  <c:v>50.4994878515</c:v>
                </c:pt>
                <c:pt idx="1301">
                  <c:v>50.4994840016</c:v>
                </c:pt>
                <c:pt idx="1302">
                  <c:v>50.499419623</c:v>
                </c:pt>
                <c:pt idx="1303">
                  <c:v>50.4994134701</c:v>
                </c:pt>
                <c:pt idx="1304">
                  <c:v>50.4993411538</c:v>
                </c:pt>
                <c:pt idx="1305">
                  <c:v>50.4993412744</c:v>
                </c:pt>
                <c:pt idx="1306">
                  <c:v>50.499379147</c:v>
                </c:pt>
                <c:pt idx="1307">
                  <c:v>50.4993956777</c:v>
                </c:pt>
                <c:pt idx="1308">
                  <c:v>50.4993630053</c:v>
                </c:pt>
                <c:pt idx="1309">
                  <c:v>50.4993600351</c:v>
                </c:pt>
                <c:pt idx="1310">
                  <c:v>50.4992935959</c:v>
                </c:pt>
                <c:pt idx="1311">
                  <c:v>50.4992927006</c:v>
                </c:pt>
                <c:pt idx="1312">
                  <c:v>50.4993347265</c:v>
                </c:pt>
                <c:pt idx="1313">
                  <c:v>50.4993390985</c:v>
                </c:pt>
                <c:pt idx="1314">
                  <c:v>50.4993770773</c:v>
                </c:pt>
                <c:pt idx="1315">
                  <c:v>50.499363299</c:v>
                </c:pt>
                <c:pt idx="1316">
                  <c:v>50.499273722</c:v>
                </c:pt>
                <c:pt idx="1317">
                  <c:v>50.4992464501</c:v>
                </c:pt>
                <c:pt idx="1318">
                  <c:v>50.4992697045</c:v>
                </c:pt>
                <c:pt idx="1319">
                  <c:v>50.4992769717</c:v>
                </c:pt>
                <c:pt idx="1320">
                  <c:v>50.4993869138</c:v>
                </c:pt>
                <c:pt idx="1321">
                  <c:v>50.4994131508</c:v>
                </c:pt>
                <c:pt idx="1322">
                  <c:v>50.4993558275</c:v>
                </c:pt>
                <c:pt idx="1323">
                  <c:v>50.4993510325</c:v>
                </c:pt>
                <c:pt idx="1324">
                  <c:v>50.4992627994</c:v>
                </c:pt>
                <c:pt idx="1325">
                  <c:v>50.4992677593</c:v>
                </c:pt>
                <c:pt idx="1326">
                  <c:v>50.4993664244</c:v>
                </c:pt>
                <c:pt idx="1327">
                  <c:v>50.4993750355</c:v>
                </c:pt>
                <c:pt idx="1328">
                  <c:v>50.4994729209</c:v>
                </c:pt>
                <c:pt idx="1329">
                  <c:v>50.499460927</c:v>
                </c:pt>
                <c:pt idx="1330">
                  <c:v>50.4993742318</c:v>
                </c:pt>
                <c:pt idx="1331">
                  <c:v>50.4993675982</c:v>
                </c:pt>
                <c:pt idx="1332">
                  <c:v>50.4993442742</c:v>
                </c:pt>
                <c:pt idx="1333">
                  <c:v>50.4993645949</c:v>
                </c:pt>
                <c:pt idx="1334">
                  <c:v>50.4995015913</c:v>
                </c:pt>
                <c:pt idx="1335">
                  <c:v>50.4995088671</c:v>
                </c:pt>
                <c:pt idx="1336">
                  <c:v>50.4995436796</c:v>
                </c:pt>
                <c:pt idx="1337">
                  <c:v>50.4995298389</c:v>
                </c:pt>
                <c:pt idx="1338">
                  <c:v>50.499474129</c:v>
                </c:pt>
                <c:pt idx="1339">
                  <c:v>50.4994743825</c:v>
                </c:pt>
                <c:pt idx="1340">
                  <c:v>50.4995487707</c:v>
                </c:pt>
                <c:pt idx="1341">
                  <c:v>50.4995551648</c:v>
                </c:pt>
                <c:pt idx="1342">
                  <c:v>50.499638439</c:v>
                </c:pt>
                <c:pt idx="1343">
                  <c:v>50.4996387395</c:v>
                </c:pt>
                <c:pt idx="1344">
                  <c:v>50.4996184197</c:v>
                </c:pt>
                <c:pt idx="1345">
                  <c:v>50.4996123159</c:v>
                </c:pt>
                <c:pt idx="1346">
                  <c:v>50.4996562148</c:v>
                </c:pt>
                <c:pt idx="1347">
                  <c:v>50.4996624478</c:v>
                </c:pt>
                <c:pt idx="1348">
                  <c:v>50.4997560501</c:v>
                </c:pt>
                <c:pt idx="1349">
                  <c:v>50.4997751458</c:v>
                </c:pt>
                <c:pt idx="1350">
                  <c:v>50.4997561444</c:v>
                </c:pt>
                <c:pt idx="1351">
                  <c:v>50.4997430786</c:v>
                </c:pt>
                <c:pt idx="1352">
                  <c:v>50.4997743963</c:v>
                </c:pt>
                <c:pt idx="1353">
                  <c:v>50.4997790517</c:v>
                </c:pt>
                <c:pt idx="1354">
                  <c:v>50.4999042187</c:v>
                </c:pt>
                <c:pt idx="1355">
                  <c:v>50.4999104285</c:v>
                </c:pt>
                <c:pt idx="1356">
                  <c:v>50.499952595</c:v>
                </c:pt>
                <c:pt idx="1357">
                  <c:v>50.4999316562</c:v>
                </c:pt>
                <c:pt idx="1358">
                  <c:v>50.49988192</c:v>
                </c:pt>
                <c:pt idx="1359">
                  <c:v>50.4998773243</c:v>
                </c:pt>
                <c:pt idx="1360">
                  <c:v>50.499986413</c:v>
                </c:pt>
                <c:pt idx="1361">
                  <c:v>50.4999964897</c:v>
                </c:pt>
                <c:pt idx="1362">
                  <c:v>50.5001258573</c:v>
                </c:pt>
                <c:pt idx="1363">
                  <c:v>50.500142473</c:v>
                </c:pt>
                <c:pt idx="1364">
                  <c:v>50.5000781564</c:v>
                </c:pt>
                <c:pt idx="1365">
                  <c:v>50.5000739157</c:v>
                </c:pt>
                <c:pt idx="1366">
                  <c:v>50.5000315083</c:v>
                </c:pt>
                <c:pt idx="1367">
                  <c:v>50.5000684714</c:v>
                </c:pt>
                <c:pt idx="1368">
                  <c:v>50.5002301395</c:v>
                </c:pt>
                <c:pt idx="1369">
                  <c:v>50.5002363209</c:v>
                </c:pt>
                <c:pt idx="1370">
                  <c:v>50.5003089762</c:v>
                </c:pt>
                <c:pt idx="1371">
                  <c:v>50.5002865722</c:v>
                </c:pt>
                <c:pt idx="1372">
                  <c:v>50.5002088961</c:v>
                </c:pt>
                <c:pt idx="1373">
                  <c:v>50.5002040179</c:v>
                </c:pt>
                <c:pt idx="1374">
                  <c:v>50.5002748329</c:v>
                </c:pt>
                <c:pt idx="1375">
                  <c:v>50.5002838323</c:v>
                </c:pt>
                <c:pt idx="1376">
                  <c:v>50.5004175155</c:v>
                </c:pt>
                <c:pt idx="1377">
                  <c:v>50.5004350809</c:v>
                </c:pt>
                <c:pt idx="1378">
                  <c:v>50.5004029089</c:v>
                </c:pt>
                <c:pt idx="1379">
                  <c:v>50.5003992753</c:v>
                </c:pt>
                <c:pt idx="1380">
                  <c:v>50.5003665727</c:v>
                </c:pt>
                <c:pt idx="1381">
                  <c:v>50.5003819028</c:v>
                </c:pt>
                <c:pt idx="1382">
                  <c:v>50.5004814246</c:v>
                </c:pt>
                <c:pt idx="1383">
                  <c:v>50.5004856697</c:v>
                </c:pt>
                <c:pt idx="1384">
                  <c:v>50.5005314872</c:v>
                </c:pt>
                <c:pt idx="1385">
                  <c:v>50.5005185651</c:v>
                </c:pt>
                <c:pt idx="1386">
                  <c:v>50.5004856283</c:v>
                </c:pt>
                <c:pt idx="1387">
                  <c:v>50.5004872903</c:v>
                </c:pt>
                <c:pt idx="1388">
                  <c:v>50.5005545247</c:v>
                </c:pt>
                <c:pt idx="1389">
                  <c:v>50.5005602023</c:v>
                </c:pt>
                <c:pt idx="1390">
                  <c:v>50.5006157864</c:v>
                </c:pt>
                <c:pt idx="1391">
                  <c:v>50.5006181728</c:v>
                </c:pt>
                <c:pt idx="1392">
                  <c:v>50.5005638115</c:v>
                </c:pt>
                <c:pt idx="1393">
                  <c:v>50.5005484387</c:v>
                </c:pt>
                <c:pt idx="1394">
                  <c:v>50.5005924024</c:v>
                </c:pt>
                <c:pt idx="1395">
                  <c:v>50.5005969607</c:v>
                </c:pt>
                <c:pt idx="1396">
                  <c:v>50.5006954385</c:v>
                </c:pt>
                <c:pt idx="1397">
                  <c:v>50.5006977931</c:v>
                </c:pt>
                <c:pt idx="1398">
                  <c:v>50.5006465285</c:v>
                </c:pt>
                <c:pt idx="1399">
                  <c:v>50.5006402044</c:v>
                </c:pt>
                <c:pt idx="1400">
                  <c:v>50.5005686887</c:v>
                </c:pt>
                <c:pt idx="1401">
                  <c:v>50.5005760255</c:v>
                </c:pt>
                <c:pt idx="1402">
                  <c:v>50.5006828799</c:v>
                </c:pt>
                <c:pt idx="1403">
                  <c:v>50.5006908701</c:v>
                </c:pt>
                <c:pt idx="1404">
                  <c:v>50.50074637</c:v>
                </c:pt>
                <c:pt idx="1405">
                  <c:v>50.5007460639</c:v>
                </c:pt>
                <c:pt idx="1406">
                  <c:v>50.5006136128</c:v>
                </c:pt>
                <c:pt idx="1407">
                  <c:v>50.5006072451</c:v>
                </c:pt>
                <c:pt idx="1408">
                  <c:v>50.5005625487</c:v>
                </c:pt>
                <c:pt idx="1409">
                  <c:v>50.5005866039</c:v>
                </c:pt>
                <c:pt idx="1410">
                  <c:v>50.5006814276</c:v>
                </c:pt>
                <c:pt idx="1411">
                  <c:v>50.5006865319</c:v>
                </c:pt>
                <c:pt idx="1412">
                  <c:v>50.500609484</c:v>
                </c:pt>
                <c:pt idx="1413">
                  <c:v>50.5006009878</c:v>
                </c:pt>
                <c:pt idx="1414">
                  <c:v>50.5004595197</c:v>
                </c:pt>
                <c:pt idx="1415">
                  <c:v>50.5004491241</c:v>
                </c:pt>
                <c:pt idx="1416">
                  <c:v>50.5004832094</c:v>
                </c:pt>
                <c:pt idx="1417">
                  <c:v>50.5004878001</c:v>
                </c:pt>
                <c:pt idx="1418">
                  <c:v>50.5005173363</c:v>
                </c:pt>
                <c:pt idx="1419">
                  <c:v>50.5005106453</c:v>
                </c:pt>
                <c:pt idx="1420">
                  <c:v>50.5003930263</c:v>
                </c:pt>
                <c:pt idx="1421">
                  <c:v>50.5003863869</c:v>
                </c:pt>
                <c:pt idx="1422">
                  <c:v>50.5003359691</c:v>
                </c:pt>
                <c:pt idx="1423">
                  <c:v>50.5003352257</c:v>
                </c:pt>
                <c:pt idx="1424">
                  <c:v>50.5003774013</c:v>
                </c:pt>
                <c:pt idx="1425">
                  <c:v>50.5003757545</c:v>
                </c:pt>
                <c:pt idx="1426">
                  <c:v>50.5003184164</c:v>
                </c:pt>
                <c:pt idx="1427">
                  <c:v>50.5003130043</c:v>
                </c:pt>
                <c:pt idx="1428">
                  <c:v>50.5002502002</c:v>
                </c:pt>
                <c:pt idx="1429">
                  <c:v>50.5002541241</c:v>
                </c:pt>
                <c:pt idx="1430">
                  <c:v>50.5002923438</c:v>
                </c:pt>
                <c:pt idx="1431">
                  <c:v>50.5003058973</c:v>
                </c:pt>
                <c:pt idx="1432">
                  <c:v>50.5002707612</c:v>
                </c:pt>
                <c:pt idx="1433">
                  <c:v>50.5002641989</c:v>
                </c:pt>
                <c:pt idx="1434">
                  <c:v>50.5001711551</c:v>
                </c:pt>
                <c:pt idx="1435">
                  <c:v>50.5001535661</c:v>
                </c:pt>
                <c:pt idx="1436">
                  <c:v>50.5002002198</c:v>
                </c:pt>
                <c:pt idx="1437">
                  <c:v>50.500204413</c:v>
                </c:pt>
                <c:pt idx="1438">
                  <c:v>50.5002624839</c:v>
                </c:pt>
                <c:pt idx="1439">
                  <c:v>50.5002462193</c:v>
                </c:pt>
                <c:pt idx="1440">
                  <c:v>50.5001348492</c:v>
                </c:pt>
                <c:pt idx="1441">
                  <c:v>50.500126502</c:v>
                </c:pt>
                <c:pt idx="1442">
                  <c:v>50.5000669958</c:v>
                </c:pt>
                <c:pt idx="1443">
                  <c:v>50.5000880411</c:v>
                </c:pt>
                <c:pt idx="1444">
                  <c:v>50.5001923966</c:v>
                </c:pt>
                <c:pt idx="1445">
                  <c:v>50.5002170131</c:v>
                </c:pt>
                <c:pt idx="1446">
                  <c:v>50.500181396</c:v>
                </c:pt>
                <c:pt idx="1447">
                  <c:v>50.5001726344</c:v>
                </c:pt>
                <c:pt idx="1448">
                  <c:v>50.5000409329</c:v>
                </c:pt>
                <c:pt idx="1449">
                  <c:v>50.5000135973</c:v>
                </c:pt>
                <c:pt idx="1450">
                  <c:v>50.5000632506</c:v>
                </c:pt>
                <c:pt idx="1451">
                  <c:v>50.5000703571</c:v>
                </c:pt>
                <c:pt idx="1452">
                  <c:v>50.5001535206</c:v>
                </c:pt>
                <c:pt idx="1453">
                  <c:v>50.5001522977</c:v>
                </c:pt>
                <c:pt idx="1454">
                  <c:v>50.5000488898</c:v>
                </c:pt>
                <c:pt idx="1455">
                  <c:v>50.5000404214</c:v>
                </c:pt>
                <c:pt idx="1456">
                  <c:v>50.4999426777</c:v>
                </c:pt>
                <c:pt idx="1457">
                  <c:v>50.4999429825</c:v>
                </c:pt>
                <c:pt idx="1458">
                  <c:v>50.4999831733</c:v>
                </c:pt>
                <c:pt idx="1459">
                  <c:v>50.4999930477</c:v>
                </c:pt>
                <c:pt idx="1460">
                  <c:v>50.4999500559</c:v>
                </c:pt>
                <c:pt idx="1461">
                  <c:v>50.4999422871</c:v>
                </c:pt>
                <c:pt idx="1462">
                  <c:v>50.4998139567</c:v>
                </c:pt>
                <c:pt idx="1463">
                  <c:v>50.4998074838</c:v>
                </c:pt>
                <c:pt idx="1464">
                  <c:v>50.4997781009</c:v>
                </c:pt>
                <c:pt idx="1465">
                  <c:v>50.4998004918</c:v>
                </c:pt>
                <c:pt idx="1466">
                  <c:v>50.4997806704</c:v>
                </c:pt>
                <c:pt idx="1467">
                  <c:v>50.4997778388</c:v>
                </c:pt>
                <c:pt idx="1468">
                  <c:v>50.4996746491</c:v>
                </c:pt>
                <c:pt idx="1469">
                  <c:v>50.499670446</c:v>
                </c:pt>
                <c:pt idx="1470">
                  <c:v>50.4996242657</c:v>
                </c:pt>
                <c:pt idx="1471">
                  <c:v>50.4996329415</c:v>
                </c:pt>
                <c:pt idx="1472">
                  <c:v>50.4996609462</c:v>
                </c:pt>
                <c:pt idx="1473">
                  <c:v>50.4996625646</c:v>
                </c:pt>
                <c:pt idx="1474">
                  <c:v>50.4995725272</c:v>
                </c:pt>
                <c:pt idx="1475">
                  <c:v>50.49956479</c:v>
                </c:pt>
                <c:pt idx="1476">
                  <c:v>50.4994764921</c:v>
                </c:pt>
                <c:pt idx="1477">
                  <c:v>50.4994687783</c:v>
                </c:pt>
                <c:pt idx="1478">
                  <c:v>50.4995289107</c:v>
                </c:pt>
                <c:pt idx="1479">
                  <c:v>50.4995631105</c:v>
                </c:pt>
                <c:pt idx="1480">
                  <c:v>50.4995240006</c:v>
                </c:pt>
                <c:pt idx="1481">
                  <c:v>50.4995191119</c:v>
                </c:pt>
                <c:pt idx="1482">
                  <c:v>50.4993757462</c:v>
                </c:pt>
                <c:pt idx="1483">
                  <c:v>50.4993725453</c:v>
                </c:pt>
                <c:pt idx="1484">
                  <c:v>50.4993373355</c:v>
                </c:pt>
                <c:pt idx="1485">
                  <c:v>50.4993763806</c:v>
                </c:pt>
                <c:pt idx="1486">
                  <c:v>50.4994751101</c:v>
                </c:pt>
                <c:pt idx="1487">
                  <c:v>50.4994784436</c:v>
                </c:pt>
                <c:pt idx="1488">
                  <c:v>50.4993898541</c:v>
                </c:pt>
                <c:pt idx="1489">
                  <c:v>50.4993806709</c:v>
                </c:pt>
                <c:pt idx="1490">
                  <c:v>50.4992685101</c:v>
                </c:pt>
                <c:pt idx="1491">
                  <c:v>50.4992599366</c:v>
                </c:pt>
                <c:pt idx="1492">
                  <c:v>50.4993421673</c:v>
                </c:pt>
                <c:pt idx="1493">
                  <c:v>50.4993487293</c:v>
                </c:pt>
                <c:pt idx="1494">
                  <c:v>50.4994059056</c:v>
                </c:pt>
                <c:pt idx="1495">
                  <c:v>50.4993955842</c:v>
                </c:pt>
                <c:pt idx="1496">
                  <c:v>50.4992900196</c:v>
                </c:pt>
                <c:pt idx="1497">
                  <c:v>50.4992860416</c:v>
                </c:pt>
                <c:pt idx="1498">
                  <c:v>50.4992462618</c:v>
                </c:pt>
                <c:pt idx="1499">
                  <c:v>50.4992749105</c:v>
                </c:pt>
                <c:pt idx="1500">
                  <c:v>50.4993649736</c:v>
                </c:pt>
                <c:pt idx="1501">
                  <c:v>50.4993648185</c:v>
                </c:pt>
                <c:pt idx="1502">
                  <c:v>50.4993348044</c:v>
                </c:pt>
                <c:pt idx="1503">
                  <c:v>50.4993301413</c:v>
                </c:pt>
                <c:pt idx="1504">
                  <c:v>50.4992806448</c:v>
                </c:pt>
                <c:pt idx="1505">
                  <c:v>50.4992788911</c:v>
                </c:pt>
                <c:pt idx="1506">
                  <c:v>50.4993450088</c:v>
                </c:pt>
                <c:pt idx="1507">
                  <c:v>50.4993491115</c:v>
                </c:pt>
                <c:pt idx="1508">
                  <c:v>50.4993806971</c:v>
                </c:pt>
                <c:pt idx="1509">
                  <c:v>50.4993674143</c:v>
                </c:pt>
                <c:pt idx="1510">
                  <c:v>50.4993193765</c:v>
                </c:pt>
                <c:pt idx="1511">
                  <c:v>50.4993225316</c:v>
                </c:pt>
                <c:pt idx="1512">
                  <c:v>50.499381004</c:v>
                </c:pt>
                <c:pt idx="1513">
                  <c:v>50.4993867167</c:v>
                </c:pt>
                <c:pt idx="1514">
                  <c:v>50.4994576098</c:v>
                </c:pt>
                <c:pt idx="1515">
                  <c:v>50.4994518859</c:v>
                </c:pt>
                <c:pt idx="1516">
                  <c:v>50.4993904779</c:v>
                </c:pt>
                <c:pt idx="1517">
                  <c:v>50.4993648553</c:v>
                </c:pt>
                <c:pt idx="1518">
                  <c:v>50.4993937783</c:v>
                </c:pt>
                <c:pt idx="1519">
                  <c:v>50.4993997714</c:v>
                </c:pt>
                <c:pt idx="1520">
                  <c:v>50.4995330243</c:v>
                </c:pt>
                <c:pt idx="1521">
                  <c:v>50.4995384864</c:v>
                </c:pt>
                <c:pt idx="1522">
                  <c:v>50.4995748254</c:v>
                </c:pt>
                <c:pt idx="1523">
                  <c:v>50.4995360795</c:v>
                </c:pt>
                <c:pt idx="1524">
                  <c:v>50.4994593042</c:v>
                </c:pt>
                <c:pt idx="1525">
                  <c:v>50.4994663203</c:v>
                </c:pt>
                <c:pt idx="1526">
                  <c:v>50.4995699165</c:v>
                </c:pt>
                <c:pt idx="1527">
                  <c:v>50.4995792318</c:v>
                </c:pt>
                <c:pt idx="1528">
                  <c:v>50.4997018281</c:v>
                </c:pt>
                <c:pt idx="1529">
                  <c:v>50.4996963985</c:v>
                </c:pt>
                <c:pt idx="1530">
                  <c:v>50.4996318307</c:v>
                </c:pt>
                <c:pt idx="1531">
                  <c:v>50.4996260268</c:v>
                </c:pt>
                <c:pt idx="1532">
                  <c:v>50.4996019954</c:v>
                </c:pt>
                <c:pt idx="1533">
                  <c:v>50.4996200152</c:v>
                </c:pt>
                <c:pt idx="1534">
                  <c:v>50.499768573</c:v>
                </c:pt>
                <c:pt idx="1535">
                  <c:v>50.4997766224</c:v>
                </c:pt>
                <c:pt idx="1536">
                  <c:v>50.4998237563</c:v>
                </c:pt>
                <c:pt idx="1537">
                  <c:v>50.4998237847</c:v>
                </c:pt>
                <c:pt idx="1538">
                  <c:v>50.499769271</c:v>
                </c:pt>
                <c:pt idx="1539">
                  <c:v>50.4997707722</c:v>
                </c:pt>
                <c:pt idx="1540">
                  <c:v>50.4998446968</c:v>
                </c:pt>
                <c:pt idx="1541">
                  <c:v>50.4998514613</c:v>
                </c:pt>
                <c:pt idx="1542">
                  <c:v>50.4999506133</c:v>
                </c:pt>
                <c:pt idx="1543">
                  <c:v>50.4999548622</c:v>
                </c:pt>
                <c:pt idx="1544">
                  <c:v>50.4999359499</c:v>
                </c:pt>
                <c:pt idx="1545">
                  <c:v>50.4999275397</c:v>
                </c:pt>
                <c:pt idx="1546">
                  <c:v>50.4999631095</c:v>
                </c:pt>
                <c:pt idx="1547">
                  <c:v>50.4999694601</c:v>
                </c:pt>
                <c:pt idx="1548">
                  <c:v>50.5000698408</c:v>
                </c:pt>
                <c:pt idx="1549">
                  <c:v>50.5000743068</c:v>
                </c:pt>
                <c:pt idx="1550">
                  <c:v>50.5000955611</c:v>
                </c:pt>
                <c:pt idx="1551">
                  <c:v>50.5000606262</c:v>
                </c:pt>
                <c:pt idx="1552">
                  <c:v>50.5000835693</c:v>
                </c:pt>
                <c:pt idx="1553">
                  <c:v>50.5000875887</c:v>
                </c:pt>
                <c:pt idx="1554">
                  <c:v>50.5002022151</c:v>
                </c:pt>
                <c:pt idx="1555">
                  <c:v>50.5002098833</c:v>
                </c:pt>
                <c:pt idx="1556">
                  <c:v>50.5002608646</c:v>
                </c:pt>
                <c:pt idx="1557">
                  <c:v>50.5002437696</c:v>
                </c:pt>
                <c:pt idx="1558">
                  <c:v>50.5001873182</c:v>
                </c:pt>
                <c:pt idx="1559">
                  <c:v>50.500178591</c:v>
                </c:pt>
                <c:pt idx="1560">
                  <c:v>50.5002631374</c:v>
                </c:pt>
                <c:pt idx="1561">
                  <c:v>50.5002725251</c:v>
                </c:pt>
                <c:pt idx="1562">
                  <c:v>50.5003996708</c:v>
                </c:pt>
                <c:pt idx="1563">
                  <c:v>50.5004200737</c:v>
                </c:pt>
                <c:pt idx="1564">
                  <c:v>50.5003574412</c:v>
                </c:pt>
                <c:pt idx="1565">
                  <c:v>50.5003524886</c:v>
                </c:pt>
                <c:pt idx="1566">
                  <c:v>50.5002980105</c:v>
                </c:pt>
                <c:pt idx="1567">
                  <c:v>50.5003219615</c:v>
                </c:pt>
                <c:pt idx="1568">
                  <c:v>50.5004609008</c:v>
                </c:pt>
                <c:pt idx="1569">
                  <c:v>50.5004690675</c:v>
                </c:pt>
                <c:pt idx="1570">
                  <c:v>50.5005410558</c:v>
                </c:pt>
                <c:pt idx="1571">
                  <c:v>50.5005189644</c:v>
                </c:pt>
                <c:pt idx="1572">
                  <c:v>50.5004297531</c:v>
                </c:pt>
                <c:pt idx="1573">
                  <c:v>50.5004178053</c:v>
                </c:pt>
                <c:pt idx="1574">
                  <c:v>50.5004612852</c:v>
                </c:pt>
                <c:pt idx="1575">
                  <c:v>50.5004692674</c:v>
                </c:pt>
                <c:pt idx="1576">
                  <c:v>50.5005901827</c:v>
                </c:pt>
                <c:pt idx="1577">
                  <c:v>50.5006110599</c:v>
                </c:pt>
                <c:pt idx="1578">
                  <c:v>50.5005695826</c:v>
                </c:pt>
                <c:pt idx="1579">
                  <c:v>50.5005647733</c:v>
                </c:pt>
                <c:pt idx="1580">
                  <c:v>50.5005158617</c:v>
                </c:pt>
                <c:pt idx="1581">
                  <c:v>50.5005191889</c:v>
                </c:pt>
                <c:pt idx="1582">
                  <c:v>50.5005974261</c:v>
                </c:pt>
                <c:pt idx="1583">
                  <c:v>50.5006009481</c:v>
                </c:pt>
                <c:pt idx="1584">
                  <c:v>50.5006422304</c:v>
                </c:pt>
                <c:pt idx="1585">
                  <c:v>50.5006240576</c:v>
                </c:pt>
                <c:pt idx="1586">
                  <c:v>50.5005682161</c:v>
                </c:pt>
                <c:pt idx="1587">
                  <c:v>50.5005648581</c:v>
                </c:pt>
                <c:pt idx="1588">
                  <c:v>50.5006039936</c:v>
                </c:pt>
                <c:pt idx="1589">
                  <c:v>50.5006086519</c:v>
                </c:pt>
                <c:pt idx="1590">
                  <c:v>50.5006537797</c:v>
                </c:pt>
                <c:pt idx="1591">
                  <c:v>50.5006556849</c:v>
                </c:pt>
                <c:pt idx="1592">
                  <c:v>50.5005861037</c:v>
                </c:pt>
                <c:pt idx="1593">
                  <c:v>50.5005828547</c:v>
                </c:pt>
                <c:pt idx="1594">
                  <c:v>50.5005536133</c:v>
                </c:pt>
                <c:pt idx="1595">
                  <c:v>50.5005813315</c:v>
                </c:pt>
                <c:pt idx="1596">
                  <c:v>50.5006631802</c:v>
                </c:pt>
                <c:pt idx="1597">
                  <c:v>50.5006624592</c:v>
                </c:pt>
                <c:pt idx="1598">
                  <c:v>50.5006077696</c:v>
                </c:pt>
                <c:pt idx="1599">
                  <c:v>50.5006006666</c:v>
                </c:pt>
                <c:pt idx="1600">
                  <c:v>50.5005008187</c:v>
                </c:pt>
                <c:pt idx="1601">
                  <c:v>50.5005019152</c:v>
                </c:pt>
                <c:pt idx="1602">
                  <c:v>50.5005787783</c:v>
                </c:pt>
                <c:pt idx="1603">
                  <c:v>50.5005855641</c:v>
                </c:pt>
                <c:pt idx="1604">
                  <c:v>50.50063318</c:v>
                </c:pt>
                <c:pt idx="1605">
                  <c:v>50.5006333959</c:v>
                </c:pt>
                <c:pt idx="1606">
                  <c:v>50.5004963999</c:v>
                </c:pt>
                <c:pt idx="1607">
                  <c:v>50.5004892756</c:v>
                </c:pt>
                <c:pt idx="1608">
                  <c:v>50.5004315979</c:v>
                </c:pt>
                <c:pt idx="1609">
                  <c:v>50.5004473712</c:v>
                </c:pt>
                <c:pt idx="1610">
                  <c:v>50.5005448001</c:v>
                </c:pt>
                <c:pt idx="1611">
                  <c:v>50.5005585212</c:v>
                </c:pt>
                <c:pt idx="1612">
                  <c:v>50.5004981542</c:v>
                </c:pt>
                <c:pt idx="1613">
                  <c:v>50.5004906084</c:v>
                </c:pt>
                <c:pt idx="1614">
                  <c:v>50.5003547742</c:v>
                </c:pt>
                <c:pt idx="1615">
                  <c:v>50.5003493186</c:v>
                </c:pt>
                <c:pt idx="1616">
                  <c:v>50.5003827739</c:v>
                </c:pt>
                <c:pt idx="1617">
                  <c:v>50.5003879273</c:v>
                </c:pt>
                <c:pt idx="1618">
                  <c:v>50.5004329292</c:v>
                </c:pt>
                <c:pt idx="1619">
                  <c:v>50.5004332309</c:v>
                </c:pt>
                <c:pt idx="1620">
                  <c:v>50.500318393</c:v>
                </c:pt>
                <c:pt idx="1621">
                  <c:v>50.5003115515</c:v>
                </c:pt>
                <c:pt idx="1622">
                  <c:v>50.5002500367</c:v>
                </c:pt>
                <c:pt idx="1623">
                  <c:v>50.5002478435</c:v>
                </c:pt>
                <c:pt idx="1624">
                  <c:v>50.5002871006</c:v>
                </c:pt>
                <c:pt idx="1625">
                  <c:v>50.5002850709</c:v>
                </c:pt>
                <c:pt idx="1626">
                  <c:v>50.5002254359</c:v>
                </c:pt>
                <c:pt idx="1627">
                  <c:v>50.5002193938</c:v>
                </c:pt>
                <c:pt idx="1628">
                  <c:v>50.5001336453</c:v>
                </c:pt>
                <c:pt idx="1629">
                  <c:v>50.5001340003</c:v>
                </c:pt>
                <c:pt idx="1630">
                  <c:v>50.5001530512</c:v>
                </c:pt>
                <c:pt idx="1631">
                  <c:v>50.5001651669</c:v>
                </c:pt>
                <c:pt idx="1632">
                  <c:v>50.5001292018</c:v>
                </c:pt>
                <c:pt idx="1633">
                  <c:v>50.50012164</c:v>
                </c:pt>
                <c:pt idx="1634">
                  <c:v>50.5000035829</c:v>
                </c:pt>
                <c:pt idx="1635">
                  <c:v>50.4999990728</c:v>
                </c:pt>
                <c:pt idx="1636">
                  <c:v>50.4999720124</c:v>
                </c:pt>
                <c:pt idx="1637">
                  <c:v>50.4999975295</c:v>
                </c:pt>
                <c:pt idx="1638">
                  <c:v>50.5000431728</c:v>
                </c:pt>
                <c:pt idx="1639">
                  <c:v>50.5000255115</c:v>
                </c:pt>
                <c:pt idx="1640">
                  <c:v>50.499901781</c:v>
                </c:pt>
                <c:pt idx="1641">
                  <c:v>50.4998923001</c:v>
                </c:pt>
                <c:pt idx="1642">
                  <c:v>50.4998001914</c:v>
                </c:pt>
                <c:pt idx="1643">
                  <c:v>50.4998091821</c:v>
                </c:pt>
                <c:pt idx="1644">
                  <c:v>50.4998812353</c:v>
                </c:pt>
                <c:pt idx="1645">
                  <c:v>50.4999052464</c:v>
                </c:pt>
                <c:pt idx="1646">
                  <c:v>50.4998629504</c:v>
                </c:pt>
                <c:pt idx="1647">
                  <c:v>50.4998529713</c:v>
                </c:pt>
                <c:pt idx="1648">
                  <c:v>50.4996933882</c:v>
                </c:pt>
                <c:pt idx="1649">
                  <c:v>50.4996863122</c:v>
                </c:pt>
                <c:pt idx="1650">
                  <c:v>50.4996501909</c:v>
                </c:pt>
                <c:pt idx="1651">
                  <c:v>50.4996775517</c:v>
                </c:pt>
                <c:pt idx="1652">
                  <c:v>50.4997523573</c:v>
                </c:pt>
                <c:pt idx="1653">
                  <c:v>50.4997482244</c:v>
                </c:pt>
                <c:pt idx="1654">
                  <c:v>50.4996484144</c:v>
                </c:pt>
                <c:pt idx="1655">
                  <c:v>50.499639849</c:v>
                </c:pt>
                <c:pt idx="1656">
                  <c:v>50.4995365193</c:v>
                </c:pt>
                <c:pt idx="1657">
                  <c:v>50.4995390376</c:v>
                </c:pt>
                <c:pt idx="1658">
                  <c:v>50.4995904297</c:v>
                </c:pt>
                <c:pt idx="1659">
                  <c:v>50.4996083749</c:v>
                </c:pt>
                <c:pt idx="1660">
                  <c:v>50.4995931215</c:v>
                </c:pt>
                <c:pt idx="1661">
                  <c:v>50.4995866105</c:v>
                </c:pt>
                <c:pt idx="1662">
                  <c:v>50.4994787682</c:v>
                </c:pt>
                <c:pt idx="1663">
                  <c:v>50.4994734432</c:v>
                </c:pt>
                <c:pt idx="1664">
                  <c:v>50.4994509352</c:v>
                </c:pt>
                <c:pt idx="1665">
                  <c:v>50.4994642208</c:v>
                </c:pt>
                <c:pt idx="1666">
                  <c:v>50.4995029817</c:v>
                </c:pt>
                <c:pt idx="1667">
                  <c:v>50.4994940986</c:v>
                </c:pt>
                <c:pt idx="1668">
                  <c:v>50.4994185011</c:v>
                </c:pt>
                <c:pt idx="1669">
                  <c:v>50.499412866</c:v>
                </c:pt>
                <c:pt idx="1670">
                  <c:v>50.4993750142</c:v>
                </c:pt>
                <c:pt idx="1671">
                  <c:v>50.4993887025</c:v>
                </c:pt>
                <c:pt idx="1672">
                  <c:v>50.4994413112</c:v>
                </c:pt>
                <c:pt idx="1673">
                  <c:v>50.4994491626</c:v>
                </c:pt>
                <c:pt idx="1674">
                  <c:v>50.4993924355</c:v>
                </c:pt>
                <c:pt idx="1675">
                  <c:v>50.4993859817</c:v>
                </c:pt>
                <c:pt idx="1676">
                  <c:v>50.4993124922</c:v>
                </c:pt>
                <c:pt idx="1677">
                  <c:v>50.4993059147</c:v>
                </c:pt>
                <c:pt idx="1678">
                  <c:v>50.4993789447</c:v>
                </c:pt>
                <c:pt idx="1679">
                  <c:v>50.4993837534</c:v>
                </c:pt>
                <c:pt idx="1680">
                  <c:v>50.4994345057</c:v>
                </c:pt>
                <c:pt idx="1681">
                  <c:v>50.4994094094</c:v>
                </c:pt>
                <c:pt idx="1682">
                  <c:v>50.4992928408</c:v>
                </c:pt>
                <c:pt idx="1683">
                  <c:v>50.4992642658</c:v>
                </c:pt>
                <c:pt idx="1684">
                  <c:v>50.4992989678</c:v>
                </c:pt>
                <c:pt idx="1685">
                  <c:v>50.4993052198</c:v>
                </c:pt>
                <c:pt idx="1686">
                  <c:v>50.499425877</c:v>
                </c:pt>
                <c:pt idx="1687">
                  <c:v>50.4994328374</c:v>
                </c:pt>
                <c:pt idx="1688">
                  <c:v>50.4994375423</c:v>
                </c:pt>
                <c:pt idx="1689">
                  <c:v>50.4994359058</c:v>
                </c:pt>
                <c:pt idx="1690">
                  <c:v>50.4994342693</c:v>
                </c:pt>
                <c:pt idx="1691">
                  <c:v>50.4994326328</c:v>
                </c:pt>
                <c:pt idx="1692">
                  <c:v>50.4993849671</c:v>
                </c:pt>
                <c:pt idx="1693">
                  <c:v>50.4993772346</c:v>
                </c:pt>
                <c:pt idx="1694">
                  <c:v>50.4992833596</c:v>
                </c:pt>
                <c:pt idx="1695">
                  <c:v>50.4992739492</c:v>
                </c:pt>
                <c:pt idx="1696">
                  <c:v>50.4993673527</c:v>
                </c:pt>
                <c:pt idx="1697">
                  <c:v>50.4993751857</c:v>
                </c:pt>
                <c:pt idx="1698">
                  <c:v>50.4994544777</c:v>
                </c:pt>
                <c:pt idx="1699">
                  <c:v>50.4994559313</c:v>
                </c:pt>
                <c:pt idx="1700">
                  <c:v>50.4993748022</c:v>
                </c:pt>
                <c:pt idx="1701">
                  <c:v>50.4993718977</c:v>
                </c:pt>
                <c:pt idx="1702">
                  <c:v>50.4993399487</c:v>
                </c:pt>
                <c:pt idx="1703">
                  <c:v>50.4993740395</c:v>
                </c:pt>
                <c:pt idx="1704">
                  <c:v>50.4994852956</c:v>
                </c:pt>
                <c:pt idx="1705">
                  <c:v>50.4995043101</c:v>
                </c:pt>
                <c:pt idx="1706">
                  <c:v>50.4994855678</c:v>
                </c:pt>
                <c:pt idx="1707">
                  <c:v>50.4994818193</c:v>
                </c:pt>
                <c:pt idx="1708">
                  <c:v>50.4994446408</c:v>
                </c:pt>
                <c:pt idx="1709">
                  <c:v>50.4994427308</c:v>
                </c:pt>
                <c:pt idx="1710">
                  <c:v>50.4995224301</c:v>
                </c:pt>
                <c:pt idx="1711">
                  <c:v>50.4995277908</c:v>
                </c:pt>
                <c:pt idx="1712">
                  <c:v>50.4995747341</c:v>
                </c:pt>
                <c:pt idx="1713">
                  <c:v>50.4995741005</c:v>
                </c:pt>
                <c:pt idx="1714">
                  <c:v>50.4995369747</c:v>
                </c:pt>
                <c:pt idx="1715">
                  <c:v>50.4995405482</c:v>
                </c:pt>
                <c:pt idx="1716">
                  <c:v>50.4996041424</c:v>
                </c:pt>
                <c:pt idx="1717">
                  <c:v>50.4996105407</c:v>
                </c:pt>
                <c:pt idx="1718">
                  <c:v>50.4997051445</c:v>
                </c:pt>
                <c:pt idx="1719">
                  <c:v>50.4997033656</c:v>
                </c:pt>
                <c:pt idx="1720">
                  <c:v>50.4996594956</c:v>
                </c:pt>
                <c:pt idx="1721">
                  <c:v>50.4996332914</c:v>
                </c:pt>
                <c:pt idx="1722">
                  <c:v>50.4996616973</c:v>
                </c:pt>
                <c:pt idx="1723">
                  <c:v>50.4996641522</c:v>
                </c:pt>
                <c:pt idx="1724">
                  <c:v>50.4998052517</c:v>
                </c:pt>
                <c:pt idx="1725">
                  <c:v>50.4998114867</c:v>
                </c:pt>
                <c:pt idx="1726">
                  <c:v>50.4998594224</c:v>
                </c:pt>
                <c:pt idx="1727">
                  <c:v>50.4998334981</c:v>
                </c:pt>
                <c:pt idx="1728">
                  <c:v>50.4997602649</c:v>
                </c:pt>
                <c:pt idx="1729">
                  <c:v>50.4997655811</c:v>
                </c:pt>
                <c:pt idx="1730">
                  <c:v>50.4998610601</c:v>
                </c:pt>
                <c:pt idx="1731">
                  <c:v>50.499870357</c:v>
                </c:pt>
                <c:pt idx="1732">
                  <c:v>50.5000073334</c:v>
                </c:pt>
                <c:pt idx="1733">
                  <c:v>50.500004741</c:v>
                </c:pt>
                <c:pt idx="1734">
                  <c:v>50.499950837</c:v>
                </c:pt>
                <c:pt idx="1735">
                  <c:v>50.4999451846</c:v>
                </c:pt>
                <c:pt idx="1736">
                  <c:v>50.4999160351</c:v>
                </c:pt>
                <c:pt idx="1737">
                  <c:v>50.4999233298</c:v>
                </c:pt>
                <c:pt idx="1738">
                  <c:v>50.5000704994</c:v>
                </c:pt>
                <c:pt idx="1739">
                  <c:v>50.5000786452</c:v>
                </c:pt>
                <c:pt idx="1740">
                  <c:v>50.5001356211</c:v>
                </c:pt>
                <c:pt idx="1741">
                  <c:v>50.5001358696</c:v>
                </c:pt>
                <c:pt idx="1742">
                  <c:v>50.5000771176</c:v>
                </c:pt>
                <c:pt idx="1743">
                  <c:v>50.5000758361</c:v>
                </c:pt>
                <c:pt idx="1744">
                  <c:v>50.5001378978</c:v>
                </c:pt>
                <c:pt idx="1745">
                  <c:v>50.5001443624</c:v>
                </c:pt>
                <c:pt idx="1746">
                  <c:v>50.5002484633</c:v>
                </c:pt>
                <c:pt idx="1747">
                  <c:v>50.5002512894</c:v>
                </c:pt>
                <c:pt idx="1748">
                  <c:v>50.5002290707</c:v>
                </c:pt>
                <c:pt idx="1749">
                  <c:v>50.5002151839</c:v>
                </c:pt>
                <c:pt idx="1750">
                  <c:v>50.5002332376</c:v>
                </c:pt>
                <c:pt idx="1751">
                  <c:v>50.5002390851</c:v>
                </c:pt>
                <c:pt idx="1752">
                  <c:v>50.5003349599</c:v>
                </c:pt>
                <c:pt idx="1753">
                  <c:v>50.5003393421</c:v>
                </c:pt>
                <c:pt idx="1754">
                  <c:v>50.5003644648</c:v>
                </c:pt>
                <c:pt idx="1755">
                  <c:v>50.5003455078</c:v>
                </c:pt>
                <c:pt idx="1756">
                  <c:v>50.5003135476</c:v>
                </c:pt>
                <c:pt idx="1757">
                  <c:v>50.5003294648</c:v>
                </c:pt>
                <c:pt idx="1758">
                  <c:v>50.500423068</c:v>
                </c:pt>
                <c:pt idx="1759">
                  <c:v>50.5004299233</c:v>
                </c:pt>
                <c:pt idx="1760">
                  <c:v>50.5004840398</c:v>
                </c:pt>
                <c:pt idx="1761">
                  <c:v>50.5004690181</c:v>
                </c:pt>
                <c:pt idx="1762">
                  <c:v>50.5003997148</c:v>
                </c:pt>
                <c:pt idx="1763">
                  <c:v>50.5003839344</c:v>
                </c:pt>
                <c:pt idx="1764">
                  <c:v>50.5004386058</c:v>
                </c:pt>
                <c:pt idx="1765">
                  <c:v>50.5004468814</c:v>
                </c:pt>
                <c:pt idx="1766">
                  <c:v>50.5005635688</c:v>
                </c:pt>
                <c:pt idx="1767">
                  <c:v>50.5005853607</c:v>
                </c:pt>
                <c:pt idx="1768">
                  <c:v>50.5005218151</c:v>
                </c:pt>
                <c:pt idx="1769">
                  <c:v>50.5005158314</c:v>
                </c:pt>
                <c:pt idx="1770">
                  <c:v>50.5004438546</c:v>
                </c:pt>
                <c:pt idx="1771">
                  <c:v>50.5004547178</c:v>
                </c:pt>
                <c:pt idx="1772">
                  <c:v>50.5005634713</c:v>
                </c:pt>
                <c:pt idx="1773">
                  <c:v>50.5005718676</c:v>
                </c:pt>
                <c:pt idx="1774">
                  <c:v>50.5006413572</c:v>
                </c:pt>
                <c:pt idx="1775">
                  <c:v>50.50061959</c:v>
                </c:pt>
                <c:pt idx="1776">
                  <c:v>50.5005160658</c:v>
                </c:pt>
                <c:pt idx="1777">
                  <c:v>50.5005091913</c:v>
                </c:pt>
                <c:pt idx="1778">
                  <c:v>50.5004917698</c:v>
                </c:pt>
                <c:pt idx="1779">
                  <c:v>50.5005159164</c:v>
                </c:pt>
                <c:pt idx="1780">
                  <c:v>50.500620565</c:v>
                </c:pt>
                <c:pt idx="1781">
                  <c:v>50.5006427391</c:v>
                </c:pt>
                <c:pt idx="1782">
                  <c:v>50.5005935264</c:v>
                </c:pt>
                <c:pt idx="1783">
                  <c:v>50.5005874787</c:v>
                </c:pt>
                <c:pt idx="1784">
                  <c:v>50.5005133189</c:v>
                </c:pt>
                <c:pt idx="1785">
                  <c:v>50.500507767</c:v>
                </c:pt>
                <c:pt idx="1786">
                  <c:v>50.5005655884</c:v>
                </c:pt>
                <c:pt idx="1787">
                  <c:v>50.5005695377</c:v>
                </c:pt>
                <c:pt idx="1788">
                  <c:v>50.5006048481</c:v>
                </c:pt>
                <c:pt idx="1789">
                  <c:v>50.5005838592</c:v>
                </c:pt>
                <c:pt idx="1790">
                  <c:v>50.5005075272</c:v>
                </c:pt>
                <c:pt idx="1791">
                  <c:v>50.5004970232</c:v>
                </c:pt>
                <c:pt idx="1792">
                  <c:v>50.5005106173</c:v>
                </c:pt>
                <c:pt idx="1793">
                  <c:v>50.500514326</c:v>
                </c:pt>
                <c:pt idx="1794">
                  <c:v>50.5005501221</c:v>
                </c:pt>
                <c:pt idx="1795">
                  <c:v>50.5005513311</c:v>
                </c:pt>
                <c:pt idx="1796">
                  <c:v>50.5004721994</c:v>
                </c:pt>
                <c:pt idx="1797">
                  <c:v>50.5004676374</c:v>
                </c:pt>
                <c:pt idx="1798">
                  <c:v>50.5004220174</c:v>
                </c:pt>
                <c:pt idx="1799">
                  <c:v>50.500434151</c:v>
                </c:pt>
                <c:pt idx="1800">
                  <c:v>50.5005003346</c:v>
                </c:pt>
                <c:pt idx="1801">
                  <c:v>50.5004996128</c:v>
                </c:pt>
                <c:pt idx="1802">
                  <c:v>50.5004443213</c:v>
                </c:pt>
                <c:pt idx="1803">
                  <c:v>50.5004367313</c:v>
                </c:pt>
                <c:pt idx="1804">
                  <c:v>50.5003189096</c:v>
                </c:pt>
                <c:pt idx="1805">
                  <c:v>50.5003128278</c:v>
                </c:pt>
                <c:pt idx="1806">
                  <c:v>50.5003627359</c:v>
                </c:pt>
                <c:pt idx="1807">
                  <c:v>50.5003686208</c:v>
                </c:pt>
                <c:pt idx="1808">
                  <c:v>50.5004135834</c:v>
                </c:pt>
                <c:pt idx="1809">
                  <c:v>50.5004125119</c:v>
                </c:pt>
                <c:pt idx="1810">
                  <c:v>50.500275944</c:v>
                </c:pt>
                <c:pt idx="1811">
                  <c:v>50.5002680659</c:v>
                </c:pt>
                <c:pt idx="1812">
                  <c:v>50.5001956392</c:v>
                </c:pt>
                <c:pt idx="1813">
                  <c:v>50.5002009952</c:v>
                </c:pt>
                <c:pt idx="1814">
                  <c:v>50.5002855091</c:v>
                </c:pt>
                <c:pt idx="1815">
                  <c:v>50.5002977154</c:v>
                </c:pt>
                <c:pt idx="1816">
                  <c:v>50.5002432859</c:v>
                </c:pt>
                <c:pt idx="1817">
                  <c:v>50.5002355369</c:v>
                </c:pt>
                <c:pt idx="1818">
                  <c:v>50.5000872099</c:v>
                </c:pt>
                <c:pt idx="1819">
                  <c:v>50.5000717005</c:v>
                </c:pt>
                <c:pt idx="1820">
                  <c:v>50.5000977652</c:v>
                </c:pt>
                <c:pt idx="1821">
                  <c:v>50.5001025545</c:v>
                </c:pt>
                <c:pt idx="1822">
                  <c:v>50.5001482985</c:v>
                </c:pt>
                <c:pt idx="1823">
                  <c:v>50.5001496851</c:v>
                </c:pt>
                <c:pt idx="1824">
                  <c:v>50.5000387182</c:v>
                </c:pt>
                <c:pt idx="1825">
                  <c:v>50.5000315371</c:v>
                </c:pt>
                <c:pt idx="1826">
                  <c:v>50.4999587432</c:v>
                </c:pt>
                <c:pt idx="1827">
                  <c:v>50.499954597</c:v>
                </c:pt>
                <c:pt idx="1828">
                  <c:v>50.4999943548</c:v>
                </c:pt>
                <c:pt idx="1829">
                  <c:v>50.4999936351</c:v>
                </c:pt>
                <c:pt idx="1830">
                  <c:v>50.4999426482</c:v>
                </c:pt>
                <c:pt idx="1831">
                  <c:v>50.4999366702</c:v>
                </c:pt>
                <c:pt idx="1832">
                  <c:v>50.4998420889</c:v>
                </c:pt>
                <c:pt idx="1833">
                  <c:v>50.4998421579</c:v>
                </c:pt>
                <c:pt idx="1834">
                  <c:v>50.499860082</c:v>
                </c:pt>
                <c:pt idx="1835">
                  <c:v>50.4998769065</c:v>
                </c:pt>
                <c:pt idx="1836">
                  <c:v>50.4998518965</c:v>
                </c:pt>
                <c:pt idx="1837">
                  <c:v>50.499849167</c:v>
                </c:pt>
                <c:pt idx="1838">
                  <c:v>50.4997327833</c:v>
                </c:pt>
                <c:pt idx="1839">
                  <c:v>50.4997282399</c:v>
                </c:pt>
                <c:pt idx="1840">
                  <c:v>50.4996964365</c:v>
                </c:pt>
                <c:pt idx="1841">
                  <c:v>50.4997199132</c:v>
                </c:pt>
                <c:pt idx="1842">
                  <c:v>50.499774428</c:v>
                </c:pt>
                <c:pt idx="1843">
                  <c:v>50.4997639035</c:v>
                </c:pt>
                <c:pt idx="1844">
                  <c:v>50.4996606817</c:v>
                </c:pt>
                <c:pt idx="1845">
                  <c:v>50.499651925</c:v>
                </c:pt>
                <c:pt idx="1846">
                  <c:v>50.4995563829</c:v>
                </c:pt>
                <c:pt idx="1847">
                  <c:v>50.4995632112</c:v>
                </c:pt>
                <c:pt idx="1848">
                  <c:v>50.4996393725</c:v>
                </c:pt>
                <c:pt idx="1849">
                  <c:v>50.4996452268</c:v>
                </c:pt>
                <c:pt idx="1850">
                  <c:v>50.4996722128</c:v>
                </c:pt>
                <c:pt idx="1851">
                  <c:v>50.4996437189</c:v>
                </c:pt>
                <c:pt idx="1852">
                  <c:v>50.4994962778</c:v>
                </c:pt>
                <c:pt idx="1853">
                  <c:v>50.4994898228</c:v>
                </c:pt>
                <c:pt idx="1854">
                  <c:v>50.4994509533</c:v>
                </c:pt>
                <c:pt idx="1855">
                  <c:v>50.4994803484</c:v>
                </c:pt>
                <c:pt idx="1856">
                  <c:v>50.4995705651</c:v>
                </c:pt>
                <c:pt idx="1857">
                  <c:v>50.4995731734</c:v>
                </c:pt>
                <c:pt idx="1858">
                  <c:v>50.4994968907</c:v>
                </c:pt>
                <c:pt idx="1859">
                  <c:v>50.4994893128</c:v>
                </c:pt>
                <c:pt idx="1860">
                  <c:v>50.4993907887</c:v>
                </c:pt>
                <c:pt idx="1861">
                  <c:v>50.4993950608</c:v>
                </c:pt>
                <c:pt idx="1862">
                  <c:v>50.4994580927</c:v>
                </c:pt>
                <c:pt idx="1863">
                  <c:v>50.4994639164</c:v>
                </c:pt>
                <c:pt idx="1864">
                  <c:v>50.4994977146</c:v>
                </c:pt>
                <c:pt idx="1865">
                  <c:v>50.4994865875</c:v>
                </c:pt>
                <c:pt idx="1866">
                  <c:v>50.4993937663</c:v>
                </c:pt>
                <c:pt idx="1867">
                  <c:v>50.4993892646</c:v>
                </c:pt>
                <c:pt idx="1868">
                  <c:v>50.4993665044</c:v>
                </c:pt>
                <c:pt idx="1869">
                  <c:v>50.4993889699</c:v>
                </c:pt>
                <c:pt idx="1870">
                  <c:v>50.4994469992</c:v>
                </c:pt>
                <c:pt idx="1871">
                  <c:v>50.4994470335</c:v>
                </c:pt>
                <c:pt idx="1872">
                  <c:v>50.4993953149</c:v>
                </c:pt>
                <c:pt idx="1873">
                  <c:v>50.499390651</c:v>
                </c:pt>
                <c:pt idx="1874">
                  <c:v>50.4993577699</c:v>
                </c:pt>
                <c:pt idx="1875">
                  <c:v>50.4993733755</c:v>
                </c:pt>
                <c:pt idx="1876">
                  <c:v>50.4994453168</c:v>
                </c:pt>
                <c:pt idx="1877">
                  <c:v>50.4994615051</c:v>
                </c:pt>
                <c:pt idx="1878">
                  <c:v>50.4994316522</c:v>
                </c:pt>
                <c:pt idx="1879">
                  <c:v>50.4994262404</c:v>
                </c:pt>
                <c:pt idx="1880">
                  <c:v>50.4993637749</c:v>
                </c:pt>
                <c:pt idx="1881">
                  <c:v>50.4993588866</c:v>
                </c:pt>
                <c:pt idx="1882">
                  <c:v>50.4994376543</c:v>
                </c:pt>
                <c:pt idx="1883">
                  <c:v>50.4994436355</c:v>
                </c:pt>
                <c:pt idx="1884">
                  <c:v>50.4995132729</c:v>
                </c:pt>
                <c:pt idx="1885">
                  <c:v>50.4995011624</c:v>
                </c:pt>
                <c:pt idx="1886">
                  <c:v>50.4994107743</c:v>
                </c:pt>
                <c:pt idx="1887">
                  <c:v>50.49938447</c:v>
                </c:pt>
                <c:pt idx="1888">
                  <c:v>50.4994160978</c:v>
                </c:pt>
                <c:pt idx="1889">
                  <c:v>50.4994229691</c:v>
                </c:pt>
                <c:pt idx="1890">
                  <c:v>50.4995576402</c:v>
                </c:pt>
                <c:pt idx="1891">
                  <c:v>50.4995791495</c:v>
                </c:pt>
                <c:pt idx="1892">
                  <c:v>50.4995529975</c:v>
                </c:pt>
                <c:pt idx="1893">
                  <c:v>50.4995462725</c:v>
                </c:pt>
                <c:pt idx="1894">
                  <c:v>50.4994630987</c:v>
                </c:pt>
                <c:pt idx="1895">
                  <c:v>50.4994532857</c:v>
                </c:pt>
                <c:pt idx="1896">
                  <c:v>50.4995482453</c:v>
                </c:pt>
                <c:pt idx="1897">
                  <c:v>50.4995568919</c:v>
                </c:pt>
                <c:pt idx="1898">
                  <c:v>50.4996591759</c:v>
                </c:pt>
                <c:pt idx="1899">
                  <c:v>50.4996665762</c:v>
                </c:pt>
                <c:pt idx="1900">
                  <c:v>50.4995985292</c:v>
                </c:pt>
                <c:pt idx="1901">
                  <c:v>50.4995957645</c:v>
                </c:pt>
                <c:pt idx="1902">
                  <c:v>50.4995674264</c:v>
                </c:pt>
                <c:pt idx="1903">
                  <c:v>50.4996008998</c:v>
                </c:pt>
                <c:pt idx="1904">
                  <c:v>50.499722013</c:v>
                </c:pt>
                <c:pt idx="1905">
                  <c:v>50.4997296438</c:v>
                </c:pt>
                <c:pt idx="1906">
                  <c:v>50.4997585996</c:v>
                </c:pt>
                <c:pt idx="1907">
                  <c:v>50.4997417898</c:v>
                </c:pt>
                <c:pt idx="1908">
                  <c:v>50.4997071322</c:v>
                </c:pt>
                <c:pt idx="1909">
                  <c:v>50.4997049196</c:v>
                </c:pt>
                <c:pt idx="1910">
                  <c:v>50.4997861851</c:v>
                </c:pt>
                <c:pt idx="1911">
                  <c:v>50.4997922387</c:v>
                </c:pt>
                <c:pt idx="1912">
                  <c:v>50.4998557565</c:v>
                </c:pt>
                <c:pt idx="1913">
                  <c:v>50.499858322</c:v>
                </c:pt>
                <c:pt idx="1914">
                  <c:v>50.4998228805</c:v>
                </c:pt>
                <c:pt idx="1915">
                  <c:v>50.4998247664</c:v>
                </c:pt>
                <c:pt idx="1916">
                  <c:v>50.4998818707</c:v>
                </c:pt>
                <c:pt idx="1917">
                  <c:v>50.4998883297</c:v>
                </c:pt>
                <c:pt idx="1918">
                  <c:v>50.4999927083</c:v>
                </c:pt>
                <c:pt idx="1919">
                  <c:v>50.4999965748</c:v>
                </c:pt>
                <c:pt idx="1920">
                  <c:v>50.499961045</c:v>
                </c:pt>
                <c:pt idx="1921">
                  <c:v>50.4999572405</c:v>
                </c:pt>
                <c:pt idx="1922">
                  <c:v>50.4999306092</c:v>
                </c:pt>
                <c:pt idx="1923">
                  <c:v>50.4999534124</c:v>
                </c:pt>
                <c:pt idx="1924">
                  <c:v>50.5000865876</c:v>
                </c:pt>
                <c:pt idx="1925">
                  <c:v>50.500093031</c:v>
                </c:pt>
                <c:pt idx="1926">
                  <c:v>50.5001490283</c:v>
                </c:pt>
                <c:pt idx="1927">
                  <c:v>50.5001287977</c:v>
                </c:pt>
                <c:pt idx="1928">
                  <c:v>50.50005185</c:v>
                </c:pt>
                <c:pt idx="1929">
                  <c:v>50.5000538468</c:v>
                </c:pt>
                <c:pt idx="1930">
                  <c:v>50.5001306344</c:v>
                </c:pt>
                <c:pt idx="1931">
                  <c:v>50.5001393398</c:v>
                </c:pt>
                <c:pt idx="1932">
                  <c:v>50.5002809728</c:v>
                </c:pt>
                <c:pt idx="1933">
                  <c:v>50.500279696</c:v>
                </c:pt>
                <c:pt idx="1934">
                  <c:v>50.5002280314</c:v>
                </c:pt>
                <c:pt idx="1935">
                  <c:v>50.5002219963</c:v>
                </c:pt>
                <c:pt idx="1936">
                  <c:v>50.5001781989</c:v>
                </c:pt>
                <c:pt idx="1937">
                  <c:v>50.5001776459</c:v>
                </c:pt>
                <c:pt idx="1938">
                  <c:v>50.5003107446</c:v>
                </c:pt>
                <c:pt idx="1939">
                  <c:v>50.5003185417</c:v>
                </c:pt>
                <c:pt idx="1940">
                  <c:v>50.5003791475</c:v>
                </c:pt>
                <c:pt idx="1941">
                  <c:v>50.500377487</c:v>
                </c:pt>
                <c:pt idx="1942">
                  <c:v>50.5003068273</c:v>
                </c:pt>
                <c:pt idx="1943">
                  <c:v>50.5002962554</c:v>
                </c:pt>
                <c:pt idx="1944">
                  <c:v>50.5003450195</c:v>
                </c:pt>
                <c:pt idx="1945">
                  <c:v>50.500350724</c:v>
                </c:pt>
                <c:pt idx="1946">
                  <c:v>50.5004524031</c:v>
                </c:pt>
                <c:pt idx="1947">
                  <c:v>50.5004519146</c:v>
                </c:pt>
                <c:pt idx="1948">
                  <c:v>50.500422696</c:v>
                </c:pt>
                <c:pt idx="1949">
                  <c:v>50.5004189135</c:v>
                </c:pt>
                <c:pt idx="1950">
                  <c:v>50.5003988196</c:v>
                </c:pt>
                <c:pt idx="1951">
                  <c:v>50.5004018634</c:v>
                </c:pt>
                <c:pt idx="1952">
                  <c:v>50.5004862638</c:v>
                </c:pt>
                <c:pt idx="1953">
                  <c:v>50.5004902545</c:v>
                </c:pt>
                <c:pt idx="1954">
                  <c:v>50.5005169297</c:v>
                </c:pt>
                <c:pt idx="1955">
                  <c:v>50.5004930811</c:v>
                </c:pt>
                <c:pt idx="1956">
                  <c:v>50.5004435219</c:v>
                </c:pt>
                <c:pt idx="1957">
                  <c:v>50.5004494245</c:v>
                </c:pt>
                <c:pt idx="1958">
                  <c:v>50.5005165478</c:v>
                </c:pt>
                <c:pt idx="1959">
                  <c:v>50.5005223347</c:v>
                </c:pt>
                <c:pt idx="1960">
                  <c:v>50.5005747018</c:v>
                </c:pt>
                <c:pt idx="1961">
                  <c:v>50.5005620132</c:v>
                </c:pt>
                <c:pt idx="1962">
                  <c:v>50.5004786744</c:v>
                </c:pt>
                <c:pt idx="1963">
                  <c:v>50.5004530242</c:v>
                </c:pt>
                <c:pt idx="1964">
                  <c:v>50.5004778677</c:v>
                </c:pt>
                <c:pt idx="1965">
                  <c:v>50.5004848814</c:v>
                </c:pt>
                <c:pt idx="1966">
                  <c:v>50.5005875588</c:v>
                </c:pt>
                <c:pt idx="1967">
                  <c:v>50.5006091423</c:v>
                </c:pt>
                <c:pt idx="1968">
                  <c:v>50.5005445156</c:v>
                </c:pt>
                <c:pt idx="1969">
                  <c:v>50.50053913</c:v>
                </c:pt>
                <c:pt idx="1970">
                  <c:v>50.5004458795</c:v>
                </c:pt>
                <c:pt idx="1971">
                  <c:v>50.5004474679</c:v>
                </c:pt>
                <c:pt idx="1972">
                  <c:v>50.5005253022</c:v>
                </c:pt>
                <c:pt idx="1973">
                  <c:v>50.5005324264</c:v>
                </c:pt>
                <c:pt idx="1974">
                  <c:v>50.5005989894</c:v>
                </c:pt>
                <c:pt idx="1975">
                  <c:v>50.5005792943</c:v>
                </c:pt>
                <c:pt idx="1976">
                  <c:v>50.5004640637</c:v>
                </c:pt>
                <c:pt idx="1977">
                  <c:v>50.5004561813</c:v>
                </c:pt>
                <c:pt idx="1978">
                  <c:v>50.500412393</c:v>
                </c:pt>
                <c:pt idx="1979">
                  <c:v>50.5004264738</c:v>
                </c:pt>
                <c:pt idx="1980">
                  <c:v>50.5005166454</c:v>
                </c:pt>
                <c:pt idx="1981">
                  <c:v>50.5005395294</c:v>
                </c:pt>
                <c:pt idx="1982">
                  <c:v>50.5004879256</c:v>
                </c:pt>
                <c:pt idx="1983">
                  <c:v>50.5004808985</c:v>
                </c:pt>
                <c:pt idx="1984">
                  <c:v>50.5003826082</c:v>
                </c:pt>
                <c:pt idx="1985">
                  <c:v>50.5003681982</c:v>
                </c:pt>
                <c:pt idx="1986">
                  <c:v>50.5004110878</c:v>
                </c:pt>
                <c:pt idx="1987">
                  <c:v>50.5004148647</c:v>
                </c:pt>
                <c:pt idx="1988">
                  <c:v>50.5004473182</c:v>
                </c:pt>
                <c:pt idx="1989">
                  <c:v>50.5004268657</c:v>
                </c:pt>
                <c:pt idx="1990">
                  <c:v>50.5003366637</c:v>
                </c:pt>
                <c:pt idx="1991">
                  <c:v>50.5003309125</c:v>
                </c:pt>
                <c:pt idx="1992">
                  <c:v>50.5003047607</c:v>
                </c:pt>
                <c:pt idx="1993">
                  <c:v>50.5003152745</c:v>
                </c:pt>
                <c:pt idx="1994">
                  <c:v>50.5003466808</c:v>
                </c:pt>
                <c:pt idx="1995">
                  <c:v>50.5003476018</c:v>
                </c:pt>
                <c:pt idx="1996">
                  <c:v>50.5002674656</c:v>
                </c:pt>
                <c:pt idx="1997">
                  <c:v>50.5002620155</c:v>
                </c:pt>
                <c:pt idx="1998">
                  <c:v>50.500201216</c:v>
                </c:pt>
                <c:pt idx="1999">
                  <c:v>50.500204785</c:v>
                </c:pt>
                <c:pt idx="2000">
                  <c:v>50.5002577318</c:v>
                </c:pt>
                <c:pt idx="2001">
                  <c:v>50.5002599971</c:v>
                </c:pt>
                <c:pt idx="2002">
                  <c:v>50.5002118267</c:v>
                </c:pt>
                <c:pt idx="2003">
                  <c:v>50.5002041904</c:v>
                </c:pt>
                <c:pt idx="2004">
                  <c:v>50.5000779575</c:v>
                </c:pt>
                <c:pt idx="2005">
                  <c:v>50.5000639803</c:v>
                </c:pt>
                <c:pt idx="2006">
                  <c:v>50.5000964146</c:v>
                </c:pt>
                <c:pt idx="2007">
                  <c:v>50.5001018731</c:v>
                </c:pt>
                <c:pt idx="2008">
                  <c:v>50.5001496064</c:v>
                </c:pt>
                <c:pt idx="2009">
                  <c:v>50.5001497954</c:v>
                </c:pt>
                <c:pt idx="2010">
                  <c:v>50.5000234727</c:v>
                </c:pt>
                <c:pt idx="2011">
                  <c:v>50.5000153583</c:v>
                </c:pt>
                <c:pt idx="2012">
                  <c:v>50.4999323579</c:v>
                </c:pt>
                <c:pt idx="2013">
                  <c:v>50.4999333922</c:v>
                </c:pt>
                <c:pt idx="2014">
                  <c:v>50.5000124643</c:v>
                </c:pt>
                <c:pt idx="2015">
                  <c:v>50.5000287052</c:v>
                </c:pt>
                <c:pt idx="2016">
                  <c:v>50.4999840556</c:v>
                </c:pt>
                <c:pt idx="2017">
                  <c:v>50.499976616</c:v>
                </c:pt>
                <c:pt idx="2018">
                  <c:v>50.4998312015</c:v>
                </c:pt>
                <c:pt idx="2019">
                  <c:v>50.4998062548</c:v>
                </c:pt>
                <c:pt idx="2020">
                  <c:v>50.4998280511</c:v>
                </c:pt>
                <c:pt idx="2021">
                  <c:v>50.4998329522</c:v>
                </c:pt>
                <c:pt idx="2022">
                  <c:v>50.4998874219</c:v>
                </c:pt>
                <c:pt idx="2023">
                  <c:v>50.4998912145</c:v>
                </c:pt>
                <c:pt idx="2024">
                  <c:v>50.4997927685</c:v>
                </c:pt>
                <c:pt idx="2025">
                  <c:v>50.4997857423</c:v>
                </c:pt>
                <c:pt idx="2026">
                  <c:v>50.4997102223</c:v>
                </c:pt>
                <c:pt idx="2027">
                  <c:v>50.4997054216</c:v>
                </c:pt>
                <c:pt idx="2028">
                  <c:v>50.4997522449</c:v>
                </c:pt>
                <c:pt idx="2029">
                  <c:v>50.4997574004</c:v>
                </c:pt>
                <c:pt idx="2030">
                  <c:v>50.4997188165</c:v>
                </c:pt>
                <c:pt idx="2031">
                  <c:v>50.4997133574</c:v>
                </c:pt>
                <c:pt idx="2032">
                  <c:v>50.4996196978</c:v>
                </c:pt>
                <c:pt idx="2033">
                  <c:v>50.4996186421</c:v>
                </c:pt>
                <c:pt idx="2034">
                  <c:v>50.4996418915</c:v>
                </c:pt>
                <c:pt idx="2035">
                  <c:v>50.4996452411</c:v>
                </c:pt>
                <c:pt idx="2036">
                  <c:v>50.4996672056</c:v>
                </c:pt>
                <c:pt idx="2037">
                  <c:v>50.4996544391</c:v>
                </c:pt>
                <c:pt idx="2038">
                  <c:v>50.4995524404</c:v>
                </c:pt>
                <c:pt idx="2039">
                  <c:v>50.4995482629</c:v>
                </c:pt>
                <c:pt idx="2040">
                  <c:v>50.4995148423</c:v>
                </c:pt>
                <c:pt idx="2041">
                  <c:v>50.4995402491</c:v>
                </c:pt>
                <c:pt idx="2042">
                  <c:v>50.4996087428</c:v>
                </c:pt>
                <c:pt idx="2043">
                  <c:v>50.4996044277</c:v>
                </c:pt>
                <c:pt idx="2044">
                  <c:v>50.4995274478</c:v>
                </c:pt>
                <c:pt idx="2045">
                  <c:v>50.4995197233</c:v>
                </c:pt>
                <c:pt idx="2046">
                  <c:v>50.4994272559</c:v>
                </c:pt>
                <c:pt idx="2047">
                  <c:v>50.4994320571</c:v>
                </c:pt>
                <c:pt idx="2048">
                  <c:v>50.4995161455</c:v>
                </c:pt>
                <c:pt idx="2049">
                  <c:v>50.4995228088</c:v>
                </c:pt>
                <c:pt idx="2050">
                  <c:v>50.499560577</c:v>
                </c:pt>
                <c:pt idx="2051">
                  <c:v>50.4995568493</c:v>
                </c:pt>
                <c:pt idx="2052">
                  <c:v>50.4994259953</c:v>
                </c:pt>
                <c:pt idx="2053">
                  <c:v>50.4994203567</c:v>
                </c:pt>
                <c:pt idx="2054">
                  <c:v>50.4993808863</c:v>
                </c:pt>
                <c:pt idx="2055">
                  <c:v>50.4994157314</c:v>
                </c:pt>
                <c:pt idx="2056">
                  <c:v>50.4995242322</c:v>
                </c:pt>
                <c:pt idx="2057">
                  <c:v>50.4995380213</c:v>
                </c:pt>
                <c:pt idx="2058">
                  <c:v>50.4994797106</c:v>
                </c:pt>
                <c:pt idx="2059">
                  <c:v>50.4994732316</c:v>
                </c:pt>
                <c:pt idx="2060">
                  <c:v>50.4993828131</c:v>
                </c:pt>
                <c:pt idx="2061">
                  <c:v>50.4993873297</c:v>
                </c:pt>
                <c:pt idx="2062">
                  <c:v>50.4994621331</c:v>
                </c:pt>
                <c:pt idx="2063">
                  <c:v>50.4994689499</c:v>
                </c:pt>
                <c:pt idx="2064">
                  <c:v>50.4995280027</c:v>
                </c:pt>
                <c:pt idx="2065">
                  <c:v>50.4995233952</c:v>
                </c:pt>
                <c:pt idx="2066">
                  <c:v>50.4994456144</c:v>
                </c:pt>
                <c:pt idx="2067">
                  <c:v>50.4994194726</c:v>
                </c:pt>
                <c:pt idx="2068">
                  <c:v>50.4994471593</c:v>
                </c:pt>
                <c:pt idx="2069">
                  <c:v>50.4994496202</c:v>
                </c:pt>
                <c:pt idx="2070">
                  <c:v>50.4995305173</c:v>
                </c:pt>
                <c:pt idx="2071">
                  <c:v>50.4995404904</c:v>
                </c:pt>
                <c:pt idx="2072">
                  <c:v>50.4995021548</c:v>
                </c:pt>
                <c:pt idx="2073">
                  <c:v>50.4994983213</c:v>
                </c:pt>
                <c:pt idx="2074">
                  <c:v>50.4994696452</c:v>
                </c:pt>
                <c:pt idx="2075">
                  <c:v>50.4994844861</c:v>
                </c:pt>
                <c:pt idx="2076">
                  <c:v>50.4995709715</c:v>
                </c:pt>
                <c:pt idx="2077">
                  <c:v>50.4995765109</c:v>
                </c:pt>
                <c:pt idx="2078">
                  <c:v>50.4995969813</c:v>
                </c:pt>
                <c:pt idx="2079">
                  <c:v>50.4995843641</c:v>
                </c:pt>
                <c:pt idx="2080">
                  <c:v>50.4995292429</c:v>
                </c:pt>
                <c:pt idx="2081">
                  <c:v>50.499525748</c:v>
                </c:pt>
                <c:pt idx="2082">
                  <c:v>50.4996043763</c:v>
                </c:pt>
                <c:pt idx="2083">
                  <c:v>50.4996109008</c:v>
                </c:pt>
                <c:pt idx="2084">
                  <c:v>50.4996978803</c:v>
                </c:pt>
                <c:pt idx="2085">
                  <c:v>50.4996941423</c:v>
                </c:pt>
                <c:pt idx="2086">
                  <c:v>50.4996249196</c:v>
                </c:pt>
                <c:pt idx="2087">
                  <c:v>50.4995977999</c:v>
                </c:pt>
                <c:pt idx="2088">
                  <c:v>50.4996236503</c:v>
                </c:pt>
                <c:pt idx="2089">
                  <c:v>50.4996307724</c:v>
                </c:pt>
                <c:pt idx="2090">
                  <c:v>50.4997722366</c:v>
                </c:pt>
                <c:pt idx="2091">
                  <c:v>50.4997807582</c:v>
                </c:pt>
                <c:pt idx="2092">
                  <c:v>50.4998091894</c:v>
                </c:pt>
                <c:pt idx="2093">
                  <c:v>50.4997907774</c:v>
                </c:pt>
                <c:pt idx="2094">
                  <c:v>50.4997113671</c:v>
                </c:pt>
                <c:pt idx="2095">
                  <c:v>50.4997002391</c:v>
                </c:pt>
                <c:pt idx="2096">
                  <c:v>50.4997886122</c:v>
                </c:pt>
                <c:pt idx="2097">
                  <c:v>50.4997976283</c:v>
                </c:pt>
                <c:pt idx="2098">
                  <c:v>50.4999148157</c:v>
                </c:pt>
                <c:pt idx="2099">
                  <c:v>50.4999271114</c:v>
                </c:pt>
                <c:pt idx="2100">
                  <c:v>50.4998678083</c:v>
                </c:pt>
                <c:pt idx="2101">
                  <c:v>50.4998628664</c:v>
                </c:pt>
                <c:pt idx="2102">
                  <c:v>50.4998322835</c:v>
                </c:pt>
                <c:pt idx="2103">
                  <c:v>50.4998609341</c:v>
                </c:pt>
                <c:pt idx="2104">
                  <c:v>50.4999827221</c:v>
                </c:pt>
                <c:pt idx="2105">
                  <c:v>50.499990621</c:v>
                </c:pt>
                <c:pt idx="2106">
                  <c:v>50.500031251</c:v>
                </c:pt>
                <c:pt idx="2107">
                  <c:v>50.500017515</c:v>
                </c:pt>
                <c:pt idx="2108">
                  <c:v>50.4999769627</c:v>
                </c:pt>
                <c:pt idx="2109">
                  <c:v>50.4999728226</c:v>
                </c:pt>
                <c:pt idx="2110">
                  <c:v>50.5000463831</c:v>
                </c:pt>
                <c:pt idx="2111">
                  <c:v>50.5000526308</c:v>
                </c:pt>
                <c:pt idx="2112">
                  <c:v>50.5001248542</c:v>
                </c:pt>
                <c:pt idx="2113">
                  <c:v>50.500128866</c:v>
                </c:pt>
                <c:pt idx="2114">
                  <c:v>50.5000889728</c:v>
                </c:pt>
                <c:pt idx="2115">
                  <c:v>50.5000890319</c:v>
                </c:pt>
                <c:pt idx="2116">
                  <c:v>50.5001302757</c:v>
                </c:pt>
                <c:pt idx="2117">
                  <c:v>50.5001362866</c:v>
                </c:pt>
                <c:pt idx="2118">
                  <c:v>50.5002391913</c:v>
                </c:pt>
                <c:pt idx="2119">
                  <c:v>50.5002485992</c:v>
                </c:pt>
                <c:pt idx="2120">
                  <c:v>50.5002162216</c:v>
                </c:pt>
                <c:pt idx="2121">
                  <c:v>50.5002119479</c:v>
                </c:pt>
                <c:pt idx="2122">
                  <c:v>50.5001777585</c:v>
                </c:pt>
                <c:pt idx="2123">
                  <c:v>50.5001886503</c:v>
                </c:pt>
                <c:pt idx="2124">
                  <c:v>50.5003046361</c:v>
                </c:pt>
                <c:pt idx="2125">
                  <c:v>50.5003108708</c:v>
                </c:pt>
                <c:pt idx="2126">
                  <c:v>50.5003711799</c:v>
                </c:pt>
                <c:pt idx="2127">
                  <c:v>50.5003526113</c:v>
                </c:pt>
                <c:pt idx="2128">
                  <c:v>50.5002653646</c:v>
                </c:pt>
                <c:pt idx="2129">
                  <c:v>50.5002650578</c:v>
                </c:pt>
                <c:pt idx="2130">
                  <c:v>50.5003163997</c:v>
                </c:pt>
                <c:pt idx="2131">
                  <c:v>50.5003241314</c:v>
                </c:pt>
                <c:pt idx="2132">
                  <c:v>50.5004575731</c:v>
                </c:pt>
                <c:pt idx="2133">
                  <c:v>50.5004627315</c:v>
                </c:pt>
                <c:pt idx="2134">
                  <c:v>50.5004087882</c:v>
                </c:pt>
                <c:pt idx="2135">
                  <c:v>50.5004020786</c:v>
                </c:pt>
                <c:pt idx="2136">
                  <c:v>50.5003365896</c:v>
                </c:pt>
                <c:pt idx="2137">
                  <c:v>50.5003333734</c:v>
                </c:pt>
                <c:pt idx="2138">
                  <c:v>50.500443013</c:v>
                </c:pt>
                <c:pt idx="2139">
                  <c:v>50.5004502004</c:v>
                </c:pt>
                <c:pt idx="2140">
                  <c:v>50.5005130544</c:v>
                </c:pt>
                <c:pt idx="2141">
                  <c:v>50.5005063955</c:v>
                </c:pt>
                <c:pt idx="2142">
                  <c:v>50.5004211038</c:v>
                </c:pt>
                <c:pt idx="2143">
                  <c:v>50.5003969046</c:v>
                </c:pt>
                <c:pt idx="2144">
                  <c:v>50.5004321421</c:v>
                </c:pt>
                <c:pt idx="2145">
                  <c:v>50.5004368674</c:v>
                </c:pt>
                <c:pt idx="2146">
                  <c:v>50.5005318318</c:v>
                </c:pt>
                <c:pt idx="2147">
                  <c:v>50.5005309659</c:v>
                </c:pt>
                <c:pt idx="2148">
                  <c:v>50.5004911408</c:v>
                </c:pt>
                <c:pt idx="2149">
                  <c:v>50.5004862526</c:v>
                </c:pt>
                <c:pt idx="2150">
                  <c:v>50.5004402455</c:v>
                </c:pt>
                <c:pt idx="2151">
                  <c:v>50.5004389075</c:v>
                </c:pt>
                <c:pt idx="2152">
                  <c:v>50.5005067407</c:v>
                </c:pt>
                <c:pt idx="2153">
                  <c:v>50.5005102458</c:v>
                </c:pt>
                <c:pt idx="2154">
                  <c:v>50.5005369482</c:v>
                </c:pt>
                <c:pt idx="2155">
                  <c:v>50.5005089991</c:v>
                </c:pt>
                <c:pt idx="2156">
                  <c:v>50.5004402894</c:v>
                </c:pt>
                <c:pt idx="2157">
                  <c:v>50.5004398459</c:v>
                </c:pt>
                <c:pt idx="2158">
                  <c:v>50.5004806249</c:v>
                </c:pt>
                <c:pt idx="2159">
                  <c:v>50.5004853589</c:v>
                </c:pt>
                <c:pt idx="2160">
                  <c:v>50.5005339901</c:v>
                </c:pt>
                <c:pt idx="2161">
                  <c:v>50.5005246963</c:v>
                </c:pt>
                <c:pt idx="2162">
                  <c:v>50.5004302206</c:v>
                </c:pt>
                <c:pt idx="2163">
                  <c:v>50.5004240295</c:v>
                </c:pt>
                <c:pt idx="2164">
                  <c:v>50.5003920847</c:v>
                </c:pt>
                <c:pt idx="2165">
                  <c:v>50.5003982836</c:v>
                </c:pt>
                <c:pt idx="2166">
                  <c:v>50.500488388</c:v>
                </c:pt>
                <c:pt idx="2167">
                  <c:v>50.5005098741</c:v>
                </c:pt>
                <c:pt idx="2168">
                  <c:v>50.5004473895</c:v>
                </c:pt>
                <c:pt idx="2169">
                  <c:v>50.5004417091</c:v>
                </c:pt>
                <c:pt idx="2170">
                  <c:v>50.5003273293</c:v>
                </c:pt>
                <c:pt idx="2171">
                  <c:v>50.5003187862</c:v>
                </c:pt>
                <c:pt idx="2172">
                  <c:v>50.5003766539</c:v>
                </c:pt>
                <c:pt idx="2173">
                  <c:v>50.5003827173</c:v>
                </c:pt>
                <c:pt idx="2174">
                  <c:v>50.5004477399</c:v>
                </c:pt>
                <c:pt idx="2175">
                  <c:v>50.5004321233</c:v>
                </c:pt>
                <c:pt idx="2176">
                  <c:v>50.5003112762</c:v>
                </c:pt>
                <c:pt idx="2177">
                  <c:v>50.5003026782</c:v>
                </c:pt>
                <c:pt idx="2178">
                  <c:v>50.5002352896</c:v>
                </c:pt>
                <c:pt idx="2179">
                  <c:v>50.500242065</c:v>
                </c:pt>
                <c:pt idx="2180">
                  <c:v>50.5003221922</c:v>
                </c:pt>
                <c:pt idx="2181">
                  <c:v>50.500346745</c:v>
                </c:pt>
                <c:pt idx="2182">
                  <c:v>50.5002958174</c:v>
                </c:pt>
                <c:pt idx="2183">
                  <c:v>50.5002915734</c:v>
                </c:pt>
                <c:pt idx="2184">
                  <c:v>50.5001761121</c:v>
                </c:pt>
                <c:pt idx="2185">
                  <c:v>50.500153444</c:v>
                </c:pt>
                <c:pt idx="2186">
                  <c:v>50.5001870249</c:v>
                </c:pt>
                <c:pt idx="2187">
                  <c:v>50.5001903038</c:v>
                </c:pt>
                <c:pt idx="2188">
                  <c:v>50.5002247295</c:v>
                </c:pt>
                <c:pt idx="2189">
                  <c:v>50.5002078012</c:v>
                </c:pt>
                <c:pt idx="2190">
                  <c:v>50.5001191621</c:v>
                </c:pt>
                <c:pt idx="2191">
                  <c:v>50.5001128405</c:v>
                </c:pt>
                <c:pt idx="2192">
                  <c:v>50.5000647478</c:v>
                </c:pt>
                <c:pt idx="2193">
                  <c:v>50.500065713</c:v>
                </c:pt>
                <c:pt idx="2194">
                  <c:v>50.5001034958</c:v>
                </c:pt>
                <c:pt idx="2195">
                  <c:v>50.5001073551</c:v>
                </c:pt>
                <c:pt idx="2196">
                  <c:v>50.5000566502</c:v>
                </c:pt>
                <c:pt idx="2197">
                  <c:v>50.5000510865</c:v>
                </c:pt>
                <c:pt idx="2198">
                  <c:v>50.4999570106</c:v>
                </c:pt>
                <c:pt idx="2199">
                  <c:v>50.4999567176</c:v>
                </c:pt>
                <c:pt idx="2200">
                  <c:v>50.499978443</c:v>
                </c:pt>
                <c:pt idx="2201">
                  <c:v>50.4999823382</c:v>
                </c:pt>
                <c:pt idx="2202">
                  <c:v>50.5000080546</c:v>
                </c:pt>
                <c:pt idx="2203">
                  <c:v>50.5000059066</c:v>
                </c:pt>
                <c:pt idx="2204">
                  <c:v>50.4998971587</c:v>
                </c:pt>
                <c:pt idx="2205">
                  <c:v>50.4998904426</c:v>
                </c:pt>
                <c:pt idx="2206">
                  <c:v>50.4998223209</c:v>
                </c:pt>
                <c:pt idx="2207">
                  <c:v>50.4998273074</c:v>
                </c:pt>
                <c:pt idx="2208">
                  <c:v>50.4998945007</c:v>
                </c:pt>
                <c:pt idx="2209">
                  <c:v>50.4999114883</c:v>
                </c:pt>
                <c:pt idx="2210">
                  <c:v>50.4998875115</c:v>
                </c:pt>
                <c:pt idx="2211">
                  <c:v>50.4998797789</c:v>
                </c:pt>
                <c:pt idx="2212">
                  <c:v>50.4997469587</c:v>
                </c:pt>
                <c:pt idx="2213">
                  <c:v>50.4997390547</c:v>
                </c:pt>
                <c:pt idx="2214">
                  <c:v>50.4997056793</c:v>
                </c:pt>
                <c:pt idx="2215">
                  <c:v>50.4997103691</c:v>
                </c:pt>
                <c:pt idx="2216">
                  <c:v>50.4997962339</c:v>
                </c:pt>
                <c:pt idx="2217">
                  <c:v>50.4998128363</c:v>
                </c:pt>
                <c:pt idx="2218">
                  <c:v>50.4997523133</c:v>
                </c:pt>
                <c:pt idx="2219">
                  <c:v>50.4997455885</c:v>
                </c:pt>
                <c:pt idx="2220">
                  <c:v>50.4996193381</c:v>
                </c:pt>
                <c:pt idx="2221">
                  <c:v>50.4996092462</c:v>
                </c:pt>
                <c:pt idx="2222">
                  <c:v>50.4996387864</c:v>
                </c:pt>
                <c:pt idx="2223">
                  <c:v>50.4996441665</c:v>
                </c:pt>
                <c:pt idx="2224">
                  <c:v>50.4997048852</c:v>
                </c:pt>
                <c:pt idx="2225">
                  <c:v>50.4997109255</c:v>
                </c:pt>
                <c:pt idx="2226">
                  <c:v>50.4996301303</c:v>
                </c:pt>
                <c:pt idx="2227">
                  <c:v>50.4996236024</c:v>
                </c:pt>
                <c:pt idx="2228">
                  <c:v>50.4995519634</c:v>
                </c:pt>
                <c:pt idx="2229">
                  <c:v>50.4995477406</c:v>
                </c:pt>
                <c:pt idx="2230">
                  <c:v>50.4995970457</c:v>
                </c:pt>
                <c:pt idx="2231">
                  <c:v>50.4996013409</c:v>
                </c:pt>
                <c:pt idx="2232">
                  <c:v>50.4996227298</c:v>
                </c:pt>
                <c:pt idx="2233">
                  <c:v>50.499604162</c:v>
                </c:pt>
                <c:pt idx="2234">
                  <c:v>50.4995255536</c:v>
                </c:pt>
                <c:pt idx="2235">
                  <c:v>50.4995209499</c:v>
                </c:pt>
                <c:pt idx="2236">
                  <c:v>50.4995020508</c:v>
                </c:pt>
                <c:pt idx="2237">
                  <c:v>50.4995157486</c:v>
                </c:pt>
                <c:pt idx="2238">
                  <c:v>50.4995703174</c:v>
                </c:pt>
                <c:pt idx="2239">
                  <c:v>50.4995714578</c:v>
                </c:pt>
                <c:pt idx="2240">
                  <c:v>50.4995219135</c:v>
                </c:pt>
                <c:pt idx="2241">
                  <c:v>50.499516481</c:v>
                </c:pt>
                <c:pt idx="2242">
                  <c:v>50.4994528983</c:v>
                </c:pt>
                <c:pt idx="2243">
                  <c:v>50.4994571494</c:v>
                </c:pt>
                <c:pt idx="2244">
                  <c:v>50.4995228529</c:v>
                </c:pt>
                <c:pt idx="2245">
                  <c:v>50.499528533</c:v>
                </c:pt>
                <c:pt idx="2246">
                  <c:v>50.4995663361</c:v>
                </c:pt>
                <c:pt idx="2247">
                  <c:v>50.499564837</c:v>
                </c:pt>
                <c:pt idx="2248">
                  <c:v>50.4994696266</c:v>
                </c:pt>
                <c:pt idx="2249">
                  <c:v>50.4994655687</c:v>
                </c:pt>
                <c:pt idx="2250">
                  <c:v>50.4994249902</c:v>
                </c:pt>
                <c:pt idx="2251">
                  <c:v>50.4994552</c:v>
                </c:pt>
                <c:pt idx="2252">
                  <c:v>50.4995636719</c:v>
                </c:pt>
                <c:pt idx="2253">
                  <c:v>50.4995884226</c:v>
                </c:pt>
                <c:pt idx="2254">
                  <c:v>50.4995681506</c:v>
                </c:pt>
                <c:pt idx="2255">
                  <c:v>50.4995613933</c:v>
                </c:pt>
                <c:pt idx="2256">
                  <c:v>50.4994612667</c:v>
                </c:pt>
                <c:pt idx="2257">
                  <c:v>50.4994367832</c:v>
                </c:pt>
                <c:pt idx="2258">
                  <c:v>50.4994822473</c:v>
                </c:pt>
                <c:pt idx="2259">
                  <c:v>50.4994883309</c:v>
                </c:pt>
                <c:pt idx="2260">
                  <c:v>50.4996040969</c:v>
                </c:pt>
                <c:pt idx="2261">
                  <c:v>50.4996257993</c:v>
                </c:pt>
                <c:pt idx="2262">
                  <c:v>50.4995762532</c:v>
                </c:pt>
                <c:pt idx="2263">
                  <c:v>50.4995707481</c:v>
                </c:pt>
                <c:pt idx="2264">
                  <c:v>50.4994923325</c:v>
                </c:pt>
                <c:pt idx="2265">
                  <c:v>50.4994959067</c:v>
                </c:pt>
                <c:pt idx="2266">
                  <c:v>50.499570689</c:v>
                </c:pt>
                <c:pt idx="2267">
                  <c:v>50.4995782862</c:v>
                </c:pt>
                <c:pt idx="2268">
                  <c:v>50.4996601384</c:v>
                </c:pt>
                <c:pt idx="2269">
                  <c:v>50.4996683911</c:v>
                </c:pt>
                <c:pt idx="2270">
                  <c:v>50.4996114867</c:v>
                </c:pt>
                <c:pt idx="2271">
                  <c:v>50.4996082444</c:v>
                </c:pt>
                <c:pt idx="2272">
                  <c:v>50.4995758213</c:v>
                </c:pt>
                <c:pt idx="2273">
                  <c:v>50.4995979981</c:v>
                </c:pt>
                <c:pt idx="2274">
                  <c:v>50.4996888875</c:v>
                </c:pt>
                <c:pt idx="2275">
                  <c:v>50.4996953544</c:v>
                </c:pt>
                <c:pt idx="2276">
                  <c:v>50.4997266751</c:v>
                </c:pt>
                <c:pt idx="2277">
                  <c:v>50.4997135974</c:v>
                </c:pt>
                <c:pt idx="2278">
                  <c:v>50.49967298</c:v>
                </c:pt>
                <c:pt idx="2279">
                  <c:v>50.499666097</c:v>
                </c:pt>
                <c:pt idx="2280">
                  <c:v>50.4997222698</c:v>
                </c:pt>
                <c:pt idx="2281">
                  <c:v>50.4997276163</c:v>
                </c:pt>
                <c:pt idx="2282">
                  <c:v>50.4998093934</c:v>
                </c:pt>
                <c:pt idx="2283">
                  <c:v>50.4998144662</c:v>
                </c:pt>
                <c:pt idx="2284">
                  <c:v>50.4997771663</c:v>
                </c:pt>
                <c:pt idx="2285">
                  <c:v>50.4997730218</c:v>
                </c:pt>
                <c:pt idx="2286">
                  <c:v>50.4997525718</c:v>
                </c:pt>
                <c:pt idx="2287">
                  <c:v>50.4997629453</c:v>
                </c:pt>
                <c:pt idx="2288">
                  <c:v>50.4998746154</c:v>
                </c:pt>
                <c:pt idx="2289">
                  <c:v>50.4998819165</c:v>
                </c:pt>
                <c:pt idx="2290">
                  <c:v>50.4999317577</c:v>
                </c:pt>
                <c:pt idx="2291">
                  <c:v>50.499931929</c:v>
                </c:pt>
                <c:pt idx="2292">
                  <c:v>50.4998570766</c:v>
                </c:pt>
                <c:pt idx="2293">
                  <c:v>50.4998429531</c:v>
                </c:pt>
                <c:pt idx="2294">
                  <c:v>50.4998886732</c:v>
                </c:pt>
                <c:pt idx="2295">
                  <c:v>50.4998955669</c:v>
                </c:pt>
                <c:pt idx="2296">
                  <c:v>50.5000331163</c:v>
                </c:pt>
                <c:pt idx="2297">
                  <c:v>50.5000587874</c:v>
                </c:pt>
                <c:pt idx="2298">
                  <c:v>50.5000409806</c:v>
                </c:pt>
                <c:pt idx="2299">
                  <c:v>50.5000350451</c:v>
                </c:pt>
                <c:pt idx="2300">
                  <c:v>50.4999614728</c:v>
                </c:pt>
                <c:pt idx="2301">
                  <c:v>50.4999491275</c:v>
                </c:pt>
                <c:pt idx="2302">
                  <c:v>50.5000254211</c:v>
                </c:pt>
                <c:pt idx="2303">
                  <c:v>50.5000328831</c:v>
                </c:pt>
                <c:pt idx="2304">
                  <c:v>50.5001550493</c:v>
                </c:pt>
                <c:pt idx="2305">
                  <c:v>50.5001720255</c:v>
                </c:pt>
                <c:pt idx="2306">
                  <c:v>50.50012643</c:v>
                </c:pt>
                <c:pt idx="2307">
                  <c:v>50.5001213639</c:v>
                </c:pt>
                <c:pt idx="2308">
                  <c:v>50.5000700279</c:v>
                </c:pt>
                <c:pt idx="2309">
                  <c:v>50.5000771284</c:v>
                </c:pt>
                <c:pt idx="2310">
                  <c:v>50.5001744757</c:v>
                </c:pt>
                <c:pt idx="2311">
                  <c:v>50.5001822244</c:v>
                </c:pt>
                <c:pt idx="2312">
                  <c:v>50.5002545968</c:v>
                </c:pt>
                <c:pt idx="2313">
                  <c:v>50.5002600835</c:v>
                </c:pt>
                <c:pt idx="2314">
                  <c:v>50.5002059608</c:v>
                </c:pt>
                <c:pt idx="2315">
                  <c:v>50.500186726</c:v>
                </c:pt>
                <c:pt idx="2316">
                  <c:v>50.5002150961</c:v>
                </c:pt>
                <c:pt idx="2317">
                  <c:v>50.5002194353</c:v>
                </c:pt>
                <c:pt idx="2318">
                  <c:v>50.5003128985</c:v>
                </c:pt>
                <c:pt idx="2319">
                  <c:v>50.5003189549</c:v>
                </c:pt>
                <c:pt idx="2320">
                  <c:v>50.5003302977</c:v>
                </c:pt>
                <c:pt idx="2321">
                  <c:v>50.5003153905</c:v>
                </c:pt>
                <c:pt idx="2322">
                  <c:v>50.5002780703</c:v>
                </c:pt>
                <c:pt idx="2323">
                  <c:v>50.5002759863</c:v>
                </c:pt>
                <c:pt idx="2324">
                  <c:v>50.5003417629</c:v>
                </c:pt>
                <c:pt idx="2325">
                  <c:v>50.500346998</c:v>
                </c:pt>
                <c:pt idx="2326">
                  <c:v>50.5004137739</c:v>
                </c:pt>
                <c:pt idx="2327">
                  <c:v>50.5004070546</c:v>
                </c:pt>
                <c:pt idx="2328">
                  <c:v>50.5003511202</c:v>
                </c:pt>
                <c:pt idx="2329">
                  <c:v>50.5003461245</c:v>
                </c:pt>
                <c:pt idx="2330">
                  <c:v>50.5003289416</c:v>
                </c:pt>
                <c:pt idx="2331">
                  <c:v>50.5003395277</c:v>
                </c:pt>
                <c:pt idx="2332">
                  <c:v>50.5004450166</c:v>
                </c:pt>
                <c:pt idx="2333">
                  <c:v>50.5004507944</c:v>
                </c:pt>
                <c:pt idx="2334">
                  <c:v>50.5004891676</c:v>
                </c:pt>
                <c:pt idx="2335">
                  <c:v>50.5004637609</c:v>
                </c:pt>
                <c:pt idx="2336">
                  <c:v>50.5003684309</c:v>
                </c:pt>
                <c:pt idx="2337">
                  <c:v>50.5003549506</c:v>
                </c:pt>
                <c:pt idx="2338">
                  <c:v>50.500398324</c:v>
                </c:pt>
                <c:pt idx="2339">
                  <c:v>50.500404908</c:v>
                </c:pt>
                <c:pt idx="2340">
                  <c:v>50.5005174366</c:v>
                </c:pt>
                <c:pt idx="2341">
                  <c:v>50.500528561</c:v>
                </c:pt>
                <c:pt idx="2342">
                  <c:v>50.5004804375</c:v>
                </c:pt>
                <c:pt idx="2343">
                  <c:v>50.5004729487</c:v>
                </c:pt>
                <c:pt idx="2344">
                  <c:v>50.5003826729</c:v>
                </c:pt>
                <c:pt idx="2345">
                  <c:v>50.5003688248</c:v>
                </c:pt>
                <c:pt idx="2346">
                  <c:v>50.5004357115</c:v>
                </c:pt>
                <c:pt idx="2347">
                  <c:v>50.5004415859</c:v>
                </c:pt>
                <c:pt idx="2348">
                  <c:v>50.5005243003</c:v>
                </c:pt>
                <c:pt idx="2349">
                  <c:v>50.5005183182</c:v>
                </c:pt>
                <c:pt idx="2350">
                  <c:v>50.5004465466</c:v>
                </c:pt>
                <c:pt idx="2351">
                  <c:v>50.5004396626</c:v>
                </c:pt>
                <c:pt idx="2352">
                  <c:v>50.5003751542</c:v>
                </c:pt>
                <c:pt idx="2353">
                  <c:v>50.5003801186</c:v>
                </c:pt>
                <c:pt idx="2354">
                  <c:v>50.5004508308</c:v>
                </c:pt>
                <c:pt idx="2355">
                  <c:v>50.5004558466</c:v>
                </c:pt>
                <c:pt idx="2356">
                  <c:v>50.5004894322</c:v>
                </c:pt>
                <c:pt idx="2357">
                  <c:v>50.5004741605</c:v>
                </c:pt>
                <c:pt idx="2358">
                  <c:v>50.5003895314</c:v>
                </c:pt>
                <c:pt idx="2359">
                  <c:v>50.5003870291</c:v>
                </c:pt>
                <c:pt idx="2360">
                  <c:v>50.5003620065</c:v>
                </c:pt>
                <c:pt idx="2361">
                  <c:v>50.5003849331</c:v>
                </c:pt>
                <c:pt idx="2362">
                  <c:v>50.5004382504</c:v>
                </c:pt>
                <c:pt idx="2363">
                  <c:v>50.5004431284</c:v>
                </c:pt>
                <c:pt idx="2364">
                  <c:v>50.5003877768</c:v>
                </c:pt>
                <c:pt idx="2365">
                  <c:v>50.5003820287</c:v>
                </c:pt>
                <c:pt idx="2366">
                  <c:v>50.5003195446</c:v>
                </c:pt>
                <c:pt idx="2367">
                  <c:v>50.5003133048</c:v>
                </c:pt>
                <c:pt idx="2368">
                  <c:v>50.5003618656</c:v>
                </c:pt>
                <c:pt idx="2369">
                  <c:v>50.5003650487</c:v>
                </c:pt>
                <c:pt idx="2370">
                  <c:v>50.5003926426</c:v>
                </c:pt>
                <c:pt idx="2371">
                  <c:v>50.5003685614</c:v>
                </c:pt>
                <c:pt idx="2372">
                  <c:v>50.500267403</c:v>
                </c:pt>
                <c:pt idx="2373">
                  <c:v>50.5002604501</c:v>
                </c:pt>
                <c:pt idx="2374">
                  <c:v>50.5002268543</c:v>
                </c:pt>
                <c:pt idx="2375">
                  <c:v>50.5002347542</c:v>
                </c:pt>
                <c:pt idx="2376">
                  <c:v>50.5003085352</c:v>
                </c:pt>
                <c:pt idx="2377">
                  <c:v>50.5003287635</c:v>
                </c:pt>
                <c:pt idx="2378">
                  <c:v>50.5002720199</c:v>
                </c:pt>
                <c:pt idx="2379">
                  <c:v>50.5002663455</c:v>
                </c:pt>
                <c:pt idx="2380">
                  <c:v>50.5001402373</c:v>
                </c:pt>
                <c:pt idx="2381">
                  <c:v>50.5001203454</c:v>
                </c:pt>
                <c:pt idx="2382">
                  <c:v>50.5001553064</c:v>
                </c:pt>
                <c:pt idx="2383">
                  <c:v>50.5001606961</c:v>
                </c:pt>
                <c:pt idx="2384">
                  <c:v>50.500233272</c:v>
                </c:pt>
                <c:pt idx="2385">
                  <c:v>50.5002388279</c:v>
                </c:pt>
                <c:pt idx="2386">
                  <c:v>50.5001454746</c:v>
                </c:pt>
                <c:pt idx="2387">
                  <c:v>50.5001365701</c:v>
                </c:pt>
                <c:pt idx="2388">
                  <c:v>50.5000311996</c:v>
                </c:pt>
                <c:pt idx="2389">
                  <c:v>50.500016129</c:v>
                </c:pt>
                <c:pt idx="2390">
                  <c:v>50.5000710682</c:v>
                </c:pt>
                <c:pt idx="2391">
                  <c:v>50.5000752549</c:v>
                </c:pt>
                <c:pt idx="2392">
                  <c:v>50.5001230713</c:v>
                </c:pt>
                <c:pt idx="2393">
                  <c:v>50.5001025993</c:v>
                </c:pt>
                <c:pt idx="2394">
                  <c:v>50.4999985004</c:v>
                </c:pt>
                <c:pt idx="2395">
                  <c:v>50.4999905756</c:v>
                </c:pt>
                <c:pt idx="2396">
                  <c:v>50.4999245666</c:v>
                </c:pt>
                <c:pt idx="2397">
                  <c:v>50.4999284222</c:v>
                </c:pt>
                <c:pt idx="2398">
                  <c:v>50.499979605</c:v>
                </c:pt>
                <c:pt idx="2399">
                  <c:v>50.4999992377</c:v>
                </c:pt>
                <c:pt idx="2400">
                  <c:v>50.4999599278</c:v>
                </c:pt>
                <c:pt idx="2401">
                  <c:v>50.4999559968</c:v>
                </c:pt>
                <c:pt idx="2402">
                  <c:v>50.4998596279</c:v>
                </c:pt>
                <c:pt idx="2403">
                  <c:v>50.4998577301</c:v>
                </c:pt>
                <c:pt idx="2404">
                  <c:v>50.4998387518</c:v>
                </c:pt>
                <c:pt idx="2405">
                  <c:v>50.4998605948</c:v>
                </c:pt>
                <c:pt idx="2406">
                  <c:v>50.4998900246</c:v>
                </c:pt>
                <c:pt idx="2407">
                  <c:v>50.4998911431</c:v>
                </c:pt>
                <c:pt idx="2408">
                  <c:v>50.49980837</c:v>
                </c:pt>
                <c:pt idx="2409">
                  <c:v>50.4998025464</c:v>
                </c:pt>
                <c:pt idx="2410">
                  <c:v>50.4997477615</c:v>
                </c:pt>
                <c:pt idx="2411">
                  <c:v>50.4997470228</c:v>
                </c:pt>
                <c:pt idx="2412">
                  <c:v>50.4997994093</c:v>
                </c:pt>
                <c:pt idx="2413">
                  <c:v>50.4998098184</c:v>
                </c:pt>
                <c:pt idx="2414">
                  <c:v>50.4997835096</c:v>
                </c:pt>
                <c:pt idx="2415">
                  <c:v>50.4997771019</c:v>
                </c:pt>
                <c:pt idx="2416">
                  <c:v>50.4996678284</c:v>
                </c:pt>
                <c:pt idx="2417">
                  <c:v>50.4996613825</c:v>
                </c:pt>
                <c:pt idx="2418">
                  <c:v>50.4996412298</c:v>
                </c:pt>
                <c:pt idx="2419">
                  <c:v>50.4996596335</c:v>
                </c:pt>
                <c:pt idx="2420">
                  <c:v>50.4997354755</c:v>
                </c:pt>
                <c:pt idx="2421">
                  <c:v>50.499746388</c:v>
                </c:pt>
                <c:pt idx="2422">
                  <c:v>50.4996786268</c:v>
                </c:pt>
                <c:pt idx="2423">
                  <c:v>50.4996718507</c:v>
                </c:pt>
                <c:pt idx="2424">
                  <c:v>50.4995610219</c:v>
                </c:pt>
                <c:pt idx="2425">
                  <c:v>50.4995617449</c:v>
                </c:pt>
                <c:pt idx="2426">
                  <c:v>50.4996086506</c:v>
                </c:pt>
                <c:pt idx="2427">
                  <c:v>50.4996152114</c:v>
                </c:pt>
                <c:pt idx="2428">
                  <c:v>50.4996852019</c:v>
                </c:pt>
                <c:pt idx="2429">
                  <c:v>50.499689527</c:v>
                </c:pt>
                <c:pt idx="2430">
                  <c:v>50.4995929139</c:v>
                </c:pt>
                <c:pt idx="2431">
                  <c:v>50.4995856068</c:v>
                </c:pt>
                <c:pt idx="2432">
                  <c:v>50.4995154658</c:v>
                </c:pt>
                <c:pt idx="2433">
                  <c:v>50.499513734</c:v>
                </c:pt>
                <c:pt idx="2434">
                  <c:v>50.4995893927</c:v>
                </c:pt>
                <c:pt idx="2435">
                  <c:v>50.4995944501</c:v>
                </c:pt>
                <c:pt idx="2436">
                  <c:v>50.499637029</c:v>
                </c:pt>
                <c:pt idx="2437">
                  <c:v>50.4996155594</c:v>
                </c:pt>
                <c:pt idx="2438">
                  <c:v>50.4995283212</c:v>
                </c:pt>
                <c:pt idx="2439">
                  <c:v>50.4995224384</c:v>
                </c:pt>
                <c:pt idx="2440">
                  <c:v>50.4995020593</c:v>
                </c:pt>
                <c:pt idx="2441">
                  <c:v>50.4995100206</c:v>
                </c:pt>
                <c:pt idx="2442">
                  <c:v>50.4995834036</c:v>
                </c:pt>
                <c:pt idx="2443">
                  <c:v>50.4996028016</c:v>
                </c:pt>
                <c:pt idx="2444">
                  <c:v>50.4995655057</c:v>
                </c:pt>
                <c:pt idx="2445">
                  <c:v>50.4995617761</c:v>
                </c:pt>
                <c:pt idx="2446">
                  <c:v>50.4995018225</c:v>
                </c:pt>
                <c:pt idx="2447">
                  <c:v>50.4995048706</c:v>
                </c:pt>
                <c:pt idx="2448">
                  <c:v>50.4995540305</c:v>
                </c:pt>
                <c:pt idx="2449">
                  <c:v>50.4995591952</c:v>
                </c:pt>
                <c:pt idx="2450">
                  <c:v>50.4996035646</c:v>
                </c:pt>
                <c:pt idx="2451">
                  <c:v>50.4996053675</c:v>
                </c:pt>
                <c:pt idx="2452">
                  <c:v>50.4995378139</c:v>
                </c:pt>
                <c:pt idx="2453">
                  <c:v>50.499534676</c:v>
                </c:pt>
                <c:pt idx="2454">
                  <c:v>50.4995064351</c:v>
                </c:pt>
                <c:pt idx="2455">
                  <c:v>50.4995353719</c:v>
                </c:pt>
                <c:pt idx="2456">
                  <c:v>50.4996316564</c:v>
                </c:pt>
                <c:pt idx="2457">
                  <c:v>50.4996488074</c:v>
                </c:pt>
                <c:pt idx="2458">
                  <c:v>50.4996263859</c:v>
                </c:pt>
                <c:pt idx="2459">
                  <c:v>50.4996207805</c:v>
                </c:pt>
                <c:pt idx="2460">
                  <c:v>50.4995437301</c:v>
                </c:pt>
                <c:pt idx="2461">
                  <c:v>50.4995294683</c:v>
                </c:pt>
                <c:pt idx="2462">
                  <c:v>50.4995904794</c:v>
                </c:pt>
                <c:pt idx="2463">
                  <c:v>50.4995985901</c:v>
                </c:pt>
                <c:pt idx="2464">
                  <c:v>50.4997039351</c:v>
                </c:pt>
                <c:pt idx="2465">
                  <c:v>50.4997189869</c:v>
                </c:pt>
                <c:pt idx="2466">
                  <c:v>50.4996607371</c:v>
                </c:pt>
                <c:pt idx="2467">
                  <c:v>50.4996549121</c:v>
                </c:pt>
                <c:pt idx="2468">
                  <c:v>50.4995860604</c:v>
                </c:pt>
                <c:pt idx="2469">
                  <c:v>50.4995957716</c:v>
                </c:pt>
                <c:pt idx="2470">
                  <c:v>50.4996947491</c:v>
                </c:pt>
                <c:pt idx="2471">
                  <c:v>50.4997035218</c:v>
                </c:pt>
                <c:pt idx="2472">
                  <c:v>50.4997908964</c:v>
                </c:pt>
                <c:pt idx="2473">
                  <c:v>50.4997964888</c:v>
                </c:pt>
                <c:pt idx="2474">
                  <c:v>50.4997209638</c:v>
                </c:pt>
                <c:pt idx="2475">
                  <c:v>50.4997165896</c:v>
                </c:pt>
                <c:pt idx="2476">
                  <c:v>50.4996772219</c:v>
                </c:pt>
                <c:pt idx="2477">
                  <c:v>50.499703329</c:v>
                </c:pt>
                <c:pt idx="2478">
                  <c:v>50.4998181422</c:v>
                </c:pt>
                <c:pt idx="2479">
                  <c:v>50.4998247631</c:v>
                </c:pt>
                <c:pt idx="2480">
                  <c:v>50.4998712269</c:v>
                </c:pt>
                <c:pt idx="2481">
                  <c:v>50.4998540183</c:v>
                </c:pt>
                <c:pt idx="2482">
                  <c:v>50.4997984108</c:v>
                </c:pt>
                <c:pt idx="2483">
                  <c:v>50.4997859449</c:v>
                </c:pt>
                <c:pt idx="2484">
                  <c:v>50.4998298795</c:v>
                </c:pt>
                <c:pt idx="2485">
                  <c:v>50.4998367419</c:v>
                </c:pt>
                <c:pt idx="2486">
                  <c:v>50.499930678</c:v>
                </c:pt>
                <c:pt idx="2487">
                  <c:v>50.4999507306</c:v>
                </c:pt>
                <c:pt idx="2488">
                  <c:v>50.4999199701</c:v>
                </c:pt>
                <c:pt idx="2489">
                  <c:v>50.499916894</c:v>
                </c:pt>
                <c:pt idx="2490">
                  <c:v>50.4998902284</c:v>
                </c:pt>
                <c:pt idx="2491">
                  <c:v>50.4999014809</c:v>
                </c:pt>
                <c:pt idx="2492">
                  <c:v>50.4999890211</c:v>
                </c:pt>
                <c:pt idx="2493">
                  <c:v>50.499995517</c:v>
                </c:pt>
                <c:pt idx="2494">
                  <c:v>50.5000447057</c:v>
                </c:pt>
                <c:pt idx="2495">
                  <c:v>50.5000463058</c:v>
                </c:pt>
                <c:pt idx="2496">
                  <c:v>50.4999900555</c:v>
                </c:pt>
                <c:pt idx="2497">
                  <c:v>50.4999798819</c:v>
                </c:pt>
                <c:pt idx="2498">
                  <c:v>50.5000241504</c:v>
                </c:pt>
                <c:pt idx="2499">
                  <c:v>50.5000299335</c:v>
                </c:pt>
                <c:pt idx="2500">
                  <c:v>50.500147424</c:v>
                </c:pt>
                <c:pt idx="2501">
                  <c:v>50.5001574885</c:v>
                </c:pt>
                <c:pt idx="2502">
                  <c:v>50.5001352336</c:v>
                </c:pt>
                <c:pt idx="2503">
                  <c:v>50.5001297207</c:v>
                </c:pt>
                <c:pt idx="2504">
                  <c:v>50.5000687754</c:v>
                </c:pt>
                <c:pt idx="2505">
                  <c:v>50.5000614513</c:v>
                </c:pt>
                <c:pt idx="2506">
                  <c:v>50.5001475874</c:v>
                </c:pt>
                <c:pt idx="2507">
                  <c:v>50.5001560122</c:v>
                </c:pt>
                <c:pt idx="2508">
                  <c:v>50.5002595908</c:v>
                </c:pt>
                <c:pt idx="2509">
                  <c:v>50.5002664463</c:v>
                </c:pt>
                <c:pt idx="2510">
                  <c:v>50.5002054274</c:v>
                </c:pt>
                <c:pt idx="2511">
                  <c:v>50.5001993255</c:v>
                </c:pt>
                <c:pt idx="2512">
                  <c:v>50.5001466196</c:v>
                </c:pt>
                <c:pt idx="2513">
                  <c:v>50.5001600859</c:v>
                </c:pt>
                <c:pt idx="2514">
                  <c:v>50.5002717394</c:v>
                </c:pt>
                <c:pt idx="2515">
                  <c:v>50.500280277</c:v>
                </c:pt>
                <c:pt idx="2516">
                  <c:v>50.5003491039</c:v>
                </c:pt>
                <c:pt idx="2517">
                  <c:v>50.500352008</c:v>
                </c:pt>
                <c:pt idx="2518">
                  <c:v>50.5002699903</c:v>
                </c:pt>
                <c:pt idx="2519">
                  <c:v>50.5002664759</c:v>
                </c:pt>
                <c:pt idx="2520">
                  <c:v>50.5002348469</c:v>
                </c:pt>
                <c:pt idx="2521">
                  <c:v>50.5002685238</c:v>
                </c:pt>
                <c:pt idx="2522">
                  <c:v>50.5003777731</c:v>
                </c:pt>
                <c:pt idx="2523">
                  <c:v>50.5003834664</c:v>
                </c:pt>
                <c:pt idx="2524">
                  <c:v>50.5004045223</c:v>
                </c:pt>
                <c:pt idx="2525">
                  <c:v>50.5003819156</c:v>
                </c:pt>
                <c:pt idx="2526">
                  <c:v>50.5003211651</c:v>
                </c:pt>
                <c:pt idx="2527">
                  <c:v>50.5003103354</c:v>
                </c:pt>
                <c:pt idx="2528">
                  <c:v>50.5003583502</c:v>
                </c:pt>
                <c:pt idx="2529">
                  <c:v>50.5003639765</c:v>
                </c:pt>
                <c:pt idx="2530">
                  <c:v>50.500431029</c:v>
                </c:pt>
                <c:pt idx="2531">
                  <c:v>50.5004324961</c:v>
                </c:pt>
                <c:pt idx="2532">
                  <c:v>50.5003872254</c:v>
                </c:pt>
                <c:pt idx="2533">
                  <c:v>50.5003827141</c:v>
                </c:pt>
                <c:pt idx="2534">
                  <c:v>50.5003528631</c:v>
                </c:pt>
                <c:pt idx="2535">
                  <c:v>50.5003636576</c:v>
                </c:pt>
                <c:pt idx="2536">
                  <c:v>50.5004393681</c:v>
                </c:pt>
                <c:pt idx="2537">
                  <c:v>50.5004441916</c:v>
                </c:pt>
                <c:pt idx="2538">
                  <c:v>50.5004713731</c:v>
                </c:pt>
                <c:pt idx="2539">
                  <c:v>50.5004519153</c:v>
                </c:pt>
                <c:pt idx="2540">
                  <c:v>50.5003702978</c:v>
                </c:pt>
                <c:pt idx="2541">
                  <c:v>50.5003567684</c:v>
                </c:pt>
                <c:pt idx="2542">
                  <c:v>50.5003969</c:v>
                </c:pt>
                <c:pt idx="2543">
                  <c:v>50.5004021912</c:v>
                </c:pt>
                <c:pt idx="2544">
                  <c:v>50.500491596</c:v>
                </c:pt>
                <c:pt idx="2545">
                  <c:v>50.5004947526</c:v>
                </c:pt>
                <c:pt idx="2546">
                  <c:v>50.5004311817</c:v>
                </c:pt>
                <c:pt idx="2547">
                  <c:v>50.5004237674</c:v>
                </c:pt>
                <c:pt idx="2548">
                  <c:v>50.5003421407</c:v>
                </c:pt>
                <c:pt idx="2549">
                  <c:v>50.5003325261</c:v>
                </c:pt>
                <c:pt idx="2550">
                  <c:v>50.5004065443</c:v>
                </c:pt>
                <c:pt idx="2551">
                  <c:v>50.5004125849</c:v>
                </c:pt>
                <c:pt idx="2552">
                  <c:v>50.5004829062</c:v>
                </c:pt>
                <c:pt idx="2553">
                  <c:v>50.5004693454</c:v>
                </c:pt>
                <c:pt idx="2554">
                  <c:v>50.5003719168</c:v>
                </c:pt>
                <c:pt idx="2555">
                  <c:v>50.5003637911</c:v>
                </c:pt>
                <c:pt idx="2556">
                  <c:v>50.5002976966</c:v>
                </c:pt>
                <c:pt idx="2557">
                  <c:v>50.5003080439</c:v>
                </c:pt>
                <c:pt idx="2558">
                  <c:v>50.5003927384</c:v>
                </c:pt>
                <c:pt idx="2559">
                  <c:v>50.5003986987</c:v>
                </c:pt>
                <c:pt idx="2560">
                  <c:v>50.5004325472</c:v>
                </c:pt>
                <c:pt idx="2561">
                  <c:v>50.5004139533</c:v>
                </c:pt>
                <c:pt idx="2562">
                  <c:v>50.5003007584</c:v>
                </c:pt>
                <c:pt idx="2563">
                  <c:v>50.5002965032</c:v>
                </c:pt>
                <c:pt idx="2564">
                  <c:v>50.5002582063</c:v>
                </c:pt>
                <c:pt idx="2565">
                  <c:v>50.5002823768</c:v>
                </c:pt>
                <c:pt idx="2566">
                  <c:v>50.5003536389</c:v>
                </c:pt>
                <c:pt idx="2567">
                  <c:v>50.500356707</c:v>
                </c:pt>
                <c:pt idx="2568">
                  <c:v>50.5003084685</c:v>
                </c:pt>
                <c:pt idx="2569">
                  <c:v>50.5003019378</c:v>
                </c:pt>
                <c:pt idx="2570">
                  <c:v>50.5002186891</c:v>
                </c:pt>
                <c:pt idx="2571">
                  <c:v>50.5002051251</c:v>
                </c:pt>
                <c:pt idx="2572">
                  <c:v>50.500238297</c:v>
                </c:pt>
                <c:pt idx="2573">
                  <c:v>50.5002413053</c:v>
                </c:pt>
                <c:pt idx="2574">
                  <c:v>50.5002759449</c:v>
                </c:pt>
                <c:pt idx="2575">
                  <c:v>50.5002578596</c:v>
                </c:pt>
                <c:pt idx="2576">
                  <c:v>50.5001732328</c:v>
                </c:pt>
                <c:pt idx="2577">
                  <c:v>50.5001668937</c:v>
                </c:pt>
                <c:pt idx="2578">
                  <c:v>50.5001263174</c:v>
                </c:pt>
                <c:pt idx="2579">
                  <c:v>50.5001343861</c:v>
                </c:pt>
                <c:pt idx="2580">
                  <c:v>50.5001846434</c:v>
                </c:pt>
                <c:pt idx="2581">
                  <c:v>50.500199228</c:v>
                </c:pt>
                <c:pt idx="2582">
                  <c:v>50.5001481566</c:v>
                </c:pt>
                <c:pt idx="2583">
                  <c:v>50.5001435137</c:v>
                </c:pt>
                <c:pt idx="2584">
                  <c:v>50.5000381084</c:v>
                </c:pt>
                <c:pt idx="2585">
                  <c:v>50.5000221866</c:v>
                </c:pt>
                <c:pt idx="2586">
                  <c:v>50.5000569384</c:v>
                </c:pt>
                <c:pt idx="2587">
                  <c:v>50.5000615687</c:v>
                </c:pt>
                <c:pt idx="2588">
                  <c:v>50.5001192889</c:v>
                </c:pt>
                <c:pt idx="2589">
                  <c:v>50.5001203368</c:v>
                </c:pt>
                <c:pt idx="2590">
                  <c:v>50.5000170317</c:v>
                </c:pt>
                <c:pt idx="2591">
                  <c:v>50.5000084941</c:v>
                </c:pt>
                <c:pt idx="2592">
                  <c:v>50.499918851</c:v>
                </c:pt>
                <c:pt idx="2593">
                  <c:v>50.4999098501</c:v>
                </c:pt>
                <c:pt idx="2594">
                  <c:v>50.4999781577</c:v>
                </c:pt>
                <c:pt idx="2595">
                  <c:v>50.4999821484</c:v>
                </c:pt>
                <c:pt idx="2596">
                  <c:v>50.5000281108</c:v>
                </c:pt>
                <c:pt idx="2597">
                  <c:v>50.5000001755</c:v>
                </c:pt>
                <c:pt idx="2598">
                  <c:v>50.4998795561</c:v>
                </c:pt>
                <c:pt idx="2599">
                  <c:v>50.4998707621</c:v>
                </c:pt>
                <c:pt idx="2600">
                  <c:v>50.4998109139</c:v>
                </c:pt>
                <c:pt idx="2601">
                  <c:v>50.4998212846</c:v>
                </c:pt>
                <c:pt idx="2602">
                  <c:v>50.4998951585</c:v>
                </c:pt>
                <c:pt idx="2603">
                  <c:v>50.4999230015</c:v>
                </c:pt>
                <c:pt idx="2604">
                  <c:v>50.4998836387</c:v>
                </c:pt>
                <c:pt idx="2605">
                  <c:v>50.4998800603</c:v>
                </c:pt>
                <c:pt idx="2606">
                  <c:v>50.4997656379</c:v>
                </c:pt>
                <c:pt idx="2607">
                  <c:v>50.4997625012</c:v>
                </c:pt>
                <c:pt idx="2608">
                  <c:v>50.4997342713</c:v>
                </c:pt>
                <c:pt idx="2609">
                  <c:v>50.49976282</c:v>
                </c:pt>
                <c:pt idx="2610">
                  <c:v>50.4998193978</c:v>
                </c:pt>
                <c:pt idx="2611">
                  <c:v>50.4998213046</c:v>
                </c:pt>
                <c:pt idx="2612">
                  <c:v>50.4997535995</c:v>
                </c:pt>
                <c:pt idx="2613">
                  <c:v>50.4997473726</c:v>
                </c:pt>
                <c:pt idx="2614">
                  <c:v>50.4996805916</c:v>
                </c:pt>
                <c:pt idx="2615">
                  <c:v>50.4996734335</c:v>
                </c:pt>
                <c:pt idx="2616">
                  <c:v>50.4997185266</c:v>
                </c:pt>
                <c:pt idx="2617">
                  <c:v>50.4997205566</c:v>
                </c:pt>
                <c:pt idx="2618">
                  <c:v>50.4997436615</c:v>
                </c:pt>
                <c:pt idx="2619">
                  <c:v>50.4997185748</c:v>
                </c:pt>
                <c:pt idx="2620">
                  <c:v>50.4996343501</c:v>
                </c:pt>
                <c:pt idx="2621">
                  <c:v>50.4996288545</c:v>
                </c:pt>
                <c:pt idx="2622">
                  <c:v>50.49961676</c:v>
                </c:pt>
                <c:pt idx="2623">
                  <c:v>50.4996288878</c:v>
                </c:pt>
                <c:pt idx="2624">
                  <c:v>50.4996891088</c:v>
                </c:pt>
                <c:pt idx="2625">
                  <c:v>50.4996995189</c:v>
                </c:pt>
                <c:pt idx="2626">
                  <c:v>50.4996402544</c:v>
                </c:pt>
                <c:pt idx="2627">
                  <c:v>50.4996348668</c:v>
                </c:pt>
                <c:pt idx="2628">
                  <c:v>50.4995516478</c:v>
                </c:pt>
                <c:pt idx="2629">
                  <c:v>50.4995545417</c:v>
                </c:pt>
                <c:pt idx="2630">
                  <c:v>50.4996115911</c:v>
                </c:pt>
                <c:pt idx="2631">
                  <c:v>50.499617911</c:v>
                </c:pt>
                <c:pt idx="2632">
                  <c:v>50.4996793893</c:v>
                </c:pt>
                <c:pt idx="2633">
                  <c:v>50.4996804449</c:v>
                </c:pt>
                <c:pt idx="2634">
                  <c:v>50.4995799475</c:v>
                </c:pt>
                <c:pt idx="2635">
                  <c:v>50.4995732214</c:v>
                </c:pt>
                <c:pt idx="2636">
                  <c:v>50.4995185348</c:v>
                </c:pt>
                <c:pt idx="2637">
                  <c:v>50.4995250675</c:v>
                </c:pt>
                <c:pt idx="2638">
                  <c:v>50.4996227603</c:v>
                </c:pt>
                <c:pt idx="2639">
                  <c:v>50.4996266554</c:v>
                </c:pt>
                <c:pt idx="2640">
                  <c:v>50.4996718414</c:v>
                </c:pt>
                <c:pt idx="2641">
                  <c:v>50.499643571</c:v>
                </c:pt>
                <c:pt idx="2642">
                  <c:v>50.4995444066</c:v>
                </c:pt>
                <c:pt idx="2643">
                  <c:v>50.4995377844</c:v>
                </c:pt>
                <c:pt idx="2644">
                  <c:v>50.4995231711</c:v>
                </c:pt>
                <c:pt idx="2645">
                  <c:v>50.4995419899</c:v>
                </c:pt>
                <c:pt idx="2646">
                  <c:v>50.4996404039</c:v>
                </c:pt>
                <c:pt idx="2647">
                  <c:v>50.4996693676</c:v>
                </c:pt>
                <c:pt idx="2648">
                  <c:v>50.4996322102</c:v>
                </c:pt>
                <c:pt idx="2649">
                  <c:v>50.4996288323</c:v>
                </c:pt>
                <c:pt idx="2650">
                  <c:v>50.4995557537</c:v>
                </c:pt>
                <c:pt idx="2651">
                  <c:v>50.4995569193</c:v>
                </c:pt>
                <c:pt idx="2652">
                  <c:v>50.4996048598</c:v>
                </c:pt>
                <c:pt idx="2653">
                  <c:v>50.4996107094</c:v>
                </c:pt>
                <c:pt idx="2654">
                  <c:v>50.4996815805</c:v>
                </c:pt>
                <c:pt idx="2655">
                  <c:v>50.499684046</c:v>
                </c:pt>
                <c:pt idx="2656">
                  <c:v>50.4996317487</c:v>
                </c:pt>
                <c:pt idx="2657">
                  <c:v>50.4996281241</c:v>
                </c:pt>
                <c:pt idx="2658">
                  <c:v>50.499599127</c:v>
                </c:pt>
                <c:pt idx="2659">
                  <c:v>50.4996160868</c:v>
                </c:pt>
                <c:pt idx="2660">
                  <c:v>50.4997004961</c:v>
                </c:pt>
                <c:pt idx="2661">
                  <c:v>50.499702853</c:v>
                </c:pt>
                <c:pt idx="2662">
                  <c:v>50.4997301738</c:v>
                </c:pt>
                <c:pt idx="2663">
                  <c:v>50.4997081047</c:v>
                </c:pt>
                <c:pt idx="2664">
                  <c:v>50.4996537307</c:v>
                </c:pt>
                <c:pt idx="2665">
                  <c:v>50.499645153</c:v>
                </c:pt>
                <c:pt idx="2666">
                  <c:v>50.4997021937</c:v>
                </c:pt>
                <c:pt idx="2667">
                  <c:v>50.4997091842</c:v>
                </c:pt>
                <c:pt idx="2668">
                  <c:v>50.499796137</c:v>
                </c:pt>
                <c:pt idx="2669">
                  <c:v>50.4998089036</c:v>
                </c:pt>
                <c:pt idx="2670">
                  <c:v>50.4997556216</c:v>
                </c:pt>
                <c:pt idx="2671">
                  <c:v>50.4997507778</c:v>
                </c:pt>
                <c:pt idx="2672">
                  <c:v>50.499702334</c:v>
                </c:pt>
                <c:pt idx="2673">
                  <c:v>50.4997178687</c:v>
                </c:pt>
                <c:pt idx="2674">
                  <c:v>50.4998226933</c:v>
                </c:pt>
                <c:pt idx="2675">
                  <c:v>50.4998311127</c:v>
                </c:pt>
                <c:pt idx="2676">
                  <c:v>50.4999041893</c:v>
                </c:pt>
                <c:pt idx="2677">
                  <c:v>50.4999057769</c:v>
                </c:pt>
                <c:pt idx="2678">
                  <c:v>50.4998210793</c:v>
                </c:pt>
                <c:pt idx="2679">
                  <c:v>50.4998168265</c:v>
                </c:pt>
                <c:pt idx="2680">
                  <c:v>50.4997828046</c:v>
                </c:pt>
                <c:pt idx="2681">
                  <c:v>50.499819611</c:v>
                </c:pt>
                <c:pt idx="2682">
                  <c:v>50.4999519064</c:v>
                </c:pt>
                <c:pt idx="2683">
                  <c:v>50.4999557013</c:v>
                </c:pt>
                <c:pt idx="2684">
                  <c:v>50.500000098</c:v>
                </c:pt>
                <c:pt idx="2685">
                  <c:v>50.4999735599</c:v>
                </c:pt>
                <c:pt idx="2686">
                  <c:v>50.4998987444</c:v>
                </c:pt>
                <c:pt idx="2687">
                  <c:v>50.4998855888</c:v>
                </c:pt>
                <c:pt idx="2688">
                  <c:v>50.499936133</c:v>
                </c:pt>
                <c:pt idx="2689">
                  <c:v>50.4999442346</c:v>
                </c:pt>
                <c:pt idx="2690">
                  <c:v>50.5000555019</c:v>
                </c:pt>
                <c:pt idx="2691">
                  <c:v>50.5000820064</c:v>
                </c:pt>
                <c:pt idx="2692">
                  <c:v>50.5000451284</c:v>
                </c:pt>
                <c:pt idx="2693">
                  <c:v>50.5000417758</c:v>
                </c:pt>
                <c:pt idx="2694">
                  <c:v>50.4999943588</c:v>
                </c:pt>
                <c:pt idx="2695">
                  <c:v>50.5000039584</c:v>
                </c:pt>
                <c:pt idx="2696">
                  <c:v>50.5000822434</c:v>
                </c:pt>
                <c:pt idx="2697">
                  <c:v>50.5000890946</c:v>
                </c:pt>
                <c:pt idx="2698">
                  <c:v>50.5001553324</c:v>
                </c:pt>
                <c:pt idx="2699">
                  <c:v>50.5001573567</c:v>
                </c:pt>
                <c:pt idx="2700">
                  <c:v>50.5001072171</c:v>
                </c:pt>
                <c:pt idx="2701">
                  <c:v>50.5000881369</c:v>
                </c:pt>
                <c:pt idx="2702">
                  <c:v>50.5001204982</c:v>
                </c:pt>
                <c:pt idx="2703">
                  <c:v>50.5001242753</c:v>
                </c:pt>
                <c:pt idx="2704">
                  <c:v>50.5002219335</c:v>
                </c:pt>
                <c:pt idx="2705">
                  <c:v>50.5002371624</c:v>
                </c:pt>
                <c:pt idx="2706">
                  <c:v>50.5002157022</c:v>
                </c:pt>
                <c:pt idx="2707">
                  <c:v>50.5002114101</c:v>
                </c:pt>
                <c:pt idx="2708">
                  <c:v>50.5001635169</c:v>
                </c:pt>
                <c:pt idx="2709">
                  <c:v>50.5001582244</c:v>
                </c:pt>
                <c:pt idx="2710">
                  <c:v>50.5002343436</c:v>
                </c:pt>
                <c:pt idx="2711">
                  <c:v>50.5002413455</c:v>
                </c:pt>
                <c:pt idx="2712">
                  <c:v>50.500318973</c:v>
                </c:pt>
                <c:pt idx="2713">
                  <c:v>50.500321642</c:v>
                </c:pt>
                <c:pt idx="2714">
                  <c:v>50.5002578073</c:v>
                </c:pt>
                <c:pt idx="2715">
                  <c:v>50.5002520277</c:v>
                </c:pt>
                <c:pt idx="2716">
                  <c:v>50.5002115446</c:v>
                </c:pt>
                <c:pt idx="2717">
                  <c:v>50.5002305037</c:v>
                </c:pt>
                <c:pt idx="2718">
                  <c:v>50.5003403461</c:v>
                </c:pt>
                <c:pt idx="2719">
                  <c:v>50.5003482548</c:v>
                </c:pt>
                <c:pt idx="2720">
                  <c:v>50.5003952236</c:v>
                </c:pt>
                <c:pt idx="2721">
                  <c:v>50.5003952469</c:v>
                </c:pt>
                <c:pt idx="2722">
                  <c:v>50.5002951986</c:v>
                </c:pt>
                <c:pt idx="2723">
                  <c:v>50.5002598242</c:v>
                </c:pt>
                <c:pt idx="2724">
                  <c:v>50.5002968731</c:v>
                </c:pt>
                <c:pt idx="2725">
                  <c:v>50.5003012629</c:v>
                </c:pt>
                <c:pt idx="2726">
                  <c:v>50.5004215596</c:v>
                </c:pt>
                <c:pt idx="2727">
                  <c:v>50.5004397245</c:v>
                </c:pt>
                <c:pt idx="2728">
                  <c:v>50.500409657</c:v>
                </c:pt>
                <c:pt idx="2729">
                  <c:v>50.5004036435</c:v>
                </c:pt>
                <c:pt idx="2730">
                  <c:v>50.5003172543</c:v>
                </c:pt>
                <c:pt idx="2731">
                  <c:v>50.500304014</c:v>
                </c:pt>
                <c:pt idx="2732">
                  <c:v>50.5003533567</c:v>
                </c:pt>
                <c:pt idx="2733">
                  <c:v>50.5003600595</c:v>
                </c:pt>
                <c:pt idx="2734">
                  <c:v>50.5004397001</c:v>
                </c:pt>
                <c:pt idx="2735">
                  <c:v>50.5004478635</c:v>
                </c:pt>
                <c:pt idx="2736">
                  <c:v>50.5003904537</c:v>
                </c:pt>
                <c:pt idx="2737">
                  <c:v>50.5003852347</c:v>
                </c:pt>
                <c:pt idx="2738">
                  <c:v>50.5003314913</c:v>
                </c:pt>
                <c:pt idx="2739">
                  <c:v>50.5003398941</c:v>
                </c:pt>
                <c:pt idx="2740">
                  <c:v>50.5004029618</c:v>
                </c:pt>
                <c:pt idx="2741">
                  <c:v>50.5004080984</c:v>
                </c:pt>
                <c:pt idx="2742">
                  <c:v>50.5004322561</c:v>
                </c:pt>
                <c:pt idx="2743">
                  <c:v>50.500430196</c:v>
                </c:pt>
                <c:pt idx="2744">
                  <c:v>50.5003509385</c:v>
                </c:pt>
                <c:pt idx="2745">
                  <c:v>50.5003267455</c:v>
                </c:pt>
                <c:pt idx="2746">
                  <c:v>50.5003542253</c:v>
                </c:pt>
                <c:pt idx="2747">
                  <c:v>50.500357486</c:v>
                </c:pt>
                <c:pt idx="2748">
                  <c:v>50.5004263972</c:v>
                </c:pt>
                <c:pt idx="2749">
                  <c:v>50.500424555</c:v>
                </c:pt>
                <c:pt idx="2750">
                  <c:v>50.5003698969</c:v>
                </c:pt>
                <c:pt idx="2751">
                  <c:v>50.5003634624</c:v>
                </c:pt>
                <c:pt idx="2752">
                  <c:v>50.5002932899</c:v>
                </c:pt>
                <c:pt idx="2753">
                  <c:v>50.5002858919</c:v>
                </c:pt>
                <c:pt idx="2754">
                  <c:v>50.5003489417</c:v>
                </c:pt>
                <c:pt idx="2755">
                  <c:v>50.5003537724</c:v>
                </c:pt>
                <c:pt idx="2756">
                  <c:v>50.5004048191</c:v>
                </c:pt>
                <c:pt idx="2757">
                  <c:v>50.5003859344</c:v>
                </c:pt>
                <c:pt idx="2758">
                  <c:v>50.5002823624</c:v>
                </c:pt>
                <c:pt idx="2759">
                  <c:v>50.5002744545</c:v>
                </c:pt>
                <c:pt idx="2760">
                  <c:v>50.5002223416</c:v>
                </c:pt>
                <c:pt idx="2761">
                  <c:v>50.5002379068</c:v>
                </c:pt>
                <c:pt idx="2762">
                  <c:v>50.50032324</c:v>
                </c:pt>
                <c:pt idx="2763">
                  <c:v>50.5003548944</c:v>
                </c:pt>
                <c:pt idx="2764">
                  <c:v>50.5003265803</c:v>
                </c:pt>
                <c:pt idx="2765">
                  <c:v>50.5003237891</c:v>
                </c:pt>
                <c:pt idx="2766">
                  <c:v>50.500194401</c:v>
                </c:pt>
                <c:pt idx="2767">
                  <c:v>50.5001898459</c:v>
                </c:pt>
                <c:pt idx="2768">
                  <c:v>50.5001534047</c:v>
                </c:pt>
                <c:pt idx="2769">
                  <c:v>50.5001871487</c:v>
                </c:pt>
                <c:pt idx="2770">
                  <c:v>50.5002740901</c:v>
                </c:pt>
                <c:pt idx="2771">
                  <c:v>50.5002724578</c:v>
                </c:pt>
                <c:pt idx="2772">
                  <c:v>50.5002130141</c:v>
                </c:pt>
                <c:pt idx="2773">
                  <c:v>50.5002051229</c:v>
                </c:pt>
                <c:pt idx="2774">
                  <c:v>50.5001009956</c:v>
                </c:pt>
                <c:pt idx="2775">
                  <c:v>50.5000864544</c:v>
                </c:pt>
                <c:pt idx="2776">
                  <c:v>50.500124316</c:v>
                </c:pt>
                <c:pt idx="2777">
                  <c:v>50.5001288772</c:v>
                </c:pt>
                <c:pt idx="2778">
                  <c:v>50.5001774431</c:v>
                </c:pt>
                <c:pt idx="2779">
                  <c:v>50.5001658678</c:v>
                </c:pt>
                <c:pt idx="2780">
                  <c:v>50.5000804042</c:v>
                </c:pt>
                <c:pt idx="2781">
                  <c:v>50.5000735638</c:v>
                </c:pt>
                <c:pt idx="2782">
                  <c:v>50.5000155265</c:v>
                </c:pt>
                <c:pt idx="2783">
                  <c:v>50.5000222897</c:v>
                </c:pt>
                <c:pt idx="2784">
                  <c:v>50.5000673406</c:v>
                </c:pt>
                <c:pt idx="2785">
                  <c:v>50.500085047</c:v>
                </c:pt>
                <c:pt idx="2786">
                  <c:v>50.5000519898</c:v>
                </c:pt>
                <c:pt idx="2787">
                  <c:v>50.5000490438</c:v>
                </c:pt>
                <c:pt idx="2788">
                  <c:v>50.4999535832</c:v>
                </c:pt>
                <c:pt idx="2789">
                  <c:v>50.4999307776</c:v>
                </c:pt>
                <c:pt idx="2790">
                  <c:v>50.4999573862</c:v>
                </c:pt>
                <c:pt idx="2791">
                  <c:v>50.4999605661</c:v>
                </c:pt>
                <c:pt idx="2792">
                  <c:v>50.5000066909</c:v>
                </c:pt>
                <c:pt idx="2793">
                  <c:v>50.5000025602</c:v>
                </c:pt>
                <c:pt idx="2794">
                  <c:v>50.4999165057</c:v>
                </c:pt>
                <c:pt idx="2795">
                  <c:v>50.499909236</c:v>
                </c:pt>
                <c:pt idx="2796">
                  <c:v>50.4998384664</c:v>
                </c:pt>
                <c:pt idx="2797">
                  <c:v>50.499832755</c:v>
                </c:pt>
                <c:pt idx="2798">
                  <c:v>50.4998968569</c:v>
                </c:pt>
                <c:pt idx="2799">
                  <c:v>50.4999002882</c:v>
                </c:pt>
                <c:pt idx="2800">
                  <c:v>50.4999361074</c:v>
                </c:pt>
                <c:pt idx="2801">
                  <c:v>50.4999037106</c:v>
                </c:pt>
                <c:pt idx="2802">
                  <c:v>50.4997848429</c:v>
                </c:pt>
                <c:pt idx="2803">
                  <c:v>50.4997765736</c:v>
                </c:pt>
                <c:pt idx="2804">
                  <c:v>50.4997369202</c:v>
                </c:pt>
                <c:pt idx="2805">
                  <c:v>50.4997547917</c:v>
                </c:pt>
                <c:pt idx="2806">
                  <c:v>50.4998378591</c:v>
                </c:pt>
                <c:pt idx="2807">
                  <c:v>50.4998631626</c:v>
                </c:pt>
                <c:pt idx="2808">
                  <c:v>50.499816302</c:v>
                </c:pt>
                <c:pt idx="2809">
                  <c:v>50.4998122605</c:v>
                </c:pt>
                <c:pt idx="2810">
                  <c:v>50.4996902676</c:v>
                </c:pt>
                <c:pt idx="2811">
                  <c:v>50.4996629725</c:v>
                </c:pt>
                <c:pt idx="2812">
                  <c:v>50.499702185</c:v>
                </c:pt>
                <c:pt idx="2813">
                  <c:v>50.4997068609</c:v>
                </c:pt>
                <c:pt idx="2814">
                  <c:v>50.4997874882</c:v>
                </c:pt>
                <c:pt idx="2815">
                  <c:v>50.4997846884</c:v>
                </c:pt>
                <c:pt idx="2816">
                  <c:v>50.4997146197</c:v>
                </c:pt>
                <c:pt idx="2817">
                  <c:v>50.4997073467</c:v>
                </c:pt>
                <c:pt idx="2818">
                  <c:v>50.499627112</c:v>
                </c:pt>
                <c:pt idx="2819">
                  <c:v>50.4996185508</c:v>
                </c:pt>
                <c:pt idx="2820">
                  <c:v>50.4996750917</c:v>
                </c:pt>
                <c:pt idx="2821">
                  <c:v>50.4996792175</c:v>
                </c:pt>
                <c:pt idx="2822">
                  <c:v>50.4997231656</c:v>
                </c:pt>
                <c:pt idx="2823">
                  <c:v>50.4997059483</c:v>
                </c:pt>
                <c:pt idx="2824">
                  <c:v>50.4996274604</c:v>
                </c:pt>
                <c:pt idx="2825">
                  <c:v>50.4996216717</c:v>
                </c:pt>
                <c:pt idx="2826">
                  <c:v>50.499595743</c:v>
                </c:pt>
                <c:pt idx="2827">
                  <c:v>50.4996096485</c:v>
                </c:pt>
                <c:pt idx="2828">
                  <c:v>50.4996707944</c:v>
                </c:pt>
                <c:pt idx="2829">
                  <c:v>50.4996878652</c:v>
                </c:pt>
                <c:pt idx="2830">
                  <c:v>50.4996492814</c:v>
                </c:pt>
                <c:pt idx="2831">
                  <c:v>50.4996460489</c:v>
                </c:pt>
                <c:pt idx="2832">
                  <c:v>50.499579515</c:v>
                </c:pt>
                <c:pt idx="2833">
                  <c:v>50.499580463</c:v>
                </c:pt>
                <c:pt idx="2834">
                  <c:v>50.4996274824</c:v>
                </c:pt>
                <c:pt idx="2835">
                  <c:v>50.4996327145</c:v>
                </c:pt>
                <c:pt idx="2836">
                  <c:v>50.4996875797</c:v>
                </c:pt>
                <c:pt idx="2837">
                  <c:v>50.4996832842</c:v>
                </c:pt>
                <c:pt idx="2838">
                  <c:v>50.499604601</c:v>
                </c:pt>
                <c:pt idx="2839">
                  <c:v>50.4995991741</c:v>
                </c:pt>
                <c:pt idx="2840">
                  <c:v>50.4995610563</c:v>
                </c:pt>
                <c:pt idx="2841">
                  <c:v>50.4995729446</c:v>
                </c:pt>
                <c:pt idx="2842">
                  <c:v>50.4996705825</c:v>
                </c:pt>
                <c:pt idx="2843">
                  <c:v>50.4996742192</c:v>
                </c:pt>
                <c:pt idx="2844">
                  <c:v>50.4997126041</c:v>
                </c:pt>
                <c:pt idx="2845">
                  <c:v>50.4996804638</c:v>
                </c:pt>
                <c:pt idx="2846">
                  <c:v>50.4995853522</c:v>
                </c:pt>
                <c:pt idx="2847">
                  <c:v>50.4995725864</c:v>
                </c:pt>
                <c:pt idx="2848">
                  <c:v>50.4996044234</c:v>
                </c:pt>
                <c:pt idx="2849">
                  <c:v>50.4996119566</c:v>
                </c:pt>
                <c:pt idx="2850">
                  <c:v>50.4997197618</c:v>
                </c:pt>
                <c:pt idx="2851">
                  <c:v>50.4997468914</c:v>
                </c:pt>
                <c:pt idx="2852">
                  <c:v>50.4997017064</c:v>
                </c:pt>
                <c:pt idx="2853">
                  <c:v>50.499697941</c:v>
                </c:pt>
                <c:pt idx="2854">
                  <c:v>50.4996179803</c:v>
                </c:pt>
                <c:pt idx="2855">
                  <c:v>50.4996197135</c:v>
                </c:pt>
                <c:pt idx="2856">
                  <c:v>50.4996844001</c:v>
                </c:pt>
                <c:pt idx="2857">
                  <c:v>50.49969151</c:v>
                </c:pt>
                <c:pt idx="2858">
                  <c:v>50.499784424</c:v>
                </c:pt>
                <c:pt idx="2859">
                  <c:v>50.4997817973</c:v>
                </c:pt>
                <c:pt idx="2860">
                  <c:v>50.4997257406</c:v>
                </c:pt>
                <c:pt idx="2861">
                  <c:v>50.4997208246</c:v>
                </c:pt>
                <c:pt idx="2862">
                  <c:v>50.499685817</c:v>
                </c:pt>
                <c:pt idx="2863">
                  <c:v>50.4996920646</c:v>
                </c:pt>
                <c:pt idx="2864">
                  <c:v>50.4997828287</c:v>
                </c:pt>
                <c:pt idx="2865">
                  <c:v>50.4997871284</c:v>
                </c:pt>
                <c:pt idx="2866">
                  <c:v>50.4998332652</c:v>
                </c:pt>
                <c:pt idx="2867">
                  <c:v>50.4998171348</c:v>
                </c:pt>
                <c:pt idx="2868">
                  <c:v>50.4997650491</c:v>
                </c:pt>
                <c:pt idx="2869">
                  <c:v>50.4997580873</c:v>
                </c:pt>
                <c:pt idx="2870">
                  <c:v>50.499797996</c:v>
                </c:pt>
                <c:pt idx="2871">
                  <c:v>50.4998042152</c:v>
                </c:pt>
                <c:pt idx="2872">
                  <c:v>50.4998868557</c:v>
                </c:pt>
                <c:pt idx="2873">
                  <c:v>50.4999043213</c:v>
                </c:pt>
                <c:pt idx="2874">
                  <c:v>50.4998663841</c:v>
                </c:pt>
                <c:pt idx="2875">
                  <c:v>50.4998632226</c:v>
                </c:pt>
                <c:pt idx="2876">
                  <c:v>50.4998256404</c:v>
                </c:pt>
                <c:pt idx="2877">
                  <c:v>50.4998410015</c:v>
                </c:pt>
                <c:pt idx="2878">
                  <c:v>50.4999307596</c:v>
                </c:pt>
                <c:pt idx="2879">
                  <c:v>50.4999379255</c:v>
                </c:pt>
                <c:pt idx="2880">
                  <c:v>50.4999974873</c:v>
                </c:pt>
                <c:pt idx="2881">
                  <c:v>50.4999930919</c:v>
                </c:pt>
                <c:pt idx="2882">
                  <c:v>50.4999229043</c:v>
                </c:pt>
                <c:pt idx="2883">
                  <c:v>50.4998950531</c:v>
                </c:pt>
                <c:pt idx="2884">
                  <c:v>50.4999331697</c:v>
                </c:pt>
                <c:pt idx="2885">
                  <c:v>50.4999371612</c:v>
                </c:pt>
                <c:pt idx="2886">
                  <c:v>50.5000615093</c:v>
                </c:pt>
                <c:pt idx="2887">
                  <c:v>50.500064658</c:v>
                </c:pt>
                <c:pt idx="2888">
                  <c:v>50.5000980423</c:v>
                </c:pt>
                <c:pt idx="2889">
                  <c:v>50.5000637849</c:v>
                </c:pt>
                <c:pt idx="2890">
                  <c:v>50.4999852699</c:v>
                </c:pt>
                <c:pt idx="2891">
                  <c:v>50.4999763368</c:v>
                </c:pt>
                <c:pt idx="2892">
                  <c:v>50.5000424988</c:v>
                </c:pt>
                <c:pt idx="2893">
                  <c:v>50.5000511654</c:v>
                </c:pt>
                <c:pt idx="2894">
                  <c:v>50.5001638198</c:v>
                </c:pt>
                <c:pt idx="2895">
                  <c:v>50.5001862746</c:v>
                </c:pt>
                <c:pt idx="2896">
                  <c:v>50.500134025</c:v>
                </c:pt>
                <c:pt idx="2897">
                  <c:v>50.5001296708</c:v>
                </c:pt>
                <c:pt idx="2898">
                  <c:v>50.5000680783</c:v>
                </c:pt>
                <c:pt idx="2899">
                  <c:v>50.500078502</c:v>
                </c:pt>
                <c:pt idx="2900">
                  <c:v>50.5001659188</c:v>
                </c:pt>
                <c:pt idx="2901">
                  <c:v>50.5001737253</c:v>
                </c:pt>
                <c:pt idx="2902">
                  <c:v>50.5002535218</c:v>
                </c:pt>
                <c:pt idx="2903">
                  <c:v>50.5002499959</c:v>
                </c:pt>
                <c:pt idx="2904">
                  <c:v>50.5001878913</c:v>
                </c:pt>
                <c:pt idx="2905">
                  <c:v>50.5001839275</c:v>
                </c:pt>
                <c:pt idx="2906">
                  <c:v>50.5001561812</c:v>
                </c:pt>
                <c:pt idx="2907">
                  <c:v>50.5001786797</c:v>
                </c:pt>
                <c:pt idx="2908">
                  <c:v>50.5002740505</c:v>
                </c:pt>
                <c:pt idx="2909">
                  <c:v>50.500276777</c:v>
                </c:pt>
                <c:pt idx="2910">
                  <c:v>50.5003059149</c:v>
                </c:pt>
                <c:pt idx="2911">
                  <c:v>50.5002811909</c:v>
                </c:pt>
                <c:pt idx="2912">
                  <c:v>50.500227858</c:v>
                </c:pt>
                <c:pt idx="2913">
                  <c:v>50.5002220214</c:v>
                </c:pt>
                <c:pt idx="2914">
                  <c:v>50.5002755639</c:v>
                </c:pt>
                <c:pt idx="2915">
                  <c:v>50.5002815519</c:v>
                </c:pt>
                <c:pt idx="2916">
                  <c:v>50.5003479547</c:v>
                </c:pt>
                <c:pt idx="2917">
                  <c:v>50.5003541572</c:v>
                </c:pt>
                <c:pt idx="2918">
                  <c:v>50.5002980471</c:v>
                </c:pt>
                <c:pt idx="2919">
                  <c:v>50.5002933713</c:v>
                </c:pt>
                <c:pt idx="2920">
                  <c:v>50.50025823</c:v>
                </c:pt>
                <c:pt idx="2921">
                  <c:v>50.5002764858</c:v>
                </c:pt>
                <c:pt idx="2922">
                  <c:v>50.5003658784</c:v>
                </c:pt>
                <c:pt idx="2923">
                  <c:v>50.5003723708</c:v>
                </c:pt>
                <c:pt idx="2924">
                  <c:v>50.5004004431</c:v>
                </c:pt>
                <c:pt idx="2925">
                  <c:v>50.5003938212</c:v>
                </c:pt>
                <c:pt idx="2926">
                  <c:v>50.5003017682</c:v>
                </c:pt>
                <c:pt idx="2927">
                  <c:v>50.5002730247</c:v>
                </c:pt>
                <c:pt idx="2928">
                  <c:v>50.5003132749</c:v>
                </c:pt>
                <c:pt idx="2929">
                  <c:v>50.5003175182</c:v>
                </c:pt>
                <c:pt idx="2930">
                  <c:v>50.5004246722</c:v>
                </c:pt>
                <c:pt idx="2931">
                  <c:v>50.5004310584</c:v>
                </c:pt>
                <c:pt idx="2932">
                  <c:v>50.5003894704</c:v>
                </c:pt>
                <c:pt idx="2933">
                  <c:v>50.500382589</c:v>
                </c:pt>
                <c:pt idx="2934">
                  <c:v>50.5002880199</c:v>
                </c:pt>
                <c:pt idx="2935">
                  <c:v>50.5002783637</c:v>
                </c:pt>
                <c:pt idx="2936">
                  <c:v>50.5003396585</c:v>
                </c:pt>
                <c:pt idx="2937">
                  <c:v>50.5003469063</c:v>
                </c:pt>
                <c:pt idx="2938">
                  <c:v>50.5004254771</c:v>
                </c:pt>
                <c:pt idx="2939">
                  <c:v>50.5004314821</c:v>
                </c:pt>
                <c:pt idx="2940">
                  <c:v>50.5003534557</c:v>
                </c:pt>
                <c:pt idx="2941">
                  <c:v>50.5003469535</c:v>
                </c:pt>
                <c:pt idx="2942">
                  <c:v>50.5002782854</c:v>
                </c:pt>
                <c:pt idx="2943">
                  <c:v>50.5002870192</c:v>
                </c:pt>
                <c:pt idx="2944">
                  <c:v>50.5003578812</c:v>
                </c:pt>
                <c:pt idx="2945">
                  <c:v>50.5003640338</c:v>
                </c:pt>
                <c:pt idx="2946">
                  <c:v>50.5003986754</c:v>
                </c:pt>
                <c:pt idx="2947">
                  <c:v>50.5003929001</c:v>
                </c:pt>
                <c:pt idx="2948">
                  <c:v>50.5003004271</c:v>
                </c:pt>
                <c:pt idx="2949">
                  <c:v>50.5002958155</c:v>
                </c:pt>
                <c:pt idx="2950">
                  <c:v>50.500263411</c:v>
                </c:pt>
                <c:pt idx="2951">
                  <c:v>50.5002811438</c:v>
                </c:pt>
                <c:pt idx="2952">
                  <c:v>50.5003480819</c:v>
                </c:pt>
                <c:pt idx="2953">
                  <c:v>50.5003474613</c:v>
                </c:pt>
                <c:pt idx="2954">
                  <c:v>50.5003088032</c:v>
                </c:pt>
                <c:pt idx="2955">
                  <c:v>50.5003030197</c:v>
                </c:pt>
                <c:pt idx="2956">
                  <c:v>50.5002284684</c:v>
                </c:pt>
                <c:pt idx="2957">
                  <c:v>50.5002212633</c:v>
                </c:pt>
                <c:pt idx="2958">
                  <c:v>50.5002630896</c:v>
                </c:pt>
                <c:pt idx="2959">
                  <c:v>50.5002672081</c:v>
                </c:pt>
                <c:pt idx="2960">
                  <c:v>50.5003066356</c:v>
                </c:pt>
                <c:pt idx="2961">
                  <c:v>50.5002918134</c:v>
                </c:pt>
                <c:pt idx="2962">
                  <c:v>50.5002001001</c:v>
                </c:pt>
                <c:pt idx="2963">
                  <c:v>50.500193268</c:v>
                </c:pt>
                <c:pt idx="2964">
                  <c:v>50.5001498792</c:v>
                </c:pt>
                <c:pt idx="2965">
                  <c:v>50.5001654025</c:v>
                </c:pt>
                <c:pt idx="2966">
                  <c:v>50.5002346542</c:v>
                </c:pt>
                <c:pt idx="2967">
                  <c:v>50.5002556832</c:v>
                </c:pt>
                <c:pt idx="2968">
                  <c:v>50.500221646</c:v>
                </c:pt>
                <c:pt idx="2969">
                  <c:v>50.5002135351</c:v>
                </c:pt>
                <c:pt idx="2970">
                  <c:v>50.5000956277</c:v>
                </c:pt>
                <c:pt idx="2971">
                  <c:v>50.5000634559</c:v>
                </c:pt>
                <c:pt idx="2972">
                  <c:v>50.5000998216</c:v>
                </c:pt>
                <c:pt idx="2973">
                  <c:v>50.500103708</c:v>
                </c:pt>
                <c:pt idx="2974">
                  <c:v>50.5001851601</c:v>
                </c:pt>
                <c:pt idx="2975">
                  <c:v>50.5001808198</c:v>
                </c:pt>
                <c:pt idx="2976">
                  <c:v>50.5001050493</c:v>
                </c:pt>
                <c:pt idx="2977">
                  <c:v>50.5000964851</c:v>
                </c:pt>
                <c:pt idx="2978">
                  <c:v>50.4999899862</c:v>
                </c:pt>
                <c:pt idx="2979">
                  <c:v>50.4999800447</c:v>
                </c:pt>
                <c:pt idx="2980">
                  <c:v>50.5000350502</c:v>
                </c:pt>
                <c:pt idx="2981">
                  <c:v>50.5000406851</c:v>
                </c:pt>
                <c:pt idx="2982">
                  <c:v>50.5000951018</c:v>
                </c:pt>
                <c:pt idx="2983">
                  <c:v>50.5000840169</c:v>
                </c:pt>
                <c:pt idx="2984">
                  <c:v>50.4999822362</c:v>
                </c:pt>
                <c:pt idx="2985">
                  <c:v>50.4999743716</c:v>
                </c:pt>
                <c:pt idx="2986">
                  <c:v>50.4999078181</c:v>
                </c:pt>
                <c:pt idx="2987">
                  <c:v>50.4999172739</c:v>
                </c:pt>
                <c:pt idx="2988">
                  <c:v>50.4999943527</c:v>
                </c:pt>
                <c:pt idx="2989">
                  <c:v>50.5000010724</c:v>
                </c:pt>
                <c:pt idx="2990">
                  <c:v>50.5003872078</c:v>
                </c:pt>
                <c:pt idx="2991">
                  <c:v>50.4998800464</c:v>
                </c:pt>
                <c:pt idx="2992">
                  <c:v>50.4913563287</c:v>
                </c:pt>
                <c:pt idx="2993">
                  <c:v>50.4908539405</c:v>
                </c:pt>
                <c:pt idx="2994">
                  <c:v>50.4820722031</c:v>
                </c:pt>
                <c:pt idx="2995">
                  <c:v>50.4815448703</c:v>
                </c:pt>
                <c:pt idx="2996">
                  <c:v>50.4801811765</c:v>
                </c:pt>
                <c:pt idx="2997">
                  <c:v>50.4801811765</c:v>
                </c:pt>
                <c:pt idx="2998">
                  <c:v>50.4801811765</c:v>
                </c:pt>
                <c:pt idx="2999">
                  <c:v>50.4801811765</c:v>
                </c:pt>
              </c:numCache>
            </c:numRef>
          </c:yVal>
        </c:ser>
        <c:ser>
          <c:idx val="1"/>
          <c:order val="1"/>
          <c:tx>
            <c:v>Negativer Sprung</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Data'!$C$2:$C$3001</c:f>
              <c:numCache>
                <c:formatCode>General</c:formatCode>
                <c:ptCount val="3000"/>
                <c:pt idx="0">
                  <c:v>0</c:v>
                </c:pt>
                <c:pt idx="1">
                  <c:v>0.00475000000002</c:v>
                </c:pt>
                <c:pt idx="2">
                  <c:v>0.00950000000005</c:v>
                </c:pt>
                <c:pt idx="3">
                  <c:v>0.0140000000001</c:v>
                </c:pt>
                <c:pt idx="4">
                  <c:v>0.0142500000001</c:v>
                </c:pt>
                <c:pt idx="5">
                  <c:v>0.0187500000001</c:v>
                </c:pt>
                <c:pt idx="6">
                  <c:v>0.0190000000001</c:v>
                </c:pt>
                <c:pt idx="7">
                  <c:v>0.0232500000001</c:v>
                </c:pt>
                <c:pt idx="8">
                  <c:v>0.0237500000001</c:v>
                </c:pt>
                <c:pt idx="9">
                  <c:v>0.0265000000001</c:v>
                </c:pt>
                <c:pt idx="10">
                  <c:v>0.0297500000001</c:v>
                </c:pt>
                <c:pt idx="11">
                  <c:v>0.0330000000002</c:v>
                </c:pt>
                <c:pt idx="12">
                  <c:v>0.0332500000002</c:v>
                </c:pt>
                <c:pt idx="13">
                  <c:v>0.0377500000002</c:v>
                </c:pt>
                <c:pt idx="14">
                  <c:v>0.0397500000002</c:v>
                </c:pt>
                <c:pt idx="15">
                  <c:v>0.0425000000002</c:v>
                </c:pt>
                <c:pt idx="16">
                  <c:v>0.0427500000002</c:v>
                </c:pt>
                <c:pt idx="17">
                  <c:v>0.0472500000002</c:v>
                </c:pt>
                <c:pt idx="18">
                  <c:v>0.0475000000002</c:v>
                </c:pt>
                <c:pt idx="19">
                  <c:v>0.0497500000002</c:v>
                </c:pt>
                <c:pt idx="20">
                  <c:v>0.0522500000002</c:v>
                </c:pt>
                <c:pt idx="21">
                  <c:v>0.0567500000003</c:v>
                </c:pt>
                <c:pt idx="22">
                  <c:v>0.0570000000003</c:v>
                </c:pt>
                <c:pt idx="23">
                  <c:v>0.0597500000003</c:v>
                </c:pt>
                <c:pt idx="24">
                  <c:v>0.0617500000003</c:v>
                </c:pt>
                <c:pt idx="25">
                  <c:v>0.0662500000003</c:v>
                </c:pt>
                <c:pt idx="26">
                  <c:v>0.0665000000003</c:v>
                </c:pt>
                <c:pt idx="27">
                  <c:v>0.0697500000003</c:v>
                </c:pt>
                <c:pt idx="28">
                  <c:v>0.0712500000003</c:v>
                </c:pt>
                <c:pt idx="29">
                  <c:v>0.0757500000004</c:v>
                </c:pt>
                <c:pt idx="30">
                  <c:v>0.0760000000004</c:v>
                </c:pt>
                <c:pt idx="31">
                  <c:v>0.0797500000004</c:v>
                </c:pt>
                <c:pt idx="32">
                  <c:v>0.0807500000004</c:v>
                </c:pt>
                <c:pt idx="33">
                  <c:v>0.0852500000004</c:v>
                </c:pt>
                <c:pt idx="34">
                  <c:v>0.0855000000004</c:v>
                </c:pt>
                <c:pt idx="35">
                  <c:v>0.0897500000004</c:v>
                </c:pt>
                <c:pt idx="36">
                  <c:v>0.0902500000004</c:v>
                </c:pt>
                <c:pt idx="37">
                  <c:v>0.0947500000005</c:v>
                </c:pt>
                <c:pt idx="38">
                  <c:v>0.0950000000005</c:v>
                </c:pt>
                <c:pt idx="39">
                  <c:v>0.0995000000005</c:v>
                </c:pt>
                <c:pt idx="40">
                  <c:v>0.0997500000005</c:v>
                </c:pt>
                <c:pt idx="41">
                  <c:v>0.10425</c:v>
                </c:pt>
                <c:pt idx="42">
                  <c:v>0.1045</c:v>
                </c:pt>
                <c:pt idx="43">
                  <c:v>0.109000000001</c:v>
                </c:pt>
                <c:pt idx="44">
                  <c:v>0.109750000001</c:v>
                </c:pt>
                <c:pt idx="45">
                  <c:v>0.113750000001</c:v>
                </c:pt>
                <c:pt idx="46">
                  <c:v>0.114000000001</c:v>
                </c:pt>
                <c:pt idx="47">
                  <c:v>0.118500000001</c:v>
                </c:pt>
                <c:pt idx="48">
                  <c:v>0.119750000001</c:v>
                </c:pt>
                <c:pt idx="49">
                  <c:v>0.123250000001</c:v>
                </c:pt>
                <c:pt idx="50">
                  <c:v>0.123500000001</c:v>
                </c:pt>
                <c:pt idx="51">
                  <c:v>0.128000000001</c:v>
                </c:pt>
                <c:pt idx="52">
                  <c:v>0.129750000001</c:v>
                </c:pt>
                <c:pt idx="53">
                  <c:v>0.132750000001</c:v>
                </c:pt>
                <c:pt idx="54">
                  <c:v>0.133000000001</c:v>
                </c:pt>
                <c:pt idx="55">
                  <c:v>0.137500000001</c:v>
                </c:pt>
                <c:pt idx="56">
                  <c:v>0.137750000001</c:v>
                </c:pt>
                <c:pt idx="57">
                  <c:v>0.139750000001</c:v>
                </c:pt>
                <c:pt idx="58">
                  <c:v>0.142500000001</c:v>
                </c:pt>
                <c:pt idx="59">
                  <c:v>0.147000000001</c:v>
                </c:pt>
                <c:pt idx="60">
                  <c:v>0.147250000001</c:v>
                </c:pt>
                <c:pt idx="61">
                  <c:v>0.149750000001</c:v>
                </c:pt>
                <c:pt idx="62">
                  <c:v>0.152000000001</c:v>
                </c:pt>
                <c:pt idx="63">
                  <c:v>0.156500000001</c:v>
                </c:pt>
                <c:pt idx="64">
                  <c:v>0.156750000001</c:v>
                </c:pt>
                <c:pt idx="65">
                  <c:v>0.159750000001</c:v>
                </c:pt>
                <c:pt idx="66">
                  <c:v>0.161500000001</c:v>
                </c:pt>
                <c:pt idx="67">
                  <c:v>0.166000000001</c:v>
                </c:pt>
                <c:pt idx="68">
                  <c:v>0.166250000001</c:v>
                </c:pt>
                <c:pt idx="69">
                  <c:v>0.169750000001</c:v>
                </c:pt>
                <c:pt idx="70">
                  <c:v>0.171000000001</c:v>
                </c:pt>
                <c:pt idx="71">
                  <c:v>0.175500000001</c:v>
                </c:pt>
                <c:pt idx="72">
                  <c:v>0.175750000001</c:v>
                </c:pt>
                <c:pt idx="73">
                  <c:v>0.179750000001</c:v>
                </c:pt>
                <c:pt idx="74">
                  <c:v>0.180500000001</c:v>
                </c:pt>
                <c:pt idx="75">
                  <c:v>0.185000000001</c:v>
                </c:pt>
                <c:pt idx="76">
                  <c:v>0.185250000001</c:v>
                </c:pt>
                <c:pt idx="77">
                  <c:v>0.189750000001</c:v>
                </c:pt>
                <c:pt idx="78">
                  <c:v>0.190000000001</c:v>
                </c:pt>
                <c:pt idx="79">
                  <c:v>0.194500000001</c:v>
                </c:pt>
                <c:pt idx="80">
                  <c:v>0.194750000001</c:v>
                </c:pt>
                <c:pt idx="81">
                  <c:v>0.199250000001</c:v>
                </c:pt>
                <c:pt idx="82">
                  <c:v>0.199750000001</c:v>
                </c:pt>
                <c:pt idx="83">
                  <c:v>0.204000000001</c:v>
                </c:pt>
                <c:pt idx="84">
                  <c:v>0.204250000001</c:v>
                </c:pt>
                <c:pt idx="85">
                  <c:v>0.208750000001</c:v>
                </c:pt>
                <c:pt idx="86">
                  <c:v>0.209750000001</c:v>
                </c:pt>
                <c:pt idx="87">
                  <c:v>0.213500000001</c:v>
                </c:pt>
                <c:pt idx="88">
                  <c:v>0.213750000001</c:v>
                </c:pt>
                <c:pt idx="89">
                  <c:v>0.218250000001</c:v>
                </c:pt>
                <c:pt idx="90">
                  <c:v>0.219750000001</c:v>
                </c:pt>
                <c:pt idx="91">
                  <c:v>0.223000000001</c:v>
                </c:pt>
                <c:pt idx="92">
                  <c:v>0.223250000001</c:v>
                </c:pt>
                <c:pt idx="93">
                  <c:v>0.227750000001</c:v>
                </c:pt>
                <c:pt idx="94">
                  <c:v>0.229750000001</c:v>
                </c:pt>
                <c:pt idx="95">
                  <c:v>0.232500000001</c:v>
                </c:pt>
                <c:pt idx="96">
                  <c:v>0.232750000001</c:v>
                </c:pt>
                <c:pt idx="97">
                  <c:v>0.237250000001</c:v>
                </c:pt>
                <c:pt idx="98">
                  <c:v>0.237500000001</c:v>
                </c:pt>
                <c:pt idx="99">
                  <c:v>0.239750000001</c:v>
                </c:pt>
                <c:pt idx="100">
                  <c:v>0.242250000001</c:v>
                </c:pt>
                <c:pt idx="101">
                  <c:v>0.246750000001</c:v>
                </c:pt>
                <c:pt idx="102">
                  <c:v>0.247000000001</c:v>
                </c:pt>
                <c:pt idx="103">
                  <c:v>0.249750000001</c:v>
                </c:pt>
                <c:pt idx="104">
                  <c:v>0.251750000001</c:v>
                </c:pt>
                <c:pt idx="105">
                  <c:v>0.256250000001</c:v>
                </c:pt>
                <c:pt idx="106">
                  <c:v>0.256500000001</c:v>
                </c:pt>
                <c:pt idx="107">
                  <c:v>0.259750000001</c:v>
                </c:pt>
                <c:pt idx="108">
                  <c:v>0.261250000001</c:v>
                </c:pt>
                <c:pt idx="109">
                  <c:v>0.265750000001</c:v>
                </c:pt>
                <c:pt idx="110">
                  <c:v>0.266000000001</c:v>
                </c:pt>
                <c:pt idx="111">
                  <c:v>0.269750000001</c:v>
                </c:pt>
                <c:pt idx="112">
                  <c:v>0.270750000001</c:v>
                </c:pt>
                <c:pt idx="113">
                  <c:v>0.275250000001</c:v>
                </c:pt>
                <c:pt idx="114">
                  <c:v>0.275500000001</c:v>
                </c:pt>
                <c:pt idx="115">
                  <c:v>0.279750000001</c:v>
                </c:pt>
                <c:pt idx="116">
                  <c:v>0.280250000001</c:v>
                </c:pt>
                <c:pt idx="117">
                  <c:v>0.284750000001</c:v>
                </c:pt>
                <c:pt idx="118">
                  <c:v>0.285000000001</c:v>
                </c:pt>
                <c:pt idx="119">
                  <c:v>0.289500000001</c:v>
                </c:pt>
                <c:pt idx="120">
                  <c:v>0.289750000001</c:v>
                </c:pt>
                <c:pt idx="121">
                  <c:v>0.294250000001</c:v>
                </c:pt>
                <c:pt idx="122">
                  <c:v>0.294500000001</c:v>
                </c:pt>
                <c:pt idx="123">
                  <c:v>0.299000000001</c:v>
                </c:pt>
                <c:pt idx="124">
                  <c:v>0.299750000001</c:v>
                </c:pt>
                <c:pt idx="125">
                  <c:v>0.303750000001</c:v>
                </c:pt>
                <c:pt idx="126">
                  <c:v>0.304000000001</c:v>
                </c:pt>
                <c:pt idx="127">
                  <c:v>0.308500000001</c:v>
                </c:pt>
                <c:pt idx="128">
                  <c:v>0.309750000001</c:v>
                </c:pt>
                <c:pt idx="129">
                  <c:v>0.313250000001</c:v>
                </c:pt>
                <c:pt idx="130">
                  <c:v>0.313500000001</c:v>
                </c:pt>
                <c:pt idx="131">
                  <c:v>0.318000000002</c:v>
                </c:pt>
                <c:pt idx="132">
                  <c:v>0.319750000002</c:v>
                </c:pt>
                <c:pt idx="133">
                  <c:v>0.322750000002</c:v>
                </c:pt>
                <c:pt idx="134">
                  <c:v>0.323000000002</c:v>
                </c:pt>
                <c:pt idx="135">
                  <c:v>0.327500000002</c:v>
                </c:pt>
                <c:pt idx="136">
                  <c:v>0.327750000002</c:v>
                </c:pt>
                <c:pt idx="137">
                  <c:v>0.329750000002</c:v>
                </c:pt>
                <c:pt idx="138">
                  <c:v>0.332500000002</c:v>
                </c:pt>
                <c:pt idx="139">
                  <c:v>0.337000000002</c:v>
                </c:pt>
                <c:pt idx="140">
                  <c:v>0.337250000002</c:v>
                </c:pt>
                <c:pt idx="141">
                  <c:v>0.339750000002</c:v>
                </c:pt>
                <c:pt idx="142">
                  <c:v>0.342000000002</c:v>
                </c:pt>
                <c:pt idx="143">
                  <c:v>0.346500000002</c:v>
                </c:pt>
                <c:pt idx="144">
                  <c:v>0.346750000002</c:v>
                </c:pt>
                <c:pt idx="145">
                  <c:v>0.349750000002</c:v>
                </c:pt>
                <c:pt idx="146">
                  <c:v>0.351500000002</c:v>
                </c:pt>
                <c:pt idx="147">
                  <c:v>0.356000000002</c:v>
                </c:pt>
                <c:pt idx="148">
                  <c:v>0.356250000002</c:v>
                </c:pt>
                <c:pt idx="149">
                  <c:v>0.359750000002</c:v>
                </c:pt>
                <c:pt idx="150">
                  <c:v>0.361000000002</c:v>
                </c:pt>
                <c:pt idx="151">
                  <c:v>0.365500000002</c:v>
                </c:pt>
                <c:pt idx="152">
                  <c:v>0.365750000002</c:v>
                </c:pt>
                <c:pt idx="153">
                  <c:v>0.369750000002</c:v>
                </c:pt>
                <c:pt idx="154">
                  <c:v>0.370500000002</c:v>
                </c:pt>
                <c:pt idx="155">
                  <c:v>0.375000000002</c:v>
                </c:pt>
                <c:pt idx="156">
                  <c:v>0.375250000002</c:v>
                </c:pt>
                <c:pt idx="157">
                  <c:v>0.379750000002</c:v>
                </c:pt>
                <c:pt idx="158">
                  <c:v>0.380000000002</c:v>
                </c:pt>
                <c:pt idx="159">
                  <c:v>0.384500000002</c:v>
                </c:pt>
                <c:pt idx="160">
                  <c:v>0.384750000002</c:v>
                </c:pt>
                <c:pt idx="161">
                  <c:v>0.389250000002</c:v>
                </c:pt>
                <c:pt idx="162">
                  <c:v>0.389750000002</c:v>
                </c:pt>
                <c:pt idx="163">
                  <c:v>0.394000000002</c:v>
                </c:pt>
                <c:pt idx="164">
                  <c:v>0.394250000002</c:v>
                </c:pt>
                <c:pt idx="165">
                  <c:v>0.398750000002</c:v>
                </c:pt>
                <c:pt idx="166">
                  <c:v>0.399750000002</c:v>
                </c:pt>
                <c:pt idx="167">
                  <c:v>0.403500000002</c:v>
                </c:pt>
                <c:pt idx="168">
                  <c:v>0.403750000002</c:v>
                </c:pt>
                <c:pt idx="169">
                  <c:v>0.408250000002</c:v>
                </c:pt>
                <c:pt idx="170">
                  <c:v>0.409750000002</c:v>
                </c:pt>
                <c:pt idx="171">
                  <c:v>0.413000000002</c:v>
                </c:pt>
                <c:pt idx="172">
                  <c:v>0.413250000002</c:v>
                </c:pt>
                <c:pt idx="173">
                  <c:v>0.417750000002</c:v>
                </c:pt>
                <c:pt idx="174">
                  <c:v>0.419750000002</c:v>
                </c:pt>
                <c:pt idx="175">
                  <c:v>0.422500000002</c:v>
                </c:pt>
                <c:pt idx="176">
                  <c:v>0.422750000002</c:v>
                </c:pt>
                <c:pt idx="177">
                  <c:v>0.427250000002</c:v>
                </c:pt>
                <c:pt idx="178">
                  <c:v>0.427500000002</c:v>
                </c:pt>
                <c:pt idx="179">
                  <c:v>0.429750000002</c:v>
                </c:pt>
                <c:pt idx="180">
                  <c:v>0.432250000002</c:v>
                </c:pt>
                <c:pt idx="181">
                  <c:v>0.436750000002</c:v>
                </c:pt>
                <c:pt idx="182">
                  <c:v>0.437000000002</c:v>
                </c:pt>
                <c:pt idx="183">
                  <c:v>0.439750000002</c:v>
                </c:pt>
                <c:pt idx="184">
                  <c:v>0.441750000002</c:v>
                </c:pt>
                <c:pt idx="185">
                  <c:v>0.446250000002</c:v>
                </c:pt>
                <c:pt idx="186">
                  <c:v>0.446500000002</c:v>
                </c:pt>
                <c:pt idx="187">
                  <c:v>0.449750000002</c:v>
                </c:pt>
                <c:pt idx="188">
                  <c:v>0.451250000002</c:v>
                </c:pt>
                <c:pt idx="189">
                  <c:v>0.455750000002</c:v>
                </c:pt>
                <c:pt idx="190">
                  <c:v>0.456000000002</c:v>
                </c:pt>
                <c:pt idx="191">
                  <c:v>0.459750000002</c:v>
                </c:pt>
                <c:pt idx="192">
                  <c:v>0.460750000002</c:v>
                </c:pt>
                <c:pt idx="193">
                  <c:v>0.465250000002</c:v>
                </c:pt>
                <c:pt idx="194">
                  <c:v>0.465500000002</c:v>
                </c:pt>
                <c:pt idx="195">
                  <c:v>0.469750000002</c:v>
                </c:pt>
                <c:pt idx="196">
                  <c:v>0.470250000002</c:v>
                </c:pt>
                <c:pt idx="197">
                  <c:v>0.474750000002</c:v>
                </c:pt>
                <c:pt idx="198">
                  <c:v>0.475000000002</c:v>
                </c:pt>
                <c:pt idx="199">
                  <c:v>0.479500000002</c:v>
                </c:pt>
                <c:pt idx="200">
                  <c:v>0.479750000002</c:v>
                </c:pt>
                <c:pt idx="201">
                  <c:v>0.484250000002</c:v>
                </c:pt>
                <c:pt idx="202">
                  <c:v>0.484500000002</c:v>
                </c:pt>
                <c:pt idx="203">
                  <c:v>0.489000000002</c:v>
                </c:pt>
                <c:pt idx="204">
                  <c:v>0.489750000002</c:v>
                </c:pt>
                <c:pt idx="205">
                  <c:v>0.493750000002</c:v>
                </c:pt>
                <c:pt idx="206">
                  <c:v>0.494000000002</c:v>
                </c:pt>
                <c:pt idx="207">
                  <c:v>0.498500000002</c:v>
                </c:pt>
                <c:pt idx="208">
                  <c:v>0.499750000002</c:v>
                </c:pt>
                <c:pt idx="209">
                  <c:v>0.503250000002</c:v>
                </c:pt>
                <c:pt idx="210">
                  <c:v>0.503500000002</c:v>
                </c:pt>
                <c:pt idx="211">
                  <c:v>0.508000000002</c:v>
                </c:pt>
                <c:pt idx="212">
                  <c:v>0.509750000002</c:v>
                </c:pt>
                <c:pt idx="213">
                  <c:v>0.512750000002</c:v>
                </c:pt>
                <c:pt idx="214">
                  <c:v>0.513000000002</c:v>
                </c:pt>
                <c:pt idx="215">
                  <c:v>0.517500000002</c:v>
                </c:pt>
                <c:pt idx="216">
                  <c:v>0.517750000002</c:v>
                </c:pt>
                <c:pt idx="217">
                  <c:v>0.519750000002</c:v>
                </c:pt>
                <c:pt idx="218">
                  <c:v>0.522500000002</c:v>
                </c:pt>
                <c:pt idx="219">
                  <c:v>0.527000000003</c:v>
                </c:pt>
                <c:pt idx="220">
                  <c:v>0.527250000003</c:v>
                </c:pt>
                <c:pt idx="221">
                  <c:v>0.529750000003</c:v>
                </c:pt>
                <c:pt idx="222">
                  <c:v>0.532000000003</c:v>
                </c:pt>
                <c:pt idx="223">
                  <c:v>0.536500000003</c:v>
                </c:pt>
                <c:pt idx="224">
                  <c:v>0.536750000003</c:v>
                </c:pt>
                <c:pt idx="225">
                  <c:v>0.539750000003</c:v>
                </c:pt>
                <c:pt idx="226">
                  <c:v>0.541500000003</c:v>
                </c:pt>
                <c:pt idx="227">
                  <c:v>0.546000000003</c:v>
                </c:pt>
                <c:pt idx="228">
                  <c:v>0.546250000003</c:v>
                </c:pt>
                <c:pt idx="229">
                  <c:v>0.549750000003</c:v>
                </c:pt>
                <c:pt idx="230">
                  <c:v>0.551000000003</c:v>
                </c:pt>
                <c:pt idx="231">
                  <c:v>0.555500000003</c:v>
                </c:pt>
                <c:pt idx="232">
                  <c:v>0.555750000003</c:v>
                </c:pt>
                <c:pt idx="233">
                  <c:v>0.559750000003</c:v>
                </c:pt>
                <c:pt idx="234">
                  <c:v>0.560500000003</c:v>
                </c:pt>
                <c:pt idx="235">
                  <c:v>0.565000000003</c:v>
                </c:pt>
                <c:pt idx="236">
                  <c:v>0.565250000003</c:v>
                </c:pt>
                <c:pt idx="237">
                  <c:v>0.569750000003</c:v>
                </c:pt>
                <c:pt idx="238">
                  <c:v>0.570000000003</c:v>
                </c:pt>
                <c:pt idx="239">
                  <c:v>0.574500000003</c:v>
                </c:pt>
                <c:pt idx="240">
                  <c:v>0.574750000003</c:v>
                </c:pt>
                <c:pt idx="241">
                  <c:v>0.579250000003</c:v>
                </c:pt>
                <c:pt idx="242">
                  <c:v>0.579750000003</c:v>
                </c:pt>
                <c:pt idx="243">
                  <c:v>0.584000000003</c:v>
                </c:pt>
                <c:pt idx="244">
                  <c:v>0.584250000003</c:v>
                </c:pt>
                <c:pt idx="245">
                  <c:v>0.588750000003</c:v>
                </c:pt>
                <c:pt idx="246">
                  <c:v>0.589750000003</c:v>
                </c:pt>
                <c:pt idx="247">
                  <c:v>0.593500000003</c:v>
                </c:pt>
                <c:pt idx="248">
                  <c:v>0.593750000003</c:v>
                </c:pt>
                <c:pt idx="249">
                  <c:v>0.598250000003</c:v>
                </c:pt>
                <c:pt idx="250">
                  <c:v>0.599750000003</c:v>
                </c:pt>
                <c:pt idx="251">
                  <c:v>0.603000000003</c:v>
                </c:pt>
                <c:pt idx="252">
                  <c:v>0.603250000003</c:v>
                </c:pt>
                <c:pt idx="253">
                  <c:v>0.607750000003</c:v>
                </c:pt>
                <c:pt idx="254">
                  <c:v>0.609750000003</c:v>
                </c:pt>
                <c:pt idx="255">
                  <c:v>0.612500000003</c:v>
                </c:pt>
                <c:pt idx="256">
                  <c:v>0.612750000003</c:v>
                </c:pt>
                <c:pt idx="257">
                  <c:v>0.617250000003</c:v>
                </c:pt>
                <c:pt idx="258">
                  <c:v>0.617500000003</c:v>
                </c:pt>
                <c:pt idx="259">
                  <c:v>0.619750000003</c:v>
                </c:pt>
                <c:pt idx="260">
                  <c:v>0.622250000003</c:v>
                </c:pt>
                <c:pt idx="261">
                  <c:v>0.626750000003</c:v>
                </c:pt>
                <c:pt idx="262">
                  <c:v>0.627000000003</c:v>
                </c:pt>
                <c:pt idx="263">
                  <c:v>0.629750000003</c:v>
                </c:pt>
                <c:pt idx="264">
                  <c:v>0.631750000003</c:v>
                </c:pt>
                <c:pt idx="265">
                  <c:v>0.636250000003</c:v>
                </c:pt>
                <c:pt idx="266">
                  <c:v>0.636500000003</c:v>
                </c:pt>
                <c:pt idx="267">
                  <c:v>0.639750000003</c:v>
                </c:pt>
                <c:pt idx="268">
                  <c:v>0.641250000003</c:v>
                </c:pt>
                <c:pt idx="269">
                  <c:v>0.645750000003</c:v>
                </c:pt>
                <c:pt idx="270">
                  <c:v>0.646000000003</c:v>
                </c:pt>
                <c:pt idx="271">
                  <c:v>0.649750000003</c:v>
                </c:pt>
                <c:pt idx="272">
                  <c:v>0.650750000003</c:v>
                </c:pt>
                <c:pt idx="273">
                  <c:v>0.655250000003</c:v>
                </c:pt>
                <c:pt idx="274">
                  <c:v>0.655500000003</c:v>
                </c:pt>
                <c:pt idx="275">
                  <c:v>0.659750000003</c:v>
                </c:pt>
                <c:pt idx="276">
                  <c:v>0.660250000003</c:v>
                </c:pt>
                <c:pt idx="277">
                  <c:v>0.664750000003</c:v>
                </c:pt>
                <c:pt idx="278">
                  <c:v>0.665000000003</c:v>
                </c:pt>
                <c:pt idx="279">
                  <c:v>0.669500000003</c:v>
                </c:pt>
                <c:pt idx="280">
                  <c:v>0.669750000003</c:v>
                </c:pt>
                <c:pt idx="281">
                  <c:v>0.674250000003</c:v>
                </c:pt>
                <c:pt idx="282">
                  <c:v>0.674500000003</c:v>
                </c:pt>
                <c:pt idx="283">
                  <c:v>0.679000000003</c:v>
                </c:pt>
                <c:pt idx="284">
                  <c:v>0.679750000003</c:v>
                </c:pt>
                <c:pt idx="285">
                  <c:v>0.683750000003</c:v>
                </c:pt>
                <c:pt idx="286">
                  <c:v>0.684000000003</c:v>
                </c:pt>
                <c:pt idx="287">
                  <c:v>0.688500000003</c:v>
                </c:pt>
                <c:pt idx="288">
                  <c:v>0.689750000003</c:v>
                </c:pt>
                <c:pt idx="289">
                  <c:v>0.693250000003</c:v>
                </c:pt>
                <c:pt idx="290">
                  <c:v>0.693500000003</c:v>
                </c:pt>
                <c:pt idx="291">
                  <c:v>0.698000000003</c:v>
                </c:pt>
                <c:pt idx="292">
                  <c:v>0.699750000003</c:v>
                </c:pt>
                <c:pt idx="293">
                  <c:v>0.702750000003</c:v>
                </c:pt>
                <c:pt idx="294">
                  <c:v>0.703000000003</c:v>
                </c:pt>
                <c:pt idx="295">
                  <c:v>0.707500000003</c:v>
                </c:pt>
                <c:pt idx="296">
                  <c:v>0.707750000003</c:v>
                </c:pt>
                <c:pt idx="297">
                  <c:v>0.709750000003</c:v>
                </c:pt>
                <c:pt idx="298">
                  <c:v>0.712500000003</c:v>
                </c:pt>
                <c:pt idx="299">
                  <c:v>0.717000000003</c:v>
                </c:pt>
                <c:pt idx="300">
                  <c:v>0.717250000003</c:v>
                </c:pt>
                <c:pt idx="301">
                  <c:v>0.719750000003</c:v>
                </c:pt>
                <c:pt idx="302">
                  <c:v>0.722000000003</c:v>
                </c:pt>
                <c:pt idx="303">
                  <c:v>0.726500000003</c:v>
                </c:pt>
                <c:pt idx="304">
                  <c:v>0.726750000003</c:v>
                </c:pt>
                <c:pt idx="305">
                  <c:v>0.729750000003</c:v>
                </c:pt>
                <c:pt idx="306">
                  <c:v>0.731500000003</c:v>
                </c:pt>
                <c:pt idx="307">
                  <c:v>0.736000000004</c:v>
                </c:pt>
                <c:pt idx="308">
                  <c:v>0.736250000004</c:v>
                </c:pt>
                <c:pt idx="309">
                  <c:v>0.739750000004</c:v>
                </c:pt>
                <c:pt idx="310">
                  <c:v>0.741000000004</c:v>
                </c:pt>
                <c:pt idx="311">
                  <c:v>0.745500000004</c:v>
                </c:pt>
                <c:pt idx="312">
                  <c:v>0.745750000004</c:v>
                </c:pt>
                <c:pt idx="313">
                  <c:v>0.749750000004</c:v>
                </c:pt>
                <c:pt idx="314">
                  <c:v>0.750500000004</c:v>
                </c:pt>
                <c:pt idx="315">
                  <c:v>0.755000000004</c:v>
                </c:pt>
                <c:pt idx="316">
                  <c:v>0.755250000004</c:v>
                </c:pt>
                <c:pt idx="317">
                  <c:v>0.759750000004</c:v>
                </c:pt>
                <c:pt idx="318">
                  <c:v>0.760000000004</c:v>
                </c:pt>
                <c:pt idx="319">
                  <c:v>0.764500000004</c:v>
                </c:pt>
                <c:pt idx="320">
                  <c:v>0.764750000004</c:v>
                </c:pt>
                <c:pt idx="321">
                  <c:v>0.769250000004</c:v>
                </c:pt>
                <c:pt idx="322">
                  <c:v>0.769750000004</c:v>
                </c:pt>
                <c:pt idx="323">
                  <c:v>0.774000000004</c:v>
                </c:pt>
                <c:pt idx="324">
                  <c:v>0.774250000004</c:v>
                </c:pt>
                <c:pt idx="325">
                  <c:v>0.778750000004</c:v>
                </c:pt>
                <c:pt idx="326">
                  <c:v>0.779750000004</c:v>
                </c:pt>
                <c:pt idx="327">
                  <c:v>0.783500000004</c:v>
                </c:pt>
                <c:pt idx="328">
                  <c:v>0.783750000004</c:v>
                </c:pt>
                <c:pt idx="329">
                  <c:v>0.788250000004</c:v>
                </c:pt>
                <c:pt idx="330">
                  <c:v>0.789750000004</c:v>
                </c:pt>
                <c:pt idx="331">
                  <c:v>0.793000000004</c:v>
                </c:pt>
                <c:pt idx="332">
                  <c:v>0.793250000004</c:v>
                </c:pt>
                <c:pt idx="333">
                  <c:v>0.797750000004</c:v>
                </c:pt>
                <c:pt idx="334">
                  <c:v>0.799750000004</c:v>
                </c:pt>
                <c:pt idx="335">
                  <c:v>0.802500000004</c:v>
                </c:pt>
                <c:pt idx="336">
                  <c:v>0.802750000004</c:v>
                </c:pt>
                <c:pt idx="337">
                  <c:v>0.807250000004</c:v>
                </c:pt>
                <c:pt idx="338">
                  <c:v>0.807500000004</c:v>
                </c:pt>
                <c:pt idx="339">
                  <c:v>0.809750000004</c:v>
                </c:pt>
                <c:pt idx="340">
                  <c:v>0.812250000004</c:v>
                </c:pt>
                <c:pt idx="341">
                  <c:v>0.816750000004</c:v>
                </c:pt>
                <c:pt idx="342">
                  <c:v>0.817000000004</c:v>
                </c:pt>
                <c:pt idx="343">
                  <c:v>0.819750000004</c:v>
                </c:pt>
                <c:pt idx="344">
                  <c:v>0.821750000004</c:v>
                </c:pt>
                <c:pt idx="345">
                  <c:v>0.826250000004</c:v>
                </c:pt>
                <c:pt idx="346">
                  <c:v>0.826500000004</c:v>
                </c:pt>
                <c:pt idx="347">
                  <c:v>0.829750000004</c:v>
                </c:pt>
                <c:pt idx="348">
                  <c:v>0.831250000004</c:v>
                </c:pt>
                <c:pt idx="349">
                  <c:v>0.835750000004</c:v>
                </c:pt>
                <c:pt idx="350">
                  <c:v>0.836000000004</c:v>
                </c:pt>
                <c:pt idx="351">
                  <c:v>0.839750000004</c:v>
                </c:pt>
                <c:pt idx="352">
                  <c:v>0.840750000004</c:v>
                </c:pt>
                <c:pt idx="353">
                  <c:v>0.845250000004</c:v>
                </c:pt>
                <c:pt idx="354">
                  <c:v>0.845500000004</c:v>
                </c:pt>
                <c:pt idx="355">
                  <c:v>0.849750000004</c:v>
                </c:pt>
                <c:pt idx="356">
                  <c:v>0.850250000004</c:v>
                </c:pt>
                <c:pt idx="357">
                  <c:v>0.854750000004</c:v>
                </c:pt>
                <c:pt idx="358">
                  <c:v>0.855000000004</c:v>
                </c:pt>
                <c:pt idx="359">
                  <c:v>0.859500000004</c:v>
                </c:pt>
                <c:pt idx="360">
                  <c:v>0.859750000004</c:v>
                </c:pt>
                <c:pt idx="361">
                  <c:v>0.864250000004</c:v>
                </c:pt>
                <c:pt idx="362">
                  <c:v>0.864500000004</c:v>
                </c:pt>
                <c:pt idx="363">
                  <c:v>0.869000000004</c:v>
                </c:pt>
                <c:pt idx="364">
                  <c:v>0.869750000004</c:v>
                </c:pt>
                <c:pt idx="365">
                  <c:v>0.873750000004</c:v>
                </c:pt>
                <c:pt idx="366">
                  <c:v>0.874000000004</c:v>
                </c:pt>
                <c:pt idx="367">
                  <c:v>0.878500000004</c:v>
                </c:pt>
                <c:pt idx="368">
                  <c:v>0.879750000004</c:v>
                </c:pt>
                <c:pt idx="369">
                  <c:v>0.883250000004</c:v>
                </c:pt>
                <c:pt idx="370">
                  <c:v>0.883500000004</c:v>
                </c:pt>
                <c:pt idx="371">
                  <c:v>0.888000000004</c:v>
                </c:pt>
                <c:pt idx="372">
                  <c:v>0.889750000004</c:v>
                </c:pt>
                <c:pt idx="373">
                  <c:v>0.892750000004</c:v>
                </c:pt>
                <c:pt idx="374">
                  <c:v>0.893000000004</c:v>
                </c:pt>
                <c:pt idx="375">
                  <c:v>0.897500000004</c:v>
                </c:pt>
                <c:pt idx="376">
                  <c:v>0.897750000004</c:v>
                </c:pt>
                <c:pt idx="377">
                  <c:v>0.899750000004</c:v>
                </c:pt>
                <c:pt idx="378">
                  <c:v>0.902500000004</c:v>
                </c:pt>
                <c:pt idx="379">
                  <c:v>0.907000000004</c:v>
                </c:pt>
                <c:pt idx="380">
                  <c:v>0.907250000004</c:v>
                </c:pt>
                <c:pt idx="381">
                  <c:v>0.909750000004</c:v>
                </c:pt>
                <c:pt idx="382">
                  <c:v>0.912000000004</c:v>
                </c:pt>
                <c:pt idx="383">
                  <c:v>0.916500000004</c:v>
                </c:pt>
                <c:pt idx="384">
                  <c:v>0.916750000004</c:v>
                </c:pt>
                <c:pt idx="385">
                  <c:v>0.919750000004</c:v>
                </c:pt>
                <c:pt idx="386">
                  <c:v>0.921500000004</c:v>
                </c:pt>
                <c:pt idx="387">
                  <c:v>0.926000000004</c:v>
                </c:pt>
                <c:pt idx="388">
                  <c:v>0.926250000004</c:v>
                </c:pt>
                <c:pt idx="389">
                  <c:v>0.929750000004</c:v>
                </c:pt>
                <c:pt idx="390">
                  <c:v>0.931000000004</c:v>
                </c:pt>
                <c:pt idx="391">
                  <c:v>0.935500000004</c:v>
                </c:pt>
                <c:pt idx="392">
                  <c:v>0.935750000004</c:v>
                </c:pt>
                <c:pt idx="393">
                  <c:v>0.939750000004</c:v>
                </c:pt>
                <c:pt idx="394">
                  <c:v>0.940500000004</c:v>
                </c:pt>
                <c:pt idx="395">
                  <c:v>0.945000000005</c:v>
                </c:pt>
                <c:pt idx="396">
                  <c:v>0.945250000005</c:v>
                </c:pt>
                <c:pt idx="397">
                  <c:v>0.949750000005</c:v>
                </c:pt>
                <c:pt idx="398">
                  <c:v>0.950000000005</c:v>
                </c:pt>
                <c:pt idx="399">
                  <c:v>0.954500000005</c:v>
                </c:pt>
                <c:pt idx="400">
                  <c:v>0.954750000005</c:v>
                </c:pt>
                <c:pt idx="401">
                  <c:v>0.959250000005</c:v>
                </c:pt>
                <c:pt idx="402">
                  <c:v>0.959750000005</c:v>
                </c:pt>
                <c:pt idx="403">
                  <c:v>0.964000000005</c:v>
                </c:pt>
                <c:pt idx="404">
                  <c:v>0.964250000005</c:v>
                </c:pt>
                <c:pt idx="405">
                  <c:v>0.968750000005</c:v>
                </c:pt>
                <c:pt idx="406">
                  <c:v>0.969750000005</c:v>
                </c:pt>
                <c:pt idx="407">
                  <c:v>0.973500000005</c:v>
                </c:pt>
                <c:pt idx="408">
                  <c:v>0.973750000005</c:v>
                </c:pt>
                <c:pt idx="409">
                  <c:v>0.978250000005</c:v>
                </c:pt>
                <c:pt idx="410">
                  <c:v>0.979750000005</c:v>
                </c:pt>
                <c:pt idx="411">
                  <c:v>0.983000000005</c:v>
                </c:pt>
                <c:pt idx="412">
                  <c:v>0.983250000005</c:v>
                </c:pt>
                <c:pt idx="413">
                  <c:v>0.987750000005</c:v>
                </c:pt>
                <c:pt idx="414">
                  <c:v>0.989500000005</c:v>
                </c:pt>
                <c:pt idx="415">
                  <c:v>0.992500000005</c:v>
                </c:pt>
                <c:pt idx="416">
                  <c:v>0.992750000005</c:v>
                </c:pt>
                <c:pt idx="417">
                  <c:v>0.997250000005</c:v>
                </c:pt>
                <c:pt idx="418">
                  <c:v>0.997500000005</c:v>
                </c:pt>
                <c:pt idx="419">
                  <c:v>0.999500000005</c:v>
                </c:pt>
                <c:pt idx="420">
                  <c:v>0.999750000005</c:v>
                </c:pt>
                <c:pt idx="421">
                  <c:v>1</c:v>
                </c:pt>
                <c:pt idx="422">
                  <c:v>1.00025</c:v>
                </c:pt>
                <c:pt idx="423">
                  <c:v>1.0005</c:v>
                </c:pt>
                <c:pt idx="424">
                  <c:v>1.002</c:v>
                </c:pt>
                <c:pt idx="425">
                  <c:v>1.00225</c:v>
                </c:pt>
                <c:pt idx="426">
                  <c:v>1.00675</c:v>
                </c:pt>
                <c:pt idx="427">
                  <c:v>1.007</c:v>
                </c:pt>
                <c:pt idx="428">
                  <c:v>1.0115</c:v>
                </c:pt>
                <c:pt idx="429">
                  <c:v>1.01175</c:v>
                </c:pt>
                <c:pt idx="430">
                  <c:v>1.01625</c:v>
                </c:pt>
                <c:pt idx="431">
                  <c:v>1.0165</c:v>
                </c:pt>
                <c:pt idx="432">
                  <c:v>1.021</c:v>
                </c:pt>
                <c:pt idx="433">
                  <c:v>1.02125</c:v>
                </c:pt>
                <c:pt idx="434">
                  <c:v>1.02575</c:v>
                </c:pt>
                <c:pt idx="435">
                  <c:v>1.026</c:v>
                </c:pt>
                <c:pt idx="436">
                  <c:v>1.0305</c:v>
                </c:pt>
                <c:pt idx="437">
                  <c:v>1.03075</c:v>
                </c:pt>
                <c:pt idx="438">
                  <c:v>1.03525</c:v>
                </c:pt>
                <c:pt idx="439">
                  <c:v>1.0355</c:v>
                </c:pt>
                <c:pt idx="440">
                  <c:v>1.04</c:v>
                </c:pt>
                <c:pt idx="441">
                  <c:v>1.04025</c:v>
                </c:pt>
                <c:pt idx="442">
                  <c:v>1.04475</c:v>
                </c:pt>
                <c:pt idx="443">
                  <c:v>1.045</c:v>
                </c:pt>
                <c:pt idx="444">
                  <c:v>1.04950000001</c:v>
                </c:pt>
                <c:pt idx="445">
                  <c:v>1.04975000001</c:v>
                </c:pt>
                <c:pt idx="446">
                  <c:v>1.05425000001</c:v>
                </c:pt>
                <c:pt idx="447">
                  <c:v>1.05450000001</c:v>
                </c:pt>
                <c:pt idx="448">
                  <c:v>1.05900000001</c:v>
                </c:pt>
                <c:pt idx="449">
                  <c:v>1.05925000001</c:v>
                </c:pt>
                <c:pt idx="450">
                  <c:v>1.06375000001</c:v>
                </c:pt>
                <c:pt idx="451">
                  <c:v>1.06400000001</c:v>
                </c:pt>
                <c:pt idx="452">
                  <c:v>1.06850000001</c:v>
                </c:pt>
                <c:pt idx="453">
                  <c:v>1.06875000001</c:v>
                </c:pt>
                <c:pt idx="454">
                  <c:v>1.07325000001</c:v>
                </c:pt>
                <c:pt idx="455">
                  <c:v>1.07350000001</c:v>
                </c:pt>
                <c:pt idx="456">
                  <c:v>1.07800000001</c:v>
                </c:pt>
                <c:pt idx="457">
                  <c:v>1.07825000001</c:v>
                </c:pt>
                <c:pt idx="458">
                  <c:v>1.08275000001</c:v>
                </c:pt>
                <c:pt idx="459">
                  <c:v>1.08300000001</c:v>
                </c:pt>
                <c:pt idx="460">
                  <c:v>1.08750000001</c:v>
                </c:pt>
                <c:pt idx="461">
                  <c:v>1.08775000001</c:v>
                </c:pt>
                <c:pt idx="462">
                  <c:v>1.09225000001</c:v>
                </c:pt>
                <c:pt idx="463">
                  <c:v>1.09250000001</c:v>
                </c:pt>
                <c:pt idx="464">
                  <c:v>1.09700000001</c:v>
                </c:pt>
                <c:pt idx="465">
                  <c:v>1.09725000001</c:v>
                </c:pt>
                <c:pt idx="466">
                  <c:v>1.10175000001</c:v>
                </c:pt>
                <c:pt idx="467">
                  <c:v>1.10200000001</c:v>
                </c:pt>
                <c:pt idx="468">
                  <c:v>1.10650000001</c:v>
                </c:pt>
                <c:pt idx="469">
                  <c:v>1.10675000001</c:v>
                </c:pt>
                <c:pt idx="470">
                  <c:v>1.11125000001</c:v>
                </c:pt>
                <c:pt idx="471">
                  <c:v>1.11150000001</c:v>
                </c:pt>
                <c:pt idx="472">
                  <c:v>1.11425000001</c:v>
                </c:pt>
                <c:pt idx="473">
                  <c:v>1.11625000001</c:v>
                </c:pt>
                <c:pt idx="474">
                  <c:v>1.12075000001</c:v>
                </c:pt>
                <c:pt idx="475">
                  <c:v>1.12100000001</c:v>
                </c:pt>
                <c:pt idx="476">
                  <c:v>1.12550000001</c:v>
                </c:pt>
                <c:pt idx="477">
                  <c:v>1.12575000001</c:v>
                </c:pt>
                <c:pt idx="478">
                  <c:v>1.13025000001</c:v>
                </c:pt>
                <c:pt idx="479">
                  <c:v>1.13050000001</c:v>
                </c:pt>
                <c:pt idx="480">
                  <c:v>1.13500000001</c:v>
                </c:pt>
                <c:pt idx="481">
                  <c:v>1.13525000001</c:v>
                </c:pt>
                <c:pt idx="482">
                  <c:v>1.13975000001</c:v>
                </c:pt>
                <c:pt idx="483">
                  <c:v>1.14000000001</c:v>
                </c:pt>
                <c:pt idx="484">
                  <c:v>1.14450000001</c:v>
                </c:pt>
                <c:pt idx="485">
                  <c:v>1.14475000001</c:v>
                </c:pt>
                <c:pt idx="486">
                  <c:v>1.14925000001</c:v>
                </c:pt>
                <c:pt idx="487">
                  <c:v>1.14950000001</c:v>
                </c:pt>
                <c:pt idx="488">
                  <c:v>1.15400000001</c:v>
                </c:pt>
                <c:pt idx="489">
                  <c:v>1.15425000001</c:v>
                </c:pt>
                <c:pt idx="490">
                  <c:v>1.15875000001</c:v>
                </c:pt>
                <c:pt idx="491">
                  <c:v>1.15900000001</c:v>
                </c:pt>
                <c:pt idx="492">
                  <c:v>1.16350000001</c:v>
                </c:pt>
                <c:pt idx="493">
                  <c:v>1.16375000001</c:v>
                </c:pt>
                <c:pt idx="494">
                  <c:v>1.16825000001</c:v>
                </c:pt>
                <c:pt idx="495">
                  <c:v>1.16850000001</c:v>
                </c:pt>
                <c:pt idx="496">
                  <c:v>1.17300000001</c:v>
                </c:pt>
                <c:pt idx="497">
                  <c:v>1.17325000001</c:v>
                </c:pt>
                <c:pt idx="498">
                  <c:v>1.17775000001</c:v>
                </c:pt>
                <c:pt idx="499">
                  <c:v>1.17800000001</c:v>
                </c:pt>
                <c:pt idx="500">
                  <c:v>1.18250000001</c:v>
                </c:pt>
                <c:pt idx="501">
                  <c:v>1.18275000001</c:v>
                </c:pt>
                <c:pt idx="502">
                  <c:v>1.18725000001</c:v>
                </c:pt>
                <c:pt idx="503">
                  <c:v>1.18750000001</c:v>
                </c:pt>
                <c:pt idx="504">
                  <c:v>1.19200000001</c:v>
                </c:pt>
                <c:pt idx="505">
                  <c:v>1.19225000001</c:v>
                </c:pt>
                <c:pt idx="506">
                  <c:v>1.19675000001</c:v>
                </c:pt>
                <c:pt idx="507">
                  <c:v>1.19700000001</c:v>
                </c:pt>
                <c:pt idx="508">
                  <c:v>1.20150000001</c:v>
                </c:pt>
                <c:pt idx="509">
                  <c:v>1.20175000001</c:v>
                </c:pt>
                <c:pt idx="510">
                  <c:v>1.20625000001</c:v>
                </c:pt>
                <c:pt idx="511">
                  <c:v>1.20650000001</c:v>
                </c:pt>
                <c:pt idx="512">
                  <c:v>1.21100000001</c:v>
                </c:pt>
                <c:pt idx="513">
                  <c:v>1.21125000001</c:v>
                </c:pt>
                <c:pt idx="514">
                  <c:v>1.21575000001</c:v>
                </c:pt>
                <c:pt idx="515">
                  <c:v>1.21600000001</c:v>
                </c:pt>
                <c:pt idx="516">
                  <c:v>1.22050000001</c:v>
                </c:pt>
                <c:pt idx="517">
                  <c:v>1.22075000001</c:v>
                </c:pt>
                <c:pt idx="518">
                  <c:v>1.22525000001</c:v>
                </c:pt>
                <c:pt idx="519">
                  <c:v>1.22550000001</c:v>
                </c:pt>
                <c:pt idx="520">
                  <c:v>1.23000000001</c:v>
                </c:pt>
                <c:pt idx="521">
                  <c:v>1.23025000001</c:v>
                </c:pt>
                <c:pt idx="522">
                  <c:v>1.23475000001</c:v>
                </c:pt>
                <c:pt idx="523">
                  <c:v>1.23500000001</c:v>
                </c:pt>
                <c:pt idx="524">
                  <c:v>1.23950000001</c:v>
                </c:pt>
                <c:pt idx="525">
                  <c:v>1.23975000001</c:v>
                </c:pt>
                <c:pt idx="526">
                  <c:v>1.24425000001</c:v>
                </c:pt>
                <c:pt idx="527">
                  <c:v>1.24450000001</c:v>
                </c:pt>
                <c:pt idx="528">
                  <c:v>1.24900000001</c:v>
                </c:pt>
                <c:pt idx="529">
                  <c:v>1.24925000001</c:v>
                </c:pt>
                <c:pt idx="530">
                  <c:v>1.25375000001</c:v>
                </c:pt>
                <c:pt idx="531">
                  <c:v>1.25400000001</c:v>
                </c:pt>
                <c:pt idx="532">
                  <c:v>1.25850000001</c:v>
                </c:pt>
                <c:pt idx="533">
                  <c:v>1.25875000001</c:v>
                </c:pt>
                <c:pt idx="534">
                  <c:v>1.26325000001</c:v>
                </c:pt>
                <c:pt idx="535">
                  <c:v>1.26350000001</c:v>
                </c:pt>
                <c:pt idx="536">
                  <c:v>1.26800000001</c:v>
                </c:pt>
                <c:pt idx="537">
                  <c:v>1.26825000001</c:v>
                </c:pt>
                <c:pt idx="538">
                  <c:v>1.27250000001</c:v>
                </c:pt>
                <c:pt idx="539">
                  <c:v>1.27300000001</c:v>
                </c:pt>
                <c:pt idx="540">
                  <c:v>1.27575000001</c:v>
                </c:pt>
                <c:pt idx="541">
                  <c:v>1.27900000001</c:v>
                </c:pt>
                <c:pt idx="542">
                  <c:v>1.28225000001</c:v>
                </c:pt>
                <c:pt idx="543">
                  <c:v>1.28250000001</c:v>
                </c:pt>
                <c:pt idx="544">
                  <c:v>1.28700000001</c:v>
                </c:pt>
                <c:pt idx="545">
                  <c:v>1.28725000001</c:v>
                </c:pt>
                <c:pt idx="546">
                  <c:v>1.29175000001</c:v>
                </c:pt>
                <c:pt idx="547">
                  <c:v>1.29275000001</c:v>
                </c:pt>
                <c:pt idx="548">
                  <c:v>1.29650000001</c:v>
                </c:pt>
                <c:pt idx="549">
                  <c:v>1.29675000001</c:v>
                </c:pt>
                <c:pt idx="550">
                  <c:v>1.30125000001</c:v>
                </c:pt>
                <c:pt idx="551">
                  <c:v>1.30275000001</c:v>
                </c:pt>
                <c:pt idx="552">
                  <c:v>1.30600000001</c:v>
                </c:pt>
                <c:pt idx="553">
                  <c:v>1.30625000001</c:v>
                </c:pt>
                <c:pt idx="554">
                  <c:v>1.31075000001</c:v>
                </c:pt>
                <c:pt idx="555">
                  <c:v>1.31275000001</c:v>
                </c:pt>
                <c:pt idx="556">
                  <c:v>1.31550000001</c:v>
                </c:pt>
                <c:pt idx="557">
                  <c:v>1.31575000001</c:v>
                </c:pt>
                <c:pt idx="558">
                  <c:v>1.32025000001</c:v>
                </c:pt>
                <c:pt idx="559">
                  <c:v>1.32050000001</c:v>
                </c:pt>
                <c:pt idx="560">
                  <c:v>1.32500000001</c:v>
                </c:pt>
                <c:pt idx="561">
                  <c:v>1.32625000001</c:v>
                </c:pt>
                <c:pt idx="562">
                  <c:v>1.32975000001</c:v>
                </c:pt>
                <c:pt idx="563">
                  <c:v>1.33000000001</c:v>
                </c:pt>
                <c:pt idx="564">
                  <c:v>1.33450000001</c:v>
                </c:pt>
                <c:pt idx="565">
                  <c:v>1.33475000001</c:v>
                </c:pt>
                <c:pt idx="566">
                  <c:v>1.33925000001</c:v>
                </c:pt>
                <c:pt idx="567">
                  <c:v>1.33950000001</c:v>
                </c:pt>
                <c:pt idx="568">
                  <c:v>1.34400000001</c:v>
                </c:pt>
                <c:pt idx="569">
                  <c:v>1.34425000001</c:v>
                </c:pt>
                <c:pt idx="570">
                  <c:v>1.34650000001</c:v>
                </c:pt>
                <c:pt idx="571">
                  <c:v>1.34975000001</c:v>
                </c:pt>
                <c:pt idx="572">
                  <c:v>1.35350000001</c:v>
                </c:pt>
                <c:pt idx="573">
                  <c:v>1.35375000001</c:v>
                </c:pt>
                <c:pt idx="574">
                  <c:v>1.35825000001</c:v>
                </c:pt>
                <c:pt idx="575">
                  <c:v>1.35850000001</c:v>
                </c:pt>
                <c:pt idx="576">
                  <c:v>1.36300000001</c:v>
                </c:pt>
                <c:pt idx="577">
                  <c:v>1.36325000001</c:v>
                </c:pt>
                <c:pt idx="578">
                  <c:v>1.36775000001</c:v>
                </c:pt>
                <c:pt idx="579">
                  <c:v>1.36800000001</c:v>
                </c:pt>
                <c:pt idx="580">
                  <c:v>1.37250000001</c:v>
                </c:pt>
                <c:pt idx="581">
                  <c:v>1.37275000001</c:v>
                </c:pt>
                <c:pt idx="582">
                  <c:v>1.37725000001</c:v>
                </c:pt>
                <c:pt idx="583">
                  <c:v>1.37750000001</c:v>
                </c:pt>
                <c:pt idx="584">
                  <c:v>1.38200000001</c:v>
                </c:pt>
                <c:pt idx="585">
                  <c:v>1.38225000001</c:v>
                </c:pt>
                <c:pt idx="586">
                  <c:v>1.38675000001</c:v>
                </c:pt>
                <c:pt idx="587">
                  <c:v>1.38700000001</c:v>
                </c:pt>
                <c:pt idx="588">
                  <c:v>1.39150000001</c:v>
                </c:pt>
                <c:pt idx="589">
                  <c:v>1.39175000001</c:v>
                </c:pt>
                <c:pt idx="590">
                  <c:v>1.39625000001</c:v>
                </c:pt>
                <c:pt idx="591">
                  <c:v>1.39650000001</c:v>
                </c:pt>
                <c:pt idx="592">
                  <c:v>1.40100000001</c:v>
                </c:pt>
                <c:pt idx="593">
                  <c:v>1.40125000001</c:v>
                </c:pt>
                <c:pt idx="594">
                  <c:v>1.40575000001</c:v>
                </c:pt>
                <c:pt idx="595">
                  <c:v>1.40600000001</c:v>
                </c:pt>
                <c:pt idx="596">
                  <c:v>1.40725000001</c:v>
                </c:pt>
                <c:pt idx="597">
                  <c:v>1.41075000001</c:v>
                </c:pt>
                <c:pt idx="598">
                  <c:v>1.41525000001</c:v>
                </c:pt>
                <c:pt idx="599">
                  <c:v>1.41550000001</c:v>
                </c:pt>
                <c:pt idx="600">
                  <c:v>1.42000000001</c:v>
                </c:pt>
                <c:pt idx="601">
                  <c:v>1.42025000001</c:v>
                </c:pt>
                <c:pt idx="602">
                  <c:v>1.42475000001</c:v>
                </c:pt>
                <c:pt idx="603">
                  <c:v>1.42500000001</c:v>
                </c:pt>
                <c:pt idx="604">
                  <c:v>1.42725000001</c:v>
                </c:pt>
                <c:pt idx="605">
                  <c:v>1.43075000001</c:v>
                </c:pt>
                <c:pt idx="606">
                  <c:v>1.43425000001</c:v>
                </c:pt>
                <c:pt idx="607">
                  <c:v>1.43450000001</c:v>
                </c:pt>
                <c:pt idx="608">
                  <c:v>1.43900000001</c:v>
                </c:pt>
                <c:pt idx="609">
                  <c:v>1.43925000001</c:v>
                </c:pt>
                <c:pt idx="610">
                  <c:v>1.44375000001</c:v>
                </c:pt>
                <c:pt idx="611">
                  <c:v>1.44400000001</c:v>
                </c:pt>
                <c:pt idx="612">
                  <c:v>1.44750000001</c:v>
                </c:pt>
                <c:pt idx="613">
                  <c:v>1.44875000001</c:v>
                </c:pt>
                <c:pt idx="614">
                  <c:v>1.45100000001</c:v>
                </c:pt>
                <c:pt idx="615">
                  <c:v>1.45350000001</c:v>
                </c:pt>
                <c:pt idx="616">
                  <c:v>1.45800000001</c:v>
                </c:pt>
                <c:pt idx="617">
                  <c:v>1.45825000001</c:v>
                </c:pt>
                <c:pt idx="618">
                  <c:v>1.46275000001</c:v>
                </c:pt>
                <c:pt idx="619">
                  <c:v>1.46300000001</c:v>
                </c:pt>
                <c:pt idx="620">
                  <c:v>1.46450000001</c:v>
                </c:pt>
                <c:pt idx="621">
                  <c:v>1.46775000001</c:v>
                </c:pt>
                <c:pt idx="622">
                  <c:v>1.47225000001</c:v>
                </c:pt>
                <c:pt idx="623">
                  <c:v>1.47450000001</c:v>
                </c:pt>
                <c:pt idx="624">
                  <c:v>1.47700000001</c:v>
                </c:pt>
                <c:pt idx="625">
                  <c:v>1.47725000001</c:v>
                </c:pt>
                <c:pt idx="626">
                  <c:v>1.48175000001</c:v>
                </c:pt>
                <c:pt idx="627">
                  <c:v>1.48200000001</c:v>
                </c:pt>
                <c:pt idx="628">
                  <c:v>1.48450000001</c:v>
                </c:pt>
                <c:pt idx="629">
                  <c:v>1.48675000001</c:v>
                </c:pt>
                <c:pt idx="630">
                  <c:v>1.49125000001</c:v>
                </c:pt>
                <c:pt idx="631">
                  <c:v>1.49150000001</c:v>
                </c:pt>
                <c:pt idx="632">
                  <c:v>1.49475000001</c:v>
                </c:pt>
                <c:pt idx="633">
                  <c:v>1.49625000001</c:v>
                </c:pt>
                <c:pt idx="634">
                  <c:v>1.50075000001</c:v>
                </c:pt>
                <c:pt idx="635">
                  <c:v>1.50100000001</c:v>
                </c:pt>
                <c:pt idx="636">
                  <c:v>1.50475000001</c:v>
                </c:pt>
                <c:pt idx="637">
                  <c:v>1.50575000001</c:v>
                </c:pt>
                <c:pt idx="638">
                  <c:v>1.51025000001</c:v>
                </c:pt>
                <c:pt idx="639">
                  <c:v>1.51050000001</c:v>
                </c:pt>
                <c:pt idx="640">
                  <c:v>1.51500000001</c:v>
                </c:pt>
                <c:pt idx="641">
                  <c:v>1.51800000001</c:v>
                </c:pt>
                <c:pt idx="642">
                  <c:v>1.51975000001</c:v>
                </c:pt>
                <c:pt idx="643">
                  <c:v>1.52000000001</c:v>
                </c:pt>
                <c:pt idx="644">
                  <c:v>1.52175000001</c:v>
                </c:pt>
                <c:pt idx="645">
                  <c:v>1.52475000001</c:v>
                </c:pt>
                <c:pt idx="646">
                  <c:v>1.52925000001</c:v>
                </c:pt>
                <c:pt idx="647">
                  <c:v>1.52950000001</c:v>
                </c:pt>
                <c:pt idx="648">
                  <c:v>1.53400000001</c:v>
                </c:pt>
                <c:pt idx="649">
                  <c:v>1.53425000001</c:v>
                </c:pt>
                <c:pt idx="650">
                  <c:v>1.53850000001</c:v>
                </c:pt>
                <c:pt idx="651">
                  <c:v>1.53900000001</c:v>
                </c:pt>
                <c:pt idx="652">
                  <c:v>1.54175000001</c:v>
                </c:pt>
                <c:pt idx="653">
                  <c:v>1.54375000001</c:v>
                </c:pt>
                <c:pt idx="654">
                  <c:v>1.54825000001</c:v>
                </c:pt>
                <c:pt idx="655">
                  <c:v>1.54850000001</c:v>
                </c:pt>
                <c:pt idx="656">
                  <c:v>1.55300000001</c:v>
                </c:pt>
                <c:pt idx="657">
                  <c:v>1.55325000001</c:v>
                </c:pt>
                <c:pt idx="658">
                  <c:v>1.55775000001</c:v>
                </c:pt>
                <c:pt idx="659">
                  <c:v>1.55875000001</c:v>
                </c:pt>
                <c:pt idx="660">
                  <c:v>1.56200000001</c:v>
                </c:pt>
                <c:pt idx="661">
                  <c:v>1.56275000001</c:v>
                </c:pt>
                <c:pt idx="662">
                  <c:v>1.56725000001</c:v>
                </c:pt>
                <c:pt idx="663">
                  <c:v>1.56750000001</c:v>
                </c:pt>
                <c:pt idx="664">
                  <c:v>1.57200000001</c:v>
                </c:pt>
                <c:pt idx="665">
                  <c:v>1.57225000001</c:v>
                </c:pt>
                <c:pt idx="666">
                  <c:v>1.57550000001</c:v>
                </c:pt>
                <c:pt idx="667">
                  <c:v>1.57875000001</c:v>
                </c:pt>
                <c:pt idx="668">
                  <c:v>1.58150000001</c:v>
                </c:pt>
                <c:pt idx="669">
                  <c:v>1.58550000001</c:v>
                </c:pt>
                <c:pt idx="670">
                  <c:v>1.58625000001</c:v>
                </c:pt>
                <c:pt idx="671">
                  <c:v>1.58650000001</c:v>
                </c:pt>
                <c:pt idx="672">
                  <c:v>1.59100000001</c:v>
                </c:pt>
                <c:pt idx="673">
                  <c:v>1.59125000001</c:v>
                </c:pt>
                <c:pt idx="674">
                  <c:v>1.59575000001</c:v>
                </c:pt>
                <c:pt idx="675">
                  <c:v>1.59600000001</c:v>
                </c:pt>
                <c:pt idx="676">
                  <c:v>1.60050000001</c:v>
                </c:pt>
                <c:pt idx="677">
                  <c:v>1.60075000001</c:v>
                </c:pt>
                <c:pt idx="678">
                  <c:v>1.60525000001</c:v>
                </c:pt>
                <c:pt idx="679">
                  <c:v>1.60550000001</c:v>
                </c:pt>
                <c:pt idx="680">
                  <c:v>1.61000000001</c:v>
                </c:pt>
                <c:pt idx="681">
                  <c:v>1.61025000001</c:v>
                </c:pt>
                <c:pt idx="682">
                  <c:v>1.61475000001</c:v>
                </c:pt>
                <c:pt idx="683">
                  <c:v>1.61500000001</c:v>
                </c:pt>
                <c:pt idx="684">
                  <c:v>1.61925000001</c:v>
                </c:pt>
                <c:pt idx="685">
                  <c:v>1.62250000001</c:v>
                </c:pt>
                <c:pt idx="686">
                  <c:v>1.62425000001</c:v>
                </c:pt>
                <c:pt idx="687">
                  <c:v>1.62450000001</c:v>
                </c:pt>
                <c:pt idx="688">
                  <c:v>1.62900000001</c:v>
                </c:pt>
                <c:pt idx="689">
                  <c:v>1.62925000001</c:v>
                </c:pt>
                <c:pt idx="690">
                  <c:v>1.63375000001</c:v>
                </c:pt>
                <c:pt idx="691">
                  <c:v>1.63400000001</c:v>
                </c:pt>
                <c:pt idx="692">
                  <c:v>1.63850000001</c:v>
                </c:pt>
                <c:pt idx="693">
                  <c:v>1.63950000001</c:v>
                </c:pt>
                <c:pt idx="694">
                  <c:v>1.64275000001</c:v>
                </c:pt>
                <c:pt idx="695">
                  <c:v>1.64350000001</c:v>
                </c:pt>
                <c:pt idx="696">
                  <c:v>1.64800000001</c:v>
                </c:pt>
                <c:pt idx="697">
                  <c:v>1.64825000001</c:v>
                </c:pt>
                <c:pt idx="698">
                  <c:v>1.65275000001</c:v>
                </c:pt>
                <c:pt idx="699">
                  <c:v>1.65300000001</c:v>
                </c:pt>
                <c:pt idx="700">
                  <c:v>1.65750000001</c:v>
                </c:pt>
                <c:pt idx="701">
                  <c:v>1.65975000001</c:v>
                </c:pt>
                <c:pt idx="702">
                  <c:v>1.66225000001</c:v>
                </c:pt>
                <c:pt idx="703">
                  <c:v>1.66300000001</c:v>
                </c:pt>
                <c:pt idx="704">
                  <c:v>1.66700000001</c:v>
                </c:pt>
                <c:pt idx="705">
                  <c:v>1.66725000001</c:v>
                </c:pt>
                <c:pt idx="706">
                  <c:v>1.67175000001</c:v>
                </c:pt>
                <c:pt idx="707">
                  <c:v>1.67200000001</c:v>
                </c:pt>
                <c:pt idx="708">
                  <c:v>1.67650000001</c:v>
                </c:pt>
                <c:pt idx="709">
                  <c:v>1.67675000001</c:v>
                </c:pt>
                <c:pt idx="710">
                  <c:v>1.68125000001</c:v>
                </c:pt>
                <c:pt idx="711">
                  <c:v>1.68150000001</c:v>
                </c:pt>
                <c:pt idx="712">
                  <c:v>1.68600000001</c:v>
                </c:pt>
                <c:pt idx="713">
                  <c:v>1.68650000001</c:v>
                </c:pt>
                <c:pt idx="714">
                  <c:v>1.69075000001</c:v>
                </c:pt>
                <c:pt idx="715">
                  <c:v>1.69100000001</c:v>
                </c:pt>
                <c:pt idx="716">
                  <c:v>1.69550000001</c:v>
                </c:pt>
                <c:pt idx="717">
                  <c:v>1.69675000001</c:v>
                </c:pt>
                <c:pt idx="718">
                  <c:v>1.70025000001</c:v>
                </c:pt>
                <c:pt idx="719">
                  <c:v>1.70050000001</c:v>
                </c:pt>
                <c:pt idx="720">
                  <c:v>1.70500000001</c:v>
                </c:pt>
                <c:pt idx="721">
                  <c:v>1.70675000001</c:v>
                </c:pt>
                <c:pt idx="722">
                  <c:v>1.70975000001</c:v>
                </c:pt>
                <c:pt idx="723">
                  <c:v>1.71000000001</c:v>
                </c:pt>
                <c:pt idx="724">
                  <c:v>1.71450000001</c:v>
                </c:pt>
                <c:pt idx="725">
                  <c:v>1.71675000001</c:v>
                </c:pt>
                <c:pt idx="726">
                  <c:v>1.71925000001</c:v>
                </c:pt>
                <c:pt idx="727">
                  <c:v>1.71950000001</c:v>
                </c:pt>
                <c:pt idx="728">
                  <c:v>1.72400000001</c:v>
                </c:pt>
                <c:pt idx="729">
                  <c:v>1.72425000001</c:v>
                </c:pt>
                <c:pt idx="730">
                  <c:v>1.72875000001</c:v>
                </c:pt>
                <c:pt idx="731">
                  <c:v>1.73025000001</c:v>
                </c:pt>
                <c:pt idx="732">
                  <c:v>1.73350000001</c:v>
                </c:pt>
                <c:pt idx="733">
                  <c:v>1.73375000001</c:v>
                </c:pt>
                <c:pt idx="734">
                  <c:v>1.73825000001</c:v>
                </c:pt>
                <c:pt idx="735">
                  <c:v>1.73850000001</c:v>
                </c:pt>
                <c:pt idx="736">
                  <c:v>1.74300000001</c:v>
                </c:pt>
                <c:pt idx="737">
                  <c:v>1.74325000001</c:v>
                </c:pt>
                <c:pt idx="738">
                  <c:v>1.74775000001</c:v>
                </c:pt>
                <c:pt idx="739">
                  <c:v>1.74800000001</c:v>
                </c:pt>
                <c:pt idx="740">
                  <c:v>1.75050000001</c:v>
                </c:pt>
                <c:pt idx="741">
                  <c:v>1.75400000001</c:v>
                </c:pt>
                <c:pt idx="742">
                  <c:v>1.75725000001</c:v>
                </c:pt>
                <c:pt idx="743">
                  <c:v>1.75750000001</c:v>
                </c:pt>
                <c:pt idx="744">
                  <c:v>1.76200000001</c:v>
                </c:pt>
                <c:pt idx="745">
                  <c:v>1.76225000001</c:v>
                </c:pt>
                <c:pt idx="746">
                  <c:v>1.76675000001</c:v>
                </c:pt>
                <c:pt idx="747">
                  <c:v>1.76700000001</c:v>
                </c:pt>
                <c:pt idx="748">
                  <c:v>1.77150000001</c:v>
                </c:pt>
                <c:pt idx="749">
                  <c:v>1.77175000001</c:v>
                </c:pt>
                <c:pt idx="750">
                  <c:v>1.77625000001</c:v>
                </c:pt>
                <c:pt idx="751">
                  <c:v>1.77650000001</c:v>
                </c:pt>
                <c:pt idx="752">
                  <c:v>1.78100000001</c:v>
                </c:pt>
                <c:pt idx="753">
                  <c:v>1.78125000001</c:v>
                </c:pt>
                <c:pt idx="754">
                  <c:v>1.78575000001</c:v>
                </c:pt>
                <c:pt idx="755">
                  <c:v>1.78600000001</c:v>
                </c:pt>
                <c:pt idx="756">
                  <c:v>1.79050000001</c:v>
                </c:pt>
                <c:pt idx="757">
                  <c:v>1.79075000001</c:v>
                </c:pt>
                <c:pt idx="758">
                  <c:v>1.79450000001</c:v>
                </c:pt>
                <c:pt idx="759">
                  <c:v>1.79750000001</c:v>
                </c:pt>
                <c:pt idx="760">
                  <c:v>1.80000000001</c:v>
                </c:pt>
                <c:pt idx="761">
                  <c:v>1.80025000001</c:v>
                </c:pt>
                <c:pt idx="762">
                  <c:v>1.80475000001</c:v>
                </c:pt>
                <c:pt idx="763">
                  <c:v>1.80500000001</c:v>
                </c:pt>
                <c:pt idx="764">
                  <c:v>1.80950000001</c:v>
                </c:pt>
                <c:pt idx="765">
                  <c:v>1.80975000001</c:v>
                </c:pt>
                <c:pt idx="766">
                  <c:v>1.81425000001</c:v>
                </c:pt>
                <c:pt idx="767">
                  <c:v>1.81450000001</c:v>
                </c:pt>
                <c:pt idx="768">
                  <c:v>1.81900000001</c:v>
                </c:pt>
                <c:pt idx="769">
                  <c:v>1.81925000001</c:v>
                </c:pt>
                <c:pt idx="770">
                  <c:v>1.82375000001</c:v>
                </c:pt>
                <c:pt idx="771">
                  <c:v>1.82400000001</c:v>
                </c:pt>
                <c:pt idx="772">
                  <c:v>1.82850000001</c:v>
                </c:pt>
                <c:pt idx="773">
                  <c:v>1.82875000001</c:v>
                </c:pt>
                <c:pt idx="774">
                  <c:v>1.83150000001</c:v>
                </c:pt>
                <c:pt idx="775">
                  <c:v>1.83450000001</c:v>
                </c:pt>
                <c:pt idx="776">
                  <c:v>1.83800000001</c:v>
                </c:pt>
                <c:pt idx="777">
                  <c:v>1.83825000001</c:v>
                </c:pt>
                <c:pt idx="778">
                  <c:v>1.84275000001</c:v>
                </c:pt>
                <c:pt idx="779">
                  <c:v>1.84300000001</c:v>
                </c:pt>
                <c:pt idx="780">
                  <c:v>1.84750000001</c:v>
                </c:pt>
                <c:pt idx="781">
                  <c:v>1.84775000001</c:v>
                </c:pt>
                <c:pt idx="782">
                  <c:v>1.85150000001</c:v>
                </c:pt>
                <c:pt idx="783">
                  <c:v>1.85500000001</c:v>
                </c:pt>
                <c:pt idx="784">
                  <c:v>1.85700000001</c:v>
                </c:pt>
                <c:pt idx="785">
                  <c:v>1.85725000001</c:v>
                </c:pt>
                <c:pt idx="786">
                  <c:v>1.86175000001</c:v>
                </c:pt>
                <c:pt idx="787">
                  <c:v>1.86200000001</c:v>
                </c:pt>
                <c:pt idx="788">
                  <c:v>1.86650000001</c:v>
                </c:pt>
                <c:pt idx="789">
                  <c:v>1.86675000001</c:v>
                </c:pt>
                <c:pt idx="790">
                  <c:v>1.87125000001</c:v>
                </c:pt>
                <c:pt idx="791">
                  <c:v>1.87175000001</c:v>
                </c:pt>
                <c:pt idx="792">
                  <c:v>1.87525000001</c:v>
                </c:pt>
                <c:pt idx="793">
                  <c:v>1.87625000001</c:v>
                </c:pt>
                <c:pt idx="794">
                  <c:v>1.88075000001</c:v>
                </c:pt>
                <c:pt idx="795">
                  <c:v>1.88100000001</c:v>
                </c:pt>
                <c:pt idx="796">
                  <c:v>1.88550000001</c:v>
                </c:pt>
                <c:pt idx="797">
                  <c:v>1.88575000001</c:v>
                </c:pt>
                <c:pt idx="798">
                  <c:v>1.88875000001</c:v>
                </c:pt>
                <c:pt idx="799">
                  <c:v>1.89050000001</c:v>
                </c:pt>
                <c:pt idx="800">
                  <c:v>1.89200000001</c:v>
                </c:pt>
                <c:pt idx="801">
                  <c:v>1.89525000001</c:v>
                </c:pt>
                <c:pt idx="802">
                  <c:v>1.89875000001</c:v>
                </c:pt>
                <c:pt idx="803">
                  <c:v>1.90000000001</c:v>
                </c:pt>
                <c:pt idx="804">
                  <c:v>1.90450000001</c:v>
                </c:pt>
                <c:pt idx="805">
                  <c:v>1.90475000001</c:v>
                </c:pt>
                <c:pt idx="806">
                  <c:v>1.90875000001</c:v>
                </c:pt>
                <c:pt idx="807">
                  <c:v>1.90950000001</c:v>
                </c:pt>
                <c:pt idx="808">
                  <c:v>1.91400000001</c:v>
                </c:pt>
                <c:pt idx="809">
                  <c:v>1.91425000001</c:v>
                </c:pt>
                <c:pt idx="810">
                  <c:v>1.91875000001</c:v>
                </c:pt>
                <c:pt idx="811">
                  <c:v>1.91900000001</c:v>
                </c:pt>
                <c:pt idx="812">
                  <c:v>1.92350000001</c:v>
                </c:pt>
                <c:pt idx="813">
                  <c:v>1.92375000001</c:v>
                </c:pt>
                <c:pt idx="814">
                  <c:v>1.92825000001</c:v>
                </c:pt>
                <c:pt idx="815">
                  <c:v>1.92900000001</c:v>
                </c:pt>
                <c:pt idx="816">
                  <c:v>1.93300000001</c:v>
                </c:pt>
                <c:pt idx="817">
                  <c:v>1.93325000001</c:v>
                </c:pt>
                <c:pt idx="818">
                  <c:v>1.93775000001</c:v>
                </c:pt>
                <c:pt idx="819">
                  <c:v>1.93800000001</c:v>
                </c:pt>
                <c:pt idx="820">
                  <c:v>1.94225000001</c:v>
                </c:pt>
                <c:pt idx="821">
                  <c:v>1.94275000001</c:v>
                </c:pt>
                <c:pt idx="822">
                  <c:v>1.94600000001</c:v>
                </c:pt>
                <c:pt idx="823">
                  <c:v>1.94750000001</c:v>
                </c:pt>
                <c:pt idx="824">
                  <c:v>1.95200000001</c:v>
                </c:pt>
                <c:pt idx="825">
                  <c:v>1.95225000001</c:v>
                </c:pt>
                <c:pt idx="826">
                  <c:v>1.95675000001</c:v>
                </c:pt>
                <c:pt idx="827">
                  <c:v>1.95700000001</c:v>
                </c:pt>
                <c:pt idx="828">
                  <c:v>1.96150000001</c:v>
                </c:pt>
                <c:pt idx="829">
                  <c:v>1.96275000001</c:v>
                </c:pt>
                <c:pt idx="830">
                  <c:v>1.96600000001</c:v>
                </c:pt>
                <c:pt idx="831">
                  <c:v>1.96650000001</c:v>
                </c:pt>
                <c:pt idx="832">
                  <c:v>1.97100000001</c:v>
                </c:pt>
                <c:pt idx="833">
                  <c:v>1.97125000001</c:v>
                </c:pt>
                <c:pt idx="834">
                  <c:v>1.97575000001</c:v>
                </c:pt>
                <c:pt idx="835">
                  <c:v>1.97600000001</c:v>
                </c:pt>
                <c:pt idx="836">
                  <c:v>1.98050000001</c:v>
                </c:pt>
                <c:pt idx="837">
                  <c:v>1.98075000001</c:v>
                </c:pt>
                <c:pt idx="838">
                  <c:v>1.98300000001</c:v>
                </c:pt>
                <c:pt idx="839">
                  <c:v>1.98950000001</c:v>
                </c:pt>
                <c:pt idx="840">
                  <c:v>1.99000000001</c:v>
                </c:pt>
                <c:pt idx="841">
                  <c:v>1.99025000001</c:v>
                </c:pt>
                <c:pt idx="842">
                  <c:v>1.99475000001</c:v>
                </c:pt>
                <c:pt idx="843">
                  <c:v>1.99500000001</c:v>
                </c:pt>
                <c:pt idx="844">
                  <c:v>1.99950000001</c:v>
                </c:pt>
                <c:pt idx="845">
                  <c:v>2.00300000001</c:v>
                </c:pt>
                <c:pt idx="846">
                  <c:v>2.00425000001</c:v>
                </c:pt>
                <c:pt idx="847">
                  <c:v>2.00450000001</c:v>
                </c:pt>
                <c:pt idx="848">
                  <c:v>2.00650000001</c:v>
                </c:pt>
                <c:pt idx="849">
                  <c:v>2.00975000001</c:v>
                </c:pt>
                <c:pt idx="850">
                  <c:v>2.01375000001</c:v>
                </c:pt>
                <c:pt idx="851">
                  <c:v>2.01400000001</c:v>
                </c:pt>
                <c:pt idx="852">
                  <c:v>2.01850000001</c:v>
                </c:pt>
                <c:pt idx="853">
                  <c:v>2.01875000001</c:v>
                </c:pt>
                <c:pt idx="854">
                  <c:v>2.02325000001</c:v>
                </c:pt>
                <c:pt idx="855">
                  <c:v>2.02350000001</c:v>
                </c:pt>
                <c:pt idx="856">
                  <c:v>2.02800000001</c:v>
                </c:pt>
                <c:pt idx="857">
                  <c:v>2.02825000001</c:v>
                </c:pt>
                <c:pt idx="858">
                  <c:v>2.03275000001</c:v>
                </c:pt>
                <c:pt idx="859">
                  <c:v>2.03300000001</c:v>
                </c:pt>
                <c:pt idx="860">
                  <c:v>2.03750000001</c:v>
                </c:pt>
                <c:pt idx="861">
                  <c:v>2.03775000001</c:v>
                </c:pt>
                <c:pt idx="862">
                  <c:v>2.04225000001</c:v>
                </c:pt>
                <c:pt idx="863">
                  <c:v>2.04350000001</c:v>
                </c:pt>
                <c:pt idx="864">
                  <c:v>2.04675000001</c:v>
                </c:pt>
                <c:pt idx="865">
                  <c:v>2.04725000001</c:v>
                </c:pt>
                <c:pt idx="866">
                  <c:v>2.05175000001</c:v>
                </c:pt>
                <c:pt idx="867">
                  <c:v>2.05200000001</c:v>
                </c:pt>
                <c:pt idx="868">
                  <c:v>2.05650000001</c:v>
                </c:pt>
                <c:pt idx="869">
                  <c:v>2.05675000001</c:v>
                </c:pt>
                <c:pt idx="870">
                  <c:v>2.06125000001</c:v>
                </c:pt>
                <c:pt idx="871">
                  <c:v>2.06150000001</c:v>
                </c:pt>
                <c:pt idx="872">
                  <c:v>2.06375000001</c:v>
                </c:pt>
                <c:pt idx="873">
                  <c:v>2.06700000001</c:v>
                </c:pt>
                <c:pt idx="874">
                  <c:v>2.07075000001</c:v>
                </c:pt>
                <c:pt idx="875">
                  <c:v>2.07100000001</c:v>
                </c:pt>
                <c:pt idx="876">
                  <c:v>2.07550000001</c:v>
                </c:pt>
                <c:pt idx="877">
                  <c:v>2.07575000001</c:v>
                </c:pt>
                <c:pt idx="878">
                  <c:v>2.08025000001</c:v>
                </c:pt>
                <c:pt idx="879">
                  <c:v>2.08050000001</c:v>
                </c:pt>
                <c:pt idx="880">
                  <c:v>2.08400000001</c:v>
                </c:pt>
                <c:pt idx="881">
                  <c:v>2.08525000001</c:v>
                </c:pt>
                <c:pt idx="882">
                  <c:v>2.08725000001</c:v>
                </c:pt>
                <c:pt idx="883">
                  <c:v>2.09000000001</c:v>
                </c:pt>
                <c:pt idx="884">
                  <c:v>2.09450000001</c:v>
                </c:pt>
                <c:pt idx="885">
                  <c:v>2.09475000001</c:v>
                </c:pt>
                <c:pt idx="886">
                  <c:v>2.09925000001</c:v>
                </c:pt>
                <c:pt idx="887">
                  <c:v>2.09950000001</c:v>
                </c:pt>
                <c:pt idx="888">
                  <c:v>2.10075000001</c:v>
                </c:pt>
                <c:pt idx="889">
                  <c:v>2.10725000001</c:v>
                </c:pt>
                <c:pt idx="890">
                  <c:v>2.10875000001</c:v>
                </c:pt>
                <c:pt idx="891">
                  <c:v>2.11075000001</c:v>
                </c:pt>
                <c:pt idx="892">
                  <c:v>2.11350000001</c:v>
                </c:pt>
                <c:pt idx="893">
                  <c:v>2.11375000001</c:v>
                </c:pt>
                <c:pt idx="894">
                  <c:v>2.11825000001</c:v>
                </c:pt>
                <c:pt idx="895">
                  <c:v>2.11850000001</c:v>
                </c:pt>
                <c:pt idx="896">
                  <c:v>2.12100000001</c:v>
                </c:pt>
                <c:pt idx="897">
                  <c:v>2.12325000001</c:v>
                </c:pt>
                <c:pt idx="898">
                  <c:v>2.12775000001</c:v>
                </c:pt>
                <c:pt idx="899">
                  <c:v>2.13100000001</c:v>
                </c:pt>
                <c:pt idx="900">
                  <c:v>2.13250000001</c:v>
                </c:pt>
                <c:pt idx="901">
                  <c:v>2.13275000001</c:v>
                </c:pt>
                <c:pt idx="902">
                  <c:v>2.13725000001</c:v>
                </c:pt>
                <c:pt idx="903">
                  <c:v>2.13750000001</c:v>
                </c:pt>
                <c:pt idx="904">
                  <c:v>2.14125000001</c:v>
                </c:pt>
                <c:pt idx="905">
                  <c:v>2.14225000001</c:v>
                </c:pt>
                <c:pt idx="906">
                  <c:v>2.14675000001</c:v>
                </c:pt>
                <c:pt idx="907">
                  <c:v>2.14700000001</c:v>
                </c:pt>
                <c:pt idx="908">
                  <c:v>2.15150000001</c:v>
                </c:pt>
                <c:pt idx="909">
                  <c:v>2.15450000001</c:v>
                </c:pt>
                <c:pt idx="910">
                  <c:v>2.15625000001</c:v>
                </c:pt>
                <c:pt idx="911">
                  <c:v>2.15650000001</c:v>
                </c:pt>
                <c:pt idx="912">
                  <c:v>2.15800000001</c:v>
                </c:pt>
                <c:pt idx="913">
                  <c:v>2.16125000001</c:v>
                </c:pt>
                <c:pt idx="914">
                  <c:v>2.16575000001</c:v>
                </c:pt>
                <c:pt idx="915">
                  <c:v>2.16600000001</c:v>
                </c:pt>
                <c:pt idx="916">
                  <c:v>2.17050000001</c:v>
                </c:pt>
                <c:pt idx="917">
                  <c:v>2.17075000001</c:v>
                </c:pt>
                <c:pt idx="918">
                  <c:v>2.17475000001</c:v>
                </c:pt>
                <c:pt idx="919">
                  <c:v>2.17550000001</c:v>
                </c:pt>
                <c:pt idx="920">
                  <c:v>2.17825000001</c:v>
                </c:pt>
                <c:pt idx="921">
                  <c:v>2.18025000001</c:v>
                </c:pt>
                <c:pt idx="922">
                  <c:v>2.18475000001</c:v>
                </c:pt>
                <c:pt idx="923">
                  <c:v>2.18500000001</c:v>
                </c:pt>
                <c:pt idx="924">
                  <c:v>2.18950000001</c:v>
                </c:pt>
                <c:pt idx="925">
                  <c:v>2.18975000001</c:v>
                </c:pt>
                <c:pt idx="926">
                  <c:v>2.19425000001</c:v>
                </c:pt>
                <c:pt idx="927">
                  <c:v>2.19450000001</c:v>
                </c:pt>
                <c:pt idx="928">
                  <c:v>2.19850000001</c:v>
                </c:pt>
                <c:pt idx="929">
                  <c:v>2.20150000001</c:v>
                </c:pt>
                <c:pt idx="930">
                  <c:v>2.20375000001</c:v>
                </c:pt>
                <c:pt idx="931">
                  <c:v>2.20400000001</c:v>
                </c:pt>
                <c:pt idx="932">
                  <c:v>2.20850000001</c:v>
                </c:pt>
                <c:pt idx="933">
                  <c:v>2.20875000001</c:v>
                </c:pt>
                <c:pt idx="934">
                  <c:v>2.21200000001</c:v>
                </c:pt>
                <c:pt idx="935">
                  <c:v>2.21500000001</c:v>
                </c:pt>
                <c:pt idx="936">
                  <c:v>2.21800000001</c:v>
                </c:pt>
                <c:pt idx="937">
                  <c:v>2.22175000001</c:v>
                </c:pt>
                <c:pt idx="938">
                  <c:v>2.22275000001</c:v>
                </c:pt>
                <c:pt idx="939">
                  <c:v>2.22300000001</c:v>
                </c:pt>
                <c:pt idx="940">
                  <c:v>2.22750000001</c:v>
                </c:pt>
                <c:pt idx="941">
                  <c:v>2.22775000001</c:v>
                </c:pt>
                <c:pt idx="942">
                  <c:v>2.23225000001</c:v>
                </c:pt>
                <c:pt idx="943">
                  <c:v>2.23250000001</c:v>
                </c:pt>
                <c:pt idx="944">
                  <c:v>2.23700000001</c:v>
                </c:pt>
                <c:pt idx="945">
                  <c:v>2.23725000001</c:v>
                </c:pt>
                <c:pt idx="946">
                  <c:v>2.24175000001</c:v>
                </c:pt>
                <c:pt idx="947">
                  <c:v>2.24200000001</c:v>
                </c:pt>
                <c:pt idx="948">
                  <c:v>2.24650000001</c:v>
                </c:pt>
                <c:pt idx="949">
                  <c:v>2.24675000001</c:v>
                </c:pt>
                <c:pt idx="950">
                  <c:v>2.25125000001</c:v>
                </c:pt>
                <c:pt idx="951">
                  <c:v>2.25150000001</c:v>
                </c:pt>
                <c:pt idx="952">
                  <c:v>2.25575000001</c:v>
                </c:pt>
                <c:pt idx="953">
                  <c:v>2.25900000001</c:v>
                </c:pt>
                <c:pt idx="954">
                  <c:v>2.26075000001</c:v>
                </c:pt>
                <c:pt idx="955">
                  <c:v>2.26100000001</c:v>
                </c:pt>
                <c:pt idx="956">
                  <c:v>2.26550000001</c:v>
                </c:pt>
                <c:pt idx="957">
                  <c:v>2.26575000001</c:v>
                </c:pt>
                <c:pt idx="958">
                  <c:v>2.27025000001</c:v>
                </c:pt>
                <c:pt idx="959">
                  <c:v>2.27050000001</c:v>
                </c:pt>
                <c:pt idx="960">
                  <c:v>2.27500000001</c:v>
                </c:pt>
                <c:pt idx="961">
                  <c:v>2.27575000001</c:v>
                </c:pt>
                <c:pt idx="962">
                  <c:v>2.27900000001</c:v>
                </c:pt>
                <c:pt idx="963">
                  <c:v>2.28000000001</c:v>
                </c:pt>
                <c:pt idx="964">
                  <c:v>2.28450000001</c:v>
                </c:pt>
                <c:pt idx="965">
                  <c:v>2.28475000001</c:v>
                </c:pt>
                <c:pt idx="966">
                  <c:v>2.28925000001</c:v>
                </c:pt>
                <c:pt idx="967">
                  <c:v>2.28950000001</c:v>
                </c:pt>
                <c:pt idx="968">
                  <c:v>2.29400000001</c:v>
                </c:pt>
                <c:pt idx="969">
                  <c:v>2.29425000001</c:v>
                </c:pt>
                <c:pt idx="970">
                  <c:v>2.29875000001</c:v>
                </c:pt>
                <c:pt idx="971">
                  <c:v>2.29900000001</c:v>
                </c:pt>
                <c:pt idx="972">
                  <c:v>2.30350000001</c:v>
                </c:pt>
                <c:pt idx="973">
                  <c:v>2.30375000001</c:v>
                </c:pt>
                <c:pt idx="974">
                  <c:v>2.30825000001</c:v>
                </c:pt>
                <c:pt idx="975">
                  <c:v>2.30850000001</c:v>
                </c:pt>
                <c:pt idx="976">
                  <c:v>2.31300000001</c:v>
                </c:pt>
                <c:pt idx="977">
                  <c:v>2.31325000001</c:v>
                </c:pt>
                <c:pt idx="978">
                  <c:v>2.31625000001</c:v>
                </c:pt>
                <c:pt idx="979">
                  <c:v>2.31950000001</c:v>
                </c:pt>
                <c:pt idx="980">
                  <c:v>2.32250000001</c:v>
                </c:pt>
                <c:pt idx="981">
                  <c:v>2.32275000001</c:v>
                </c:pt>
                <c:pt idx="982">
                  <c:v>2.32725000001</c:v>
                </c:pt>
                <c:pt idx="983">
                  <c:v>2.32750000001</c:v>
                </c:pt>
                <c:pt idx="984">
                  <c:v>2.33200000001</c:v>
                </c:pt>
                <c:pt idx="985">
                  <c:v>2.33300000001</c:v>
                </c:pt>
                <c:pt idx="986">
                  <c:v>2.33675000001</c:v>
                </c:pt>
                <c:pt idx="987">
                  <c:v>2.33700000001</c:v>
                </c:pt>
                <c:pt idx="988">
                  <c:v>2.34150000001</c:v>
                </c:pt>
                <c:pt idx="989">
                  <c:v>2.34300000001</c:v>
                </c:pt>
                <c:pt idx="990">
                  <c:v>2.34625000001</c:v>
                </c:pt>
                <c:pt idx="991">
                  <c:v>2.34650000001</c:v>
                </c:pt>
                <c:pt idx="992">
                  <c:v>2.35100000001</c:v>
                </c:pt>
                <c:pt idx="993">
                  <c:v>2.35125000001</c:v>
                </c:pt>
                <c:pt idx="994">
                  <c:v>2.35575000001</c:v>
                </c:pt>
                <c:pt idx="995">
                  <c:v>2.35650000001</c:v>
                </c:pt>
                <c:pt idx="996">
                  <c:v>2.36000000001</c:v>
                </c:pt>
                <c:pt idx="997">
                  <c:v>2.36075000001</c:v>
                </c:pt>
                <c:pt idx="998">
                  <c:v>2.36525000001</c:v>
                </c:pt>
                <c:pt idx="999">
                  <c:v>2.36550000001</c:v>
                </c:pt>
                <c:pt idx="1000">
                  <c:v>2.37000000001</c:v>
                </c:pt>
                <c:pt idx="1001">
                  <c:v>2.37025000001</c:v>
                </c:pt>
                <c:pt idx="1002">
                  <c:v>2.37350000001</c:v>
                </c:pt>
                <c:pt idx="1003">
                  <c:v>2.37675000001</c:v>
                </c:pt>
                <c:pt idx="1004">
                  <c:v>2.37950000001</c:v>
                </c:pt>
                <c:pt idx="1005">
                  <c:v>2.37975000001</c:v>
                </c:pt>
                <c:pt idx="1006">
                  <c:v>2.38425000001</c:v>
                </c:pt>
                <c:pt idx="1007">
                  <c:v>2.38675000001</c:v>
                </c:pt>
                <c:pt idx="1008">
                  <c:v>2.38900000001</c:v>
                </c:pt>
                <c:pt idx="1009">
                  <c:v>2.39025000001</c:v>
                </c:pt>
                <c:pt idx="1010">
                  <c:v>2.39375000001</c:v>
                </c:pt>
                <c:pt idx="1011">
                  <c:v>2.39400000001</c:v>
                </c:pt>
                <c:pt idx="1012">
                  <c:v>2.39850000001</c:v>
                </c:pt>
                <c:pt idx="1013">
                  <c:v>2.39875000001</c:v>
                </c:pt>
                <c:pt idx="1014">
                  <c:v>2.40325000001</c:v>
                </c:pt>
                <c:pt idx="1015">
                  <c:v>2.40375000001</c:v>
                </c:pt>
                <c:pt idx="1016">
                  <c:v>2.40800000001</c:v>
                </c:pt>
                <c:pt idx="1017">
                  <c:v>2.40825000001</c:v>
                </c:pt>
                <c:pt idx="1018">
                  <c:v>2.41275000001</c:v>
                </c:pt>
                <c:pt idx="1019">
                  <c:v>2.41375000001</c:v>
                </c:pt>
                <c:pt idx="1020">
                  <c:v>2.41750000001</c:v>
                </c:pt>
                <c:pt idx="1021">
                  <c:v>2.41775000001</c:v>
                </c:pt>
                <c:pt idx="1022">
                  <c:v>2.42225000001</c:v>
                </c:pt>
                <c:pt idx="1023">
                  <c:v>2.42250000001</c:v>
                </c:pt>
                <c:pt idx="1024">
                  <c:v>2.42400000001</c:v>
                </c:pt>
                <c:pt idx="1025">
                  <c:v>2.42725000001</c:v>
                </c:pt>
                <c:pt idx="1026">
                  <c:v>2.43075000001</c:v>
                </c:pt>
                <c:pt idx="1027">
                  <c:v>2.43400000001</c:v>
                </c:pt>
                <c:pt idx="1028">
                  <c:v>2.43650000001</c:v>
                </c:pt>
                <c:pt idx="1029">
                  <c:v>2.43675000001</c:v>
                </c:pt>
                <c:pt idx="1030">
                  <c:v>2.44125000001</c:v>
                </c:pt>
                <c:pt idx="1031">
                  <c:v>2.44150000001</c:v>
                </c:pt>
                <c:pt idx="1032">
                  <c:v>2.44600000001</c:v>
                </c:pt>
                <c:pt idx="1033">
                  <c:v>2.44625000001</c:v>
                </c:pt>
                <c:pt idx="1034">
                  <c:v>2.45075000001</c:v>
                </c:pt>
                <c:pt idx="1035">
                  <c:v>2.45100000001</c:v>
                </c:pt>
                <c:pt idx="1036">
                  <c:v>2.45550000001</c:v>
                </c:pt>
                <c:pt idx="1037">
                  <c:v>2.45575000001</c:v>
                </c:pt>
                <c:pt idx="1038">
                  <c:v>2.46025000001</c:v>
                </c:pt>
                <c:pt idx="1039">
                  <c:v>2.46050000001</c:v>
                </c:pt>
                <c:pt idx="1040">
                  <c:v>2.46500000001</c:v>
                </c:pt>
                <c:pt idx="1041">
                  <c:v>2.46525000001</c:v>
                </c:pt>
                <c:pt idx="1042">
                  <c:v>2.46775000001</c:v>
                </c:pt>
                <c:pt idx="1043">
                  <c:v>2.47100000001</c:v>
                </c:pt>
                <c:pt idx="1044">
                  <c:v>2.47450000001</c:v>
                </c:pt>
                <c:pt idx="1045">
                  <c:v>2.47475000001</c:v>
                </c:pt>
                <c:pt idx="1046">
                  <c:v>2.47925000001</c:v>
                </c:pt>
                <c:pt idx="1047">
                  <c:v>2.47950000001</c:v>
                </c:pt>
                <c:pt idx="1048">
                  <c:v>2.48400000001</c:v>
                </c:pt>
                <c:pt idx="1049">
                  <c:v>2.48425000001</c:v>
                </c:pt>
                <c:pt idx="1050">
                  <c:v>2.48800000001</c:v>
                </c:pt>
                <c:pt idx="1051">
                  <c:v>2.49125000001</c:v>
                </c:pt>
                <c:pt idx="1052">
                  <c:v>2.49350000001</c:v>
                </c:pt>
                <c:pt idx="1053">
                  <c:v>2.49375000001</c:v>
                </c:pt>
                <c:pt idx="1054">
                  <c:v>2.49825000001</c:v>
                </c:pt>
                <c:pt idx="1055">
                  <c:v>2.49850000001</c:v>
                </c:pt>
                <c:pt idx="1056">
                  <c:v>2.50300000001</c:v>
                </c:pt>
                <c:pt idx="1057">
                  <c:v>2.50325000001</c:v>
                </c:pt>
                <c:pt idx="1058">
                  <c:v>2.50775000001</c:v>
                </c:pt>
                <c:pt idx="1059">
                  <c:v>2.50800000001</c:v>
                </c:pt>
                <c:pt idx="1060">
                  <c:v>2.51250000001</c:v>
                </c:pt>
                <c:pt idx="1061">
                  <c:v>2.51275000001</c:v>
                </c:pt>
                <c:pt idx="1062">
                  <c:v>2.51725000001</c:v>
                </c:pt>
                <c:pt idx="1063">
                  <c:v>2.51750000001</c:v>
                </c:pt>
                <c:pt idx="1064">
                  <c:v>2.52200000001</c:v>
                </c:pt>
                <c:pt idx="1065">
                  <c:v>2.52225000001</c:v>
                </c:pt>
                <c:pt idx="1066">
                  <c:v>2.52500000001</c:v>
                </c:pt>
                <c:pt idx="1067">
                  <c:v>2.52825000001</c:v>
                </c:pt>
                <c:pt idx="1068">
                  <c:v>2.53150000001</c:v>
                </c:pt>
                <c:pt idx="1069">
                  <c:v>2.53500000001</c:v>
                </c:pt>
                <c:pt idx="1070">
                  <c:v>2.53625000001</c:v>
                </c:pt>
                <c:pt idx="1071">
                  <c:v>2.53650000001</c:v>
                </c:pt>
                <c:pt idx="1072">
                  <c:v>2.54100000001</c:v>
                </c:pt>
                <c:pt idx="1073">
                  <c:v>2.54125000001</c:v>
                </c:pt>
                <c:pt idx="1074">
                  <c:v>2.54525000001</c:v>
                </c:pt>
                <c:pt idx="1075">
                  <c:v>2.54600000001</c:v>
                </c:pt>
                <c:pt idx="1076">
                  <c:v>2.54850000001</c:v>
                </c:pt>
                <c:pt idx="1077">
                  <c:v>2.55175000001</c:v>
                </c:pt>
                <c:pt idx="1078">
                  <c:v>2.55525000001</c:v>
                </c:pt>
                <c:pt idx="1079">
                  <c:v>2.55550000001</c:v>
                </c:pt>
                <c:pt idx="1080">
                  <c:v>2.56000000001</c:v>
                </c:pt>
                <c:pt idx="1081">
                  <c:v>2.56025000001</c:v>
                </c:pt>
                <c:pt idx="1082">
                  <c:v>2.56475000001</c:v>
                </c:pt>
                <c:pt idx="1083">
                  <c:v>2.56850000001</c:v>
                </c:pt>
                <c:pt idx="1084">
                  <c:v>2.56950000001</c:v>
                </c:pt>
                <c:pt idx="1085">
                  <c:v>2.56975000001</c:v>
                </c:pt>
                <c:pt idx="1086">
                  <c:v>2.57225000001</c:v>
                </c:pt>
                <c:pt idx="1087">
                  <c:v>2.57450000001</c:v>
                </c:pt>
                <c:pt idx="1088">
                  <c:v>2.57900000001</c:v>
                </c:pt>
                <c:pt idx="1089">
                  <c:v>2.57925000001</c:v>
                </c:pt>
                <c:pt idx="1090">
                  <c:v>2.58225000001</c:v>
                </c:pt>
                <c:pt idx="1091">
                  <c:v>2.58550000001</c:v>
                </c:pt>
                <c:pt idx="1092">
                  <c:v>2.58850000001</c:v>
                </c:pt>
                <c:pt idx="1093">
                  <c:v>2.58875000001</c:v>
                </c:pt>
                <c:pt idx="1094">
                  <c:v>2.59250000001</c:v>
                </c:pt>
                <c:pt idx="1095">
                  <c:v>2.59575000001</c:v>
                </c:pt>
                <c:pt idx="1096">
                  <c:v>2.59800000001</c:v>
                </c:pt>
                <c:pt idx="1097">
                  <c:v>2.59900000001</c:v>
                </c:pt>
                <c:pt idx="1098">
                  <c:v>2.60275000001</c:v>
                </c:pt>
                <c:pt idx="1099">
                  <c:v>2.60575000001</c:v>
                </c:pt>
                <c:pt idx="1100">
                  <c:v>2.60750000001</c:v>
                </c:pt>
                <c:pt idx="1101">
                  <c:v>2.60775000001</c:v>
                </c:pt>
                <c:pt idx="1102">
                  <c:v>2.61225000001</c:v>
                </c:pt>
                <c:pt idx="1103">
                  <c:v>2.61250000001</c:v>
                </c:pt>
                <c:pt idx="1104">
                  <c:v>2.61600000001</c:v>
                </c:pt>
                <c:pt idx="1105">
                  <c:v>2.61725000001</c:v>
                </c:pt>
                <c:pt idx="1106">
                  <c:v>2.61925000001</c:v>
                </c:pt>
                <c:pt idx="1107">
                  <c:v>2.62250000001</c:v>
                </c:pt>
                <c:pt idx="1108">
                  <c:v>2.62575000001</c:v>
                </c:pt>
                <c:pt idx="1109">
                  <c:v>2.62675000001</c:v>
                </c:pt>
                <c:pt idx="1110">
                  <c:v>2.63125000001</c:v>
                </c:pt>
                <c:pt idx="1111">
                  <c:v>2.63150000001</c:v>
                </c:pt>
                <c:pt idx="1112">
                  <c:v>2.63600000001</c:v>
                </c:pt>
                <c:pt idx="1113">
                  <c:v>2.63625000001</c:v>
                </c:pt>
                <c:pt idx="1114">
                  <c:v>2.63950000001</c:v>
                </c:pt>
                <c:pt idx="1115">
                  <c:v>2.64275000001</c:v>
                </c:pt>
                <c:pt idx="1116">
                  <c:v>2.64550000001</c:v>
                </c:pt>
                <c:pt idx="1117">
                  <c:v>2.64600000001</c:v>
                </c:pt>
                <c:pt idx="1118">
                  <c:v>2.65025000001</c:v>
                </c:pt>
                <c:pt idx="1119">
                  <c:v>2.65050000001</c:v>
                </c:pt>
                <c:pt idx="1120">
                  <c:v>2.65500000001</c:v>
                </c:pt>
                <c:pt idx="1121">
                  <c:v>2.65525000001</c:v>
                </c:pt>
                <c:pt idx="1122">
                  <c:v>2.65975000001</c:v>
                </c:pt>
                <c:pt idx="1123">
                  <c:v>2.66275000001</c:v>
                </c:pt>
                <c:pt idx="1124">
                  <c:v>2.66450000001</c:v>
                </c:pt>
                <c:pt idx="1125">
                  <c:v>2.66475000001</c:v>
                </c:pt>
                <c:pt idx="1126">
                  <c:v>2.66925000001</c:v>
                </c:pt>
                <c:pt idx="1127">
                  <c:v>2.66950000001</c:v>
                </c:pt>
                <c:pt idx="1128">
                  <c:v>2.67400000001</c:v>
                </c:pt>
                <c:pt idx="1129">
                  <c:v>2.67425000001</c:v>
                </c:pt>
                <c:pt idx="1130">
                  <c:v>2.67875000001</c:v>
                </c:pt>
                <c:pt idx="1131">
                  <c:v>2.67975000001</c:v>
                </c:pt>
                <c:pt idx="1132">
                  <c:v>2.68325000001</c:v>
                </c:pt>
                <c:pt idx="1133">
                  <c:v>2.68375000001</c:v>
                </c:pt>
                <c:pt idx="1134">
                  <c:v>2.68825000001</c:v>
                </c:pt>
                <c:pt idx="1135">
                  <c:v>2.68850000001</c:v>
                </c:pt>
                <c:pt idx="1136">
                  <c:v>2.69300000001</c:v>
                </c:pt>
                <c:pt idx="1137">
                  <c:v>2.69325000001</c:v>
                </c:pt>
                <c:pt idx="1138">
                  <c:v>2.69775000001</c:v>
                </c:pt>
                <c:pt idx="1139">
                  <c:v>2.69800000001</c:v>
                </c:pt>
                <c:pt idx="1140">
                  <c:v>2.70000000001</c:v>
                </c:pt>
                <c:pt idx="1141">
                  <c:v>2.70325000001</c:v>
                </c:pt>
                <c:pt idx="1142">
                  <c:v>2.70725000001</c:v>
                </c:pt>
                <c:pt idx="1143">
                  <c:v>2.70750000001</c:v>
                </c:pt>
                <c:pt idx="1144">
                  <c:v>2.71200000001</c:v>
                </c:pt>
                <c:pt idx="1145">
                  <c:v>2.71225000001</c:v>
                </c:pt>
                <c:pt idx="1146">
                  <c:v>2.71675000001</c:v>
                </c:pt>
                <c:pt idx="1147">
                  <c:v>2.71700000001</c:v>
                </c:pt>
                <c:pt idx="1148">
                  <c:v>2.72150000001</c:v>
                </c:pt>
                <c:pt idx="1149">
                  <c:v>2.72175000001</c:v>
                </c:pt>
                <c:pt idx="1150">
                  <c:v>2.72625000001</c:v>
                </c:pt>
                <c:pt idx="1151">
                  <c:v>2.72650000001</c:v>
                </c:pt>
                <c:pt idx="1152">
                  <c:v>2.73100000001</c:v>
                </c:pt>
                <c:pt idx="1153">
                  <c:v>2.73125000001</c:v>
                </c:pt>
                <c:pt idx="1154">
                  <c:v>2.73575000001</c:v>
                </c:pt>
                <c:pt idx="1155">
                  <c:v>2.73600000001</c:v>
                </c:pt>
                <c:pt idx="1156">
                  <c:v>2.73725000001</c:v>
                </c:pt>
                <c:pt idx="1157">
                  <c:v>2.74075000001</c:v>
                </c:pt>
                <c:pt idx="1158">
                  <c:v>2.74375000001</c:v>
                </c:pt>
                <c:pt idx="1159">
                  <c:v>2.74700000001</c:v>
                </c:pt>
                <c:pt idx="1160">
                  <c:v>2.75000000001</c:v>
                </c:pt>
                <c:pt idx="1161">
                  <c:v>2.75025000001</c:v>
                </c:pt>
                <c:pt idx="1162">
                  <c:v>2.75475000001</c:v>
                </c:pt>
                <c:pt idx="1163">
                  <c:v>2.75500000001</c:v>
                </c:pt>
                <c:pt idx="1164">
                  <c:v>2.75725000001</c:v>
                </c:pt>
                <c:pt idx="1165">
                  <c:v>2.75975000001</c:v>
                </c:pt>
                <c:pt idx="1166">
                  <c:v>2.76425000001</c:v>
                </c:pt>
                <c:pt idx="1167">
                  <c:v>2.76725000001</c:v>
                </c:pt>
                <c:pt idx="1168">
                  <c:v>2.76900000001</c:v>
                </c:pt>
                <c:pt idx="1169">
                  <c:v>2.76925000001</c:v>
                </c:pt>
                <c:pt idx="1170">
                  <c:v>2.77375000001</c:v>
                </c:pt>
                <c:pt idx="1171">
                  <c:v>2.77400000001</c:v>
                </c:pt>
                <c:pt idx="1172">
                  <c:v>2.77850000001</c:v>
                </c:pt>
                <c:pt idx="1173">
                  <c:v>2.78075000001</c:v>
                </c:pt>
                <c:pt idx="1174">
                  <c:v>2.78325000001</c:v>
                </c:pt>
                <c:pt idx="1175">
                  <c:v>2.78425000001</c:v>
                </c:pt>
                <c:pt idx="1176">
                  <c:v>2.78800000001</c:v>
                </c:pt>
                <c:pt idx="1177">
                  <c:v>2.78825000001</c:v>
                </c:pt>
                <c:pt idx="1178">
                  <c:v>2.79275000001</c:v>
                </c:pt>
                <c:pt idx="1179">
                  <c:v>2.79300000001</c:v>
                </c:pt>
                <c:pt idx="1180">
                  <c:v>2.79450000001</c:v>
                </c:pt>
                <c:pt idx="1181">
                  <c:v>2.80100000001</c:v>
                </c:pt>
                <c:pt idx="1182">
                  <c:v>2.80225000001</c:v>
                </c:pt>
                <c:pt idx="1183">
                  <c:v>2.80250000001</c:v>
                </c:pt>
                <c:pt idx="1184">
                  <c:v>2.80450000001</c:v>
                </c:pt>
                <c:pt idx="1185">
                  <c:v>2.81100000001</c:v>
                </c:pt>
                <c:pt idx="1186">
                  <c:v>2.81175000001</c:v>
                </c:pt>
                <c:pt idx="1187">
                  <c:v>2.81200000001</c:v>
                </c:pt>
                <c:pt idx="1188">
                  <c:v>2.81650000001</c:v>
                </c:pt>
                <c:pt idx="1189">
                  <c:v>2.81775000001</c:v>
                </c:pt>
                <c:pt idx="1190">
                  <c:v>2.82125000001</c:v>
                </c:pt>
                <c:pt idx="1191">
                  <c:v>2.82150000001</c:v>
                </c:pt>
                <c:pt idx="1192">
                  <c:v>2.82600000001</c:v>
                </c:pt>
                <c:pt idx="1193">
                  <c:v>2.82800000001</c:v>
                </c:pt>
                <c:pt idx="1194">
                  <c:v>2.83075000001</c:v>
                </c:pt>
                <c:pt idx="1195">
                  <c:v>2.83100000001</c:v>
                </c:pt>
                <c:pt idx="1196">
                  <c:v>2.83550000001</c:v>
                </c:pt>
                <c:pt idx="1197">
                  <c:v>2.83800000001</c:v>
                </c:pt>
                <c:pt idx="1198">
                  <c:v>2.84025000001</c:v>
                </c:pt>
                <c:pt idx="1199">
                  <c:v>2.84050000001</c:v>
                </c:pt>
                <c:pt idx="1200">
                  <c:v>2.84500000001</c:v>
                </c:pt>
                <c:pt idx="1201">
                  <c:v>2.84525000001</c:v>
                </c:pt>
                <c:pt idx="1202">
                  <c:v>2.84825000001</c:v>
                </c:pt>
                <c:pt idx="1203">
                  <c:v>2.85150000001</c:v>
                </c:pt>
                <c:pt idx="1204">
                  <c:v>2.85450000001</c:v>
                </c:pt>
                <c:pt idx="1205">
                  <c:v>2.85825000001</c:v>
                </c:pt>
                <c:pt idx="1206">
                  <c:v>2.85925000001</c:v>
                </c:pt>
                <c:pt idx="1207">
                  <c:v>2.85950000001</c:v>
                </c:pt>
                <c:pt idx="1208">
                  <c:v>2.86400000001</c:v>
                </c:pt>
                <c:pt idx="1209">
                  <c:v>2.86425000001</c:v>
                </c:pt>
                <c:pt idx="1210">
                  <c:v>2.86875000001</c:v>
                </c:pt>
                <c:pt idx="1211">
                  <c:v>2.86900000001</c:v>
                </c:pt>
                <c:pt idx="1212">
                  <c:v>2.87175000001</c:v>
                </c:pt>
                <c:pt idx="1213">
                  <c:v>2.87500000001</c:v>
                </c:pt>
                <c:pt idx="1214">
                  <c:v>2.87825000001</c:v>
                </c:pt>
                <c:pt idx="1215">
                  <c:v>2.87850000001</c:v>
                </c:pt>
                <c:pt idx="1216">
                  <c:v>2.88300000001</c:v>
                </c:pt>
                <c:pt idx="1217">
                  <c:v>2.88325000001</c:v>
                </c:pt>
                <c:pt idx="1218">
                  <c:v>2.88775000001</c:v>
                </c:pt>
                <c:pt idx="1219">
                  <c:v>2.88800000001</c:v>
                </c:pt>
                <c:pt idx="1220">
                  <c:v>2.89200000001</c:v>
                </c:pt>
                <c:pt idx="1221">
                  <c:v>2.89525000001</c:v>
                </c:pt>
                <c:pt idx="1222">
                  <c:v>2.89725000001</c:v>
                </c:pt>
                <c:pt idx="1223">
                  <c:v>2.89750000001</c:v>
                </c:pt>
                <c:pt idx="1224">
                  <c:v>2.90200000001</c:v>
                </c:pt>
                <c:pt idx="1225">
                  <c:v>2.90225000001</c:v>
                </c:pt>
                <c:pt idx="1226">
                  <c:v>2.90675000001</c:v>
                </c:pt>
                <c:pt idx="1227">
                  <c:v>2.90700000001</c:v>
                </c:pt>
                <c:pt idx="1228">
                  <c:v>2.91150000001</c:v>
                </c:pt>
                <c:pt idx="1229">
                  <c:v>2.91225000001</c:v>
                </c:pt>
                <c:pt idx="1230">
                  <c:v>2.91550000001</c:v>
                </c:pt>
                <c:pt idx="1231">
                  <c:v>2.91650000001</c:v>
                </c:pt>
                <c:pt idx="1232">
                  <c:v>2.92100000001</c:v>
                </c:pt>
                <c:pt idx="1233">
                  <c:v>2.92125000001</c:v>
                </c:pt>
                <c:pt idx="1234">
                  <c:v>2.92575000001</c:v>
                </c:pt>
                <c:pt idx="1235">
                  <c:v>2.92600000001</c:v>
                </c:pt>
                <c:pt idx="1236">
                  <c:v>2.93050000001</c:v>
                </c:pt>
                <c:pt idx="1237">
                  <c:v>2.93075000001</c:v>
                </c:pt>
                <c:pt idx="1238">
                  <c:v>2.93525000001</c:v>
                </c:pt>
                <c:pt idx="1239">
                  <c:v>2.93550000001</c:v>
                </c:pt>
                <c:pt idx="1240">
                  <c:v>2.94000000001</c:v>
                </c:pt>
                <c:pt idx="1241">
                  <c:v>2.94025000001</c:v>
                </c:pt>
                <c:pt idx="1242">
                  <c:v>2.94475000001</c:v>
                </c:pt>
                <c:pt idx="1243">
                  <c:v>2.94500000001</c:v>
                </c:pt>
                <c:pt idx="1244">
                  <c:v>2.94925000001</c:v>
                </c:pt>
                <c:pt idx="1245">
                  <c:v>2.95250000001</c:v>
                </c:pt>
                <c:pt idx="1246">
                  <c:v>2.95425000001</c:v>
                </c:pt>
                <c:pt idx="1247">
                  <c:v>2.95450000001</c:v>
                </c:pt>
                <c:pt idx="1248">
                  <c:v>2.95600000001</c:v>
                </c:pt>
                <c:pt idx="1249">
                  <c:v>2.95925000001</c:v>
                </c:pt>
                <c:pt idx="1250">
                  <c:v>2.96375000001</c:v>
                </c:pt>
                <c:pt idx="1251">
                  <c:v>2.96400000001</c:v>
                </c:pt>
                <c:pt idx="1252">
                  <c:v>2.96850000001</c:v>
                </c:pt>
                <c:pt idx="1253">
                  <c:v>2.96875000001</c:v>
                </c:pt>
                <c:pt idx="1254">
                  <c:v>2.97325000001</c:v>
                </c:pt>
                <c:pt idx="1255">
                  <c:v>2.97350000001</c:v>
                </c:pt>
                <c:pt idx="1256">
                  <c:v>2.97800000001</c:v>
                </c:pt>
                <c:pt idx="1257">
                  <c:v>2.97825000001</c:v>
                </c:pt>
                <c:pt idx="1258">
                  <c:v>2.98275000001</c:v>
                </c:pt>
                <c:pt idx="1259">
                  <c:v>2.98300000001</c:v>
                </c:pt>
                <c:pt idx="1260">
                  <c:v>2.98750000001</c:v>
                </c:pt>
                <c:pt idx="1261">
                  <c:v>2.98775000001</c:v>
                </c:pt>
                <c:pt idx="1262">
                  <c:v>2.99225000001</c:v>
                </c:pt>
                <c:pt idx="1263">
                  <c:v>2.99300000001</c:v>
                </c:pt>
                <c:pt idx="1264">
                  <c:v>2.99625000001</c:v>
                </c:pt>
                <c:pt idx="1265">
                  <c:v>2.99725000001</c:v>
                </c:pt>
                <c:pt idx="1266">
                  <c:v>3.00175000001</c:v>
                </c:pt>
                <c:pt idx="1267">
                  <c:v>3.00200000001</c:v>
                </c:pt>
                <c:pt idx="1268">
                  <c:v>3.00650000001</c:v>
                </c:pt>
                <c:pt idx="1269">
                  <c:v>3.00675000001</c:v>
                </c:pt>
                <c:pt idx="1270">
                  <c:v>3.01125000001</c:v>
                </c:pt>
                <c:pt idx="1271">
                  <c:v>3.01300000001</c:v>
                </c:pt>
                <c:pt idx="1272">
                  <c:v>3.01600000001</c:v>
                </c:pt>
                <c:pt idx="1273">
                  <c:v>3.01650000001</c:v>
                </c:pt>
                <c:pt idx="1274">
                  <c:v>3.02075000001</c:v>
                </c:pt>
                <c:pt idx="1275">
                  <c:v>3.02100000001</c:v>
                </c:pt>
                <c:pt idx="1276">
                  <c:v>3.02550000001</c:v>
                </c:pt>
                <c:pt idx="1277">
                  <c:v>3.02575000001</c:v>
                </c:pt>
                <c:pt idx="1278">
                  <c:v>3.03000000001</c:v>
                </c:pt>
                <c:pt idx="1279">
                  <c:v>3.03050000001</c:v>
                </c:pt>
                <c:pt idx="1280">
                  <c:v>3.03500000001</c:v>
                </c:pt>
                <c:pt idx="1281">
                  <c:v>3.03525000001</c:v>
                </c:pt>
                <c:pt idx="1282">
                  <c:v>3.03975000001</c:v>
                </c:pt>
                <c:pt idx="1283">
                  <c:v>3.04025000001</c:v>
                </c:pt>
                <c:pt idx="1284">
                  <c:v>3.04450000001</c:v>
                </c:pt>
                <c:pt idx="1285">
                  <c:v>3.04475000001</c:v>
                </c:pt>
                <c:pt idx="1286">
                  <c:v>3.04925000001</c:v>
                </c:pt>
                <c:pt idx="1287">
                  <c:v>3.05025000001</c:v>
                </c:pt>
                <c:pt idx="1288">
                  <c:v>3.05400000001</c:v>
                </c:pt>
                <c:pt idx="1289">
                  <c:v>3.05425000001</c:v>
                </c:pt>
                <c:pt idx="1290">
                  <c:v>3.05875000001</c:v>
                </c:pt>
                <c:pt idx="1291">
                  <c:v>3.06025000001</c:v>
                </c:pt>
                <c:pt idx="1292">
                  <c:v>3.06350000001</c:v>
                </c:pt>
                <c:pt idx="1293">
                  <c:v>3.06700000001</c:v>
                </c:pt>
                <c:pt idx="1294">
                  <c:v>3.06825000001</c:v>
                </c:pt>
                <c:pt idx="1295">
                  <c:v>3.07025000001</c:v>
                </c:pt>
                <c:pt idx="1296">
                  <c:v>3.07300000001</c:v>
                </c:pt>
                <c:pt idx="1297">
                  <c:v>3.07325000001</c:v>
                </c:pt>
                <c:pt idx="1298">
                  <c:v>3.07775000001</c:v>
                </c:pt>
                <c:pt idx="1299">
                  <c:v>3.07800000001</c:v>
                </c:pt>
                <c:pt idx="1300">
                  <c:v>3.08250000001</c:v>
                </c:pt>
                <c:pt idx="1301">
                  <c:v>3.08375000001</c:v>
                </c:pt>
                <c:pt idx="1302">
                  <c:v>3.08725000001</c:v>
                </c:pt>
                <c:pt idx="1303">
                  <c:v>3.08750000001</c:v>
                </c:pt>
                <c:pt idx="1304">
                  <c:v>3.09200000001</c:v>
                </c:pt>
                <c:pt idx="1305">
                  <c:v>3.09225000001</c:v>
                </c:pt>
                <c:pt idx="1306">
                  <c:v>3.09675000001</c:v>
                </c:pt>
                <c:pt idx="1307">
                  <c:v>3.09700000001</c:v>
                </c:pt>
                <c:pt idx="1308">
                  <c:v>3.10150000001</c:v>
                </c:pt>
                <c:pt idx="1309">
                  <c:v>3.10175000001</c:v>
                </c:pt>
                <c:pt idx="1310">
                  <c:v>3.10400000001</c:v>
                </c:pt>
                <c:pt idx="1311">
                  <c:v>3.10750000001</c:v>
                </c:pt>
                <c:pt idx="1312">
                  <c:v>3.11100000001</c:v>
                </c:pt>
                <c:pt idx="1313">
                  <c:v>3.11125000001</c:v>
                </c:pt>
                <c:pt idx="1314">
                  <c:v>3.11575000001</c:v>
                </c:pt>
                <c:pt idx="1315">
                  <c:v>3.11600000001</c:v>
                </c:pt>
                <c:pt idx="1316">
                  <c:v>3.12050000001</c:v>
                </c:pt>
                <c:pt idx="1317">
                  <c:v>3.12075000001</c:v>
                </c:pt>
                <c:pt idx="1318">
                  <c:v>3.12425000001</c:v>
                </c:pt>
                <c:pt idx="1319">
                  <c:v>3.12750000001</c:v>
                </c:pt>
                <c:pt idx="1320">
                  <c:v>3.13000000001</c:v>
                </c:pt>
                <c:pt idx="1321">
                  <c:v>3.13025000001</c:v>
                </c:pt>
                <c:pt idx="1322">
                  <c:v>3.13475000001</c:v>
                </c:pt>
                <c:pt idx="1323">
                  <c:v>3.13500000001</c:v>
                </c:pt>
                <c:pt idx="1324">
                  <c:v>3.13950000001</c:v>
                </c:pt>
                <c:pt idx="1325">
                  <c:v>3.13975000001</c:v>
                </c:pt>
                <c:pt idx="1326">
                  <c:v>3.14425000002</c:v>
                </c:pt>
                <c:pt idx="1327">
                  <c:v>3.14450000002</c:v>
                </c:pt>
                <c:pt idx="1328">
                  <c:v>3.14900000002</c:v>
                </c:pt>
                <c:pt idx="1329">
                  <c:v>3.14925000002</c:v>
                </c:pt>
                <c:pt idx="1330">
                  <c:v>3.15375000002</c:v>
                </c:pt>
                <c:pt idx="1331">
                  <c:v>3.15400000002</c:v>
                </c:pt>
                <c:pt idx="1332">
                  <c:v>3.15850000002</c:v>
                </c:pt>
                <c:pt idx="1333">
                  <c:v>3.15875000002</c:v>
                </c:pt>
                <c:pt idx="1334">
                  <c:v>3.16150000002</c:v>
                </c:pt>
                <c:pt idx="1335">
                  <c:v>3.16450000002</c:v>
                </c:pt>
                <c:pt idx="1336">
                  <c:v>3.16800000002</c:v>
                </c:pt>
                <c:pt idx="1337">
                  <c:v>3.17125000002</c:v>
                </c:pt>
                <c:pt idx="1338">
                  <c:v>3.17275000002</c:v>
                </c:pt>
                <c:pt idx="1339">
                  <c:v>3.17300000002</c:v>
                </c:pt>
                <c:pt idx="1340">
                  <c:v>3.17750000002</c:v>
                </c:pt>
                <c:pt idx="1341">
                  <c:v>3.17775000002</c:v>
                </c:pt>
                <c:pt idx="1342">
                  <c:v>3.18175000002</c:v>
                </c:pt>
                <c:pt idx="1343">
                  <c:v>3.18250000002</c:v>
                </c:pt>
                <c:pt idx="1344">
                  <c:v>3.18700000002</c:v>
                </c:pt>
                <c:pt idx="1345">
                  <c:v>3.18825000002</c:v>
                </c:pt>
                <c:pt idx="1346">
                  <c:v>3.19175000002</c:v>
                </c:pt>
                <c:pt idx="1347">
                  <c:v>3.19200000002</c:v>
                </c:pt>
                <c:pt idx="1348">
                  <c:v>3.19650000002</c:v>
                </c:pt>
                <c:pt idx="1349">
                  <c:v>3.19675000002</c:v>
                </c:pt>
                <c:pt idx="1350">
                  <c:v>3.20125000002</c:v>
                </c:pt>
                <c:pt idx="1351">
                  <c:v>3.20150000002</c:v>
                </c:pt>
                <c:pt idx="1352">
                  <c:v>3.20500000002</c:v>
                </c:pt>
                <c:pt idx="1353">
                  <c:v>3.20625000002</c:v>
                </c:pt>
                <c:pt idx="1354">
                  <c:v>3.20850000002</c:v>
                </c:pt>
                <c:pt idx="1355">
                  <c:v>3.21100000002</c:v>
                </c:pt>
                <c:pt idx="1356">
                  <c:v>3.21550000002</c:v>
                </c:pt>
                <c:pt idx="1357">
                  <c:v>3.21575000002</c:v>
                </c:pt>
                <c:pt idx="1358">
                  <c:v>3.22025000002</c:v>
                </c:pt>
                <c:pt idx="1359">
                  <c:v>3.22050000002</c:v>
                </c:pt>
                <c:pt idx="1360">
                  <c:v>3.22500000002</c:v>
                </c:pt>
                <c:pt idx="1361">
                  <c:v>3.22525000002</c:v>
                </c:pt>
                <c:pt idx="1362">
                  <c:v>3.22875000002</c:v>
                </c:pt>
                <c:pt idx="1363">
                  <c:v>3.23000000002</c:v>
                </c:pt>
                <c:pt idx="1364">
                  <c:v>3.23450000002</c:v>
                </c:pt>
                <c:pt idx="1365">
                  <c:v>3.23475000002</c:v>
                </c:pt>
                <c:pt idx="1366">
                  <c:v>3.23925000002</c:v>
                </c:pt>
                <c:pt idx="1367">
                  <c:v>3.23950000002</c:v>
                </c:pt>
                <c:pt idx="1368">
                  <c:v>3.24200000002</c:v>
                </c:pt>
                <c:pt idx="1369">
                  <c:v>3.24425000002</c:v>
                </c:pt>
                <c:pt idx="1370">
                  <c:v>3.24875000002</c:v>
                </c:pt>
                <c:pt idx="1371">
                  <c:v>3.24900000002</c:v>
                </c:pt>
                <c:pt idx="1372">
                  <c:v>3.25225000002</c:v>
                </c:pt>
                <c:pt idx="1373">
                  <c:v>3.25375000002</c:v>
                </c:pt>
                <c:pt idx="1374">
                  <c:v>3.25825000002</c:v>
                </c:pt>
                <c:pt idx="1375">
                  <c:v>3.25850000002</c:v>
                </c:pt>
                <c:pt idx="1376">
                  <c:v>3.26225000002</c:v>
                </c:pt>
                <c:pt idx="1377">
                  <c:v>3.26325000002</c:v>
                </c:pt>
                <c:pt idx="1378">
                  <c:v>3.26775000002</c:v>
                </c:pt>
                <c:pt idx="1379">
                  <c:v>3.26800000002</c:v>
                </c:pt>
                <c:pt idx="1380">
                  <c:v>3.27250000002</c:v>
                </c:pt>
                <c:pt idx="1381">
                  <c:v>3.27275000002</c:v>
                </c:pt>
                <c:pt idx="1382">
                  <c:v>3.27575000002</c:v>
                </c:pt>
                <c:pt idx="1383">
                  <c:v>3.27900000002</c:v>
                </c:pt>
                <c:pt idx="1384">
                  <c:v>3.28200000002</c:v>
                </c:pt>
                <c:pt idx="1385">
                  <c:v>3.28250000002</c:v>
                </c:pt>
                <c:pt idx="1386">
                  <c:v>3.28675000002</c:v>
                </c:pt>
                <c:pt idx="1387">
                  <c:v>3.28700000002</c:v>
                </c:pt>
                <c:pt idx="1388">
                  <c:v>3.29150000002</c:v>
                </c:pt>
                <c:pt idx="1389">
                  <c:v>3.29175000002</c:v>
                </c:pt>
                <c:pt idx="1390">
                  <c:v>3.29600000002</c:v>
                </c:pt>
                <c:pt idx="1391">
                  <c:v>3.29650000002</c:v>
                </c:pt>
                <c:pt idx="1392">
                  <c:v>3.29925000002</c:v>
                </c:pt>
                <c:pt idx="1393">
                  <c:v>3.30125000002</c:v>
                </c:pt>
                <c:pt idx="1394">
                  <c:v>3.30575000002</c:v>
                </c:pt>
                <c:pt idx="1395">
                  <c:v>3.30600000002</c:v>
                </c:pt>
                <c:pt idx="1396">
                  <c:v>3.31050000002</c:v>
                </c:pt>
                <c:pt idx="1397">
                  <c:v>3.31075000002</c:v>
                </c:pt>
                <c:pt idx="1398">
                  <c:v>3.31525000002</c:v>
                </c:pt>
                <c:pt idx="1399">
                  <c:v>3.31625000002</c:v>
                </c:pt>
                <c:pt idx="1400">
                  <c:v>3.31950000002</c:v>
                </c:pt>
                <c:pt idx="1401">
                  <c:v>3.32025000002</c:v>
                </c:pt>
                <c:pt idx="1402">
                  <c:v>3.32475000002</c:v>
                </c:pt>
                <c:pt idx="1403">
                  <c:v>3.32500000002</c:v>
                </c:pt>
                <c:pt idx="1404">
                  <c:v>3.32950000002</c:v>
                </c:pt>
                <c:pt idx="1405">
                  <c:v>3.32975000002</c:v>
                </c:pt>
                <c:pt idx="1406">
                  <c:v>3.33425000002</c:v>
                </c:pt>
                <c:pt idx="1407">
                  <c:v>3.33450000002</c:v>
                </c:pt>
                <c:pt idx="1408">
                  <c:v>3.33650000002</c:v>
                </c:pt>
                <c:pt idx="1409">
                  <c:v>3.33975000002</c:v>
                </c:pt>
                <c:pt idx="1410">
                  <c:v>3.34375000002</c:v>
                </c:pt>
                <c:pt idx="1411">
                  <c:v>3.34400000002</c:v>
                </c:pt>
                <c:pt idx="1412">
                  <c:v>3.34850000002</c:v>
                </c:pt>
                <c:pt idx="1413">
                  <c:v>3.34875000002</c:v>
                </c:pt>
                <c:pt idx="1414">
                  <c:v>3.35325000002</c:v>
                </c:pt>
                <c:pt idx="1415">
                  <c:v>3.35350000002</c:v>
                </c:pt>
                <c:pt idx="1416">
                  <c:v>3.35800000002</c:v>
                </c:pt>
                <c:pt idx="1417">
                  <c:v>3.35825000002</c:v>
                </c:pt>
                <c:pt idx="1418">
                  <c:v>3.36000000002</c:v>
                </c:pt>
                <c:pt idx="1419">
                  <c:v>3.36325000002</c:v>
                </c:pt>
                <c:pt idx="1420">
                  <c:v>3.36750000002</c:v>
                </c:pt>
                <c:pt idx="1421">
                  <c:v>3.36775000002</c:v>
                </c:pt>
                <c:pt idx="1422">
                  <c:v>3.37225000002</c:v>
                </c:pt>
                <c:pt idx="1423">
                  <c:v>3.37250000002</c:v>
                </c:pt>
                <c:pt idx="1424">
                  <c:v>3.37350000002</c:v>
                </c:pt>
                <c:pt idx="1425">
                  <c:v>3.37725000002</c:v>
                </c:pt>
                <c:pt idx="1426">
                  <c:v>3.38025000002</c:v>
                </c:pt>
                <c:pt idx="1427">
                  <c:v>3.38350000002</c:v>
                </c:pt>
                <c:pt idx="1428">
                  <c:v>3.38650000002</c:v>
                </c:pt>
                <c:pt idx="1429">
                  <c:v>3.38675000002</c:v>
                </c:pt>
                <c:pt idx="1430">
                  <c:v>3.39125000002</c:v>
                </c:pt>
                <c:pt idx="1431">
                  <c:v>3.39150000002</c:v>
                </c:pt>
                <c:pt idx="1432">
                  <c:v>3.39600000002</c:v>
                </c:pt>
                <c:pt idx="1433">
                  <c:v>3.39625000002</c:v>
                </c:pt>
                <c:pt idx="1434">
                  <c:v>3.40075000002</c:v>
                </c:pt>
                <c:pt idx="1435">
                  <c:v>3.40100000002</c:v>
                </c:pt>
                <c:pt idx="1436">
                  <c:v>3.40550000002</c:v>
                </c:pt>
                <c:pt idx="1437">
                  <c:v>3.40575000002</c:v>
                </c:pt>
                <c:pt idx="1438">
                  <c:v>3.41025000002</c:v>
                </c:pt>
                <c:pt idx="1439">
                  <c:v>3.41050000002</c:v>
                </c:pt>
                <c:pt idx="1440">
                  <c:v>3.41500000002</c:v>
                </c:pt>
                <c:pt idx="1441">
                  <c:v>3.41725000002</c:v>
                </c:pt>
                <c:pt idx="1442">
                  <c:v>3.41975000002</c:v>
                </c:pt>
                <c:pt idx="1443">
                  <c:v>3.42050000002</c:v>
                </c:pt>
                <c:pt idx="1444">
                  <c:v>3.42450000002</c:v>
                </c:pt>
                <c:pt idx="1445">
                  <c:v>3.42475000002</c:v>
                </c:pt>
                <c:pt idx="1446">
                  <c:v>3.42925000002</c:v>
                </c:pt>
                <c:pt idx="1447">
                  <c:v>3.42950000002</c:v>
                </c:pt>
                <c:pt idx="1448">
                  <c:v>3.43400000002</c:v>
                </c:pt>
                <c:pt idx="1449">
                  <c:v>3.43425000002</c:v>
                </c:pt>
                <c:pt idx="1450">
                  <c:v>3.43750000002</c:v>
                </c:pt>
                <c:pt idx="1451">
                  <c:v>3.43900000002</c:v>
                </c:pt>
                <c:pt idx="1452">
                  <c:v>3.44075000002</c:v>
                </c:pt>
                <c:pt idx="1453">
                  <c:v>3.44375000002</c:v>
                </c:pt>
                <c:pt idx="1454">
                  <c:v>3.44825000002</c:v>
                </c:pt>
                <c:pt idx="1455">
                  <c:v>3.44850000002</c:v>
                </c:pt>
                <c:pt idx="1456">
                  <c:v>3.45300000002</c:v>
                </c:pt>
                <c:pt idx="1457">
                  <c:v>3.45425000002</c:v>
                </c:pt>
                <c:pt idx="1458">
                  <c:v>3.45775000002</c:v>
                </c:pt>
                <c:pt idx="1459">
                  <c:v>3.45800000002</c:v>
                </c:pt>
                <c:pt idx="1460">
                  <c:v>3.46250000002</c:v>
                </c:pt>
                <c:pt idx="1461">
                  <c:v>3.46425000002</c:v>
                </c:pt>
                <c:pt idx="1462">
                  <c:v>3.46725000002</c:v>
                </c:pt>
                <c:pt idx="1463">
                  <c:v>3.46750000002</c:v>
                </c:pt>
                <c:pt idx="1464">
                  <c:v>3.47200000002</c:v>
                </c:pt>
                <c:pt idx="1465">
                  <c:v>3.47450000002</c:v>
                </c:pt>
                <c:pt idx="1466">
                  <c:v>3.47675000002</c:v>
                </c:pt>
                <c:pt idx="1467">
                  <c:v>3.47700000002</c:v>
                </c:pt>
                <c:pt idx="1468">
                  <c:v>3.48150000002</c:v>
                </c:pt>
                <c:pt idx="1469">
                  <c:v>3.48175000002</c:v>
                </c:pt>
                <c:pt idx="1470">
                  <c:v>3.48450000002</c:v>
                </c:pt>
                <c:pt idx="1471">
                  <c:v>3.48650000002</c:v>
                </c:pt>
                <c:pt idx="1472">
                  <c:v>3.49100000002</c:v>
                </c:pt>
                <c:pt idx="1473">
                  <c:v>3.49125000002</c:v>
                </c:pt>
                <c:pt idx="1474">
                  <c:v>3.49450000002</c:v>
                </c:pt>
                <c:pt idx="1475">
                  <c:v>3.49600000002</c:v>
                </c:pt>
                <c:pt idx="1476">
                  <c:v>3.50050000002</c:v>
                </c:pt>
                <c:pt idx="1477">
                  <c:v>3.50075000002</c:v>
                </c:pt>
                <c:pt idx="1478">
                  <c:v>3.50525000002</c:v>
                </c:pt>
                <c:pt idx="1479">
                  <c:v>3.50800000002</c:v>
                </c:pt>
                <c:pt idx="1480">
                  <c:v>3.51000000002</c:v>
                </c:pt>
                <c:pt idx="1481">
                  <c:v>3.51150000002</c:v>
                </c:pt>
                <c:pt idx="1482">
                  <c:v>3.51475000002</c:v>
                </c:pt>
                <c:pt idx="1483">
                  <c:v>3.51500000002</c:v>
                </c:pt>
                <c:pt idx="1484">
                  <c:v>3.51950000002</c:v>
                </c:pt>
                <c:pt idx="1485">
                  <c:v>3.51975000002</c:v>
                </c:pt>
                <c:pt idx="1486">
                  <c:v>3.52425000002</c:v>
                </c:pt>
                <c:pt idx="1487">
                  <c:v>3.52450000002</c:v>
                </c:pt>
                <c:pt idx="1488">
                  <c:v>3.52825000002</c:v>
                </c:pt>
                <c:pt idx="1489">
                  <c:v>3.52925000002</c:v>
                </c:pt>
                <c:pt idx="1490">
                  <c:v>3.53175000002</c:v>
                </c:pt>
                <c:pt idx="1491">
                  <c:v>3.53400000002</c:v>
                </c:pt>
                <c:pt idx="1492">
                  <c:v>3.53850000002</c:v>
                </c:pt>
                <c:pt idx="1493">
                  <c:v>3.53875000002</c:v>
                </c:pt>
                <c:pt idx="1494">
                  <c:v>3.54325000002</c:v>
                </c:pt>
                <c:pt idx="1495">
                  <c:v>3.54350000002</c:v>
                </c:pt>
                <c:pt idx="1496">
                  <c:v>3.54800000002</c:v>
                </c:pt>
                <c:pt idx="1497">
                  <c:v>3.54850000002</c:v>
                </c:pt>
                <c:pt idx="1498">
                  <c:v>3.55175000002</c:v>
                </c:pt>
                <c:pt idx="1499">
                  <c:v>3.55300000002</c:v>
                </c:pt>
                <c:pt idx="1500">
                  <c:v>3.55750000002</c:v>
                </c:pt>
                <c:pt idx="1501">
                  <c:v>3.55775000002</c:v>
                </c:pt>
                <c:pt idx="1502">
                  <c:v>3.56225000002</c:v>
                </c:pt>
                <c:pt idx="1503">
                  <c:v>3.56250000002</c:v>
                </c:pt>
                <c:pt idx="1504">
                  <c:v>3.56700000002</c:v>
                </c:pt>
                <c:pt idx="1505">
                  <c:v>3.56725000002</c:v>
                </c:pt>
                <c:pt idx="1506">
                  <c:v>3.57175000002</c:v>
                </c:pt>
                <c:pt idx="1507">
                  <c:v>3.57525000002</c:v>
                </c:pt>
                <c:pt idx="1508">
                  <c:v>3.57650000002</c:v>
                </c:pt>
                <c:pt idx="1509">
                  <c:v>3.57675000002</c:v>
                </c:pt>
                <c:pt idx="1510">
                  <c:v>3.58125000002</c:v>
                </c:pt>
                <c:pt idx="1511">
                  <c:v>3.58150000002</c:v>
                </c:pt>
                <c:pt idx="1512">
                  <c:v>3.58575000002</c:v>
                </c:pt>
                <c:pt idx="1513">
                  <c:v>3.58875000002</c:v>
                </c:pt>
                <c:pt idx="1514">
                  <c:v>3.59075000002</c:v>
                </c:pt>
                <c:pt idx="1515">
                  <c:v>3.59100000002</c:v>
                </c:pt>
                <c:pt idx="1516">
                  <c:v>3.59225000002</c:v>
                </c:pt>
                <c:pt idx="1517">
                  <c:v>3.59575000002</c:v>
                </c:pt>
                <c:pt idx="1518">
                  <c:v>3.60025000002</c:v>
                </c:pt>
                <c:pt idx="1519">
                  <c:v>3.60050000002</c:v>
                </c:pt>
                <c:pt idx="1520">
                  <c:v>3.60500000002</c:v>
                </c:pt>
                <c:pt idx="1521">
                  <c:v>3.60525000002</c:v>
                </c:pt>
                <c:pt idx="1522">
                  <c:v>3.60925000002</c:v>
                </c:pt>
                <c:pt idx="1523">
                  <c:v>3.61225000002</c:v>
                </c:pt>
                <c:pt idx="1524">
                  <c:v>3.61450000002</c:v>
                </c:pt>
                <c:pt idx="1525">
                  <c:v>3.61475000002</c:v>
                </c:pt>
                <c:pt idx="1526">
                  <c:v>3.61925000002</c:v>
                </c:pt>
                <c:pt idx="1527">
                  <c:v>3.61950000002</c:v>
                </c:pt>
                <c:pt idx="1528">
                  <c:v>3.62400000002</c:v>
                </c:pt>
                <c:pt idx="1529">
                  <c:v>3.62425000002</c:v>
                </c:pt>
                <c:pt idx="1530">
                  <c:v>3.62875000002</c:v>
                </c:pt>
                <c:pt idx="1531">
                  <c:v>3.62925000002</c:v>
                </c:pt>
                <c:pt idx="1532">
                  <c:v>3.63275000002</c:v>
                </c:pt>
                <c:pt idx="1533">
                  <c:v>3.63375000002</c:v>
                </c:pt>
                <c:pt idx="1534">
                  <c:v>3.63825000002</c:v>
                </c:pt>
                <c:pt idx="1535">
                  <c:v>3.63850000002</c:v>
                </c:pt>
                <c:pt idx="1536">
                  <c:v>3.64300000002</c:v>
                </c:pt>
                <c:pt idx="1537">
                  <c:v>3.64325000002</c:v>
                </c:pt>
                <c:pt idx="1538">
                  <c:v>3.64775000002</c:v>
                </c:pt>
                <c:pt idx="1539">
                  <c:v>3.64950000002</c:v>
                </c:pt>
                <c:pt idx="1540">
                  <c:v>3.65250000002</c:v>
                </c:pt>
                <c:pt idx="1541">
                  <c:v>3.65300000002</c:v>
                </c:pt>
                <c:pt idx="1542">
                  <c:v>3.65725000002</c:v>
                </c:pt>
                <c:pt idx="1543">
                  <c:v>3.65750000002</c:v>
                </c:pt>
                <c:pt idx="1544">
                  <c:v>3.66200000002</c:v>
                </c:pt>
                <c:pt idx="1545">
                  <c:v>3.66225000002</c:v>
                </c:pt>
                <c:pt idx="1546">
                  <c:v>3.66650000002</c:v>
                </c:pt>
                <c:pt idx="1547">
                  <c:v>3.66700000002</c:v>
                </c:pt>
                <c:pt idx="1548">
                  <c:v>3.67150000002</c:v>
                </c:pt>
                <c:pt idx="1549">
                  <c:v>3.67175000002</c:v>
                </c:pt>
                <c:pt idx="1550">
                  <c:v>3.67625000002</c:v>
                </c:pt>
                <c:pt idx="1551">
                  <c:v>3.67650000002</c:v>
                </c:pt>
                <c:pt idx="1552">
                  <c:v>3.68100000002</c:v>
                </c:pt>
                <c:pt idx="1553">
                  <c:v>3.68125000002</c:v>
                </c:pt>
                <c:pt idx="1554">
                  <c:v>3.68575000002</c:v>
                </c:pt>
                <c:pt idx="1555">
                  <c:v>3.68650000002</c:v>
                </c:pt>
                <c:pt idx="1556">
                  <c:v>3.69050000002</c:v>
                </c:pt>
                <c:pt idx="1557">
                  <c:v>3.69075000002</c:v>
                </c:pt>
                <c:pt idx="1558">
                  <c:v>3.69525000002</c:v>
                </c:pt>
                <c:pt idx="1559">
                  <c:v>3.69675000002</c:v>
                </c:pt>
                <c:pt idx="1560">
                  <c:v>3.70000000002</c:v>
                </c:pt>
                <c:pt idx="1561">
                  <c:v>3.70025000002</c:v>
                </c:pt>
                <c:pt idx="1562">
                  <c:v>3.70475000002</c:v>
                </c:pt>
                <c:pt idx="1563">
                  <c:v>3.70675000002</c:v>
                </c:pt>
                <c:pt idx="1564">
                  <c:v>3.70950000002</c:v>
                </c:pt>
                <c:pt idx="1565">
                  <c:v>3.70975000002</c:v>
                </c:pt>
                <c:pt idx="1566">
                  <c:v>3.71425000002</c:v>
                </c:pt>
                <c:pt idx="1567">
                  <c:v>3.71450000002</c:v>
                </c:pt>
                <c:pt idx="1568">
                  <c:v>3.71700000002</c:v>
                </c:pt>
                <c:pt idx="1569">
                  <c:v>3.71925000002</c:v>
                </c:pt>
                <c:pt idx="1570">
                  <c:v>3.72375000002</c:v>
                </c:pt>
                <c:pt idx="1571">
                  <c:v>3.72400000002</c:v>
                </c:pt>
                <c:pt idx="1572">
                  <c:v>3.72850000002</c:v>
                </c:pt>
                <c:pt idx="1573">
                  <c:v>3.72875000002</c:v>
                </c:pt>
                <c:pt idx="1574">
                  <c:v>3.73325000002</c:v>
                </c:pt>
                <c:pt idx="1575">
                  <c:v>3.73350000002</c:v>
                </c:pt>
                <c:pt idx="1576">
                  <c:v>3.73800000002</c:v>
                </c:pt>
                <c:pt idx="1577">
                  <c:v>3.74050000002</c:v>
                </c:pt>
                <c:pt idx="1578">
                  <c:v>3.74275000002</c:v>
                </c:pt>
                <c:pt idx="1579">
                  <c:v>3.74375000002</c:v>
                </c:pt>
                <c:pt idx="1580">
                  <c:v>3.74750000002</c:v>
                </c:pt>
                <c:pt idx="1581">
                  <c:v>3.74775000002</c:v>
                </c:pt>
                <c:pt idx="1582">
                  <c:v>3.75225000002</c:v>
                </c:pt>
                <c:pt idx="1583">
                  <c:v>3.75250000002</c:v>
                </c:pt>
                <c:pt idx="1584">
                  <c:v>3.75700000002</c:v>
                </c:pt>
                <c:pt idx="1585">
                  <c:v>3.75725000002</c:v>
                </c:pt>
                <c:pt idx="1586">
                  <c:v>3.76075000002</c:v>
                </c:pt>
                <c:pt idx="1587">
                  <c:v>3.76400000002</c:v>
                </c:pt>
                <c:pt idx="1588">
                  <c:v>3.76650000002</c:v>
                </c:pt>
                <c:pt idx="1589">
                  <c:v>3.76675000002</c:v>
                </c:pt>
                <c:pt idx="1590">
                  <c:v>3.77125000002</c:v>
                </c:pt>
                <c:pt idx="1591">
                  <c:v>3.77150000002</c:v>
                </c:pt>
                <c:pt idx="1592">
                  <c:v>3.77600000002</c:v>
                </c:pt>
                <c:pt idx="1593">
                  <c:v>3.77625000002</c:v>
                </c:pt>
                <c:pt idx="1594">
                  <c:v>3.77750000002</c:v>
                </c:pt>
                <c:pt idx="1595">
                  <c:v>3.78100000002</c:v>
                </c:pt>
                <c:pt idx="1596">
                  <c:v>3.78425000002</c:v>
                </c:pt>
                <c:pt idx="1597">
                  <c:v>3.78750000002</c:v>
                </c:pt>
                <c:pt idx="1598">
                  <c:v>3.79025000002</c:v>
                </c:pt>
                <c:pt idx="1599">
                  <c:v>3.79050000002</c:v>
                </c:pt>
                <c:pt idx="1600">
                  <c:v>3.79500000002</c:v>
                </c:pt>
                <c:pt idx="1601">
                  <c:v>3.79525000002</c:v>
                </c:pt>
                <c:pt idx="1602">
                  <c:v>3.79775000002</c:v>
                </c:pt>
                <c:pt idx="1603">
                  <c:v>3.80100000002</c:v>
                </c:pt>
                <c:pt idx="1604">
                  <c:v>3.80450000002</c:v>
                </c:pt>
                <c:pt idx="1605">
                  <c:v>3.80775000002</c:v>
                </c:pt>
                <c:pt idx="1606">
                  <c:v>3.80925000002</c:v>
                </c:pt>
                <c:pt idx="1607">
                  <c:v>3.80950000002</c:v>
                </c:pt>
                <c:pt idx="1608">
                  <c:v>3.81400000002</c:v>
                </c:pt>
                <c:pt idx="1609">
                  <c:v>3.81425000002</c:v>
                </c:pt>
                <c:pt idx="1610">
                  <c:v>3.81875000002</c:v>
                </c:pt>
                <c:pt idx="1611">
                  <c:v>3.81900000002</c:v>
                </c:pt>
                <c:pt idx="1612">
                  <c:v>3.82125000002</c:v>
                </c:pt>
                <c:pt idx="1613">
                  <c:v>3.82450000002</c:v>
                </c:pt>
                <c:pt idx="1614">
                  <c:v>3.82825000002</c:v>
                </c:pt>
                <c:pt idx="1615">
                  <c:v>3.82850000002</c:v>
                </c:pt>
                <c:pt idx="1616">
                  <c:v>3.83300000002</c:v>
                </c:pt>
                <c:pt idx="1617">
                  <c:v>3.83325000002</c:v>
                </c:pt>
                <c:pt idx="1618">
                  <c:v>3.83775000002</c:v>
                </c:pt>
                <c:pt idx="1619">
                  <c:v>3.83800000002</c:v>
                </c:pt>
                <c:pt idx="1620">
                  <c:v>3.84150000002</c:v>
                </c:pt>
                <c:pt idx="1621">
                  <c:v>3.84475000002</c:v>
                </c:pt>
                <c:pt idx="1622">
                  <c:v>3.84725000002</c:v>
                </c:pt>
                <c:pt idx="1623">
                  <c:v>3.84750000002</c:v>
                </c:pt>
                <c:pt idx="1624">
                  <c:v>3.85200000002</c:v>
                </c:pt>
                <c:pt idx="1625">
                  <c:v>3.85225000002</c:v>
                </c:pt>
                <c:pt idx="1626">
                  <c:v>3.85675000002</c:v>
                </c:pt>
                <c:pt idx="1627">
                  <c:v>3.85700000002</c:v>
                </c:pt>
                <c:pt idx="1628">
                  <c:v>3.86150000002</c:v>
                </c:pt>
                <c:pt idx="1629">
                  <c:v>3.86175000002</c:v>
                </c:pt>
                <c:pt idx="1630">
                  <c:v>3.86500000002</c:v>
                </c:pt>
                <c:pt idx="1631">
                  <c:v>3.86650000002</c:v>
                </c:pt>
                <c:pt idx="1632">
                  <c:v>3.87100000002</c:v>
                </c:pt>
                <c:pt idx="1633">
                  <c:v>3.87125000002</c:v>
                </c:pt>
                <c:pt idx="1634">
                  <c:v>3.87575000002</c:v>
                </c:pt>
                <c:pt idx="1635">
                  <c:v>3.87600000002</c:v>
                </c:pt>
                <c:pt idx="1636">
                  <c:v>3.87850000002</c:v>
                </c:pt>
                <c:pt idx="1637">
                  <c:v>3.88075000002</c:v>
                </c:pt>
                <c:pt idx="1638">
                  <c:v>3.88525000002</c:v>
                </c:pt>
                <c:pt idx="1639">
                  <c:v>3.88550000002</c:v>
                </c:pt>
                <c:pt idx="1640">
                  <c:v>3.88850000002</c:v>
                </c:pt>
                <c:pt idx="1641">
                  <c:v>3.89025000002</c:v>
                </c:pt>
                <c:pt idx="1642">
                  <c:v>3.89475000002</c:v>
                </c:pt>
                <c:pt idx="1643">
                  <c:v>3.89500000002</c:v>
                </c:pt>
                <c:pt idx="1644">
                  <c:v>3.89875000002</c:v>
                </c:pt>
                <c:pt idx="1645">
                  <c:v>3.89975000002</c:v>
                </c:pt>
                <c:pt idx="1646">
                  <c:v>3.90225000002</c:v>
                </c:pt>
                <c:pt idx="1647">
                  <c:v>3.90525000002</c:v>
                </c:pt>
                <c:pt idx="1648">
                  <c:v>3.90875000002</c:v>
                </c:pt>
                <c:pt idx="1649">
                  <c:v>3.90925000002</c:v>
                </c:pt>
                <c:pt idx="1650">
                  <c:v>3.91375000002</c:v>
                </c:pt>
                <c:pt idx="1651">
                  <c:v>3.91400000002</c:v>
                </c:pt>
                <c:pt idx="1652">
                  <c:v>3.91850000002</c:v>
                </c:pt>
                <c:pt idx="1653">
                  <c:v>3.91900000002</c:v>
                </c:pt>
                <c:pt idx="1654">
                  <c:v>3.92325000002</c:v>
                </c:pt>
                <c:pt idx="1655">
                  <c:v>3.92350000002</c:v>
                </c:pt>
                <c:pt idx="1656">
                  <c:v>3.92800000002</c:v>
                </c:pt>
                <c:pt idx="1657">
                  <c:v>3.92825000002</c:v>
                </c:pt>
                <c:pt idx="1658">
                  <c:v>3.93225000002</c:v>
                </c:pt>
                <c:pt idx="1659">
                  <c:v>3.93300000002</c:v>
                </c:pt>
                <c:pt idx="1660">
                  <c:v>3.93575000002</c:v>
                </c:pt>
                <c:pt idx="1661">
                  <c:v>3.93775000002</c:v>
                </c:pt>
                <c:pt idx="1662">
                  <c:v>3.94225000002</c:v>
                </c:pt>
                <c:pt idx="1663">
                  <c:v>3.94250000002</c:v>
                </c:pt>
                <c:pt idx="1664">
                  <c:v>3.94700000002</c:v>
                </c:pt>
                <c:pt idx="1665">
                  <c:v>3.94725000002</c:v>
                </c:pt>
                <c:pt idx="1666">
                  <c:v>3.95175000002</c:v>
                </c:pt>
                <c:pt idx="1667">
                  <c:v>3.95250000002</c:v>
                </c:pt>
                <c:pt idx="1668">
                  <c:v>3.95600000002</c:v>
                </c:pt>
                <c:pt idx="1669">
                  <c:v>3.95675000002</c:v>
                </c:pt>
                <c:pt idx="1670">
                  <c:v>3.96125000002</c:v>
                </c:pt>
                <c:pt idx="1671">
                  <c:v>3.96150000002</c:v>
                </c:pt>
                <c:pt idx="1672">
                  <c:v>3.96600000002</c:v>
                </c:pt>
                <c:pt idx="1673">
                  <c:v>3.96625000002</c:v>
                </c:pt>
                <c:pt idx="1674">
                  <c:v>3.97075000002</c:v>
                </c:pt>
                <c:pt idx="1675">
                  <c:v>3.97275000002</c:v>
                </c:pt>
                <c:pt idx="1676">
                  <c:v>3.97550000002</c:v>
                </c:pt>
                <c:pt idx="1677">
                  <c:v>3.97625000002</c:v>
                </c:pt>
                <c:pt idx="1678">
                  <c:v>3.98025000002</c:v>
                </c:pt>
                <c:pt idx="1679">
                  <c:v>3.98050000002</c:v>
                </c:pt>
                <c:pt idx="1680">
                  <c:v>3.98500000002</c:v>
                </c:pt>
                <c:pt idx="1681">
                  <c:v>3.98525000002</c:v>
                </c:pt>
                <c:pt idx="1682">
                  <c:v>3.98975000002</c:v>
                </c:pt>
                <c:pt idx="1683">
                  <c:v>3.99275000002</c:v>
                </c:pt>
                <c:pt idx="1684">
                  <c:v>3.99450000002</c:v>
                </c:pt>
                <c:pt idx="1685">
                  <c:v>3.99475000002</c:v>
                </c:pt>
                <c:pt idx="1686">
                  <c:v>3.99650000002</c:v>
                </c:pt>
                <c:pt idx="1687">
                  <c:v>3.99950000002</c:v>
                </c:pt>
                <c:pt idx="1688">
                  <c:v>3.99975000002</c:v>
                </c:pt>
                <c:pt idx="1689">
                  <c:v>4.00000000002</c:v>
                </c:pt>
                <c:pt idx="1690">
                  <c:v>4.00025000002</c:v>
                </c:pt>
                <c:pt idx="1691">
                  <c:v>4.00050000002</c:v>
                </c:pt>
                <c:pt idx="1692">
                  <c:v>4.00400000002</c:v>
                </c:pt>
                <c:pt idx="1693">
                  <c:v>4.00425000002</c:v>
                </c:pt>
                <c:pt idx="1694">
                  <c:v>4.00875000002</c:v>
                </c:pt>
                <c:pt idx="1695">
                  <c:v>4.00900000002</c:v>
                </c:pt>
                <c:pt idx="1696">
                  <c:v>4.01000000002</c:v>
                </c:pt>
                <c:pt idx="1697">
                  <c:v>4.01375000002</c:v>
                </c:pt>
                <c:pt idx="1698">
                  <c:v>4.01650000002</c:v>
                </c:pt>
                <c:pt idx="1699">
                  <c:v>4.01975000002</c:v>
                </c:pt>
                <c:pt idx="1700">
                  <c:v>4.02300000002</c:v>
                </c:pt>
                <c:pt idx="1701">
                  <c:v>4.02325000002</c:v>
                </c:pt>
                <c:pt idx="1702">
                  <c:v>4.02775000002</c:v>
                </c:pt>
                <c:pt idx="1703">
                  <c:v>4.02800000002</c:v>
                </c:pt>
                <c:pt idx="1704">
                  <c:v>4.03250000002</c:v>
                </c:pt>
                <c:pt idx="1705">
                  <c:v>4.03275000002</c:v>
                </c:pt>
                <c:pt idx="1706">
                  <c:v>4.03725000002</c:v>
                </c:pt>
                <c:pt idx="1707">
                  <c:v>4.03750000002</c:v>
                </c:pt>
                <c:pt idx="1708">
                  <c:v>4.04200000002</c:v>
                </c:pt>
                <c:pt idx="1709">
                  <c:v>4.04225000002</c:v>
                </c:pt>
                <c:pt idx="1710">
                  <c:v>4.04675000002</c:v>
                </c:pt>
                <c:pt idx="1711">
                  <c:v>4.04700000002</c:v>
                </c:pt>
                <c:pt idx="1712">
                  <c:v>4.05150000002</c:v>
                </c:pt>
                <c:pt idx="1713">
                  <c:v>4.05350000002</c:v>
                </c:pt>
                <c:pt idx="1714">
                  <c:v>4.05625000002</c:v>
                </c:pt>
                <c:pt idx="1715">
                  <c:v>4.05700000002</c:v>
                </c:pt>
                <c:pt idx="1716">
                  <c:v>4.06100000002</c:v>
                </c:pt>
                <c:pt idx="1717">
                  <c:v>4.06125000002</c:v>
                </c:pt>
                <c:pt idx="1718">
                  <c:v>4.06575000002</c:v>
                </c:pt>
                <c:pt idx="1719">
                  <c:v>4.06600000002</c:v>
                </c:pt>
                <c:pt idx="1720">
                  <c:v>4.07050000002</c:v>
                </c:pt>
                <c:pt idx="1721">
                  <c:v>4.07075000002</c:v>
                </c:pt>
                <c:pt idx="1722">
                  <c:v>4.07375000002</c:v>
                </c:pt>
                <c:pt idx="1723">
                  <c:v>4.07550000002</c:v>
                </c:pt>
                <c:pt idx="1724">
                  <c:v>4.07725000002</c:v>
                </c:pt>
                <c:pt idx="1725">
                  <c:v>4.08025000002</c:v>
                </c:pt>
                <c:pt idx="1726">
                  <c:v>4.08475000002</c:v>
                </c:pt>
                <c:pt idx="1727">
                  <c:v>4.08500000002</c:v>
                </c:pt>
                <c:pt idx="1728">
                  <c:v>4.08950000002</c:v>
                </c:pt>
                <c:pt idx="1729">
                  <c:v>4.08975000002</c:v>
                </c:pt>
                <c:pt idx="1730">
                  <c:v>4.09075000002</c:v>
                </c:pt>
                <c:pt idx="1731">
                  <c:v>4.09725000002</c:v>
                </c:pt>
                <c:pt idx="1732">
                  <c:v>4.09900000002</c:v>
                </c:pt>
                <c:pt idx="1733">
                  <c:v>4.10075000002</c:v>
                </c:pt>
                <c:pt idx="1734">
                  <c:v>4.10375000002</c:v>
                </c:pt>
                <c:pt idx="1735">
                  <c:v>4.10400000002</c:v>
                </c:pt>
                <c:pt idx="1736">
                  <c:v>4.10850000002</c:v>
                </c:pt>
                <c:pt idx="1737">
                  <c:v>4.10875000002</c:v>
                </c:pt>
                <c:pt idx="1738">
                  <c:v>4.11075000002</c:v>
                </c:pt>
                <c:pt idx="1739">
                  <c:v>4.11350000002</c:v>
                </c:pt>
                <c:pt idx="1740">
                  <c:v>4.11800000002</c:v>
                </c:pt>
                <c:pt idx="1741">
                  <c:v>4.11825000002</c:v>
                </c:pt>
                <c:pt idx="1742">
                  <c:v>4.12100000002</c:v>
                </c:pt>
                <c:pt idx="1743">
                  <c:v>4.12300000002</c:v>
                </c:pt>
                <c:pt idx="1744">
                  <c:v>4.12750000002</c:v>
                </c:pt>
                <c:pt idx="1745">
                  <c:v>4.12775000002</c:v>
                </c:pt>
                <c:pt idx="1746">
                  <c:v>4.13100000002</c:v>
                </c:pt>
                <c:pt idx="1747">
                  <c:v>4.13250000002</c:v>
                </c:pt>
                <c:pt idx="1748">
                  <c:v>4.13700000002</c:v>
                </c:pt>
                <c:pt idx="1749">
                  <c:v>4.13725000002</c:v>
                </c:pt>
                <c:pt idx="1750">
                  <c:v>4.14125000002</c:v>
                </c:pt>
                <c:pt idx="1751">
                  <c:v>4.14200000002</c:v>
                </c:pt>
                <c:pt idx="1752">
                  <c:v>4.14650000002</c:v>
                </c:pt>
                <c:pt idx="1753">
                  <c:v>4.14675000002</c:v>
                </c:pt>
                <c:pt idx="1754">
                  <c:v>4.14800000002</c:v>
                </c:pt>
                <c:pt idx="1755">
                  <c:v>4.15450000002</c:v>
                </c:pt>
                <c:pt idx="1756">
                  <c:v>4.15600000002</c:v>
                </c:pt>
                <c:pt idx="1757">
                  <c:v>4.15625000002</c:v>
                </c:pt>
                <c:pt idx="1758">
                  <c:v>4.15800000002</c:v>
                </c:pt>
                <c:pt idx="1759">
                  <c:v>4.16125000002</c:v>
                </c:pt>
                <c:pt idx="1760">
                  <c:v>4.16475000002</c:v>
                </c:pt>
                <c:pt idx="1761">
                  <c:v>4.16575000002</c:v>
                </c:pt>
                <c:pt idx="1762">
                  <c:v>4.16800000002</c:v>
                </c:pt>
                <c:pt idx="1763">
                  <c:v>4.17050000002</c:v>
                </c:pt>
                <c:pt idx="1764">
                  <c:v>4.17500000002</c:v>
                </c:pt>
                <c:pt idx="1765">
                  <c:v>4.17525000002</c:v>
                </c:pt>
                <c:pt idx="1766">
                  <c:v>4.17975000002</c:v>
                </c:pt>
                <c:pt idx="1767">
                  <c:v>4.18000000002</c:v>
                </c:pt>
                <c:pt idx="1768">
                  <c:v>4.18450000002</c:v>
                </c:pt>
                <c:pt idx="1769">
                  <c:v>4.18500000002</c:v>
                </c:pt>
                <c:pt idx="1770">
                  <c:v>4.18825000002</c:v>
                </c:pt>
                <c:pt idx="1771">
                  <c:v>4.18950000002</c:v>
                </c:pt>
                <c:pt idx="1772">
                  <c:v>4.19400000002</c:v>
                </c:pt>
                <c:pt idx="1773">
                  <c:v>4.19425000002</c:v>
                </c:pt>
                <c:pt idx="1774">
                  <c:v>4.19875000002</c:v>
                </c:pt>
                <c:pt idx="1775">
                  <c:v>4.19900000002</c:v>
                </c:pt>
                <c:pt idx="1776">
                  <c:v>4.20175000002</c:v>
                </c:pt>
                <c:pt idx="1777">
                  <c:v>4.20500000002</c:v>
                </c:pt>
                <c:pt idx="1778">
                  <c:v>4.20825000002</c:v>
                </c:pt>
                <c:pt idx="1779">
                  <c:v>4.21175000002</c:v>
                </c:pt>
                <c:pt idx="1780">
                  <c:v>4.21300000002</c:v>
                </c:pt>
                <c:pt idx="1781">
                  <c:v>4.21325000002</c:v>
                </c:pt>
                <c:pt idx="1782">
                  <c:v>4.21775000002</c:v>
                </c:pt>
                <c:pt idx="1783">
                  <c:v>4.21800000002</c:v>
                </c:pt>
                <c:pt idx="1784">
                  <c:v>4.22200000002</c:v>
                </c:pt>
                <c:pt idx="1785">
                  <c:v>4.22525000002</c:v>
                </c:pt>
                <c:pt idx="1786">
                  <c:v>4.22725000002</c:v>
                </c:pt>
                <c:pt idx="1787">
                  <c:v>4.22750000002</c:v>
                </c:pt>
                <c:pt idx="1788">
                  <c:v>4.22875000002</c:v>
                </c:pt>
                <c:pt idx="1789">
                  <c:v>4.23225000002</c:v>
                </c:pt>
                <c:pt idx="1790">
                  <c:v>4.23675000002</c:v>
                </c:pt>
                <c:pt idx="1791">
                  <c:v>4.23700000002</c:v>
                </c:pt>
                <c:pt idx="1792">
                  <c:v>4.24150000002</c:v>
                </c:pt>
                <c:pt idx="1793">
                  <c:v>4.24175000002</c:v>
                </c:pt>
                <c:pt idx="1794">
                  <c:v>4.24550000002</c:v>
                </c:pt>
                <c:pt idx="1795">
                  <c:v>4.24875000002</c:v>
                </c:pt>
                <c:pt idx="1796">
                  <c:v>4.25100000002</c:v>
                </c:pt>
                <c:pt idx="1797">
                  <c:v>4.25125000002</c:v>
                </c:pt>
                <c:pt idx="1798">
                  <c:v>4.25575000002</c:v>
                </c:pt>
                <c:pt idx="1799">
                  <c:v>4.25600000002</c:v>
                </c:pt>
                <c:pt idx="1800">
                  <c:v>4.26050000002</c:v>
                </c:pt>
                <c:pt idx="1801">
                  <c:v>4.26075000002</c:v>
                </c:pt>
                <c:pt idx="1802">
                  <c:v>4.26525000002</c:v>
                </c:pt>
                <c:pt idx="1803">
                  <c:v>4.26575000002</c:v>
                </c:pt>
                <c:pt idx="1804">
                  <c:v>4.26900000002</c:v>
                </c:pt>
                <c:pt idx="1805">
                  <c:v>4.27025000002</c:v>
                </c:pt>
                <c:pt idx="1806">
                  <c:v>4.27475000002</c:v>
                </c:pt>
                <c:pt idx="1807">
                  <c:v>4.27500000002</c:v>
                </c:pt>
                <c:pt idx="1808">
                  <c:v>4.27950000002</c:v>
                </c:pt>
                <c:pt idx="1809">
                  <c:v>4.27975000002</c:v>
                </c:pt>
                <c:pt idx="1810">
                  <c:v>4.28425000002</c:v>
                </c:pt>
                <c:pt idx="1811">
                  <c:v>4.28600000002</c:v>
                </c:pt>
                <c:pt idx="1812">
                  <c:v>4.28900000002</c:v>
                </c:pt>
                <c:pt idx="1813">
                  <c:v>4.28925000002</c:v>
                </c:pt>
                <c:pt idx="1814">
                  <c:v>4.29375000002</c:v>
                </c:pt>
                <c:pt idx="1815">
                  <c:v>4.29400000002</c:v>
                </c:pt>
                <c:pt idx="1816">
                  <c:v>4.29850000002</c:v>
                </c:pt>
                <c:pt idx="1817">
                  <c:v>4.29875000002</c:v>
                </c:pt>
                <c:pt idx="1818">
                  <c:v>4.30275000002</c:v>
                </c:pt>
                <c:pt idx="1819">
                  <c:v>4.30350000002</c:v>
                </c:pt>
                <c:pt idx="1820">
                  <c:v>4.30625000002</c:v>
                </c:pt>
                <c:pt idx="1821">
                  <c:v>4.30925000002</c:v>
                </c:pt>
                <c:pt idx="1822">
                  <c:v>4.31275000002</c:v>
                </c:pt>
                <c:pt idx="1823">
                  <c:v>4.31300000002</c:v>
                </c:pt>
                <c:pt idx="1824">
                  <c:v>4.31750000002</c:v>
                </c:pt>
                <c:pt idx="1825">
                  <c:v>4.31775000002</c:v>
                </c:pt>
                <c:pt idx="1826">
                  <c:v>4.32225000002</c:v>
                </c:pt>
                <c:pt idx="1827">
                  <c:v>4.32300000002</c:v>
                </c:pt>
                <c:pt idx="1828">
                  <c:v>4.32625000002</c:v>
                </c:pt>
                <c:pt idx="1829">
                  <c:v>4.32950000002</c:v>
                </c:pt>
                <c:pt idx="1830">
                  <c:v>4.33175000002</c:v>
                </c:pt>
                <c:pt idx="1831">
                  <c:v>4.33300000002</c:v>
                </c:pt>
                <c:pt idx="1832">
                  <c:v>4.33650000002</c:v>
                </c:pt>
                <c:pt idx="1833">
                  <c:v>4.33675000002</c:v>
                </c:pt>
                <c:pt idx="1834">
                  <c:v>4.34125000002</c:v>
                </c:pt>
                <c:pt idx="1835">
                  <c:v>4.34150000002</c:v>
                </c:pt>
                <c:pt idx="1836">
                  <c:v>4.34325000002</c:v>
                </c:pt>
                <c:pt idx="1837">
                  <c:v>4.34625000002</c:v>
                </c:pt>
                <c:pt idx="1838">
                  <c:v>4.35075000002</c:v>
                </c:pt>
                <c:pt idx="1839">
                  <c:v>4.35100000002</c:v>
                </c:pt>
                <c:pt idx="1840">
                  <c:v>4.35550000002</c:v>
                </c:pt>
                <c:pt idx="1841">
                  <c:v>4.35650000002</c:v>
                </c:pt>
                <c:pt idx="1842">
                  <c:v>4.36000000002</c:v>
                </c:pt>
                <c:pt idx="1843">
                  <c:v>4.36050000002</c:v>
                </c:pt>
                <c:pt idx="1844">
                  <c:v>4.36350000002</c:v>
                </c:pt>
                <c:pt idx="1845">
                  <c:v>4.36650000002</c:v>
                </c:pt>
                <c:pt idx="1846">
                  <c:v>4.36975000002</c:v>
                </c:pt>
                <c:pt idx="1847">
                  <c:v>4.37325000002</c:v>
                </c:pt>
                <c:pt idx="1848">
                  <c:v>4.37450000002</c:v>
                </c:pt>
                <c:pt idx="1849">
                  <c:v>4.37675000002</c:v>
                </c:pt>
                <c:pt idx="1850">
                  <c:v>4.37925000002</c:v>
                </c:pt>
                <c:pt idx="1851">
                  <c:v>4.38025000002</c:v>
                </c:pt>
                <c:pt idx="1852">
                  <c:v>4.38400000002</c:v>
                </c:pt>
                <c:pt idx="1853">
                  <c:v>4.38425000002</c:v>
                </c:pt>
                <c:pt idx="1854">
                  <c:v>4.38875000002</c:v>
                </c:pt>
                <c:pt idx="1855">
                  <c:v>4.38900000002</c:v>
                </c:pt>
                <c:pt idx="1856">
                  <c:v>4.39350000002</c:v>
                </c:pt>
                <c:pt idx="1857">
                  <c:v>4.39375000002</c:v>
                </c:pt>
                <c:pt idx="1858">
                  <c:v>4.39700000002</c:v>
                </c:pt>
                <c:pt idx="1859">
                  <c:v>4.39850000002</c:v>
                </c:pt>
                <c:pt idx="1860">
                  <c:v>4.40050000002</c:v>
                </c:pt>
                <c:pt idx="1861">
                  <c:v>4.40325000002</c:v>
                </c:pt>
                <c:pt idx="1862">
                  <c:v>4.40775000002</c:v>
                </c:pt>
                <c:pt idx="1863">
                  <c:v>4.40800000002</c:v>
                </c:pt>
                <c:pt idx="1864">
                  <c:v>4.41250000002</c:v>
                </c:pt>
                <c:pt idx="1865">
                  <c:v>4.41275000002</c:v>
                </c:pt>
                <c:pt idx="1866">
                  <c:v>4.41400000002</c:v>
                </c:pt>
                <c:pt idx="1867">
                  <c:v>4.41750000002</c:v>
                </c:pt>
                <c:pt idx="1868">
                  <c:v>4.42050000002</c:v>
                </c:pt>
                <c:pt idx="1869">
                  <c:v>4.42375000002</c:v>
                </c:pt>
                <c:pt idx="1870">
                  <c:v>4.42675000002</c:v>
                </c:pt>
                <c:pt idx="1871">
                  <c:v>4.42700000002</c:v>
                </c:pt>
                <c:pt idx="1872">
                  <c:v>4.43150000002</c:v>
                </c:pt>
                <c:pt idx="1873">
                  <c:v>4.43175000002</c:v>
                </c:pt>
                <c:pt idx="1874">
                  <c:v>4.43400000002</c:v>
                </c:pt>
                <c:pt idx="1875">
                  <c:v>4.43750000002</c:v>
                </c:pt>
                <c:pt idx="1876">
                  <c:v>4.44075000002</c:v>
                </c:pt>
                <c:pt idx="1877">
                  <c:v>4.44400000002</c:v>
                </c:pt>
                <c:pt idx="1878">
                  <c:v>4.44575000002</c:v>
                </c:pt>
                <c:pt idx="1879">
                  <c:v>4.44600000002</c:v>
                </c:pt>
                <c:pt idx="1880">
                  <c:v>4.45050000002</c:v>
                </c:pt>
                <c:pt idx="1881">
                  <c:v>4.45075000002</c:v>
                </c:pt>
                <c:pt idx="1882">
                  <c:v>4.45525000002</c:v>
                </c:pt>
                <c:pt idx="1883">
                  <c:v>4.45550000002</c:v>
                </c:pt>
                <c:pt idx="1884">
                  <c:v>4.45775000002</c:v>
                </c:pt>
                <c:pt idx="1885">
                  <c:v>4.46100000002</c:v>
                </c:pt>
                <c:pt idx="1886">
                  <c:v>4.46475000002</c:v>
                </c:pt>
                <c:pt idx="1887">
                  <c:v>4.46500000002</c:v>
                </c:pt>
                <c:pt idx="1888">
                  <c:v>4.46950000002</c:v>
                </c:pt>
                <c:pt idx="1889">
                  <c:v>4.46975000002</c:v>
                </c:pt>
                <c:pt idx="1890">
                  <c:v>4.47425000002</c:v>
                </c:pt>
                <c:pt idx="1891">
                  <c:v>4.47450000002</c:v>
                </c:pt>
                <c:pt idx="1892">
                  <c:v>4.47775000002</c:v>
                </c:pt>
                <c:pt idx="1893">
                  <c:v>4.48125000002</c:v>
                </c:pt>
                <c:pt idx="1894">
                  <c:v>4.48375000002</c:v>
                </c:pt>
                <c:pt idx="1895">
                  <c:v>4.48400000002</c:v>
                </c:pt>
                <c:pt idx="1896">
                  <c:v>4.48850000002</c:v>
                </c:pt>
                <c:pt idx="1897">
                  <c:v>4.48875000002</c:v>
                </c:pt>
                <c:pt idx="1898">
                  <c:v>4.49325000002</c:v>
                </c:pt>
                <c:pt idx="1899">
                  <c:v>4.49350000002</c:v>
                </c:pt>
                <c:pt idx="1900">
                  <c:v>4.49800000002</c:v>
                </c:pt>
                <c:pt idx="1901">
                  <c:v>4.49825000002</c:v>
                </c:pt>
                <c:pt idx="1902">
                  <c:v>4.50150000002</c:v>
                </c:pt>
                <c:pt idx="1903">
                  <c:v>4.50300000002</c:v>
                </c:pt>
                <c:pt idx="1904">
                  <c:v>4.50750000002</c:v>
                </c:pt>
                <c:pt idx="1905">
                  <c:v>4.50775000002</c:v>
                </c:pt>
                <c:pt idx="1906">
                  <c:v>4.51225000002</c:v>
                </c:pt>
                <c:pt idx="1907">
                  <c:v>4.51250000002</c:v>
                </c:pt>
                <c:pt idx="1908">
                  <c:v>4.51500000002</c:v>
                </c:pt>
                <c:pt idx="1909">
                  <c:v>4.51825000002</c:v>
                </c:pt>
                <c:pt idx="1910">
                  <c:v>4.52150000002</c:v>
                </c:pt>
                <c:pt idx="1911">
                  <c:v>4.52475000002</c:v>
                </c:pt>
                <c:pt idx="1912">
                  <c:v>4.52650000002</c:v>
                </c:pt>
                <c:pt idx="1913">
                  <c:v>4.52675000002</c:v>
                </c:pt>
                <c:pt idx="1914">
                  <c:v>4.53125000002</c:v>
                </c:pt>
                <c:pt idx="1915">
                  <c:v>4.53150000002</c:v>
                </c:pt>
                <c:pt idx="1916">
                  <c:v>4.53500000002</c:v>
                </c:pt>
                <c:pt idx="1917">
                  <c:v>4.53625000002</c:v>
                </c:pt>
                <c:pt idx="1918">
                  <c:v>4.53850000002</c:v>
                </c:pt>
                <c:pt idx="1919">
                  <c:v>4.54175000002</c:v>
                </c:pt>
                <c:pt idx="1920">
                  <c:v>4.54500000002</c:v>
                </c:pt>
                <c:pt idx="1921">
                  <c:v>4.54575000002</c:v>
                </c:pt>
                <c:pt idx="1922">
                  <c:v>4.55025000002</c:v>
                </c:pt>
                <c:pt idx="1923">
                  <c:v>4.55050000002</c:v>
                </c:pt>
                <c:pt idx="1924">
                  <c:v>4.55500000002</c:v>
                </c:pt>
                <c:pt idx="1925">
                  <c:v>4.55525000002</c:v>
                </c:pt>
                <c:pt idx="1926">
                  <c:v>4.55975000002</c:v>
                </c:pt>
                <c:pt idx="1927">
                  <c:v>4.56000000002</c:v>
                </c:pt>
                <c:pt idx="1928">
                  <c:v>4.56200000002</c:v>
                </c:pt>
                <c:pt idx="1929">
                  <c:v>4.56475000002</c:v>
                </c:pt>
                <c:pt idx="1930">
                  <c:v>4.56925000002</c:v>
                </c:pt>
                <c:pt idx="1931">
                  <c:v>4.56950000002</c:v>
                </c:pt>
                <c:pt idx="1932">
                  <c:v>4.57225000002</c:v>
                </c:pt>
                <c:pt idx="1933">
                  <c:v>4.57550000002</c:v>
                </c:pt>
                <c:pt idx="1934">
                  <c:v>4.57875000002</c:v>
                </c:pt>
                <c:pt idx="1935">
                  <c:v>4.57900000002</c:v>
                </c:pt>
                <c:pt idx="1936">
                  <c:v>4.58225000002</c:v>
                </c:pt>
                <c:pt idx="1937">
                  <c:v>4.58550000002</c:v>
                </c:pt>
                <c:pt idx="1938">
                  <c:v>4.58825000002</c:v>
                </c:pt>
                <c:pt idx="1939">
                  <c:v>4.58875000002</c:v>
                </c:pt>
                <c:pt idx="1940">
                  <c:v>4.59225000002</c:v>
                </c:pt>
                <c:pt idx="1941">
                  <c:v>4.59325000002</c:v>
                </c:pt>
                <c:pt idx="1942">
                  <c:v>4.59775000002</c:v>
                </c:pt>
                <c:pt idx="1943">
                  <c:v>4.59800000002</c:v>
                </c:pt>
                <c:pt idx="1944">
                  <c:v>4.60250000002</c:v>
                </c:pt>
                <c:pt idx="1945">
                  <c:v>4.60275000002</c:v>
                </c:pt>
                <c:pt idx="1946">
                  <c:v>4.60725000002</c:v>
                </c:pt>
                <c:pt idx="1947">
                  <c:v>4.60900000002</c:v>
                </c:pt>
                <c:pt idx="1948">
                  <c:v>4.61200000002</c:v>
                </c:pt>
                <c:pt idx="1949">
                  <c:v>4.61575000002</c:v>
                </c:pt>
                <c:pt idx="1950">
                  <c:v>4.61675000002</c:v>
                </c:pt>
                <c:pt idx="1951">
                  <c:v>4.61700000002</c:v>
                </c:pt>
                <c:pt idx="1952">
                  <c:v>4.62150000002</c:v>
                </c:pt>
                <c:pt idx="1953">
                  <c:v>4.62175000002</c:v>
                </c:pt>
                <c:pt idx="1954">
                  <c:v>4.62600000002</c:v>
                </c:pt>
                <c:pt idx="1955">
                  <c:v>4.62650000002</c:v>
                </c:pt>
                <c:pt idx="1956">
                  <c:v>4.62925000002</c:v>
                </c:pt>
                <c:pt idx="1957">
                  <c:v>4.63275000002</c:v>
                </c:pt>
                <c:pt idx="1958">
                  <c:v>4.63575000002</c:v>
                </c:pt>
                <c:pt idx="1959">
                  <c:v>4.63600000002</c:v>
                </c:pt>
                <c:pt idx="1960">
                  <c:v>4.64050000002</c:v>
                </c:pt>
                <c:pt idx="1961">
                  <c:v>4.64075000002</c:v>
                </c:pt>
                <c:pt idx="1962">
                  <c:v>4.64525000002</c:v>
                </c:pt>
                <c:pt idx="1963">
                  <c:v>4.64550000002</c:v>
                </c:pt>
                <c:pt idx="1964">
                  <c:v>4.64625000002</c:v>
                </c:pt>
                <c:pt idx="1965">
                  <c:v>4.65025000002</c:v>
                </c:pt>
                <c:pt idx="1966">
                  <c:v>4.65475000002</c:v>
                </c:pt>
                <c:pt idx="1967">
                  <c:v>4.65500000002</c:v>
                </c:pt>
                <c:pt idx="1968">
                  <c:v>4.65950000002</c:v>
                </c:pt>
                <c:pt idx="1969">
                  <c:v>4.65975000002</c:v>
                </c:pt>
                <c:pt idx="1970">
                  <c:v>4.66425000002</c:v>
                </c:pt>
                <c:pt idx="1971">
                  <c:v>4.66450000002</c:v>
                </c:pt>
                <c:pt idx="1972">
                  <c:v>4.66900000002</c:v>
                </c:pt>
                <c:pt idx="1973">
                  <c:v>4.66975000002</c:v>
                </c:pt>
                <c:pt idx="1974">
                  <c:v>4.67300000002</c:v>
                </c:pt>
                <c:pt idx="1975">
                  <c:v>4.67400000002</c:v>
                </c:pt>
                <c:pt idx="1976">
                  <c:v>4.67850000002</c:v>
                </c:pt>
                <c:pt idx="1977">
                  <c:v>4.67875000002</c:v>
                </c:pt>
                <c:pt idx="1978">
                  <c:v>4.68325000002</c:v>
                </c:pt>
                <c:pt idx="1979">
                  <c:v>4.68350000002</c:v>
                </c:pt>
                <c:pt idx="1980">
                  <c:v>4.68800000002</c:v>
                </c:pt>
                <c:pt idx="1981">
                  <c:v>4.69000000002</c:v>
                </c:pt>
                <c:pt idx="1982">
                  <c:v>4.69275000002</c:v>
                </c:pt>
                <c:pt idx="1983">
                  <c:v>4.69325000002</c:v>
                </c:pt>
                <c:pt idx="1984">
                  <c:v>4.69750000002</c:v>
                </c:pt>
                <c:pt idx="1985">
                  <c:v>4.69775000002</c:v>
                </c:pt>
                <c:pt idx="1986">
                  <c:v>4.70225000002</c:v>
                </c:pt>
                <c:pt idx="1987">
                  <c:v>4.70250000002</c:v>
                </c:pt>
                <c:pt idx="1988">
                  <c:v>4.70700000002</c:v>
                </c:pt>
                <c:pt idx="1989">
                  <c:v>4.70725000002</c:v>
                </c:pt>
                <c:pt idx="1990">
                  <c:v>4.71025000002</c:v>
                </c:pt>
                <c:pt idx="1991">
                  <c:v>4.71350000002</c:v>
                </c:pt>
                <c:pt idx="1992">
                  <c:v>4.71650000002</c:v>
                </c:pt>
                <c:pt idx="1993">
                  <c:v>4.71675000002</c:v>
                </c:pt>
                <c:pt idx="1994">
                  <c:v>4.72125000002</c:v>
                </c:pt>
                <c:pt idx="1995">
                  <c:v>4.72150000002</c:v>
                </c:pt>
                <c:pt idx="1996">
                  <c:v>4.72600000002</c:v>
                </c:pt>
                <c:pt idx="1997">
                  <c:v>4.72700000002</c:v>
                </c:pt>
                <c:pt idx="1998">
                  <c:v>4.73025000002</c:v>
                </c:pt>
                <c:pt idx="1999">
                  <c:v>4.73375000002</c:v>
                </c:pt>
                <c:pt idx="2000">
                  <c:v>4.73550000002</c:v>
                </c:pt>
                <c:pt idx="2001">
                  <c:v>4.73700000002</c:v>
                </c:pt>
                <c:pt idx="2002">
                  <c:v>4.74025000002</c:v>
                </c:pt>
                <c:pt idx="2003">
                  <c:v>4.74050000002</c:v>
                </c:pt>
                <c:pt idx="2004">
                  <c:v>4.74500000002</c:v>
                </c:pt>
                <c:pt idx="2005">
                  <c:v>4.74525000002</c:v>
                </c:pt>
                <c:pt idx="2006">
                  <c:v>4.74725000002</c:v>
                </c:pt>
                <c:pt idx="2007">
                  <c:v>4.75050000002</c:v>
                </c:pt>
                <c:pt idx="2008">
                  <c:v>4.75400000002</c:v>
                </c:pt>
                <c:pt idx="2009">
                  <c:v>4.75725000002</c:v>
                </c:pt>
                <c:pt idx="2010">
                  <c:v>4.75925000002</c:v>
                </c:pt>
                <c:pt idx="2011">
                  <c:v>4.75950000002</c:v>
                </c:pt>
                <c:pt idx="2012">
                  <c:v>4.76400000002</c:v>
                </c:pt>
                <c:pt idx="2013">
                  <c:v>4.76425000002</c:v>
                </c:pt>
                <c:pt idx="2014">
                  <c:v>4.76750000002</c:v>
                </c:pt>
                <c:pt idx="2015">
                  <c:v>4.76900000002</c:v>
                </c:pt>
                <c:pt idx="2016">
                  <c:v>4.77350000002</c:v>
                </c:pt>
                <c:pt idx="2017">
                  <c:v>4.77375000002</c:v>
                </c:pt>
                <c:pt idx="2018">
                  <c:v>4.77425000002</c:v>
                </c:pt>
                <c:pt idx="2019">
                  <c:v>4.78075000002</c:v>
                </c:pt>
                <c:pt idx="2020">
                  <c:v>4.78300000002</c:v>
                </c:pt>
                <c:pt idx="2021">
                  <c:v>4.78325000002</c:v>
                </c:pt>
                <c:pt idx="2022">
                  <c:v>4.78425000002</c:v>
                </c:pt>
                <c:pt idx="2023">
                  <c:v>4.79075000002</c:v>
                </c:pt>
                <c:pt idx="2024">
                  <c:v>4.79250000002</c:v>
                </c:pt>
                <c:pt idx="2025">
                  <c:v>4.79275000002</c:v>
                </c:pt>
                <c:pt idx="2026">
                  <c:v>4.79450000002</c:v>
                </c:pt>
                <c:pt idx="2027">
                  <c:v>4.79775000002</c:v>
                </c:pt>
                <c:pt idx="2028">
                  <c:v>4.80100000002</c:v>
                </c:pt>
                <c:pt idx="2029">
                  <c:v>4.80225000002</c:v>
                </c:pt>
                <c:pt idx="2030">
                  <c:v>4.80450000002</c:v>
                </c:pt>
                <c:pt idx="2031">
                  <c:v>4.80700000002</c:v>
                </c:pt>
                <c:pt idx="2032">
                  <c:v>4.81150000002</c:v>
                </c:pt>
                <c:pt idx="2033">
                  <c:v>4.81175000002</c:v>
                </c:pt>
                <c:pt idx="2034">
                  <c:v>4.81625000002</c:v>
                </c:pt>
                <c:pt idx="2035">
                  <c:v>4.81650000002</c:v>
                </c:pt>
                <c:pt idx="2036">
                  <c:v>4.81800000002</c:v>
                </c:pt>
                <c:pt idx="2037">
                  <c:v>4.82125000002</c:v>
                </c:pt>
                <c:pt idx="2038">
                  <c:v>4.82575000002</c:v>
                </c:pt>
                <c:pt idx="2039">
                  <c:v>4.82800000002</c:v>
                </c:pt>
                <c:pt idx="2040">
                  <c:v>4.83050000002</c:v>
                </c:pt>
                <c:pt idx="2041">
                  <c:v>4.83075000002</c:v>
                </c:pt>
                <c:pt idx="2042">
                  <c:v>4.83525000002</c:v>
                </c:pt>
                <c:pt idx="2043">
                  <c:v>4.83550000002</c:v>
                </c:pt>
                <c:pt idx="2044">
                  <c:v>4.83825000002</c:v>
                </c:pt>
                <c:pt idx="2045">
                  <c:v>4.84150000002</c:v>
                </c:pt>
                <c:pt idx="2046">
                  <c:v>4.84475000002</c:v>
                </c:pt>
                <c:pt idx="2047">
                  <c:v>4.84800000002</c:v>
                </c:pt>
                <c:pt idx="2048">
                  <c:v>4.84950000002</c:v>
                </c:pt>
                <c:pt idx="2049">
                  <c:v>4.84975000002</c:v>
                </c:pt>
                <c:pt idx="2050">
                  <c:v>4.85425000002</c:v>
                </c:pt>
                <c:pt idx="2051">
                  <c:v>4.85450000002</c:v>
                </c:pt>
                <c:pt idx="2052">
                  <c:v>4.85825000002</c:v>
                </c:pt>
                <c:pt idx="2053">
                  <c:v>4.85925000002</c:v>
                </c:pt>
                <c:pt idx="2054">
                  <c:v>4.86175000002</c:v>
                </c:pt>
                <c:pt idx="2055">
                  <c:v>4.86500000002</c:v>
                </c:pt>
                <c:pt idx="2056">
                  <c:v>4.86825000002</c:v>
                </c:pt>
                <c:pt idx="2057">
                  <c:v>4.86875000002</c:v>
                </c:pt>
                <c:pt idx="2058">
                  <c:v>4.87325000002</c:v>
                </c:pt>
                <c:pt idx="2059">
                  <c:v>4.87350000002</c:v>
                </c:pt>
                <c:pt idx="2060">
                  <c:v>4.87800000002</c:v>
                </c:pt>
                <c:pt idx="2061">
                  <c:v>4.87825000002</c:v>
                </c:pt>
                <c:pt idx="2062">
                  <c:v>4.88200000002</c:v>
                </c:pt>
                <c:pt idx="2063">
                  <c:v>4.88525000002</c:v>
                </c:pt>
                <c:pt idx="2064">
                  <c:v>4.88750000002</c:v>
                </c:pt>
                <c:pt idx="2065">
                  <c:v>4.88775000002</c:v>
                </c:pt>
                <c:pt idx="2066">
                  <c:v>4.89225000002</c:v>
                </c:pt>
                <c:pt idx="2067">
                  <c:v>4.89250000002</c:v>
                </c:pt>
                <c:pt idx="2068">
                  <c:v>4.89700000002</c:v>
                </c:pt>
                <c:pt idx="2069">
                  <c:v>4.89725000002</c:v>
                </c:pt>
                <c:pt idx="2070">
                  <c:v>4.90175000002</c:v>
                </c:pt>
                <c:pt idx="2071">
                  <c:v>4.90200000002</c:v>
                </c:pt>
                <c:pt idx="2072">
                  <c:v>4.90550000002</c:v>
                </c:pt>
                <c:pt idx="2073">
                  <c:v>4.90675000002</c:v>
                </c:pt>
                <c:pt idx="2074">
                  <c:v>4.91125000002</c:v>
                </c:pt>
                <c:pt idx="2075">
                  <c:v>4.91150000002</c:v>
                </c:pt>
                <c:pt idx="2076">
                  <c:v>4.91600000002</c:v>
                </c:pt>
                <c:pt idx="2077">
                  <c:v>4.91625000002</c:v>
                </c:pt>
                <c:pt idx="2078">
                  <c:v>4.92075000002</c:v>
                </c:pt>
                <c:pt idx="2079">
                  <c:v>4.92100000002</c:v>
                </c:pt>
                <c:pt idx="2080">
                  <c:v>4.92225000002</c:v>
                </c:pt>
                <c:pt idx="2081">
                  <c:v>4.92575000002</c:v>
                </c:pt>
                <c:pt idx="2082">
                  <c:v>4.93025000002</c:v>
                </c:pt>
                <c:pt idx="2083">
                  <c:v>4.93050000002</c:v>
                </c:pt>
                <c:pt idx="2084">
                  <c:v>4.93500000002</c:v>
                </c:pt>
                <c:pt idx="2085">
                  <c:v>4.93525000002</c:v>
                </c:pt>
                <c:pt idx="2086">
                  <c:v>4.93925000002</c:v>
                </c:pt>
                <c:pt idx="2087">
                  <c:v>4.94250000002</c:v>
                </c:pt>
                <c:pt idx="2088">
                  <c:v>4.94450000002</c:v>
                </c:pt>
                <c:pt idx="2089">
                  <c:v>4.94575000002</c:v>
                </c:pt>
                <c:pt idx="2090">
                  <c:v>4.94900000002</c:v>
                </c:pt>
                <c:pt idx="2091">
                  <c:v>4.94950000002</c:v>
                </c:pt>
                <c:pt idx="2092">
                  <c:v>4.95400000002</c:v>
                </c:pt>
                <c:pt idx="2093">
                  <c:v>4.95425000002</c:v>
                </c:pt>
                <c:pt idx="2094">
                  <c:v>4.95875000002</c:v>
                </c:pt>
                <c:pt idx="2095">
                  <c:v>4.95925000002</c:v>
                </c:pt>
                <c:pt idx="2096">
                  <c:v>4.96275000002</c:v>
                </c:pt>
                <c:pt idx="2097">
                  <c:v>4.96600000002</c:v>
                </c:pt>
                <c:pt idx="2098">
                  <c:v>4.96825000002</c:v>
                </c:pt>
                <c:pt idx="2099">
                  <c:v>4.96925000002</c:v>
                </c:pt>
                <c:pt idx="2100">
                  <c:v>4.97300000002</c:v>
                </c:pt>
                <c:pt idx="2101">
                  <c:v>4.97325000002</c:v>
                </c:pt>
                <c:pt idx="2102">
                  <c:v>4.97775000002</c:v>
                </c:pt>
                <c:pt idx="2103">
                  <c:v>4.97800000002</c:v>
                </c:pt>
                <c:pt idx="2104">
                  <c:v>4.98250000002</c:v>
                </c:pt>
                <c:pt idx="2105">
                  <c:v>4.98275000002</c:v>
                </c:pt>
                <c:pt idx="2106">
                  <c:v>4.98625000002</c:v>
                </c:pt>
                <c:pt idx="2107">
                  <c:v>4.98750000002</c:v>
                </c:pt>
                <c:pt idx="2108">
                  <c:v>4.99200000002</c:v>
                </c:pt>
                <c:pt idx="2109">
                  <c:v>4.99225000002</c:v>
                </c:pt>
                <c:pt idx="2110">
                  <c:v>4.99650000002</c:v>
                </c:pt>
                <c:pt idx="2111">
                  <c:v>4.99950000002</c:v>
                </c:pt>
                <c:pt idx="2112">
                  <c:v>5.00150000002</c:v>
                </c:pt>
                <c:pt idx="2113">
                  <c:v>5.00300000002</c:v>
                </c:pt>
                <c:pt idx="2114">
                  <c:v>5.00625000002</c:v>
                </c:pt>
                <c:pt idx="2115">
                  <c:v>5.00650000002</c:v>
                </c:pt>
                <c:pt idx="2116">
                  <c:v>5.00975000002</c:v>
                </c:pt>
                <c:pt idx="2117">
                  <c:v>5.01300000002</c:v>
                </c:pt>
                <c:pt idx="2118">
                  <c:v>5.01575000002</c:v>
                </c:pt>
                <c:pt idx="2119">
                  <c:v>5.01650000002</c:v>
                </c:pt>
                <c:pt idx="2120">
                  <c:v>5.02050000002</c:v>
                </c:pt>
                <c:pt idx="2121">
                  <c:v>5.02075000002</c:v>
                </c:pt>
                <c:pt idx="2122">
                  <c:v>5.02525000002</c:v>
                </c:pt>
                <c:pt idx="2123">
                  <c:v>5.02550000002</c:v>
                </c:pt>
                <c:pt idx="2124">
                  <c:v>5.03000000002</c:v>
                </c:pt>
                <c:pt idx="2125">
                  <c:v>5.03025000002</c:v>
                </c:pt>
                <c:pt idx="2126">
                  <c:v>5.03475000002</c:v>
                </c:pt>
                <c:pt idx="2127">
                  <c:v>5.03500000002</c:v>
                </c:pt>
                <c:pt idx="2128">
                  <c:v>5.03950000002</c:v>
                </c:pt>
                <c:pt idx="2129">
                  <c:v>5.04000000002</c:v>
                </c:pt>
                <c:pt idx="2130">
                  <c:v>5.04425000002</c:v>
                </c:pt>
                <c:pt idx="2131">
                  <c:v>5.04450000002</c:v>
                </c:pt>
                <c:pt idx="2132">
                  <c:v>5.04900000002</c:v>
                </c:pt>
                <c:pt idx="2133">
                  <c:v>5.05025000002</c:v>
                </c:pt>
                <c:pt idx="2134">
                  <c:v>5.05350000002</c:v>
                </c:pt>
                <c:pt idx="2135">
                  <c:v>5.05400000002</c:v>
                </c:pt>
                <c:pt idx="2136">
                  <c:v>5.05700000002</c:v>
                </c:pt>
                <c:pt idx="2137">
                  <c:v>5.06025000002</c:v>
                </c:pt>
                <c:pt idx="2138">
                  <c:v>5.06325000002</c:v>
                </c:pt>
                <c:pt idx="2139">
                  <c:v>5.06350000002</c:v>
                </c:pt>
                <c:pt idx="2140">
                  <c:v>5.06800000002</c:v>
                </c:pt>
                <c:pt idx="2141">
                  <c:v>5.06825000002</c:v>
                </c:pt>
                <c:pt idx="2142">
                  <c:v>5.07050000002</c:v>
                </c:pt>
                <c:pt idx="2143">
                  <c:v>5.07375000002</c:v>
                </c:pt>
                <c:pt idx="2144">
                  <c:v>5.07750000002</c:v>
                </c:pt>
                <c:pt idx="2145">
                  <c:v>5.07775000002</c:v>
                </c:pt>
                <c:pt idx="2146">
                  <c:v>5.08225000002</c:v>
                </c:pt>
                <c:pt idx="2147">
                  <c:v>5.08250000002</c:v>
                </c:pt>
                <c:pt idx="2148">
                  <c:v>5.08700000002</c:v>
                </c:pt>
                <c:pt idx="2149">
                  <c:v>5.08725000002</c:v>
                </c:pt>
                <c:pt idx="2150">
                  <c:v>5.09175000002</c:v>
                </c:pt>
                <c:pt idx="2151">
                  <c:v>5.09400000002</c:v>
                </c:pt>
                <c:pt idx="2152">
                  <c:v>5.09650000002</c:v>
                </c:pt>
                <c:pt idx="2153">
                  <c:v>5.09725000002</c:v>
                </c:pt>
                <c:pt idx="2154">
                  <c:v>5.10125000002</c:v>
                </c:pt>
                <c:pt idx="2155">
                  <c:v>5.10150000002</c:v>
                </c:pt>
                <c:pt idx="2156">
                  <c:v>5.10600000002</c:v>
                </c:pt>
                <c:pt idx="2157">
                  <c:v>5.10625000002</c:v>
                </c:pt>
                <c:pt idx="2158">
                  <c:v>5.11075000002</c:v>
                </c:pt>
                <c:pt idx="2159">
                  <c:v>5.11100000002</c:v>
                </c:pt>
                <c:pt idx="2160">
                  <c:v>5.11425000002</c:v>
                </c:pt>
                <c:pt idx="2161">
                  <c:v>5.11750000002</c:v>
                </c:pt>
                <c:pt idx="2162">
                  <c:v>5.12025000002</c:v>
                </c:pt>
                <c:pt idx="2163">
                  <c:v>5.12050000002</c:v>
                </c:pt>
                <c:pt idx="2164">
                  <c:v>5.12500000002</c:v>
                </c:pt>
                <c:pt idx="2165">
                  <c:v>5.12525000002</c:v>
                </c:pt>
                <c:pt idx="2166">
                  <c:v>5.12975000002</c:v>
                </c:pt>
                <c:pt idx="2167">
                  <c:v>5.13000000002</c:v>
                </c:pt>
                <c:pt idx="2168">
                  <c:v>5.13450000002</c:v>
                </c:pt>
                <c:pt idx="2169">
                  <c:v>5.13775000002</c:v>
                </c:pt>
                <c:pt idx="2170">
                  <c:v>5.13925000002</c:v>
                </c:pt>
                <c:pt idx="2171">
                  <c:v>5.13950000002</c:v>
                </c:pt>
                <c:pt idx="2172">
                  <c:v>5.14400000002</c:v>
                </c:pt>
                <c:pt idx="2173">
                  <c:v>5.14425000002</c:v>
                </c:pt>
                <c:pt idx="2174">
                  <c:v>5.14875000002</c:v>
                </c:pt>
                <c:pt idx="2175">
                  <c:v>5.14900000002</c:v>
                </c:pt>
                <c:pt idx="2176">
                  <c:v>5.15125000002</c:v>
                </c:pt>
                <c:pt idx="2177">
                  <c:v>5.15450000002</c:v>
                </c:pt>
                <c:pt idx="2178">
                  <c:v>5.15800000002</c:v>
                </c:pt>
                <c:pt idx="2179">
                  <c:v>5.16125000002</c:v>
                </c:pt>
                <c:pt idx="2180">
                  <c:v>5.16300000002</c:v>
                </c:pt>
                <c:pt idx="2181">
                  <c:v>5.16325000002</c:v>
                </c:pt>
                <c:pt idx="2182">
                  <c:v>5.16775000002</c:v>
                </c:pt>
                <c:pt idx="2183">
                  <c:v>5.16800000002</c:v>
                </c:pt>
                <c:pt idx="2184">
                  <c:v>5.17150000002</c:v>
                </c:pt>
                <c:pt idx="2185">
                  <c:v>5.17475000002</c:v>
                </c:pt>
                <c:pt idx="2186">
                  <c:v>5.17725000002</c:v>
                </c:pt>
                <c:pt idx="2187">
                  <c:v>5.17825000002</c:v>
                </c:pt>
                <c:pt idx="2188">
                  <c:v>5.18150000002</c:v>
                </c:pt>
                <c:pt idx="2189">
                  <c:v>5.18225000002</c:v>
                </c:pt>
                <c:pt idx="2190">
                  <c:v>5.18650000002</c:v>
                </c:pt>
                <c:pt idx="2191">
                  <c:v>5.18675000002</c:v>
                </c:pt>
                <c:pt idx="2192">
                  <c:v>5.19100000002</c:v>
                </c:pt>
                <c:pt idx="2193">
                  <c:v>5.19125000002</c:v>
                </c:pt>
                <c:pt idx="2194">
                  <c:v>5.19500000002</c:v>
                </c:pt>
                <c:pt idx="2195">
                  <c:v>5.19575000002</c:v>
                </c:pt>
                <c:pt idx="2196">
                  <c:v>5.19850000002</c:v>
                </c:pt>
                <c:pt idx="2197">
                  <c:v>5.20025000002</c:v>
                </c:pt>
                <c:pt idx="2198">
                  <c:v>5.20450000002</c:v>
                </c:pt>
                <c:pt idx="2199">
                  <c:v>5.20475000002</c:v>
                </c:pt>
                <c:pt idx="2200">
                  <c:v>5.20850000002</c:v>
                </c:pt>
                <c:pt idx="2201">
                  <c:v>5.21175000002</c:v>
                </c:pt>
                <c:pt idx="2202">
                  <c:v>5.21350000002</c:v>
                </c:pt>
                <c:pt idx="2203">
                  <c:v>5.21525000002</c:v>
                </c:pt>
                <c:pt idx="2204">
                  <c:v>5.21800000002</c:v>
                </c:pt>
                <c:pt idx="2205">
                  <c:v>5.21850000002</c:v>
                </c:pt>
                <c:pt idx="2206">
                  <c:v>5.22200000002</c:v>
                </c:pt>
                <c:pt idx="2207">
                  <c:v>5.22525000002</c:v>
                </c:pt>
                <c:pt idx="2208">
                  <c:v>5.22700000002</c:v>
                </c:pt>
                <c:pt idx="2209">
                  <c:v>5.22725000002</c:v>
                </c:pt>
                <c:pt idx="2210">
                  <c:v>5.22875000002</c:v>
                </c:pt>
                <c:pt idx="2211">
                  <c:v>5.23200000002</c:v>
                </c:pt>
                <c:pt idx="2212">
                  <c:v>5.23525000002</c:v>
                </c:pt>
                <c:pt idx="2213">
                  <c:v>5.23625000003</c:v>
                </c:pt>
                <c:pt idx="2214">
                  <c:v>5.24050000003</c:v>
                </c:pt>
                <c:pt idx="2215">
                  <c:v>5.24200000003</c:v>
                </c:pt>
                <c:pt idx="2216">
                  <c:v>5.24500000003</c:v>
                </c:pt>
                <c:pt idx="2217">
                  <c:v>5.24525000003</c:v>
                </c:pt>
                <c:pt idx="2218">
                  <c:v>5.24950000003</c:v>
                </c:pt>
                <c:pt idx="2219">
                  <c:v>5.25225000003</c:v>
                </c:pt>
                <c:pt idx="2220">
                  <c:v>5.25400000003</c:v>
                </c:pt>
                <c:pt idx="2221">
                  <c:v>5.25425000003</c:v>
                </c:pt>
                <c:pt idx="2222">
                  <c:v>5.25850000003</c:v>
                </c:pt>
                <c:pt idx="2223">
                  <c:v>5.25875000003</c:v>
                </c:pt>
                <c:pt idx="2224">
                  <c:v>5.26225000003</c:v>
                </c:pt>
                <c:pt idx="2225">
                  <c:v>5.26325000003</c:v>
                </c:pt>
                <c:pt idx="2226">
                  <c:v>5.26575000003</c:v>
                </c:pt>
                <c:pt idx="2227">
                  <c:v>5.26900000003</c:v>
                </c:pt>
                <c:pt idx="2228">
                  <c:v>5.27200000003</c:v>
                </c:pt>
                <c:pt idx="2229">
                  <c:v>5.27250000003</c:v>
                </c:pt>
                <c:pt idx="2230">
                  <c:v>5.27650000003</c:v>
                </c:pt>
                <c:pt idx="2231">
                  <c:v>5.27675000003</c:v>
                </c:pt>
                <c:pt idx="2232">
                  <c:v>5.28100000003</c:v>
                </c:pt>
                <c:pt idx="2233">
                  <c:v>5.28125000003</c:v>
                </c:pt>
                <c:pt idx="2234">
                  <c:v>5.28250000003</c:v>
                </c:pt>
                <c:pt idx="2235">
                  <c:v>5.28600000003</c:v>
                </c:pt>
                <c:pt idx="2236">
                  <c:v>5.28925000003</c:v>
                </c:pt>
                <c:pt idx="2237">
                  <c:v>5.29250000003</c:v>
                </c:pt>
                <c:pt idx="2238">
                  <c:v>5.29450000003</c:v>
                </c:pt>
                <c:pt idx="2239">
                  <c:v>5.29475000003</c:v>
                </c:pt>
                <c:pt idx="2240">
                  <c:v>5.29900000003</c:v>
                </c:pt>
                <c:pt idx="2241">
                  <c:v>5.29925000003</c:v>
                </c:pt>
                <c:pt idx="2242">
                  <c:v>5.30350000003</c:v>
                </c:pt>
                <c:pt idx="2243">
                  <c:v>5.30375000003</c:v>
                </c:pt>
                <c:pt idx="2244">
                  <c:v>5.30600000003</c:v>
                </c:pt>
                <c:pt idx="2245">
                  <c:v>5.30950000003</c:v>
                </c:pt>
                <c:pt idx="2246">
                  <c:v>5.31250000003</c:v>
                </c:pt>
                <c:pt idx="2247">
                  <c:v>5.31275000003</c:v>
                </c:pt>
                <c:pt idx="2248">
                  <c:v>5.31700000003</c:v>
                </c:pt>
                <c:pt idx="2249">
                  <c:v>5.31725000003</c:v>
                </c:pt>
                <c:pt idx="2250">
                  <c:v>5.32150000003</c:v>
                </c:pt>
                <c:pt idx="2251">
                  <c:v>5.32175000003</c:v>
                </c:pt>
                <c:pt idx="2252">
                  <c:v>5.32600000003</c:v>
                </c:pt>
                <c:pt idx="2253">
                  <c:v>5.32625000003</c:v>
                </c:pt>
                <c:pt idx="2254">
                  <c:v>5.32975000003</c:v>
                </c:pt>
                <c:pt idx="2255">
                  <c:v>5.33075000003</c:v>
                </c:pt>
                <c:pt idx="2256">
                  <c:v>5.33500000003</c:v>
                </c:pt>
                <c:pt idx="2257">
                  <c:v>5.33525000003</c:v>
                </c:pt>
                <c:pt idx="2258">
                  <c:v>5.33950000003</c:v>
                </c:pt>
                <c:pt idx="2259">
                  <c:v>5.33975000003</c:v>
                </c:pt>
                <c:pt idx="2260">
                  <c:v>5.34400000003</c:v>
                </c:pt>
                <c:pt idx="2261">
                  <c:v>5.34425000003</c:v>
                </c:pt>
                <c:pt idx="2262">
                  <c:v>5.34850000003</c:v>
                </c:pt>
                <c:pt idx="2263">
                  <c:v>5.34875000003</c:v>
                </c:pt>
                <c:pt idx="2264">
                  <c:v>5.35300000003</c:v>
                </c:pt>
                <c:pt idx="2265">
                  <c:v>5.35325000003</c:v>
                </c:pt>
                <c:pt idx="2266">
                  <c:v>5.35750000003</c:v>
                </c:pt>
                <c:pt idx="2267">
                  <c:v>5.35775000003</c:v>
                </c:pt>
                <c:pt idx="2268">
                  <c:v>5.36200000003</c:v>
                </c:pt>
                <c:pt idx="2269">
                  <c:v>5.36225000003</c:v>
                </c:pt>
                <c:pt idx="2270">
                  <c:v>5.36350000003</c:v>
                </c:pt>
                <c:pt idx="2271">
                  <c:v>5.36675000003</c:v>
                </c:pt>
                <c:pt idx="2272">
                  <c:v>5.37000000003</c:v>
                </c:pt>
                <c:pt idx="2273">
                  <c:v>5.37325000003</c:v>
                </c:pt>
                <c:pt idx="2274">
                  <c:v>5.37550000003</c:v>
                </c:pt>
                <c:pt idx="2275">
                  <c:v>5.37575000003</c:v>
                </c:pt>
                <c:pt idx="2276">
                  <c:v>5.38000000003</c:v>
                </c:pt>
                <c:pt idx="2277">
                  <c:v>5.38025000003</c:v>
                </c:pt>
                <c:pt idx="2278">
                  <c:v>5.38350000003</c:v>
                </c:pt>
                <c:pt idx="2279">
                  <c:v>5.38475000003</c:v>
                </c:pt>
                <c:pt idx="2280">
                  <c:v>5.38700000003</c:v>
                </c:pt>
                <c:pt idx="2281">
                  <c:v>5.39025000003</c:v>
                </c:pt>
                <c:pt idx="2282">
                  <c:v>5.39350000003</c:v>
                </c:pt>
                <c:pt idx="2283">
                  <c:v>5.39375000003</c:v>
                </c:pt>
                <c:pt idx="2284">
                  <c:v>5.39800000003</c:v>
                </c:pt>
                <c:pt idx="2285">
                  <c:v>5.39825000003</c:v>
                </c:pt>
                <c:pt idx="2286">
                  <c:v>5.40250000003</c:v>
                </c:pt>
                <c:pt idx="2287">
                  <c:v>5.40275000003</c:v>
                </c:pt>
                <c:pt idx="2288">
                  <c:v>5.40700000003</c:v>
                </c:pt>
                <c:pt idx="2289">
                  <c:v>5.40725000003</c:v>
                </c:pt>
                <c:pt idx="2290">
                  <c:v>5.41050000003</c:v>
                </c:pt>
                <c:pt idx="2291">
                  <c:v>5.41175000003</c:v>
                </c:pt>
                <c:pt idx="2292">
                  <c:v>5.41600000003</c:v>
                </c:pt>
                <c:pt idx="2293">
                  <c:v>5.41625000003</c:v>
                </c:pt>
                <c:pt idx="2294">
                  <c:v>5.42050000003</c:v>
                </c:pt>
                <c:pt idx="2295">
                  <c:v>5.42375000003</c:v>
                </c:pt>
                <c:pt idx="2296">
                  <c:v>5.42500000003</c:v>
                </c:pt>
                <c:pt idx="2297">
                  <c:v>5.42725000003</c:v>
                </c:pt>
                <c:pt idx="2298">
                  <c:v>5.42950000003</c:v>
                </c:pt>
                <c:pt idx="2299">
                  <c:v>5.43075000003</c:v>
                </c:pt>
                <c:pt idx="2300">
                  <c:v>5.43400000003</c:v>
                </c:pt>
                <c:pt idx="2301">
                  <c:v>5.43725000003</c:v>
                </c:pt>
                <c:pt idx="2302">
                  <c:v>5.43850000003</c:v>
                </c:pt>
                <c:pt idx="2303">
                  <c:v>5.43875000003</c:v>
                </c:pt>
                <c:pt idx="2304">
                  <c:v>5.44075000003</c:v>
                </c:pt>
                <c:pt idx="2305">
                  <c:v>5.44325000003</c:v>
                </c:pt>
                <c:pt idx="2306">
                  <c:v>5.44750000003</c:v>
                </c:pt>
                <c:pt idx="2307">
                  <c:v>5.44775000003</c:v>
                </c:pt>
                <c:pt idx="2308">
                  <c:v>5.45200000003</c:v>
                </c:pt>
                <c:pt idx="2309">
                  <c:v>5.45425000003</c:v>
                </c:pt>
                <c:pt idx="2310">
                  <c:v>5.45650000003</c:v>
                </c:pt>
                <c:pt idx="2311">
                  <c:v>5.45675000003</c:v>
                </c:pt>
                <c:pt idx="2312">
                  <c:v>5.46100000003</c:v>
                </c:pt>
                <c:pt idx="2313">
                  <c:v>5.46125000003</c:v>
                </c:pt>
                <c:pt idx="2314">
                  <c:v>5.46425000003</c:v>
                </c:pt>
                <c:pt idx="2315">
                  <c:v>5.46575000003</c:v>
                </c:pt>
                <c:pt idx="2316">
                  <c:v>5.47000000003</c:v>
                </c:pt>
                <c:pt idx="2317">
                  <c:v>5.47025000003</c:v>
                </c:pt>
                <c:pt idx="2318">
                  <c:v>5.47450000003</c:v>
                </c:pt>
                <c:pt idx="2319">
                  <c:v>5.47475000003</c:v>
                </c:pt>
                <c:pt idx="2320">
                  <c:v>5.47775000003</c:v>
                </c:pt>
                <c:pt idx="2321">
                  <c:v>5.48100000003</c:v>
                </c:pt>
                <c:pt idx="2322">
                  <c:v>5.48350000003</c:v>
                </c:pt>
                <c:pt idx="2323">
                  <c:v>5.48450000003</c:v>
                </c:pt>
                <c:pt idx="2324">
                  <c:v>5.48800000003</c:v>
                </c:pt>
                <c:pt idx="2325">
                  <c:v>5.48825000003</c:v>
                </c:pt>
                <c:pt idx="2326">
                  <c:v>5.49250000003</c:v>
                </c:pt>
                <c:pt idx="2327">
                  <c:v>5.49275000003</c:v>
                </c:pt>
                <c:pt idx="2328">
                  <c:v>5.49475000003</c:v>
                </c:pt>
                <c:pt idx="2329">
                  <c:v>5.49800000003</c:v>
                </c:pt>
                <c:pt idx="2330">
                  <c:v>5.50150000003</c:v>
                </c:pt>
                <c:pt idx="2331">
                  <c:v>5.50175000003</c:v>
                </c:pt>
                <c:pt idx="2332">
                  <c:v>5.50600000003</c:v>
                </c:pt>
                <c:pt idx="2333">
                  <c:v>5.50625000003</c:v>
                </c:pt>
                <c:pt idx="2334">
                  <c:v>5.51050000003</c:v>
                </c:pt>
                <c:pt idx="2335">
                  <c:v>5.51075000003</c:v>
                </c:pt>
                <c:pt idx="2336">
                  <c:v>5.51500000003</c:v>
                </c:pt>
                <c:pt idx="2337">
                  <c:v>5.51525000003</c:v>
                </c:pt>
                <c:pt idx="2338">
                  <c:v>5.51825000003</c:v>
                </c:pt>
                <c:pt idx="2339">
                  <c:v>5.52150000003</c:v>
                </c:pt>
                <c:pt idx="2340">
                  <c:v>5.52400000003</c:v>
                </c:pt>
                <c:pt idx="2341">
                  <c:v>5.52425000003</c:v>
                </c:pt>
                <c:pt idx="2342">
                  <c:v>5.52850000003</c:v>
                </c:pt>
                <c:pt idx="2343">
                  <c:v>5.52875000003</c:v>
                </c:pt>
                <c:pt idx="2344">
                  <c:v>5.53300000003</c:v>
                </c:pt>
                <c:pt idx="2345">
                  <c:v>5.53325000003</c:v>
                </c:pt>
                <c:pt idx="2346">
                  <c:v>5.53750000003</c:v>
                </c:pt>
                <c:pt idx="2347">
                  <c:v>5.53850000003</c:v>
                </c:pt>
                <c:pt idx="2348">
                  <c:v>5.54175000003</c:v>
                </c:pt>
                <c:pt idx="2349">
                  <c:v>5.54225000003</c:v>
                </c:pt>
                <c:pt idx="2350">
                  <c:v>5.54650000003</c:v>
                </c:pt>
                <c:pt idx="2351">
                  <c:v>5.54675000003</c:v>
                </c:pt>
                <c:pt idx="2352">
                  <c:v>5.55100000003</c:v>
                </c:pt>
                <c:pt idx="2353">
                  <c:v>5.55125000003</c:v>
                </c:pt>
                <c:pt idx="2354">
                  <c:v>5.55550000003</c:v>
                </c:pt>
                <c:pt idx="2355">
                  <c:v>5.55575000003</c:v>
                </c:pt>
                <c:pt idx="2356">
                  <c:v>5.56000000003</c:v>
                </c:pt>
                <c:pt idx="2357">
                  <c:v>5.56025000003</c:v>
                </c:pt>
                <c:pt idx="2358">
                  <c:v>5.56450000003</c:v>
                </c:pt>
                <c:pt idx="2359">
                  <c:v>5.56475000003</c:v>
                </c:pt>
                <c:pt idx="2360">
                  <c:v>5.56900000003</c:v>
                </c:pt>
                <c:pt idx="2361">
                  <c:v>5.56925000003</c:v>
                </c:pt>
                <c:pt idx="2362">
                  <c:v>5.57350000003</c:v>
                </c:pt>
                <c:pt idx="2363">
                  <c:v>5.57375000003</c:v>
                </c:pt>
                <c:pt idx="2364">
                  <c:v>5.57550000003</c:v>
                </c:pt>
                <c:pt idx="2365">
                  <c:v>5.57875000003</c:v>
                </c:pt>
                <c:pt idx="2366">
                  <c:v>5.58225000003</c:v>
                </c:pt>
                <c:pt idx="2367">
                  <c:v>5.58550000003</c:v>
                </c:pt>
                <c:pt idx="2368">
                  <c:v>5.58700000003</c:v>
                </c:pt>
                <c:pt idx="2369">
                  <c:v>5.58725000003</c:v>
                </c:pt>
                <c:pt idx="2370">
                  <c:v>5.59150000003</c:v>
                </c:pt>
                <c:pt idx="2371">
                  <c:v>5.59175000003</c:v>
                </c:pt>
                <c:pt idx="2372">
                  <c:v>5.59575000003</c:v>
                </c:pt>
                <c:pt idx="2373">
                  <c:v>5.59900000003</c:v>
                </c:pt>
                <c:pt idx="2374">
                  <c:v>5.60050000003</c:v>
                </c:pt>
                <c:pt idx="2375">
                  <c:v>5.60075000003</c:v>
                </c:pt>
                <c:pt idx="2376">
                  <c:v>5.60250000003</c:v>
                </c:pt>
                <c:pt idx="2377">
                  <c:v>5.60575000003</c:v>
                </c:pt>
                <c:pt idx="2378">
                  <c:v>5.60950000003</c:v>
                </c:pt>
                <c:pt idx="2379">
                  <c:v>5.60975000003</c:v>
                </c:pt>
                <c:pt idx="2380">
                  <c:v>5.61400000003</c:v>
                </c:pt>
                <c:pt idx="2381">
                  <c:v>5.61425000003</c:v>
                </c:pt>
                <c:pt idx="2382">
                  <c:v>5.61850000003</c:v>
                </c:pt>
                <c:pt idx="2383">
                  <c:v>5.61925000003</c:v>
                </c:pt>
                <c:pt idx="2384">
                  <c:v>5.62250000003</c:v>
                </c:pt>
                <c:pt idx="2385">
                  <c:v>5.62325000003</c:v>
                </c:pt>
                <c:pt idx="2386">
                  <c:v>5.62750000003</c:v>
                </c:pt>
                <c:pt idx="2387">
                  <c:v>5.62775000003</c:v>
                </c:pt>
                <c:pt idx="2388">
                  <c:v>5.63200000003</c:v>
                </c:pt>
                <c:pt idx="2389">
                  <c:v>5.63225000003</c:v>
                </c:pt>
                <c:pt idx="2390">
                  <c:v>5.63650000003</c:v>
                </c:pt>
                <c:pt idx="2391">
                  <c:v>5.63675000003</c:v>
                </c:pt>
                <c:pt idx="2392">
                  <c:v>5.63950000003</c:v>
                </c:pt>
                <c:pt idx="2393">
                  <c:v>5.64275000003</c:v>
                </c:pt>
                <c:pt idx="2394">
                  <c:v>5.64550000003</c:v>
                </c:pt>
                <c:pt idx="2395">
                  <c:v>5.64575000003</c:v>
                </c:pt>
                <c:pt idx="2396">
                  <c:v>5.65000000003</c:v>
                </c:pt>
                <c:pt idx="2397">
                  <c:v>5.65025000003</c:v>
                </c:pt>
                <c:pt idx="2398">
                  <c:v>5.65450000003</c:v>
                </c:pt>
                <c:pt idx="2399">
                  <c:v>5.65475000003</c:v>
                </c:pt>
                <c:pt idx="2400">
                  <c:v>5.65900000003</c:v>
                </c:pt>
                <c:pt idx="2401">
                  <c:v>5.65950000003</c:v>
                </c:pt>
                <c:pt idx="2402">
                  <c:v>5.66350000003</c:v>
                </c:pt>
                <c:pt idx="2403">
                  <c:v>5.66625000003</c:v>
                </c:pt>
                <c:pt idx="2404">
                  <c:v>5.66800000003</c:v>
                </c:pt>
                <c:pt idx="2405">
                  <c:v>5.66825000003</c:v>
                </c:pt>
                <c:pt idx="2406">
                  <c:v>5.67250000003</c:v>
                </c:pt>
                <c:pt idx="2407">
                  <c:v>5.67275000003</c:v>
                </c:pt>
                <c:pt idx="2408">
                  <c:v>5.67650000003</c:v>
                </c:pt>
                <c:pt idx="2409">
                  <c:v>5.67725000003</c:v>
                </c:pt>
                <c:pt idx="2410">
                  <c:v>5.68150000003</c:v>
                </c:pt>
                <c:pt idx="2411">
                  <c:v>5.68175000003</c:v>
                </c:pt>
                <c:pt idx="2412">
                  <c:v>5.68600000003</c:v>
                </c:pt>
                <c:pt idx="2413">
                  <c:v>5.68650000003</c:v>
                </c:pt>
                <c:pt idx="2414">
                  <c:v>5.69000000003</c:v>
                </c:pt>
                <c:pt idx="2415">
                  <c:v>5.69325000003</c:v>
                </c:pt>
                <c:pt idx="2416">
                  <c:v>5.69500000003</c:v>
                </c:pt>
                <c:pt idx="2417">
                  <c:v>5.69675000003</c:v>
                </c:pt>
                <c:pt idx="2418">
                  <c:v>5.69950000003</c:v>
                </c:pt>
                <c:pt idx="2419">
                  <c:v>5.69975000003</c:v>
                </c:pt>
                <c:pt idx="2420">
                  <c:v>5.70400000003</c:v>
                </c:pt>
                <c:pt idx="2421">
                  <c:v>5.70425000003</c:v>
                </c:pt>
                <c:pt idx="2422">
                  <c:v>5.70675000003</c:v>
                </c:pt>
                <c:pt idx="2423">
                  <c:v>5.70875000003</c:v>
                </c:pt>
                <c:pt idx="2424">
                  <c:v>5.71300000003</c:v>
                </c:pt>
                <c:pt idx="2425">
                  <c:v>5.71675000003</c:v>
                </c:pt>
                <c:pt idx="2426">
                  <c:v>5.71750000003</c:v>
                </c:pt>
                <c:pt idx="2427">
                  <c:v>5.71775000003</c:v>
                </c:pt>
                <c:pt idx="2428">
                  <c:v>5.72200000003</c:v>
                </c:pt>
                <c:pt idx="2429">
                  <c:v>5.72225000003</c:v>
                </c:pt>
                <c:pt idx="2430">
                  <c:v>5.72650000003</c:v>
                </c:pt>
                <c:pt idx="2431">
                  <c:v>5.72675000003</c:v>
                </c:pt>
                <c:pt idx="2432">
                  <c:v>5.73025000003</c:v>
                </c:pt>
                <c:pt idx="2433">
                  <c:v>5.73125000003</c:v>
                </c:pt>
                <c:pt idx="2434">
                  <c:v>5.73375000003</c:v>
                </c:pt>
                <c:pt idx="2435">
                  <c:v>5.73575000003</c:v>
                </c:pt>
                <c:pt idx="2436">
                  <c:v>5.74000000003</c:v>
                </c:pt>
                <c:pt idx="2437">
                  <c:v>5.74025000003</c:v>
                </c:pt>
                <c:pt idx="2438">
                  <c:v>5.74450000003</c:v>
                </c:pt>
                <c:pt idx="2439">
                  <c:v>5.74475000003</c:v>
                </c:pt>
                <c:pt idx="2440">
                  <c:v>5.74900000003</c:v>
                </c:pt>
                <c:pt idx="2441">
                  <c:v>5.75050000003</c:v>
                </c:pt>
                <c:pt idx="2442">
                  <c:v>5.75350000003</c:v>
                </c:pt>
                <c:pt idx="2443">
                  <c:v>5.75400000003</c:v>
                </c:pt>
                <c:pt idx="2444">
                  <c:v>5.75800000003</c:v>
                </c:pt>
                <c:pt idx="2445">
                  <c:v>5.75825000003</c:v>
                </c:pt>
                <c:pt idx="2446">
                  <c:v>5.76250000003</c:v>
                </c:pt>
                <c:pt idx="2447">
                  <c:v>5.76275000003</c:v>
                </c:pt>
                <c:pt idx="2448">
                  <c:v>5.76700000003</c:v>
                </c:pt>
                <c:pt idx="2449">
                  <c:v>5.76725000003</c:v>
                </c:pt>
                <c:pt idx="2450">
                  <c:v>5.77150000003</c:v>
                </c:pt>
                <c:pt idx="2451">
                  <c:v>5.77175000003</c:v>
                </c:pt>
                <c:pt idx="2452">
                  <c:v>5.77600000003</c:v>
                </c:pt>
                <c:pt idx="2453">
                  <c:v>5.77625000003</c:v>
                </c:pt>
                <c:pt idx="2454">
                  <c:v>5.78050000003</c:v>
                </c:pt>
                <c:pt idx="2455">
                  <c:v>5.78075000003</c:v>
                </c:pt>
                <c:pt idx="2456">
                  <c:v>5.78500000003</c:v>
                </c:pt>
                <c:pt idx="2457">
                  <c:v>5.78525000003</c:v>
                </c:pt>
                <c:pt idx="2458">
                  <c:v>5.78775000003</c:v>
                </c:pt>
                <c:pt idx="2459">
                  <c:v>5.79100000003</c:v>
                </c:pt>
                <c:pt idx="2460">
                  <c:v>5.79400000003</c:v>
                </c:pt>
                <c:pt idx="2461">
                  <c:v>5.79425000003</c:v>
                </c:pt>
                <c:pt idx="2462">
                  <c:v>5.79750000003</c:v>
                </c:pt>
                <c:pt idx="2463">
                  <c:v>5.79875000003</c:v>
                </c:pt>
                <c:pt idx="2464">
                  <c:v>5.80300000003</c:v>
                </c:pt>
                <c:pt idx="2465">
                  <c:v>5.80325000003</c:v>
                </c:pt>
                <c:pt idx="2466">
                  <c:v>5.80750000003</c:v>
                </c:pt>
                <c:pt idx="2467">
                  <c:v>5.80775000003</c:v>
                </c:pt>
                <c:pt idx="2468">
                  <c:v>5.81125000003</c:v>
                </c:pt>
                <c:pt idx="2469">
                  <c:v>5.81225000003</c:v>
                </c:pt>
                <c:pt idx="2470">
                  <c:v>5.81450000003</c:v>
                </c:pt>
                <c:pt idx="2471">
                  <c:v>5.81775000003</c:v>
                </c:pt>
                <c:pt idx="2472">
                  <c:v>5.82100000003</c:v>
                </c:pt>
                <c:pt idx="2473">
                  <c:v>5.82125000003</c:v>
                </c:pt>
                <c:pt idx="2474">
                  <c:v>5.82550000003</c:v>
                </c:pt>
                <c:pt idx="2475">
                  <c:v>5.82575000003</c:v>
                </c:pt>
                <c:pt idx="2476">
                  <c:v>5.83000000003</c:v>
                </c:pt>
                <c:pt idx="2477">
                  <c:v>5.83125000003</c:v>
                </c:pt>
                <c:pt idx="2478">
                  <c:v>5.83450000003</c:v>
                </c:pt>
                <c:pt idx="2479">
                  <c:v>5.83475000003</c:v>
                </c:pt>
                <c:pt idx="2480">
                  <c:v>5.83900000003</c:v>
                </c:pt>
                <c:pt idx="2481">
                  <c:v>5.83925000003</c:v>
                </c:pt>
                <c:pt idx="2482">
                  <c:v>5.84350000003</c:v>
                </c:pt>
                <c:pt idx="2483">
                  <c:v>5.84375000003</c:v>
                </c:pt>
                <c:pt idx="2484">
                  <c:v>5.84500000003</c:v>
                </c:pt>
                <c:pt idx="2485">
                  <c:v>5.84825000003</c:v>
                </c:pt>
                <c:pt idx="2486">
                  <c:v>5.85150000003</c:v>
                </c:pt>
                <c:pt idx="2487">
                  <c:v>5.85275000003</c:v>
                </c:pt>
                <c:pt idx="2488">
                  <c:v>5.85500000003</c:v>
                </c:pt>
                <c:pt idx="2489">
                  <c:v>5.85725000003</c:v>
                </c:pt>
                <c:pt idx="2490">
                  <c:v>5.85850000003</c:v>
                </c:pt>
                <c:pt idx="2491">
                  <c:v>5.86175000003</c:v>
                </c:pt>
                <c:pt idx="2492">
                  <c:v>5.86600000003</c:v>
                </c:pt>
                <c:pt idx="2493">
                  <c:v>5.86625000003</c:v>
                </c:pt>
                <c:pt idx="2494">
                  <c:v>5.87050000003</c:v>
                </c:pt>
                <c:pt idx="2495">
                  <c:v>5.87175000003</c:v>
                </c:pt>
                <c:pt idx="2496">
                  <c:v>5.87500000003</c:v>
                </c:pt>
                <c:pt idx="2497">
                  <c:v>5.87850000003</c:v>
                </c:pt>
                <c:pt idx="2498">
                  <c:v>5.87950000003</c:v>
                </c:pt>
                <c:pt idx="2499">
                  <c:v>5.87975000003</c:v>
                </c:pt>
                <c:pt idx="2500">
                  <c:v>5.88400000003</c:v>
                </c:pt>
                <c:pt idx="2501">
                  <c:v>5.88425000003</c:v>
                </c:pt>
                <c:pt idx="2502">
                  <c:v>5.88850000003</c:v>
                </c:pt>
                <c:pt idx="2503">
                  <c:v>5.88875000003</c:v>
                </c:pt>
                <c:pt idx="2504">
                  <c:v>5.89200000003</c:v>
                </c:pt>
                <c:pt idx="2505">
                  <c:v>5.89525000003</c:v>
                </c:pt>
                <c:pt idx="2506">
                  <c:v>5.89750000003</c:v>
                </c:pt>
                <c:pt idx="2507">
                  <c:v>5.89875000003</c:v>
                </c:pt>
                <c:pt idx="2508">
                  <c:v>5.90200000003</c:v>
                </c:pt>
                <c:pt idx="2509">
                  <c:v>5.90525000003</c:v>
                </c:pt>
                <c:pt idx="2510">
                  <c:v>5.90650000003</c:v>
                </c:pt>
                <c:pt idx="2511">
                  <c:v>5.90875000003</c:v>
                </c:pt>
                <c:pt idx="2512">
                  <c:v>5.91100000003</c:v>
                </c:pt>
                <c:pt idx="2513">
                  <c:v>5.91125000003</c:v>
                </c:pt>
                <c:pt idx="2514">
                  <c:v>5.91550000003</c:v>
                </c:pt>
                <c:pt idx="2515">
                  <c:v>5.91575000003</c:v>
                </c:pt>
                <c:pt idx="2516">
                  <c:v>5.91900000003</c:v>
                </c:pt>
                <c:pt idx="2517">
                  <c:v>5.92025000003</c:v>
                </c:pt>
                <c:pt idx="2518">
                  <c:v>5.92450000003</c:v>
                </c:pt>
                <c:pt idx="2519">
                  <c:v>5.92475000003</c:v>
                </c:pt>
                <c:pt idx="2520">
                  <c:v>5.92900000003</c:v>
                </c:pt>
                <c:pt idx="2521">
                  <c:v>5.92925000003</c:v>
                </c:pt>
                <c:pt idx="2522">
                  <c:v>5.93350000003</c:v>
                </c:pt>
                <c:pt idx="2523">
                  <c:v>5.93375000003</c:v>
                </c:pt>
                <c:pt idx="2524">
                  <c:v>5.93800000003</c:v>
                </c:pt>
                <c:pt idx="2525">
                  <c:v>5.93825000003</c:v>
                </c:pt>
                <c:pt idx="2526">
                  <c:v>5.94250000003</c:v>
                </c:pt>
                <c:pt idx="2527">
                  <c:v>5.94275000003</c:v>
                </c:pt>
                <c:pt idx="2528">
                  <c:v>5.94575000003</c:v>
                </c:pt>
                <c:pt idx="2529">
                  <c:v>5.94725000003</c:v>
                </c:pt>
                <c:pt idx="2530">
                  <c:v>5.94925000003</c:v>
                </c:pt>
                <c:pt idx="2531">
                  <c:v>5.95250000003</c:v>
                </c:pt>
                <c:pt idx="2532">
                  <c:v>5.95600000003</c:v>
                </c:pt>
                <c:pt idx="2533">
                  <c:v>5.95625000003</c:v>
                </c:pt>
                <c:pt idx="2534">
                  <c:v>5.96050000003</c:v>
                </c:pt>
                <c:pt idx="2535">
                  <c:v>5.96075000003</c:v>
                </c:pt>
                <c:pt idx="2536">
                  <c:v>5.96275000003</c:v>
                </c:pt>
                <c:pt idx="2537">
                  <c:v>5.96600000003</c:v>
                </c:pt>
                <c:pt idx="2538">
                  <c:v>5.96950000003</c:v>
                </c:pt>
                <c:pt idx="2539">
                  <c:v>5.96975000003</c:v>
                </c:pt>
                <c:pt idx="2540">
                  <c:v>5.97400000003</c:v>
                </c:pt>
                <c:pt idx="2541">
                  <c:v>5.97425000003</c:v>
                </c:pt>
                <c:pt idx="2542">
                  <c:v>5.97850000003</c:v>
                </c:pt>
                <c:pt idx="2543">
                  <c:v>5.97875000003</c:v>
                </c:pt>
                <c:pt idx="2544">
                  <c:v>5.98300000003</c:v>
                </c:pt>
                <c:pt idx="2545">
                  <c:v>5.98325000003</c:v>
                </c:pt>
                <c:pt idx="2546">
                  <c:v>5.98625000003</c:v>
                </c:pt>
                <c:pt idx="2547">
                  <c:v>5.98950000003</c:v>
                </c:pt>
                <c:pt idx="2548">
                  <c:v>5.99200000003</c:v>
                </c:pt>
                <c:pt idx="2549">
                  <c:v>5.99225000003</c:v>
                </c:pt>
                <c:pt idx="2550">
                  <c:v>5.99650000003</c:v>
                </c:pt>
                <c:pt idx="2551">
                  <c:v>5.99675000003</c:v>
                </c:pt>
                <c:pt idx="2552">
                  <c:v>5.99975000003</c:v>
                </c:pt>
                <c:pt idx="2553">
                  <c:v>6.00300000003</c:v>
                </c:pt>
                <c:pt idx="2554">
                  <c:v>6.00550000003</c:v>
                </c:pt>
                <c:pt idx="2555">
                  <c:v>6.00650000003</c:v>
                </c:pt>
                <c:pt idx="2556">
                  <c:v>6.00975000003</c:v>
                </c:pt>
                <c:pt idx="2557">
                  <c:v>6.01025000003</c:v>
                </c:pt>
                <c:pt idx="2558">
                  <c:v>6.01450000003</c:v>
                </c:pt>
                <c:pt idx="2559">
                  <c:v>6.01475000003</c:v>
                </c:pt>
                <c:pt idx="2560">
                  <c:v>6.01900000003</c:v>
                </c:pt>
                <c:pt idx="2561">
                  <c:v>6.01925000003</c:v>
                </c:pt>
                <c:pt idx="2562">
                  <c:v>6.02000000003</c:v>
                </c:pt>
                <c:pt idx="2563">
                  <c:v>6.02375000003</c:v>
                </c:pt>
                <c:pt idx="2564">
                  <c:v>6.02800000003</c:v>
                </c:pt>
                <c:pt idx="2565">
                  <c:v>6.02825000003</c:v>
                </c:pt>
                <c:pt idx="2566">
                  <c:v>6.03250000003</c:v>
                </c:pt>
                <c:pt idx="2567">
                  <c:v>6.03275000003</c:v>
                </c:pt>
                <c:pt idx="2568">
                  <c:v>6.03700000003</c:v>
                </c:pt>
                <c:pt idx="2569">
                  <c:v>6.03725000003</c:v>
                </c:pt>
                <c:pt idx="2570">
                  <c:v>6.04150000003</c:v>
                </c:pt>
                <c:pt idx="2571">
                  <c:v>6.04350000003</c:v>
                </c:pt>
                <c:pt idx="2572">
                  <c:v>6.04600000003</c:v>
                </c:pt>
                <c:pt idx="2573">
                  <c:v>6.04675000003</c:v>
                </c:pt>
                <c:pt idx="2574">
                  <c:v>6.05050000003</c:v>
                </c:pt>
                <c:pt idx="2575">
                  <c:v>6.05075000003</c:v>
                </c:pt>
                <c:pt idx="2576">
                  <c:v>6.05500000003</c:v>
                </c:pt>
                <c:pt idx="2577">
                  <c:v>6.05525000003</c:v>
                </c:pt>
                <c:pt idx="2578">
                  <c:v>6.05700000003</c:v>
                </c:pt>
                <c:pt idx="2579">
                  <c:v>6.06025000003</c:v>
                </c:pt>
                <c:pt idx="2580">
                  <c:v>6.06375000003</c:v>
                </c:pt>
                <c:pt idx="2581">
                  <c:v>6.06425000003</c:v>
                </c:pt>
                <c:pt idx="2582">
                  <c:v>6.06700000003</c:v>
                </c:pt>
                <c:pt idx="2583">
                  <c:v>6.06875000003</c:v>
                </c:pt>
                <c:pt idx="2584">
                  <c:v>6.07300000003</c:v>
                </c:pt>
                <c:pt idx="2585">
                  <c:v>6.07325000003</c:v>
                </c:pt>
                <c:pt idx="2586">
                  <c:v>6.07750000003</c:v>
                </c:pt>
                <c:pt idx="2587">
                  <c:v>6.07775000003</c:v>
                </c:pt>
                <c:pt idx="2588">
                  <c:v>6.08200000003</c:v>
                </c:pt>
                <c:pt idx="2589">
                  <c:v>6.08375000003</c:v>
                </c:pt>
                <c:pt idx="2590">
                  <c:v>6.08650000003</c:v>
                </c:pt>
                <c:pt idx="2591">
                  <c:v>6.08675000003</c:v>
                </c:pt>
                <c:pt idx="2592">
                  <c:v>6.09050000003</c:v>
                </c:pt>
                <c:pt idx="2593">
                  <c:v>6.09125000003</c:v>
                </c:pt>
                <c:pt idx="2594">
                  <c:v>6.09550000003</c:v>
                </c:pt>
                <c:pt idx="2595">
                  <c:v>6.09575000003</c:v>
                </c:pt>
                <c:pt idx="2596">
                  <c:v>6.10000000003</c:v>
                </c:pt>
                <c:pt idx="2597">
                  <c:v>6.10075000003</c:v>
                </c:pt>
                <c:pt idx="2598">
                  <c:v>6.10425000003</c:v>
                </c:pt>
                <c:pt idx="2599">
                  <c:v>6.10725000003</c:v>
                </c:pt>
                <c:pt idx="2600">
                  <c:v>6.10900000003</c:v>
                </c:pt>
                <c:pt idx="2601">
                  <c:v>6.11075000003</c:v>
                </c:pt>
                <c:pt idx="2602">
                  <c:v>6.11350000003</c:v>
                </c:pt>
                <c:pt idx="2603">
                  <c:v>6.11375000003</c:v>
                </c:pt>
                <c:pt idx="2604">
                  <c:v>6.11800000003</c:v>
                </c:pt>
                <c:pt idx="2605">
                  <c:v>6.11825000003</c:v>
                </c:pt>
                <c:pt idx="2606">
                  <c:v>6.12100000003</c:v>
                </c:pt>
                <c:pt idx="2607">
                  <c:v>6.12275000003</c:v>
                </c:pt>
                <c:pt idx="2608">
                  <c:v>6.12700000003</c:v>
                </c:pt>
                <c:pt idx="2609">
                  <c:v>6.12725000003</c:v>
                </c:pt>
                <c:pt idx="2610">
                  <c:v>6.13100000003</c:v>
                </c:pt>
                <c:pt idx="2611">
                  <c:v>6.13175000003</c:v>
                </c:pt>
                <c:pt idx="2612">
                  <c:v>6.13600000003</c:v>
                </c:pt>
                <c:pt idx="2613">
                  <c:v>6.13625000003</c:v>
                </c:pt>
                <c:pt idx="2614">
                  <c:v>6.13775000003</c:v>
                </c:pt>
                <c:pt idx="2615">
                  <c:v>6.14075000003</c:v>
                </c:pt>
                <c:pt idx="2616">
                  <c:v>6.14500000003</c:v>
                </c:pt>
                <c:pt idx="2617">
                  <c:v>6.14525000003</c:v>
                </c:pt>
                <c:pt idx="2618">
                  <c:v>6.14950000003</c:v>
                </c:pt>
                <c:pt idx="2619">
                  <c:v>6.14975000003</c:v>
                </c:pt>
                <c:pt idx="2620">
                  <c:v>6.15400000003</c:v>
                </c:pt>
                <c:pt idx="2621">
                  <c:v>6.15450000003</c:v>
                </c:pt>
                <c:pt idx="2622">
                  <c:v>6.15800000003</c:v>
                </c:pt>
                <c:pt idx="2623">
                  <c:v>6.15875000003</c:v>
                </c:pt>
                <c:pt idx="2624">
                  <c:v>6.16150000003</c:v>
                </c:pt>
                <c:pt idx="2625">
                  <c:v>6.16450000003</c:v>
                </c:pt>
                <c:pt idx="2626">
                  <c:v>6.16750000003</c:v>
                </c:pt>
                <c:pt idx="2627">
                  <c:v>6.16775000003</c:v>
                </c:pt>
                <c:pt idx="2628">
                  <c:v>6.17200000003</c:v>
                </c:pt>
                <c:pt idx="2629">
                  <c:v>6.17225000003</c:v>
                </c:pt>
                <c:pt idx="2630">
                  <c:v>6.17475000003</c:v>
                </c:pt>
                <c:pt idx="2631">
                  <c:v>6.17825000003</c:v>
                </c:pt>
                <c:pt idx="2632">
                  <c:v>6.18100000003</c:v>
                </c:pt>
                <c:pt idx="2633">
                  <c:v>6.18125000003</c:v>
                </c:pt>
                <c:pt idx="2634">
                  <c:v>6.18550000003</c:v>
                </c:pt>
                <c:pt idx="2635">
                  <c:v>6.18575000003</c:v>
                </c:pt>
                <c:pt idx="2636">
                  <c:v>6.19000000003</c:v>
                </c:pt>
                <c:pt idx="2637">
                  <c:v>6.19025000003</c:v>
                </c:pt>
                <c:pt idx="2638">
                  <c:v>6.19450000003</c:v>
                </c:pt>
                <c:pt idx="2639">
                  <c:v>6.19475000003</c:v>
                </c:pt>
                <c:pt idx="2640">
                  <c:v>6.19850000003</c:v>
                </c:pt>
                <c:pt idx="2641">
                  <c:v>6.20150000003</c:v>
                </c:pt>
                <c:pt idx="2642">
                  <c:v>6.20350000003</c:v>
                </c:pt>
                <c:pt idx="2643">
                  <c:v>6.20375000003</c:v>
                </c:pt>
                <c:pt idx="2644">
                  <c:v>6.20800000003</c:v>
                </c:pt>
                <c:pt idx="2645">
                  <c:v>6.20825000003</c:v>
                </c:pt>
                <c:pt idx="2646">
                  <c:v>6.21200000003</c:v>
                </c:pt>
                <c:pt idx="2647">
                  <c:v>6.21525000003</c:v>
                </c:pt>
                <c:pt idx="2648">
                  <c:v>6.21700000003</c:v>
                </c:pt>
                <c:pt idx="2649">
                  <c:v>6.21850000003</c:v>
                </c:pt>
                <c:pt idx="2650">
                  <c:v>6.22150000003</c:v>
                </c:pt>
                <c:pt idx="2651">
                  <c:v>6.22175000003</c:v>
                </c:pt>
                <c:pt idx="2652">
                  <c:v>6.22600000003</c:v>
                </c:pt>
                <c:pt idx="2653">
                  <c:v>6.22625000003</c:v>
                </c:pt>
                <c:pt idx="2654">
                  <c:v>6.23050000003</c:v>
                </c:pt>
                <c:pt idx="2655">
                  <c:v>6.23075000003</c:v>
                </c:pt>
                <c:pt idx="2656">
                  <c:v>6.23200000003</c:v>
                </c:pt>
                <c:pt idx="2657">
                  <c:v>6.23550000003</c:v>
                </c:pt>
                <c:pt idx="2658">
                  <c:v>6.23950000003</c:v>
                </c:pt>
                <c:pt idx="2659">
                  <c:v>6.23975000003</c:v>
                </c:pt>
                <c:pt idx="2660">
                  <c:v>6.24400000003</c:v>
                </c:pt>
                <c:pt idx="2661">
                  <c:v>6.24425000003</c:v>
                </c:pt>
                <c:pt idx="2662">
                  <c:v>6.24850000003</c:v>
                </c:pt>
                <c:pt idx="2663">
                  <c:v>6.24875000003</c:v>
                </c:pt>
                <c:pt idx="2664">
                  <c:v>6.25300000003</c:v>
                </c:pt>
                <c:pt idx="2665">
                  <c:v>6.25325000003</c:v>
                </c:pt>
                <c:pt idx="2666">
                  <c:v>6.25550000003</c:v>
                </c:pt>
                <c:pt idx="2667">
                  <c:v>6.25900000003</c:v>
                </c:pt>
                <c:pt idx="2668">
                  <c:v>6.26200000003</c:v>
                </c:pt>
                <c:pt idx="2669">
                  <c:v>6.26225000003</c:v>
                </c:pt>
                <c:pt idx="2670">
                  <c:v>6.26650000003</c:v>
                </c:pt>
                <c:pt idx="2671">
                  <c:v>6.26675000003</c:v>
                </c:pt>
                <c:pt idx="2672">
                  <c:v>6.26925000003</c:v>
                </c:pt>
                <c:pt idx="2673">
                  <c:v>6.27225000003</c:v>
                </c:pt>
                <c:pt idx="2674">
                  <c:v>6.27550000003</c:v>
                </c:pt>
                <c:pt idx="2675">
                  <c:v>6.27575000003</c:v>
                </c:pt>
                <c:pt idx="2676">
                  <c:v>6.27925000003</c:v>
                </c:pt>
                <c:pt idx="2677">
                  <c:v>6.28025000003</c:v>
                </c:pt>
                <c:pt idx="2678">
                  <c:v>6.28450000003</c:v>
                </c:pt>
                <c:pt idx="2679">
                  <c:v>6.28475000003</c:v>
                </c:pt>
                <c:pt idx="2680">
                  <c:v>6.28900000003</c:v>
                </c:pt>
                <c:pt idx="2681">
                  <c:v>6.28925000003</c:v>
                </c:pt>
                <c:pt idx="2682">
                  <c:v>6.29350000003</c:v>
                </c:pt>
                <c:pt idx="2683">
                  <c:v>6.29600000003</c:v>
                </c:pt>
                <c:pt idx="2684">
                  <c:v>6.29800000003</c:v>
                </c:pt>
                <c:pt idx="2685">
                  <c:v>6.29825000003</c:v>
                </c:pt>
                <c:pt idx="2686">
                  <c:v>6.30250000003</c:v>
                </c:pt>
                <c:pt idx="2687">
                  <c:v>6.30275000003</c:v>
                </c:pt>
                <c:pt idx="2688">
                  <c:v>6.30700000003</c:v>
                </c:pt>
                <c:pt idx="2689">
                  <c:v>6.30725000003</c:v>
                </c:pt>
                <c:pt idx="2690">
                  <c:v>6.31150000003</c:v>
                </c:pt>
                <c:pt idx="2691">
                  <c:v>6.31275000003</c:v>
                </c:pt>
                <c:pt idx="2692">
                  <c:v>6.31600000003</c:v>
                </c:pt>
                <c:pt idx="2693">
                  <c:v>6.31625000003</c:v>
                </c:pt>
                <c:pt idx="2694">
                  <c:v>6.31950000003</c:v>
                </c:pt>
                <c:pt idx="2695">
                  <c:v>6.32300000003</c:v>
                </c:pt>
                <c:pt idx="2696">
                  <c:v>6.32500000003</c:v>
                </c:pt>
                <c:pt idx="2697">
                  <c:v>6.32525000003</c:v>
                </c:pt>
                <c:pt idx="2698">
                  <c:v>6.32650000003</c:v>
                </c:pt>
                <c:pt idx="2699">
                  <c:v>6.32975000003</c:v>
                </c:pt>
                <c:pt idx="2700">
                  <c:v>6.33300000003</c:v>
                </c:pt>
                <c:pt idx="2701">
                  <c:v>6.33425000003</c:v>
                </c:pt>
                <c:pt idx="2702">
                  <c:v>6.33850000003</c:v>
                </c:pt>
                <c:pt idx="2703">
                  <c:v>6.33875000003</c:v>
                </c:pt>
                <c:pt idx="2704">
                  <c:v>6.34300000003</c:v>
                </c:pt>
                <c:pt idx="2705">
                  <c:v>6.34325000003</c:v>
                </c:pt>
                <c:pt idx="2706">
                  <c:v>6.34750000003</c:v>
                </c:pt>
                <c:pt idx="2707">
                  <c:v>6.34775000003</c:v>
                </c:pt>
                <c:pt idx="2708">
                  <c:v>6.35200000003</c:v>
                </c:pt>
                <c:pt idx="2709">
                  <c:v>6.35225000003</c:v>
                </c:pt>
                <c:pt idx="2710">
                  <c:v>6.35325000003</c:v>
                </c:pt>
                <c:pt idx="2711">
                  <c:v>6.35675000003</c:v>
                </c:pt>
                <c:pt idx="2712">
                  <c:v>6.36000000003</c:v>
                </c:pt>
                <c:pt idx="2713">
                  <c:v>6.36325000003</c:v>
                </c:pt>
                <c:pt idx="2714">
                  <c:v>6.36550000003</c:v>
                </c:pt>
                <c:pt idx="2715">
                  <c:v>6.36675000003</c:v>
                </c:pt>
                <c:pt idx="2716">
                  <c:v>6.37000000003</c:v>
                </c:pt>
                <c:pt idx="2717">
                  <c:v>6.37025000003</c:v>
                </c:pt>
                <c:pt idx="2718">
                  <c:v>6.37350000003</c:v>
                </c:pt>
                <c:pt idx="2719">
                  <c:v>6.37675000003</c:v>
                </c:pt>
                <c:pt idx="2720">
                  <c:v>6.37900000003</c:v>
                </c:pt>
                <c:pt idx="2721">
                  <c:v>6.37925000003</c:v>
                </c:pt>
                <c:pt idx="2722">
                  <c:v>6.38025000003</c:v>
                </c:pt>
                <c:pt idx="2723">
                  <c:v>6.38375000003</c:v>
                </c:pt>
                <c:pt idx="2724">
                  <c:v>6.38700000003</c:v>
                </c:pt>
                <c:pt idx="2725">
                  <c:v>6.39025000003</c:v>
                </c:pt>
                <c:pt idx="2726">
                  <c:v>6.39250000003</c:v>
                </c:pt>
                <c:pt idx="2727">
                  <c:v>6.39275000003</c:v>
                </c:pt>
                <c:pt idx="2728">
                  <c:v>6.39700000003</c:v>
                </c:pt>
                <c:pt idx="2729">
                  <c:v>6.39725000003</c:v>
                </c:pt>
                <c:pt idx="2730">
                  <c:v>6.40150000003</c:v>
                </c:pt>
                <c:pt idx="2731">
                  <c:v>6.40175000003</c:v>
                </c:pt>
                <c:pt idx="2732">
                  <c:v>6.40375000003</c:v>
                </c:pt>
                <c:pt idx="2733">
                  <c:v>6.40700000003</c:v>
                </c:pt>
                <c:pt idx="2734">
                  <c:v>6.41050000003</c:v>
                </c:pt>
                <c:pt idx="2735">
                  <c:v>6.41375000003</c:v>
                </c:pt>
                <c:pt idx="2736">
                  <c:v>6.41500000003</c:v>
                </c:pt>
                <c:pt idx="2737">
                  <c:v>6.41525000003</c:v>
                </c:pt>
                <c:pt idx="2738">
                  <c:v>6.41950000003</c:v>
                </c:pt>
                <c:pt idx="2739">
                  <c:v>6.41975000003</c:v>
                </c:pt>
                <c:pt idx="2740">
                  <c:v>6.42400000003</c:v>
                </c:pt>
                <c:pt idx="2741">
                  <c:v>6.42425000003</c:v>
                </c:pt>
                <c:pt idx="2742">
                  <c:v>6.42725000003</c:v>
                </c:pt>
                <c:pt idx="2743">
                  <c:v>6.42875000003</c:v>
                </c:pt>
                <c:pt idx="2744">
                  <c:v>6.43075000003</c:v>
                </c:pt>
                <c:pt idx="2745">
                  <c:v>6.43400000003</c:v>
                </c:pt>
                <c:pt idx="2746">
                  <c:v>6.43750000003</c:v>
                </c:pt>
                <c:pt idx="2747">
                  <c:v>6.43775000003</c:v>
                </c:pt>
                <c:pt idx="2748">
                  <c:v>6.44200000003</c:v>
                </c:pt>
                <c:pt idx="2749">
                  <c:v>6.44225000003</c:v>
                </c:pt>
                <c:pt idx="2750">
                  <c:v>6.44650000003</c:v>
                </c:pt>
                <c:pt idx="2751">
                  <c:v>6.44675000003</c:v>
                </c:pt>
                <c:pt idx="2752">
                  <c:v>6.45100000003</c:v>
                </c:pt>
                <c:pt idx="2753">
                  <c:v>6.45125000003</c:v>
                </c:pt>
                <c:pt idx="2754">
                  <c:v>6.45550000003</c:v>
                </c:pt>
                <c:pt idx="2755">
                  <c:v>6.45575000003</c:v>
                </c:pt>
                <c:pt idx="2756">
                  <c:v>6.46000000003</c:v>
                </c:pt>
                <c:pt idx="2757">
                  <c:v>6.46025000003</c:v>
                </c:pt>
                <c:pt idx="2758">
                  <c:v>6.46450000003</c:v>
                </c:pt>
                <c:pt idx="2759">
                  <c:v>6.46475000003</c:v>
                </c:pt>
                <c:pt idx="2760">
                  <c:v>6.46775000003</c:v>
                </c:pt>
                <c:pt idx="2761">
                  <c:v>6.47100000003</c:v>
                </c:pt>
                <c:pt idx="2762">
                  <c:v>6.47350000003</c:v>
                </c:pt>
                <c:pt idx="2763">
                  <c:v>6.47375000003</c:v>
                </c:pt>
                <c:pt idx="2764">
                  <c:v>6.47800000003</c:v>
                </c:pt>
                <c:pt idx="2765">
                  <c:v>6.47825000003</c:v>
                </c:pt>
                <c:pt idx="2766">
                  <c:v>6.48250000003</c:v>
                </c:pt>
                <c:pt idx="2767">
                  <c:v>6.48275000003</c:v>
                </c:pt>
                <c:pt idx="2768">
                  <c:v>6.48700000003</c:v>
                </c:pt>
                <c:pt idx="2769">
                  <c:v>6.48800000003</c:v>
                </c:pt>
                <c:pt idx="2770">
                  <c:v>6.49125000003</c:v>
                </c:pt>
                <c:pt idx="2771">
                  <c:v>6.49175000003</c:v>
                </c:pt>
                <c:pt idx="2772">
                  <c:v>6.49600000003</c:v>
                </c:pt>
                <c:pt idx="2773">
                  <c:v>6.49625000003</c:v>
                </c:pt>
                <c:pt idx="2774">
                  <c:v>6.50050000003</c:v>
                </c:pt>
                <c:pt idx="2775">
                  <c:v>6.50075000003</c:v>
                </c:pt>
                <c:pt idx="2776">
                  <c:v>6.50500000003</c:v>
                </c:pt>
                <c:pt idx="2777">
                  <c:v>6.50525000003</c:v>
                </c:pt>
                <c:pt idx="2778">
                  <c:v>6.50800000003</c:v>
                </c:pt>
                <c:pt idx="2779">
                  <c:v>6.50975000003</c:v>
                </c:pt>
                <c:pt idx="2780">
                  <c:v>6.51400000003</c:v>
                </c:pt>
                <c:pt idx="2781">
                  <c:v>6.51475000003</c:v>
                </c:pt>
                <c:pt idx="2782">
                  <c:v>6.51850000003</c:v>
                </c:pt>
                <c:pt idx="2783">
                  <c:v>6.51875000003</c:v>
                </c:pt>
                <c:pt idx="2784">
                  <c:v>6.52300000003</c:v>
                </c:pt>
                <c:pt idx="2785">
                  <c:v>6.52500000003</c:v>
                </c:pt>
                <c:pt idx="2786">
                  <c:v>6.52750000003</c:v>
                </c:pt>
                <c:pt idx="2787">
                  <c:v>6.52825000003</c:v>
                </c:pt>
                <c:pt idx="2788">
                  <c:v>6.53175000003</c:v>
                </c:pt>
                <c:pt idx="2789">
                  <c:v>6.53225000003</c:v>
                </c:pt>
                <c:pt idx="2790">
                  <c:v>6.53500000003</c:v>
                </c:pt>
                <c:pt idx="2791">
                  <c:v>6.53675000003</c:v>
                </c:pt>
                <c:pt idx="2792">
                  <c:v>6.54100000003</c:v>
                </c:pt>
                <c:pt idx="2793">
                  <c:v>6.54125000003</c:v>
                </c:pt>
                <c:pt idx="2794">
                  <c:v>6.54525000003</c:v>
                </c:pt>
                <c:pt idx="2795">
                  <c:v>6.54575000003</c:v>
                </c:pt>
                <c:pt idx="2796">
                  <c:v>6.55000000003</c:v>
                </c:pt>
                <c:pt idx="2797">
                  <c:v>6.55025000003</c:v>
                </c:pt>
                <c:pt idx="2798">
                  <c:v>6.55450000003</c:v>
                </c:pt>
                <c:pt idx="2799">
                  <c:v>6.55525000003</c:v>
                </c:pt>
                <c:pt idx="2800">
                  <c:v>6.55900000003</c:v>
                </c:pt>
                <c:pt idx="2801">
                  <c:v>6.55925000003</c:v>
                </c:pt>
                <c:pt idx="2802">
                  <c:v>6.56200000003</c:v>
                </c:pt>
                <c:pt idx="2803">
                  <c:v>6.56375000003</c:v>
                </c:pt>
                <c:pt idx="2804">
                  <c:v>6.56800000003</c:v>
                </c:pt>
                <c:pt idx="2805">
                  <c:v>6.56825000003</c:v>
                </c:pt>
                <c:pt idx="2806">
                  <c:v>6.57225000003</c:v>
                </c:pt>
                <c:pt idx="2807">
                  <c:v>6.57525000003</c:v>
                </c:pt>
                <c:pt idx="2808">
                  <c:v>6.57700000003</c:v>
                </c:pt>
                <c:pt idx="2809">
                  <c:v>6.57875000003</c:v>
                </c:pt>
                <c:pt idx="2810">
                  <c:v>6.58150000003</c:v>
                </c:pt>
                <c:pt idx="2811">
                  <c:v>6.58225000003</c:v>
                </c:pt>
                <c:pt idx="2812">
                  <c:v>6.58550000003</c:v>
                </c:pt>
                <c:pt idx="2813">
                  <c:v>6.58875000003</c:v>
                </c:pt>
                <c:pt idx="2814">
                  <c:v>6.59050000003</c:v>
                </c:pt>
                <c:pt idx="2815">
                  <c:v>6.59075000003</c:v>
                </c:pt>
                <c:pt idx="2816">
                  <c:v>6.59250000003</c:v>
                </c:pt>
                <c:pt idx="2817">
                  <c:v>6.59550000003</c:v>
                </c:pt>
                <c:pt idx="2818">
                  <c:v>6.59900000003</c:v>
                </c:pt>
                <c:pt idx="2819">
                  <c:v>6.59975000003</c:v>
                </c:pt>
                <c:pt idx="2820">
                  <c:v>6.60250000003</c:v>
                </c:pt>
                <c:pt idx="2821">
                  <c:v>6.60425000003</c:v>
                </c:pt>
                <c:pt idx="2822">
                  <c:v>6.60850000003</c:v>
                </c:pt>
                <c:pt idx="2823">
                  <c:v>6.60875000003</c:v>
                </c:pt>
                <c:pt idx="2824">
                  <c:v>6.61300000003</c:v>
                </c:pt>
                <c:pt idx="2825">
                  <c:v>6.61325000003</c:v>
                </c:pt>
                <c:pt idx="2826">
                  <c:v>6.61600000003</c:v>
                </c:pt>
                <c:pt idx="2827">
                  <c:v>6.61925000003</c:v>
                </c:pt>
                <c:pt idx="2828">
                  <c:v>6.62200000003</c:v>
                </c:pt>
                <c:pt idx="2829">
                  <c:v>6.62250000003</c:v>
                </c:pt>
                <c:pt idx="2830">
                  <c:v>6.62575000003</c:v>
                </c:pt>
                <c:pt idx="2831">
                  <c:v>6.62675000003</c:v>
                </c:pt>
                <c:pt idx="2832">
                  <c:v>6.63100000003</c:v>
                </c:pt>
                <c:pt idx="2833">
                  <c:v>6.63125000003</c:v>
                </c:pt>
                <c:pt idx="2834">
                  <c:v>6.63550000003</c:v>
                </c:pt>
                <c:pt idx="2835">
                  <c:v>6.63600000003</c:v>
                </c:pt>
                <c:pt idx="2836">
                  <c:v>6.63950000003</c:v>
                </c:pt>
                <c:pt idx="2837">
                  <c:v>6.64025000003</c:v>
                </c:pt>
                <c:pt idx="2838">
                  <c:v>6.64275000003</c:v>
                </c:pt>
                <c:pt idx="2839">
                  <c:v>6.64600000003</c:v>
                </c:pt>
                <c:pt idx="2840">
                  <c:v>6.64900000003</c:v>
                </c:pt>
                <c:pt idx="2841">
                  <c:v>6.64925000003</c:v>
                </c:pt>
                <c:pt idx="2842">
                  <c:v>6.65350000003</c:v>
                </c:pt>
                <c:pt idx="2843">
                  <c:v>6.65375000003</c:v>
                </c:pt>
                <c:pt idx="2844">
                  <c:v>6.65625000003</c:v>
                </c:pt>
                <c:pt idx="2845">
                  <c:v>6.65975000003</c:v>
                </c:pt>
                <c:pt idx="2846">
                  <c:v>6.66250000003</c:v>
                </c:pt>
                <c:pt idx="2847">
                  <c:v>6.66275000003</c:v>
                </c:pt>
                <c:pt idx="2848">
                  <c:v>6.66700000003</c:v>
                </c:pt>
                <c:pt idx="2849">
                  <c:v>6.66725000003</c:v>
                </c:pt>
                <c:pt idx="2850">
                  <c:v>6.67150000003</c:v>
                </c:pt>
                <c:pt idx="2851">
                  <c:v>6.67175000003</c:v>
                </c:pt>
                <c:pt idx="2852">
                  <c:v>6.67600000003</c:v>
                </c:pt>
                <c:pt idx="2853">
                  <c:v>6.67625000003</c:v>
                </c:pt>
                <c:pt idx="2854">
                  <c:v>6.67975000003</c:v>
                </c:pt>
                <c:pt idx="2855">
                  <c:v>6.68325000003</c:v>
                </c:pt>
                <c:pt idx="2856">
                  <c:v>6.68500000003</c:v>
                </c:pt>
                <c:pt idx="2857">
                  <c:v>6.68525000003</c:v>
                </c:pt>
                <c:pt idx="2858">
                  <c:v>6.68950000003</c:v>
                </c:pt>
                <c:pt idx="2859">
                  <c:v>6.68975000003</c:v>
                </c:pt>
                <c:pt idx="2860">
                  <c:v>6.69350000003</c:v>
                </c:pt>
                <c:pt idx="2861">
                  <c:v>6.69650000003</c:v>
                </c:pt>
                <c:pt idx="2862">
                  <c:v>6.69850000003</c:v>
                </c:pt>
                <c:pt idx="2863">
                  <c:v>6.70000000003</c:v>
                </c:pt>
                <c:pt idx="2864">
                  <c:v>6.70300000003</c:v>
                </c:pt>
                <c:pt idx="2865">
                  <c:v>6.70350000003</c:v>
                </c:pt>
                <c:pt idx="2866">
                  <c:v>6.70750000003</c:v>
                </c:pt>
                <c:pt idx="2867">
                  <c:v>6.70775000003</c:v>
                </c:pt>
                <c:pt idx="2868">
                  <c:v>6.71200000003</c:v>
                </c:pt>
                <c:pt idx="2869">
                  <c:v>6.71225000003</c:v>
                </c:pt>
                <c:pt idx="2870">
                  <c:v>6.71650000003</c:v>
                </c:pt>
                <c:pt idx="2871">
                  <c:v>6.71675000003</c:v>
                </c:pt>
                <c:pt idx="2872">
                  <c:v>6.72100000003</c:v>
                </c:pt>
                <c:pt idx="2873">
                  <c:v>6.72125000003</c:v>
                </c:pt>
                <c:pt idx="2874">
                  <c:v>6.72350000003</c:v>
                </c:pt>
                <c:pt idx="2875">
                  <c:v>6.72675000003</c:v>
                </c:pt>
                <c:pt idx="2876">
                  <c:v>6.73000000003</c:v>
                </c:pt>
                <c:pt idx="2877">
                  <c:v>6.73025000003</c:v>
                </c:pt>
                <c:pt idx="2878">
                  <c:v>6.73450000003</c:v>
                </c:pt>
                <c:pt idx="2879">
                  <c:v>6.73475000003</c:v>
                </c:pt>
                <c:pt idx="2880">
                  <c:v>6.73700000003</c:v>
                </c:pt>
                <c:pt idx="2881">
                  <c:v>6.74050000003</c:v>
                </c:pt>
                <c:pt idx="2882">
                  <c:v>6.74350000003</c:v>
                </c:pt>
                <c:pt idx="2883">
                  <c:v>6.74375000003</c:v>
                </c:pt>
                <c:pt idx="2884">
                  <c:v>6.74725000003</c:v>
                </c:pt>
                <c:pt idx="2885">
                  <c:v>6.74825000003</c:v>
                </c:pt>
                <c:pt idx="2886">
                  <c:v>6.75250000003</c:v>
                </c:pt>
                <c:pt idx="2887">
                  <c:v>6.75275000003</c:v>
                </c:pt>
                <c:pt idx="2888">
                  <c:v>6.75700000003</c:v>
                </c:pt>
                <c:pt idx="2889">
                  <c:v>6.75725000003</c:v>
                </c:pt>
                <c:pt idx="2890">
                  <c:v>6.76150000003</c:v>
                </c:pt>
                <c:pt idx="2891">
                  <c:v>6.76175000003</c:v>
                </c:pt>
                <c:pt idx="2892">
                  <c:v>6.76600000003</c:v>
                </c:pt>
                <c:pt idx="2893">
                  <c:v>6.76750000003</c:v>
                </c:pt>
                <c:pt idx="2894">
                  <c:v>6.77050000003</c:v>
                </c:pt>
                <c:pt idx="2895">
                  <c:v>6.77075000003</c:v>
                </c:pt>
                <c:pt idx="2896">
                  <c:v>6.77500000003</c:v>
                </c:pt>
                <c:pt idx="2897">
                  <c:v>6.77525000003</c:v>
                </c:pt>
                <c:pt idx="2898">
                  <c:v>6.77950000003</c:v>
                </c:pt>
                <c:pt idx="2899">
                  <c:v>6.78075000003</c:v>
                </c:pt>
                <c:pt idx="2900">
                  <c:v>6.78400000003</c:v>
                </c:pt>
                <c:pt idx="2901">
                  <c:v>6.78425000003</c:v>
                </c:pt>
                <c:pt idx="2902">
                  <c:v>6.78750000003</c:v>
                </c:pt>
                <c:pt idx="2903">
                  <c:v>6.79100000003</c:v>
                </c:pt>
                <c:pt idx="2904">
                  <c:v>6.79300000003</c:v>
                </c:pt>
                <c:pt idx="2905">
                  <c:v>6.79425000003</c:v>
                </c:pt>
                <c:pt idx="2906">
                  <c:v>6.79750000003</c:v>
                </c:pt>
                <c:pt idx="2907">
                  <c:v>6.80100000003</c:v>
                </c:pt>
                <c:pt idx="2908">
                  <c:v>6.80200000003</c:v>
                </c:pt>
                <c:pt idx="2909">
                  <c:v>6.80225000003</c:v>
                </c:pt>
                <c:pt idx="2910">
                  <c:v>6.80450000003</c:v>
                </c:pt>
                <c:pt idx="2911">
                  <c:v>6.80775000003</c:v>
                </c:pt>
                <c:pt idx="2912">
                  <c:v>6.81100000003</c:v>
                </c:pt>
                <c:pt idx="2913">
                  <c:v>6.81125000003</c:v>
                </c:pt>
                <c:pt idx="2914">
                  <c:v>6.81450000003</c:v>
                </c:pt>
                <c:pt idx="2915">
                  <c:v>6.81575000003</c:v>
                </c:pt>
                <c:pt idx="2916">
                  <c:v>6.82000000003</c:v>
                </c:pt>
                <c:pt idx="2917">
                  <c:v>6.82025000003</c:v>
                </c:pt>
                <c:pt idx="2918">
                  <c:v>6.82450000003</c:v>
                </c:pt>
                <c:pt idx="2919">
                  <c:v>6.82475000003</c:v>
                </c:pt>
                <c:pt idx="2920">
                  <c:v>6.82800000003</c:v>
                </c:pt>
                <c:pt idx="2921">
                  <c:v>6.82925000003</c:v>
                </c:pt>
                <c:pt idx="2922">
                  <c:v>6.83125000003</c:v>
                </c:pt>
                <c:pt idx="2923">
                  <c:v>6.83475000003</c:v>
                </c:pt>
                <c:pt idx="2924">
                  <c:v>6.83800000003</c:v>
                </c:pt>
                <c:pt idx="2925">
                  <c:v>6.83825000003</c:v>
                </c:pt>
                <c:pt idx="2926">
                  <c:v>6.84250000003</c:v>
                </c:pt>
                <c:pt idx="2927">
                  <c:v>6.84275000003</c:v>
                </c:pt>
                <c:pt idx="2928">
                  <c:v>6.84700000003</c:v>
                </c:pt>
                <c:pt idx="2929">
                  <c:v>6.84825000003</c:v>
                </c:pt>
                <c:pt idx="2930">
                  <c:v>6.85150000003</c:v>
                </c:pt>
                <c:pt idx="2931">
                  <c:v>6.85175000003</c:v>
                </c:pt>
                <c:pt idx="2932">
                  <c:v>6.85500000003</c:v>
                </c:pt>
                <c:pt idx="2933">
                  <c:v>6.85825000003</c:v>
                </c:pt>
                <c:pt idx="2934">
                  <c:v>6.86050000003</c:v>
                </c:pt>
                <c:pt idx="2935">
                  <c:v>6.86075000003</c:v>
                </c:pt>
                <c:pt idx="2936">
                  <c:v>6.86500000003</c:v>
                </c:pt>
                <c:pt idx="2937">
                  <c:v>6.86525000003</c:v>
                </c:pt>
                <c:pt idx="2938">
                  <c:v>6.86950000003</c:v>
                </c:pt>
                <c:pt idx="2939">
                  <c:v>6.86975000003</c:v>
                </c:pt>
                <c:pt idx="2940">
                  <c:v>6.87400000003</c:v>
                </c:pt>
                <c:pt idx="2941">
                  <c:v>6.87425000003</c:v>
                </c:pt>
                <c:pt idx="2942">
                  <c:v>6.87850000003</c:v>
                </c:pt>
                <c:pt idx="2943">
                  <c:v>6.87875000003</c:v>
                </c:pt>
                <c:pt idx="2944">
                  <c:v>6.88300000003</c:v>
                </c:pt>
                <c:pt idx="2945">
                  <c:v>6.88325000003</c:v>
                </c:pt>
                <c:pt idx="2946">
                  <c:v>6.88750000003</c:v>
                </c:pt>
                <c:pt idx="2947">
                  <c:v>6.88775000003</c:v>
                </c:pt>
                <c:pt idx="2948">
                  <c:v>6.89200000003</c:v>
                </c:pt>
                <c:pt idx="2949">
                  <c:v>6.89225000003</c:v>
                </c:pt>
                <c:pt idx="2950">
                  <c:v>6.89525000003</c:v>
                </c:pt>
                <c:pt idx="2951">
                  <c:v>6.89675000003</c:v>
                </c:pt>
                <c:pt idx="2952">
                  <c:v>6.89875000003</c:v>
                </c:pt>
                <c:pt idx="2953">
                  <c:v>6.90200000003</c:v>
                </c:pt>
                <c:pt idx="2954">
                  <c:v>6.90550000003</c:v>
                </c:pt>
                <c:pt idx="2955">
                  <c:v>6.90575000003</c:v>
                </c:pt>
                <c:pt idx="2956">
                  <c:v>6.91000000003</c:v>
                </c:pt>
                <c:pt idx="2957">
                  <c:v>6.91025000003</c:v>
                </c:pt>
                <c:pt idx="2958">
                  <c:v>6.91225000003</c:v>
                </c:pt>
                <c:pt idx="2959">
                  <c:v>6.91550000003</c:v>
                </c:pt>
                <c:pt idx="2960">
                  <c:v>6.91900000003</c:v>
                </c:pt>
                <c:pt idx="2961">
                  <c:v>6.91925000003</c:v>
                </c:pt>
                <c:pt idx="2962">
                  <c:v>6.92350000003</c:v>
                </c:pt>
                <c:pt idx="2963">
                  <c:v>6.92375000003</c:v>
                </c:pt>
                <c:pt idx="2964">
                  <c:v>6.92800000003</c:v>
                </c:pt>
                <c:pt idx="2965">
                  <c:v>6.92825000003</c:v>
                </c:pt>
                <c:pt idx="2966">
                  <c:v>6.92900000003</c:v>
                </c:pt>
                <c:pt idx="2967">
                  <c:v>6.93575000003</c:v>
                </c:pt>
                <c:pt idx="2968">
                  <c:v>6.93700000003</c:v>
                </c:pt>
                <c:pt idx="2969">
                  <c:v>6.93900000003</c:v>
                </c:pt>
                <c:pt idx="2970">
                  <c:v>6.94150000003</c:v>
                </c:pt>
                <c:pt idx="2971">
                  <c:v>6.94175000003</c:v>
                </c:pt>
                <c:pt idx="2972">
                  <c:v>6.94600000003</c:v>
                </c:pt>
                <c:pt idx="2973">
                  <c:v>6.94625000003</c:v>
                </c:pt>
                <c:pt idx="2974">
                  <c:v>6.94925000003</c:v>
                </c:pt>
                <c:pt idx="2975">
                  <c:v>6.95250000003</c:v>
                </c:pt>
                <c:pt idx="2976">
                  <c:v>6.95500000003</c:v>
                </c:pt>
                <c:pt idx="2977">
                  <c:v>6.95600000003</c:v>
                </c:pt>
                <c:pt idx="2978">
                  <c:v>6.95925000003</c:v>
                </c:pt>
                <c:pt idx="2979">
                  <c:v>6.95975000003</c:v>
                </c:pt>
                <c:pt idx="2980">
                  <c:v>6.96400000003</c:v>
                </c:pt>
                <c:pt idx="2981">
                  <c:v>6.96425000003</c:v>
                </c:pt>
                <c:pt idx="2982">
                  <c:v>6.96850000003</c:v>
                </c:pt>
                <c:pt idx="2983">
                  <c:v>6.96950000003</c:v>
                </c:pt>
                <c:pt idx="2984">
                  <c:v>6.97300000003</c:v>
                </c:pt>
                <c:pt idx="2985">
                  <c:v>6.97325000003</c:v>
                </c:pt>
                <c:pt idx="2986">
                  <c:v>6.97750000003</c:v>
                </c:pt>
                <c:pt idx="2987">
                  <c:v>6.97950000003</c:v>
                </c:pt>
                <c:pt idx="2988">
                  <c:v>6.98200000003</c:v>
                </c:pt>
                <c:pt idx="2989">
                  <c:v>6.98600000003</c:v>
                </c:pt>
                <c:pt idx="2990">
                  <c:v>6.98650000003</c:v>
                </c:pt>
                <c:pt idx="2991">
                  <c:v>6.98675000003</c:v>
                </c:pt>
                <c:pt idx="2992">
                  <c:v>6.99100000003</c:v>
                </c:pt>
                <c:pt idx="2993">
                  <c:v>6.99125000003</c:v>
                </c:pt>
                <c:pt idx="2994">
                  <c:v>6.99550000003</c:v>
                </c:pt>
                <c:pt idx="2995">
                  <c:v>6.99575000003</c:v>
                </c:pt>
                <c:pt idx="2996">
                  <c:v>6.99650000003</c:v>
                </c:pt>
                <c:pt idx="2997">
                  <c:v>6.99950000003</c:v>
                </c:pt>
                <c:pt idx="2998">
                  <c:v>6.99975000003</c:v>
                </c:pt>
                <c:pt idx="2999">
                  <c:v>7.00000000003</c:v>
                </c:pt>
              </c:numCache>
            </c:numRef>
          </c:xVal>
          <c:yVal>
            <c:numRef>
              <c:f>'Chart Data'!$D$2:$D$3001</c:f>
              <c:numCache>
                <c:formatCode>0.0</c:formatCode>
                <c:ptCount val="3000"/>
                <c:pt idx="0">
                  <c:v>49.9870764866</c:v>
                </c:pt>
                <c:pt idx="1">
                  <c:v>49.9870764866</c:v>
                </c:pt>
                <c:pt idx="2">
                  <c:v>49.9870764866</c:v>
                </c:pt>
                <c:pt idx="3">
                  <c:v>49.9884517847</c:v>
                </c:pt>
                <c:pt idx="4">
                  <c:v>49.9888036401</c:v>
                </c:pt>
                <c:pt idx="5">
                  <c:v>49.9948676913</c:v>
                </c:pt>
                <c:pt idx="6">
                  <c:v>49.9951914176</c:v>
                </c:pt>
                <c:pt idx="7">
                  <c:v>50.000392336</c:v>
                </c:pt>
                <c:pt idx="8">
                  <c:v>50.0003413666</c:v>
                </c:pt>
                <c:pt idx="9">
                  <c:v>50.0000765425</c:v>
                </c:pt>
                <c:pt idx="10">
                  <c:v>50.000094651</c:v>
                </c:pt>
                <c:pt idx="11">
                  <c:v>50.000063488</c:v>
                </c:pt>
                <c:pt idx="12">
                  <c:v>50.0000582704</c:v>
                </c:pt>
                <c:pt idx="13">
                  <c:v>49.9999722531</c:v>
                </c:pt>
                <c:pt idx="14">
                  <c:v>49.9999482181</c:v>
                </c:pt>
                <c:pt idx="15">
                  <c:v>49.9999734102</c:v>
                </c:pt>
                <c:pt idx="16">
                  <c:v>49.9999757004</c:v>
                </c:pt>
                <c:pt idx="17">
                  <c:v>50.0000613647</c:v>
                </c:pt>
                <c:pt idx="18">
                  <c:v>50.000064448</c:v>
                </c:pt>
                <c:pt idx="19">
                  <c:v>50.0000908777</c:v>
                </c:pt>
                <c:pt idx="20">
                  <c:v>50.0000672144</c:v>
                </c:pt>
                <c:pt idx="21">
                  <c:v>49.9999819069</c:v>
                </c:pt>
                <c:pt idx="22">
                  <c:v>49.9999787545</c:v>
                </c:pt>
                <c:pt idx="23">
                  <c:v>49.9999453966</c:v>
                </c:pt>
                <c:pt idx="24">
                  <c:v>49.9999637299</c:v>
                </c:pt>
                <c:pt idx="25">
                  <c:v>50.0000450918</c:v>
                </c:pt>
                <c:pt idx="26">
                  <c:v>50.0000491563</c:v>
                </c:pt>
                <c:pt idx="27">
                  <c:v>50.0000878807</c:v>
                </c:pt>
                <c:pt idx="28">
                  <c:v>50.0000737784</c:v>
                </c:pt>
                <c:pt idx="29">
                  <c:v>49.9999976354</c:v>
                </c:pt>
                <c:pt idx="30">
                  <c:v>49.9999921833</c:v>
                </c:pt>
                <c:pt idx="31">
                  <c:v>49.9999432279</c:v>
                </c:pt>
                <c:pt idx="32">
                  <c:v>49.9999523883</c:v>
                </c:pt>
                <c:pt idx="33">
                  <c:v>50.0000212433</c:v>
                </c:pt>
                <c:pt idx="34">
                  <c:v>50.0000266353</c:v>
                </c:pt>
                <c:pt idx="35">
                  <c:v>50.0000855785</c:v>
                </c:pt>
                <c:pt idx="36">
                  <c:v>50.0000809219</c:v>
                </c:pt>
                <c:pt idx="37">
                  <c:v>50.0000176468</c:v>
                </c:pt>
                <c:pt idx="38">
                  <c:v>50.000012226</c:v>
                </c:pt>
                <c:pt idx="39">
                  <c:v>49.9999437456</c:v>
                </c:pt>
                <c:pt idx="40">
                  <c:v>49.9999419473</c:v>
                </c:pt>
                <c:pt idx="41">
                  <c:v>49.9999984583</c:v>
                </c:pt>
                <c:pt idx="42">
                  <c:v>50.0000038461</c:v>
                </c:pt>
                <c:pt idx="43">
                  <c:v>50.0000764472</c:v>
                </c:pt>
                <c:pt idx="44">
                  <c:v>50.0000843886</c:v>
                </c:pt>
                <c:pt idx="45">
                  <c:v>50.0000385088</c:v>
                </c:pt>
                <c:pt idx="46">
                  <c:v>50.0000331203</c:v>
                </c:pt>
                <c:pt idx="47">
                  <c:v>49.9999559056</c:v>
                </c:pt>
                <c:pt idx="48">
                  <c:v>49.9999417989</c:v>
                </c:pt>
                <c:pt idx="49">
                  <c:v>49.9999768185</c:v>
                </c:pt>
                <c:pt idx="50">
                  <c:v>49.9999822004</c:v>
                </c:pt>
                <c:pt idx="51">
                  <c:v>50.0000639537</c:v>
                </c:pt>
                <c:pt idx="52">
                  <c:v>50.0000842288</c:v>
                </c:pt>
                <c:pt idx="53">
                  <c:v>50.0000567794</c:v>
                </c:pt>
                <c:pt idx="54">
                  <c:v>50.0000544919</c:v>
                </c:pt>
                <c:pt idx="55">
                  <c:v>49.9999688165</c:v>
                </c:pt>
                <c:pt idx="56">
                  <c:v>49.9999657555</c:v>
                </c:pt>
                <c:pt idx="57">
                  <c:v>49.9999425669</c:v>
                </c:pt>
                <c:pt idx="58">
                  <c:v>49.9999679015</c:v>
                </c:pt>
                <c:pt idx="59">
                  <c:v>50.0000522979</c:v>
                </c:pt>
                <c:pt idx="60">
                  <c:v>50.0000553791</c:v>
                </c:pt>
                <c:pt idx="61">
                  <c:v>50.0000848939</c:v>
                </c:pt>
                <c:pt idx="62">
                  <c:v>50.0000644602</c:v>
                </c:pt>
                <c:pt idx="63">
                  <c:v>49.9999823335</c:v>
                </c:pt>
                <c:pt idx="64">
                  <c:v>49.9999792947</c:v>
                </c:pt>
                <c:pt idx="65">
                  <c:v>49.9999441241</c:v>
                </c:pt>
                <c:pt idx="66">
                  <c:v>49.9999602827</c:v>
                </c:pt>
                <c:pt idx="67">
                  <c:v>50.0000382672</c:v>
                </c:pt>
                <c:pt idx="68">
                  <c:v>50.0000436349</c:v>
                </c:pt>
                <c:pt idx="69">
                  <c:v>50.0000864749</c:v>
                </c:pt>
                <c:pt idx="70">
                  <c:v>50.0000752006</c:v>
                </c:pt>
                <c:pt idx="71">
                  <c:v>50.0000044053</c:v>
                </c:pt>
                <c:pt idx="72">
                  <c:v>49.9999991019</c:v>
                </c:pt>
                <c:pt idx="73">
                  <c:v>49.9999465298</c:v>
                </c:pt>
                <c:pt idx="74">
                  <c:v>49.9999534627</c:v>
                </c:pt>
                <c:pt idx="75">
                  <c:v>50.0000191219</c:v>
                </c:pt>
                <c:pt idx="76">
                  <c:v>50.0000244753</c:v>
                </c:pt>
                <c:pt idx="77">
                  <c:v>50.0000886575</c:v>
                </c:pt>
                <c:pt idx="78">
                  <c:v>50.0000864167</c:v>
                </c:pt>
                <c:pt idx="79">
                  <c:v>50.0000281472</c:v>
                </c:pt>
                <c:pt idx="80">
                  <c:v>50.0000228712</c:v>
                </c:pt>
                <c:pt idx="81">
                  <c:v>49.9999542003</c:v>
                </c:pt>
                <c:pt idx="82">
                  <c:v>49.9999494793</c:v>
                </c:pt>
                <c:pt idx="83">
                  <c:v>50.0000005737</c:v>
                </c:pt>
                <c:pt idx="84">
                  <c:v>50.0000059147</c:v>
                </c:pt>
                <c:pt idx="85">
                  <c:v>50.0000803504</c:v>
                </c:pt>
                <c:pt idx="86">
                  <c:v>50.0000913632</c:v>
                </c:pt>
                <c:pt idx="87">
                  <c:v>50.0000521712</c:v>
                </c:pt>
                <c:pt idx="88">
                  <c:v>50.0000469172</c:v>
                </c:pt>
                <c:pt idx="89">
                  <c:v>49.9999695083</c:v>
                </c:pt>
                <c:pt idx="90">
                  <c:v>49.9999528611</c:v>
                </c:pt>
                <c:pt idx="91">
                  <c:v>49.9999828455</c:v>
                </c:pt>
                <c:pt idx="92">
                  <c:v>49.9999878985</c:v>
                </c:pt>
                <c:pt idx="93">
                  <c:v>50.0000711824</c:v>
                </c:pt>
                <c:pt idx="94">
                  <c:v>50.0000944129</c:v>
                </c:pt>
                <c:pt idx="95">
                  <c:v>50.0000699595</c:v>
                </c:pt>
                <c:pt idx="96">
                  <c:v>50.0000677364</c:v>
                </c:pt>
                <c:pt idx="97">
                  <c:v>49.9999847892</c:v>
                </c:pt>
                <c:pt idx="98">
                  <c:v>49.9999818094</c:v>
                </c:pt>
                <c:pt idx="99">
                  <c:v>49.9999562705</c:v>
                </c:pt>
                <c:pt idx="100">
                  <c:v>49.999979246</c:v>
                </c:pt>
                <c:pt idx="101">
                  <c:v>50.0000619853</c:v>
                </c:pt>
                <c:pt idx="102">
                  <c:v>50.0000650419</c:v>
                </c:pt>
                <c:pt idx="103">
                  <c:v>50.0000973865</c:v>
                </c:pt>
                <c:pt idx="104">
                  <c:v>50.0000796996</c:v>
                </c:pt>
                <c:pt idx="105">
                  <c:v>50.0000010293</c:v>
                </c:pt>
                <c:pt idx="106">
                  <c:v>49.9999971023</c:v>
                </c:pt>
                <c:pt idx="107">
                  <c:v>49.9999597365</c:v>
                </c:pt>
                <c:pt idx="108">
                  <c:v>49.999973437</c:v>
                </c:pt>
                <c:pt idx="109">
                  <c:v>50.0000473147</c:v>
                </c:pt>
                <c:pt idx="110">
                  <c:v>50.0000526026</c:v>
                </c:pt>
                <c:pt idx="111">
                  <c:v>50.0001001248</c:v>
                </c:pt>
                <c:pt idx="112">
                  <c:v>50.0000912949</c:v>
                </c:pt>
                <c:pt idx="113">
                  <c:v>50.0000248125</c:v>
                </c:pt>
                <c:pt idx="114">
                  <c:v>50.0000196027</c:v>
                </c:pt>
                <c:pt idx="115">
                  <c:v>49.9999627739</c:v>
                </c:pt>
                <c:pt idx="116">
                  <c:v>49.999967314</c:v>
                </c:pt>
                <c:pt idx="117">
                  <c:v>50.000028874</c:v>
                </c:pt>
                <c:pt idx="118">
                  <c:v>50.0000341399</c:v>
                </c:pt>
                <c:pt idx="119">
                  <c:v>50.000100683</c:v>
                </c:pt>
                <c:pt idx="120">
                  <c:v>50.0001024337</c:v>
                </c:pt>
                <c:pt idx="121">
                  <c:v>50.0000479605</c:v>
                </c:pt>
                <c:pt idx="122">
                  <c:v>50.0000427591</c:v>
                </c:pt>
                <c:pt idx="123">
                  <c:v>49.9999728092</c:v>
                </c:pt>
                <c:pt idx="124">
                  <c:v>49.9999651868</c:v>
                </c:pt>
                <c:pt idx="125">
                  <c:v>50.0000099568</c:v>
                </c:pt>
                <c:pt idx="126">
                  <c:v>50.0000151932</c:v>
                </c:pt>
                <c:pt idx="127">
                  <c:v>50.0000902933</c:v>
                </c:pt>
                <c:pt idx="128">
                  <c:v>50.0001040424</c:v>
                </c:pt>
                <c:pt idx="129">
                  <c:v>50.0000704013</c:v>
                </c:pt>
                <c:pt idx="130">
                  <c:v>50.0000652088</c:v>
                </c:pt>
                <c:pt idx="131">
                  <c:v>49.9999863817</c:v>
                </c:pt>
                <c:pt idx="132">
                  <c:v>49.9999668774</c:v>
                </c:pt>
                <c:pt idx="133">
                  <c:v>49.9999936658</c:v>
                </c:pt>
                <c:pt idx="134">
                  <c:v>49.9999958981</c:v>
                </c:pt>
                <c:pt idx="135">
                  <c:v>50.0000792219</c:v>
                </c:pt>
                <c:pt idx="136">
                  <c:v>50.0000822015</c:v>
                </c:pt>
                <c:pt idx="137">
                  <c:v>50.0001047764</c:v>
                </c:pt>
                <c:pt idx="138">
                  <c:v>50.0000803895</c:v>
                </c:pt>
                <c:pt idx="139">
                  <c:v>49.9999988471</c:v>
                </c:pt>
                <c:pt idx="140">
                  <c:v>49.9999958776</c:v>
                </c:pt>
                <c:pt idx="141">
                  <c:v>49.999967441</c:v>
                </c:pt>
                <c:pt idx="142">
                  <c:v>49.9999873706</c:v>
                </c:pt>
                <c:pt idx="143">
                  <c:v>50.0000671788</c:v>
                </c:pt>
                <c:pt idx="144">
                  <c:v>50.0000701347</c:v>
                </c:pt>
                <c:pt idx="145">
                  <c:v>50.0001043477</c:v>
                </c:pt>
                <c:pt idx="146">
                  <c:v>50.0000887971</c:v>
                </c:pt>
                <c:pt idx="147">
                  <c:v>50.000013552</c:v>
                </c:pt>
                <c:pt idx="148">
                  <c:v>50.00000837</c:v>
                </c:pt>
                <c:pt idx="149">
                  <c:v>49.9999671058</c:v>
                </c:pt>
                <c:pt idx="150">
                  <c:v>49.999978082</c:v>
                </c:pt>
                <c:pt idx="151">
                  <c:v>50.0000468412</c:v>
                </c:pt>
                <c:pt idx="152">
                  <c:v>50.0000519877</c:v>
                </c:pt>
                <c:pt idx="153">
                  <c:v>50.0001030908</c:v>
                </c:pt>
                <c:pt idx="154">
                  <c:v>50.0000964158</c:v>
                </c:pt>
                <c:pt idx="155">
                  <c:v>50.0000330322</c:v>
                </c:pt>
                <c:pt idx="156">
                  <c:v>50.0000278571</c:v>
                </c:pt>
                <c:pt idx="157">
                  <c:v>49.9999658462</c:v>
                </c:pt>
                <c:pt idx="158">
                  <c:v>49.9999680239</c:v>
                </c:pt>
                <c:pt idx="159">
                  <c:v>50.0000246153</c:v>
                </c:pt>
                <c:pt idx="160">
                  <c:v>50.0000297363</c:v>
                </c:pt>
                <c:pt idx="161">
                  <c:v>50.0000964282</c:v>
                </c:pt>
                <c:pt idx="162">
                  <c:v>50.0001010171</c:v>
                </c:pt>
                <c:pt idx="163">
                  <c:v>50.0000516906</c:v>
                </c:pt>
                <c:pt idx="164">
                  <c:v>50.0000465248</c:v>
                </c:pt>
                <c:pt idx="165">
                  <c:v>49.9999745741</c:v>
                </c:pt>
                <c:pt idx="166">
                  <c:v>49.9999639435</c:v>
                </c:pt>
                <c:pt idx="167">
                  <c:v>50.0000020005</c:v>
                </c:pt>
                <c:pt idx="168">
                  <c:v>50.0000070944</c:v>
                </c:pt>
                <c:pt idx="169">
                  <c:v>50.0000821371</c:v>
                </c:pt>
                <c:pt idx="170">
                  <c:v>50.0000982706</c:v>
                </c:pt>
                <c:pt idx="171">
                  <c:v>50.0000693028</c:v>
                </c:pt>
                <c:pt idx="172">
                  <c:v>50.0000644128</c:v>
                </c:pt>
                <c:pt idx="173">
                  <c:v>49.9999838583</c:v>
                </c:pt>
                <c:pt idx="174">
                  <c:v>49.9999614133</c:v>
                </c:pt>
                <c:pt idx="175">
                  <c:v>49.9999850892</c:v>
                </c:pt>
                <c:pt idx="176">
                  <c:v>49.9999872415</c:v>
                </c:pt>
                <c:pt idx="177">
                  <c:v>50.0000675668</c:v>
                </c:pt>
                <c:pt idx="178">
                  <c:v>50.0000704488</c:v>
                </c:pt>
                <c:pt idx="179">
                  <c:v>50.0000951458</c:v>
                </c:pt>
                <c:pt idx="180">
                  <c:v>50.000072902</c:v>
                </c:pt>
                <c:pt idx="181">
                  <c:v>49.9999927569</c:v>
                </c:pt>
                <c:pt idx="182">
                  <c:v>49.9999897984</c:v>
                </c:pt>
                <c:pt idx="183">
                  <c:v>49.9999584921</c:v>
                </c:pt>
                <c:pt idx="184">
                  <c:v>49.9999755907</c:v>
                </c:pt>
                <c:pt idx="185">
                  <c:v>50.0000517192</c:v>
                </c:pt>
                <c:pt idx="186">
                  <c:v>50.0000555157</c:v>
                </c:pt>
                <c:pt idx="187">
                  <c:v>50.0000916104</c:v>
                </c:pt>
                <c:pt idx="188">
                  <c:v>50.0000783102</c:v>
                </c:pt>
                <c:pt idx="189">
                  <c:v>50.0000066382</c:v>
                </c:pt>
                <c:pt idx="190">
                  <c:v>50.0000015093</c:v>
                </c:pt>
                <c:pt idx="191">
                  <c:v>49.9999554272</c:v>
                </c:pt>
                <c:pt idx="192">
                  <c:v>49.9999639635</c:v>
                </c:pt>
                <c:pt idx="193">
                  <c:v>50.0000282706</c:v>
                </c:pt>
                <c:pt idx="194">
                  <c:v>50.000033311</c:v>
                </c:pt>
                <c:pt idx="195">
                  <c:v>50.0000881903</c:v>
                </c:pt>
                <c:pt idx="196">
                  <c:v>50.0000837701</c:v>
                </c:pt>
                <c:pt idx="197">
                  <c:v>50.0000239535</c:v>
                </c:pt>
                <c:pt idx="198">
                  <c:v>50.0000188438</c:v>
                </c:pt>
                <c:pt idx="199">
                  <c:v>49.9999542137</c:v>
                </c:pt>
                <c:pt idx="200">
                  <c:v>49.9999525092</c:v>
                </c:pt>
                <c:pt idx="201">
                  <c:v>50.0000050523</c:v>
                </c:pt>
                <c:pt idx="202">
                  <c:v>50.0000100764</c:v>
                </c:pt>
                <c:pt idx="203">
                  <c:v>50.0000776007</c:v>
                </c:pt>
                <c:pt idx="204">
                  <c:v>50.0000849455</c:v>
                </c:pt>
                <c:pt idx="205">
                  <c:v>50.0000414022</c:v>
                </c:pt>
                <c:pt idx="206">
                  <c:v>50.0000363178</c:v>
                </c:pt>
                <c:pt idx="207">
                  <c:v>49.999963325</c:v>
                </c:pt>
                <c:pt idx="208">
                  <c:v>49.9999499311</c:v>
                </c:pt>
                <c:pt idx="209">
                  <c:v>49.999982288</c:v>
                </c:pt>
                <c:pt idx="210">
                  <c:v>49.9999872976</c:v>
                </c:pt>
                <c:pt idx="211">
                  <c:v>50.0000633127</c:v>
                </c:pt>
                <c:pt idx="212">
                  <c:v>50.0000820846</c:v>
                </c:pt>
                <c:pt idx="213">
                  <c:v>50.0000559151</c:v>
                </c:pt>
                <c:pt idx="214">
                  <c:v>50.0000537343</c:v>
                </c:pt>
                <c:pt idx="215">
                  <c:v>49.9999728213</c:v>
                </c:pt>
                <c:pt idx="216">
                  <c:v>49.9999699182</c:v>
                </c:pt>
                <c:pt idx="217">
                  <c:v>49.9999479162</c:v>
                </c:pt>
                <c:pt idx="218">
                  <c:v>49.9999713388</c:v>
                </c:pt>
                <c:pt idx="219">
                  <c:v>50.0000498632</c:v>
                </c:pt>
                <c:pt idx="220">
                  <c:v>50.0000527153</c:v>
                </c:pt>
                <c:pt idx="221">
                  <c:v>50.000080014</c:v>
                </c:pt>
                <c:pt idx="222">
                  <c:v>50.000060469</c:v>
                </c:pt>
                <c:pt idx="223">
                  <c:v>49.9999827518</c:v>
                </c:pt>
                <c:pt idx="224">
                  <c:v>49.999979873</c:v>
                </c:pt>
                <c:pt idx="225">
                  <c:v>49.9999465467</c:v>
                </c:pt>
                <c:pt idx="226">
                  <c:v>49.9999615371</c:v>
                </c:pt>
                <c:pt idx="227">
                  <c:v>50.0000341951</c:v>
                </c:pt>
                <c:pt idx="228">
                  <c:v>50.0000392008</c:v>
                </c:pt>
                <c:pt idx="229">
                  <c:v>50.0000788896</c:v>
                </c:pt>
                <c:pt idx="230">
                  <c:v>50.0000681493</c:v>
                </c:pt>
                <c:pt idx="231">
                  <c:v>50.0000011743</c:v>
                </c:pt>
                <c:pt idx="232">
                  <c:v>49.9999961695</c:v>
                </c:pt>
                <c:pt idx="233">
                  <c:v>49.9999464038</c:v>
                </c:pt>
                <c:pt idx="234">
                  <c:v>49.9999528227</c:v>
                </c:pt>
                <c:pt idx="235">
                  <c:v>50.0000139351</c:v>
                </c:pt>
                <c:pt idx="236">
                  <c:v>50.0000189319</c:v>
                </c:pt>
                <c:pt idx="237">
                  <c:v>50.0000786524</c:v>
                </c:pt>
                <c:pt idx="238">
                  <c:v>50.0000765214</c:v>
                </c:pt>
                <c:pt idx="239">
                  <c:v>50.0000213324</c:v>
                </c:pt>
                <c:pt idx="240">
                  <c:v>50.0000163534</c:v>
                </c:pt>
                <c:pt idx="241">
                  <c:v>49.9999514966</c:v>
                </c:pt>
                <c:pt idx="242">
                  <c:v>49.9999470289</c:v>
                </c:pt>
                <c:pt idx="243">
                  <c:v>49.9999945993</c:v>
                </c:pt>
                <c:pt idx="244">
                  <c:v>49.9999995881</c:v>
                </c:pt>
                <c:pt idx="245">
                  <c:v>50.0000689657</c:v>
                </c:pt>
                <c:pt idx="246">
                  <c:v>50.0000791828</c:v>
                </c:pt>
                <c:pt idx="247">
                  <c:v>50.0000420906</c:v>
                </c:pt>
                <c:pt idx="248">
                  <c:v>50.0000371436</c:v>
                </c:pt>
                <c:pt idx="249">
                  <c:v>49.9999642293</c:v>
                </c:pt>
                <c:pt idx="250">
                  <c:v>49.9999485289</c:v>
                </c:pt>
                <c:pt idx="251">
                  <c:v>49.9999763996</c:v>
                </c:pt>
                <c:pt idx="252">
                  <c:v>49.9999811213</c:v>
                </c:pt>
                <c:pt idx="253">
                  <c:v>50.0000588911</c:v>
                </c:pt>
                <c:pt idx="254">
                  <c:v>50.0000805377</c:v>
                </c:pt>
                <c:pt idx="255">
                  <c:v>50.0000574927</c:v>
                </c:pt>
                <c:pt idx="256">
                  <c:v>50.0000553977</c:v>
                </c:pt>
                <c:pt idx="257">
                  <c:v>49.9999775026</c:v>
                </c:pt>
                <c:pt idx="258">
                  <c:v>49.9999747037</c:v>
                </c:pt>
                <c:pt idx="259">
                  <c:v>49.9999507166</c:v>
                </c:pt>
                <c:pt idx="260">
                  <c:v>49.999972195</c:v>
                </c:pt>
                <c:pt idx="261">
                  <c:v>50.0000495838</c:v>
                </c:pt>
                <c:pt idx="262">
                  <c:v>50.0000524378</c:v>
                </c:pt>
                <c:pt idx="263">
                  <c:v>50.0000826314</c:v>
                </c:pt>
                <c:pt idx="264">
                  <c:v>50.0000659695</c:v>
                </c:pt>
                <c:pt idx="265">
                  <c:v>49.9999921283</c:v>
                </c:pt>
                <c:pt idx="266">
                  <c:v>49.9999884485</c:v>
                </c:pt>
                <c:pt idx="267">
                  <c:v>49.9999534525</c:v>
                </c:pt>
                <c:pt idx="268">
                  <c:v>49.9999663139</c:v>
                </c:pt>
                <c:pt idx="269">
                  <c:v>50.0000355986</c:v>
                </c:pt>
                <c:pt idx="270">
                  <c:v>50.0000405562</c:v>
                </c:pt>
                <c:pt idx="271">
                  <c:v>50.0000850673</c:v>
                </c:pt>
                <c:pt idx="272">
                  <c:v>50.0000767931</c:v>
                </c:pt>
                <c:pt idx="273">
                  <c:v>50.0000145137</c:v>
                </c:pt>
                <c:pt idx="274">
                  <c:v>50.0000096342</c:v>
                </c:pt>
                <c:pt idx="275">
                  <c:v>49.9999564773</c:v>
                </c:pt>
                <c:pt idx="276">
                  <c:v>49.9999607519</c:v>
                </c:pt>
                <c:pt idx="277">
                  <c:v>50.0000186363</c:v>
                </c:pt>
                <c:pt idx="278">
                  <c:v>50.0000235831</c:v>
                </c:pt>
                <c:pt idx="279">
                  <c:v>50.0000861743</c:v>
                </c:pt>
                <c:pt idx="280">
                  <c:v>50.0000878243</c:v>
                </c:pt>
                <c:pt idx="281">
                  <c:v>50.0000369721</c:v>
                </c:pt>
                <c:pt idx="282">
                  <c:v>50.0000321093</c:v>
                </c:pt>
                <c:pt idx="283">
                  <c:v>49.9999667966</c:v>
                </c:pt>
                <c:pt idx="284">
                  <c:v>49.999959701</c:v>
                </c:pt>
                <c:pt idx="285">
                  <c:v>50.0000019583</c:v>
                </c:pt>
                <c:pt idx="286">
                  <c:v>50.0000068853</c:v>
                </c:pt>
                <c:pt idx="287">
                  <c:v>50.000077596</c:v>
                </c:pt>
                <c:pt idx="288">
                  <c:v>50.0000905621</c:v>
                </c:pt>
                <c:pt idx="289">
                  <c:v>50.0000592461</c:v>
                </c:pt>
                <c:pt idx="290">
                  <c:v>50.0000544003</c:v>
                </c:pt>
                <c:pt idx="291">
                  <c:v>49.9999809245</c:v>
                </c:pt>
                <c:pt idx="292">
                  <c:v>49.999962824</c:v>
                </c:pt>
                <c:pt idx="293">
                  <c:v>49.9999882964</c:v>
                </c:pt>
                <c:pt idx="294">
                  <c:v>49.9999904191</c:v>
                </c:pt>
                <c:pt idx="295">
                  <c:v>50.0000689663</c:v>
                </c:pt>
                <c:pt idx="296">
                  <c:v>50.0000717862</c:v>
                </c:pt>
                <c:pt idx="297">
                  <c:v>50.0000931598</c:v>
                </c:pt>
                <c:pt idx="298">
                  <c:v>50.0000705859</c:v>
                </c:pt>
                <c:pt idx="299">
                  <c:v>49.9999947207</c:v>
                </c:pt>
                <c:pt idx="300">
                  <c:v>49.9999919687</c:v>
                </c:pt>
                <c:pt idx="301">
                  <c:v>49.9999656319</c:v>
                </c:pt>
                <c:pt idx="302">
                  <c:v>49.9999846224</c:v>
                </c:pt>
                <c:pt idx="303">
                  <c:v>50.000060009</c:v>
                </c:pt>
                <c:pt idx="304">
                  <c:v>50.0000628125</c:v>
                </c:pt>
                <c:pt idx="305">
                  <c:v>50.000095273</c:v>
                </c:pt>
                <c:pt idx="306">
                  <c:v>50.0000809011</c:v>
                </c:pt>
                <c:pt idx="307">
                  <c:v>50.0000109429</c:v>
                </c:pt>
                <c:pt idx="308">
                  <c:v>50.0000061188</c:v>
                </c:pt>
                <c:pt idx="309">
                  <c:v>49.9999679035</c:v>
                </c:pt>
                <c:pt idx="310">
                  <c:v>49.9999783752</c:v>
                </c:pt>
                <c:pt idx="311">
                  <c:v>50.000043461</c:v>
                </c:pt>
                <c:pt idx="312">
                  <c:v>50.000048319</c:v>
                </c:pt>
                <c:pt idx="313">
                  <c:v>50.0000967479</c:v>
                </c:pt>
                <c:pt idx="314">
                  <c:v>50.0000905901</c:v>
                </c:pt>
                <c:pt idx="315">
                  <c:v>50.0000317724</c:v>
                </c:pt>
                <c:pt idx="316">
                  <c:v>50.0000269549</c:v>
                </c:pt>
                <c:pt idx="317">
                  <c:v>49.9999694635</c:v>
                </c:pt>
                <c:pt idx="318">
                  <c:v>49.9999715401</c:v>
                </c:pt>
                <c:pt idx="319">
                  <c:v>50.0000252161</c:v>
                </c:pt>
                <c:pt idx="320">
                  <c:v>50.0000300502</c:v>
                </c:pt>
                <c:pt idx="321">
                  <c:v>50.0000931041</c:v>
                </c:pt>
                <c:pt idx="322">
                  <c:v>50.0000974584</c:v>
                </c:pt>
                <c:pt idx="323">
                  <c:v>50.0000517152</c:v>
                </c:pt>
                <c:pt idx="324">
                  <c:v>50.0000469027</c:v>
                </c:pt>
                <c:pt idx="325">
                  <c:v>49.999980029</c:v>
                </c:pt>
                <c:pt idx="326">
                  <c:v>49.999970199</c:v>
                </c:pt>
                <c:pt idx="327">
                  <c:v>50.0000062827</c:v>
                </c:pt>
                <c:pt idx="328">
                  <c:v>50.0000110859</c:v>
                </c:pt>
                <c:pt idx="329">
                  <c:v>50.0000819276</c:v>
                </c:pt>
                <c:pt idx="330">
                  <c:v>50.0000972099</c:v>
                </c:pt>
                <c:pt idx="331">
                  <c:v>50.0000703614</c:v>
                </c:pt>
                <c:pt idx="332">
                  <c:v>50.0000657965</c:v>
                </c:pt>
                <c:pt idx="333">
                  <c:v>49.9999906402</c:v>
                </c:pt>
                <c:pt idx="334">
                  <c:v>49.9999697473</c:v>
                </c:pt>
                <c:pt idx="335">
                  <c:v>49.9999922225</c:v>
                </c:pt>
                <c:pt idx="336">
                  <c:v>49.9999942657</c:v>
                </c:pt>
                <c:pt idx="337">
                  <c:v>50.000069948</c:v>
                </c:pt>
                <c:pt idx="338">
                  <c:v>50.0000726716</c:v>
                </c:pt>
                <c:pt idx="339">
                  <c:v>50.0000960162</c:v>
                </c:pt>
                <c:pt idx="340">
                  <c:v>50.0000753258</c:v>
                </c:pt>
                <c:pt idx="341">
                  <c:v>50.000000571</c:v>
                </c:pt>
                <c:pt idx="342">
                  <c:v>49.9999978184</c:v>
                </c:pt>
                <c:pt idx="343">
                  <c:v>49.9999687046</c:v>
                </c:pt>
                <c:pt idx="344">
                  <c:v>49.9999849323</c:v>
                </c:pt>
                <c:pt idx="345">
                  <c:v>50.0000566406</c:v>
                </c:pt>
                <c:pt idx="346">
                  <c:v>50.0000602138</c:v>
                </c:pt>
                <c:pt idx="347">
                  <c:v>50.0000942372</c:v>
                </c:pt>
                <c:pt idx="348">
                  <c:v>50.0000818162</c:v>
                </c:pt>
                <c:pt idx="349">
                  <c:v>50.0000148229</c:v>
                </c:pt>
                <c:pt idx="350">
                  <c:v>50.0000100277</c:v>
                </c:pt>
                <c:pt idx="351">
                  <c:v>49.999966952</c:v>
                </c:pt>
                <c:pt idx="352">
                  <c:v>49.999974981</c:v>
                </c:pt>
                <c:pt idx="353">
                  <c:v>50.0000353366</c:v>
                </c:pt>
                <c:pt idx="354">
                  <c:v>50.0000400626</c:v>
                </c:pt>
                <c:pt idx="355">
                  <c:v>50.0000915822</c:v>
                </c:pt>
                <c:pt idx="356">
                  <c:v>50.0000874503</c:v>
                </c:pt>
                <c:pt idx="357">
                  <c:v>50.0000315073</c:v>
                </c:pt>
                <c:pt idx="358">
                  <c:v>50.0000267272</c:v>
                </c:pt>
                <c:pt idx="359">
                  <c:v>49.9999662858</c:v>
                </c:pt>
                <c:pt idx="360">
                  <c:v>49.9999646976</c:v>
                </c:pt>
                <c:pt idx="361">
                  <c:v>50.0000139842</c:v>
                </c:pt>
                <c:pt idx="362">
                  <c:v>50.0000186897</c:v>
                </c:pt>
                <c:pt idx="363">
                  <c:v>50.0000818742</c:v>
                </c:pt>
                <c:pt idx="364">
                  <c:v>50.0000887332</c:v>
                </c:pt>
                <c:pt idx="365">
                  <c:v>50.0000478039</c:v>
                </c:pt>
                <c:pt idx="366">
                  <c:v>50.0000430337</c:v>
                </c:pt>
                <c:pt idx="367">
                  <c:v>49.9999745494</c:v>
                </c:pt>
                <c:pt idx="368">
                  <c:v>49.9999619832</c:v>
                </c:pt>
                <c:pt idx="369">
                  <c:v>49.999992271</c:v>
                </c:pt>
                <c:pt idx="370">
                  <c:v>49.999996959</c:v>
                </c:pt>
                <c:pt idx="371">
                  <c:v>50.0000680315</c:v>
                </c:pt>
                <c:pt idx="372">
                  <c:v>50.0000855272</c:v>
                </c:pt>
                <c:pt idx="373">
                  <c:v>50.000060787</c:v>
                </c:pt>
                <c:pt idx="374">
                  <c:v>50.0000587253</c:v>
                </c:pt>
                <c:pt idx="375">
                  <c:v>49.9999826299</c:v>
                </c:pt>
                <c:pt idx="376">
                  <c:v>49.9999798976</c:v>
                </c:pt>
                <c:pt idx="377">
                  <c:v>49.9999591886</c:v>
                </c:pt>
                <c:pt idx="378">
                  <c:v>49.999981005</c:v>
                </c:pt>
                <c:pt idx="379">
                  <c:v>50.0000543241</c:v>
                </c:pt>
                <c:pt idx="380">
                  <c:v>50.0000569804</c:v>
                </c:pt>
                <c:pt idx="381">
                  <c:v>50.0000823955</c:v>
                </c:pt>
                <c:pt idx="382">
                  <c:v>50.0000639276</c:v>
                </c:pt>
                <c:pt idx="383">
                  <c:v>49.9999907323</c:v>
                </c:pt>
                <c:pt idx="384">
                  <c:v>49.9999880066</c:v>
                </c:pt>
                <c:pt idx="385">
                  <c:v>49.9999564445</c:v>
                </c:pt>
                <c:pt idx="386">
                  <c:v>49.9999702819</c:v>
                </c:pt>
                <c:pt idx="387">
                  <c:v>50.0000378583</c:v>
                </c:pt>
                <c:pt idx="388">
                  <c:v>50.0000425213</c:v>
                </c:pt>
                <c:pt idx="389">
                  <c:v>50.0000793262</c:v>
                </c:pt>
                <c:pt idx="390">
                  <c:v>50.0000691219</c:v>
                </c:pt>
                <c:pt idx="391">
                  <c:v>50.0000058344</c:v>
                </c:pt>
                <c:pt idx="392">
                  <c:v>50.0000011144</c:v>
                </c:pt>
                <c:pt idx="393">
                  <c:v>49.9999540397</c:v>
                </c:pt>
                <c:pt idx="394">
                  <c:v>49.9999599654</c:v>
                </c:pt>
                <c:pt idx="395">
                  <c:v>50.0000166987</c:v>
                </c:pt>
                <c:pt idx="396">
                  <c:v>50.0000213513</c:v>
                </c:pt>
                <c:pt idx="397">
                  <c:v>50.0000766973</c:v>
                </c:pt>
                <c:pt idx="398">
                  <c:v>50.0000746679</c:v>
                </c:pt>
                <c:pt idx="399">
                  <c:v>50.0000223702</c:v>
                </c:pt>
                <c:pt idx="400">
                  <c:v>50.0000176729</c:v>
                </c:pt>
                <c:pt idx="401">
                  <c:v>49.9999563903</c:v>
                </c:pt>
                <c:pt idx="402">
                  <c:v>49.9999521538</c:v>
                </c:pt>
                <c:pt idx="403">
                  <c:v>49.9999962324</c:v>
                </c:pt>
                <c:pt idx="404">
                  <c:v>50.000000877</c:v>
                </c:pt>
                <c:pt idx="405">
                  <c:v>50.0000652898</c:v>
                </c:pt>
                <c:pt idx="406">
                  <c:v>50.0000747172</c:v>
                </c:pt>
                <c:pt idx="407">
                  <c:v>50.0000394045</c:v>
                </c:pt>
                <c:pt idx="408">
                  <c:v>50.0000347294</c:v>
                </c:pt>
                <c:pt idx="409">
                  <c:v>49.9999657535</c:v>
                </c:pt>
                <c:pt idx="410">
                  <c:v>49.9999508573</c:v>
                </c:pt>
                <c:pt idx="411">
                  <c:v>49.9999767267</c:v>
                </c:pt>
                <c:pt idx="412">
                  <c:v>49.9999813112</c:v>
                </c:pt>
                <c:pt idx="413">
                  <c:v>50.0000584184</c:v>
                </c:pt>
                <c:pt idx="414">
                  <c:v>50.0000797349</c:v>
                </c:pt>
                <c:pt idx="415">
                  <c:v>49.9986211569</c:v>
                </c:pt>
                <c:pt idx="416">
                  <c:v>49.9984912318</c:v>
                </c:pt>
                <c:pt idx="417">
                  <c:v>49.9699426751</c:v>
                </c:pt>
                <c:pt idx="418">
                  <c:v>49.9665512375</c:v>
                </c:pt>
                <c:pt idx="419">
                  <c:v>49.9394197361</c:v>
                </c:pt>
                <c:pt idx="420">
                  <c:v>49.9353681027</c:v>
                </c:pt>
                <c:pt idx="421">
                  <c:v>49.9291260475</c:v>
                </c:pt>
                <c:pt idx="422">
                  <c:v>49.9228839923</c:v>
                </c:pt>
                <c:pt idx="423">
                  <c:v>49.9166419371</c:v>
                </c:pt>
                <c:pt idx="424">
                  <c:v>49.8791896058</c:v>
                </c:pt>
                <c:pt idx="425">
                  <c:v>49.8729475506</c:v>
                </c:pt>
                <c:pt idx="426">
                  <c:v>49.7477915057</c:v>
                </c:pt>
                <c:pt idx="427">
                  <c:v>49.7418401586</c:v>
                </c:pt>
                <c:pt idx="428">
                  <c:v>49.6555779858</c:v>
                </c:pt>
                <c:pt idx="429">
                  <c:v>49.6526376798</c:v>
                </c:pt>
                <c:pt idx="430">
                  <c:v>49.6248377735</c:v>
                </c:pt>
                <c:pt idx="431">
                  <c:v>49.6239476796</c:v>
                </c:pt>
                <c:pt idx="432">
                  <c:v>49.6156658882</c:v>
                </c:pt>
                <c:pt idx="433">
                  <c:v>49.6148632077</c:v>
                </c:pt>
                <c:pt idx="434">
                  <c:v>49.5963953837</c:v>
                </c:pt>
                <c:pt idx="435">
                  <c:v>49.5951980324</c:v>
                </c:pt>
                <c:pt idx="436">
                  <c:v>49.5716258712</c:v>
                </c:pt>
                <c:pt idx="437">
                  <c:v>49.5703131587</c:v>
                </c:pt>
                <c:pt idx="438">
                  <c:v>49.5475780428</c:v>
                </c:pt>
                <c:pt idx="439">
                  <c:v>49.5463795227</c:v>
                </c:pt>
                <c:pt idx="440">
                  <c:v>49.5269212743</c:v>
                </c:pt>
                <c:pt idx="441">
                  <c:v>49.5260461389</c:v>
                </c:pt>
                <c:pt idx="442">
                  <c:v>49.5114230071</c:v>
                </c:pt>
                <c:pt idx="443">
                  <c:v>49.5107142544</c:v>
                </c:pt>
                <c:pt idx="444">
                  <c:v>49.4993900652</c:v>
                </c:pt>
                <c:pt idx="445">
                  <c:v>49.4988120344</c:v>
                </c:pt>
                <c:pt idx="446">
                  <c:v>49.4902370174</c:v>
                </c:pt>
                <c:pt idx="447">
                  <c:v>49.4898277794</c:v>
                </c:pt>
                <c:pt idx="448">
                  <c:v>49.4829123164</c:v>
                </c:pt>
                <c:pt idx="449">
                  <c:v>49.4825558111</c:v>
                </c:pt>
                <c:pt idx="450">
                  <c:v>49.47677829</c:v>
                </c:pt>
                <c:pt idx="451">
                  <c:v>49.4765038597</c:v>
                </c:pt>
                <c:pt idx="452">
                  <c:v>49.4716638735</c:v>
                </c:pt>
                <c:pt idx="453">
                  <c:v>49.4714057342</c:v>
                </c:pt>
                <c:pt idx="454">
                  <c:v>49.4670278385</c:v>
                </c:pt>
                <c:pt idx="455">
                  <c:v>49.4667927637</c:v>
                </c:pt>
                <c:pt idx="456">
                  <c:v>49.4629063707</c:v>
                </c:pt>
                <c:pt idx="457">
                  <c:v>49.4627140035</c:v>
                </c:pt>
                <c:pt idx="458">
                  <c:v>49.4594180131</c:v>
                </c:pt>
                <c:pt idx="459">
                  <c:v>49.4592437368</c:v>
                </c:pt>
                <c:pt idx="460">
                  <c:v>49.4565791592</c:v>
                </c:pt>
                <c:pt idx="461">
                  <c:v>49.4564453613</c:v>
                </c:pt>
                <c:pt idx="462">
                  <c:v>49.4541571775</c:v>
                </c:pt>
                <c:pt idx="463">
                  <c:v>49.4540411332</c:v>
                </c:pt>
                <c:pt idx="464">
                  <c:v>49.4520306202</c:v>
                </c:pt>
                <c:pt idx="465">
                  <c:v>49.4519209467</c:v>
                </c:pt>
                <c:pt idx="466">
                  <c:v>49.4504575928</c:v>
                </c:pt>
                <c:pt idx="467">
                  <c:v>49.4503850369</c:v>
                </c:pt>
                <c:pt idx="468">
                  <c:v>49.4492776499</c:v>
                </c:pt>
                <c:pt idx="469">
                  <c:v>49.449225273</c:v>
                </c:pt>
                <c:pt idx="470">
                  <c:v>49.4483582299</c:v>
                </c:pt>
                <c:pt idx="471">
                  <c:v>49.4483326258</c:v>
                </c:pt>
                <c:pt idx="472">
                  <c:v>49.4480683796</c:v>
                </c:pt>
                <c:pt idx="473">
                  <c:v>49.4482147375</c:v>
                </c:pt>
                <c:pt idx="474">
                  <c:v>49.4498129083</c:v>
                </c:pt>
                <c:pt idx="475">
                  <c:v>49.4499749596</c:v>
                </c:pt>
                <c:pt idx="476">
                  <c:v>49.4544402974</c:v>
                </c:pt>
                <c:pt idx="477">
                  <c:v>49.4547579488</c:v>
                </c:pt>
                <c:pt idx="478">
                  <c:v>49.4609703925</c:v>
                </c:pt>
                <c:pt idx="479">
                  <c:v>49.4613352745</c:v>
                </c:pt>
                <c:pt idx="480">
                  <c:v>49.468075477</c:v>
                </c:pt>
                <c:pt idx="481">
                  <c:v>49.4684367409</c:v>
                </c:pt>
                <c:pt idx="482">
                  <c:v>49.4746834525</c:v>
                </c:pt>
                <c:pt idx="483">
                  <c:v>49.4750129025</c:v>
                </c:pt>
                <c:pt idx="484">
                  <c:v>49.4804321565</c:v>
                </c:pt>
                <c:pt idx="485">
                  <c:v>49.4806764237</c:v>
                </c:pt>
                <c:pt idx="486">
                  <c:v>49.4848177702</c:v>
                </c:pt>
                <c:pt idx="487">
                  <c:v>49.48501667</c:v>
                </c:pt>
                <c:pt idx="488">
                  <c:v>49.488024649</c:v>
                </c:pt>
                <c:pt idx="489">
                  <c:v>49.488172275</c:v>
                </c:pt>
                <c:pt idx="490">
                  <c:v>49.490244891</c:v>
                </c:pt>
                <c:pt idx="491">
                  <c:v>49.4903348715</c:v>
                </c:pt>
                <c:pt idx="492">
                  <c:v>49.4919046827</c:v>
                </c:pt>
                <c:pt idx="493">
                  <c:v>49.4919889666</c:v>
                </c:pt>
                <c:pt idx="494">
                  <c:v>49.4932675172</c:v>
                </c:pt>
                <c:pt idx="495">
                  <c:v>49.4933308395</c:v>
                </c:pt>
                <c:pt idx="496">
                  <c:v>49.4943522815</c:v>
                </c:pt>
                <c:pt idx="497">
                  <c:v>49.4943969355</c:v>
                </c:pt>
                <c:pt idx="498">
                  <c:v>49.4951866084</c:v>
                </c:pt>
                <c:pt idx="499">
                  <c:v>49.4952300747</c:v>
                </c:pt>
                <c:pt idx="500">
                  <c:v>49.4959456829</c:v>
                </c:pt>
                <c:pt idx="501">
                  <c:v>49.4959913321</c:v>
                </c:pt>
                <c:pt idx="502">
                  <c:v>49.4967799691</c:v>
                </c:pt>
                <c:pt idx="503">
                  <c:v>49.4968221262</c:v>
                </c:pt>
                <c:pt idx="504">
                  <c:v>49.4975098792</c:v>
                </c:pt>
                <c:pt idx="505">
                  <c:v>49.4975383616</c:v>
                </c:pt>
                <c:pt idx="506">
                  <c:v>49.4980039033</c:v>
                </c:pt>
                <c:pt idx="507">
                  <c:v>49.4980257066</c:v>
                </c:pt>
                <c:pt idx="508">
                  <c:v>49.498443379</c:v>
                </c:pt>
                <c:pt idx="509">
                  <c:v>49.4984672448</c:v>
                </c:pt>
                <c:pt idx="510">
                  <c:v>49.4989290386</c:v>
                </c:pt>
                <c:pt idx="511">
                  <c:v>49.4989585825</c:v>
                </c:pt>
                <c:pt idx="512">
                  <c:v>49.4993866988</c:v>
                </c:pt>
                <c:pt idx="513">
                  <c:v>49.4994060635</c:v>
                </c:pt>
                <c:pt idx="514">
                  <c:v>49.4997052356</c:v>
                </c:pt>
                <c:pt idx="515">
                  <c:v>49.4997121509</c:v>
                </c:pt>
                <c:pt idx="516">
                  <c:v>49.4999031774</c:v>
                </c:pt>
                <c:pt idx="517">
                  <c:v>49.4999186463</c:v>
                </c:pt>
                <c:pt idx="518">
                  <c:v>49.5001737225</c:v>
                </c:pt>
                <c:pt idx="519">
                  <c:v>49.5001948123</c:v>
                </c:pt>
                <c:pt idx="520">
                  <c:v>49.5005461973</c:v>
                </c:pt>
                <c:pt idx="521">
                  <c:v>49.5005588519</c:v>
                </c:pt>
                <c:pt idx="522">
                  <c:v>49.500770242</c:v>
                </c:pt>
                <c:pt idx="523">
                  <c:v>49.5007813939</c:v>
                </c:pt>
                <c:pt idx="524">
                  <c:v>49.500866221</c:v>
                </c:pt>
                <c:pt idx="525">
                  <c:v>49.5008747522</c:v>
                </c:pt>
                <c:pt idx="526">
                  <c:v>49.5010562264</c:v>
                </c:pt>
                <c:pt idx="527">
                  <c:v>49.5010680393</c:v>
                </c:pt>
                <c:pt idx="528">
                  <c:v>49.501313803</c:v>
                </c:pt>
                <c:pt idx="529">
                  <c:v>49.5013251942</c:v>
                </c:pt>
                <c:pt idx="530">
                  <c:v>49.5014743636</c:v>
                </c:pt>
                <c:pt idx="531">
                  <c:v>49.5014766001</c:v>
                </c:pt>
                <c:pt idx="532">
                  <c:v>49.5015169031</c:v>
                </c:pt>
                <c:pt idx="533">
                  <c:v>49.5015191435</c:v>
                </c:pt>
                <c:pt idx="534">
                  <c:v>49.501562714</c:v>
                </c:pt>
                <c:pt idx="535">
                  <c:v>49.5015739135</c:v>
                </c:pt>
                <c:pt idx="536">
                  <c:v>49.5017417205</c:v>
                </c:pt>
                <c:pt idx="537">
                  <c:v>49.5017492609</c:v>
                </c:pt>
                <c:pt idx="538">
                  <c:v>49.5019182523</c:v>
                </c:pt>
                <c:pt idx="539">
                  <c:v>49.5019134977</c:v>
                </c:pt>
                <c:pt idx="540">
                  <c:v>49.5018873474</c:v>
                </c:pt>
                <c:pt idx="541">
                  <c:v>49.5018977654</c:v>
                </c:pt>
                <c:pt idx="542">
                  <c:v>49.5018632554</c:v>
                </c:pt>
                <c:pt idx="543">
                  <c:v>49.5018604205</c:v>
                </c:pt>
                <c:pt idx="544">
                  <c:v>49.5020016704</c:v>
                </c:pt>
                <c:pt idx="545">
                  <c:v>49.5020080153</c:v>
                </c:pt>
                <c:pt idx="546">
                  <c:v>49.5021247101</c:v>
                </c:pt>
                <c:pt idx="547">
                  <c:v>49.5021466856</c:v>
                </c:pt>
                <c:pt idx="548">
                  <c:v>49.502106303</c:v>
                </c:pt>
                <c:pt idx="549">
                  <c:v>49.502101329</c:v>
                </c:pt>
                <c:pt idx="550">
                  <c:v>49.5020333505</c:v>
                </c:pt>
                <c:pt idx="551">
                  <c:v>49.5020209616</c:v>
                </c:pt>
                <c:pt idx="552">
                  <c:v>49.5020427863</c:v>
                </c:pt>
                <c:pt idx="553">
                  <c:v>49.5020481953</c:v>
                </c:pt>
                <c:pt idx="554">
                  <c:v>49.5021477153</c:v>
                </c:pt>
                <c:pt idx="555">
                  <c:v>49.5021493574</c:v>
                </c:pt>
                <c:pt idx="556">
                  <c:v>49.5021416529</c:v>
                </c:pt>
                <c:pt idx="557">
                  <c:v>49.5021409261</c:v>
                </c:pt>
                <c:pt idx="558">
                  <c:v>49.5020009348</c:v>
                </c:pt>
                <c:pt idx="559">
                  <c:v>49.5019999355</c:v>
                </c:pt>
                <c:pt idx="560">
                  <c:v>49.5019720645</c:v>
                </c:pt>
                <c:pt idx="561">
                  <c:v>49.5019611041</c:v>
                </c:pt>
                <c:pt idx="562">
                  <c:v>49.5020558595</c:v>
                </c:pt>
                <c:pt idx="563">
                  <c:v>49.5020532295</c:v>
                </c:pt>
                <c:pt idx="564">
                  <c:v>49.5020034031</c:v>
                </c:pt>
                <c:pt idx="565">
                  <c:v>49.5020003505</c:v>
                </c:pt>
                <c:pt idx="566">
                  <c:v>49.5018491853</c:v>
                </c:pt>
                <c:pt idx="567">
                  <c:v>49.5018377044</c:v>
                </c:pt>
                <c:pt idx="568">
                  <c:v>49.501753245</c:v>
                </c:pt>
                <c:pt idx="569">
                  <c:v>49.5017510506</c:v>
                </c:pt>
                <c:pt idx="570">
                  <c:v>49.5017313531</c:v>
                </c:pt>
                <c:pt idx="571">
                  <c:v>49.5017540988</c:v>
                </c:pt>
                <c:pt idx="572">
                  <c:v>49.5017186881</c:v>
                </c:pt>
                <c:pt idx="573">
                  <c:v>49.5017090207</c:v>
                </c:pt>
                <c:pt idx="574">
                  <c:v>49.5015306644</c:v>
                </c:pt>
                <c:pt idx="575">
                  <c:v>49.50152034</c:v>
                </c:pt>
                <c:pt idx="576">
                  <c:v>49.5013204748</c:v>
                </c:pt>
                <c:pt idx="577">
                  <c:v>49.5013089954</c:v>
                </c:pt>
                <c:pt idx="578">
                  <c:v>49.5012809222</c:v>
                </c:pt>
                <c:pt idx="579">
                  <c:v>49.5012773885</c:v>
                </c:pt>
                <c:pt idx="580">
                  <c:v>49.5012470396</c:v>
                </c:pt>
                <c:pt idx="581">
                  <c:v>49.5012469205</c:v>
                </c:pt>
                <c:pt idx="582">
                  <c:v>49.5010589698</c:v>
                </c:pt>
                <c:pt idx="583">
                  <c:v>49.5010500418</c:v>
                </c:pt>
                <c:pt idx="584">
                  <c:v>49.5008625992</c:v>
                </c:pt>
                <c:pt idx="585">
                  <c:v>49.5008500267</c:v>
                </c:pt>
                <c:pt idx="586">
                  <c:v>49.5007799165</c:v>
                </c:pt>
                <c:pt idx="587">
                  <c:v>49.5007785075</c:v>
                </c:pt>
                <c:pt idx="588">
                  <c:v>49.50073557</c:v>
                </c:pt>
                <c:pt idx="589">
                  <c:v>49.5007344497</c:v>
                </c:pt>
                <c:pt idx="590">
                  <c:v>49.5006161873</c:v>
                </c:pt>
                <c:pt idx="591">
                  <c:v>49.5006056935</c:v>
                </c:pt>
                <c:pt idx="592">
                  <c:v>49.5004070483</c:v>
                </c:pt>
                <c:pt idx="593">
                  <c:v>49.5003975118</c:v>
                </c:pt>
                <c:pt idx="594">
                  <c:v>49.500266674</c:v>
                </c:pt>
                <c:pt idx="595">
                  <c:v>49.5002622008</c:v>
                </c:pt>
                <c:pt idx="596">
                  <c:v>49.5002427195</c:v>
                </c:pt>
                <c:pt idx="597">
                  <c:v>49.5002412414</c:v>
                </c:pt>
                <c:pt idx="598">
                  <c:v>49.5001309638</c:v>
                </c:pt>
                <c:pt idx="599">
                  <c:v>49.5001239777</c:v>
                </c:pt>
                <c:pt idx="600">
                  <c:v>49.4999078432</c:v>
                </c:pt>
                <c:pt idx="601">
                  <c:v>49.4998927797</c:v>
                </c:pt>
                <c:pt idx="602">
                  <c:v>49.4997749761</c:v>
                </c:pt>
                <c:pt idx="603">
                  <c:v>49.4997687486</c:v>
                </c:pt>
                <c:pt idx="604">
                  <c:v>49.499712701</c:v>
                </c:pt>
                <c:pt idx="605">
                  <c:v>49.499760921</c:v>
                </c:pt>
                <c:pt idx="606">
                  <c:v>49.4996842887</c:v>
                </c:pt>
                <c:pt idx="607">
                  <c:v>49.4996797091</c:v>
                </c:pt>
                <c:pt idx="608">
                  <c:v>49.4995425232</c:v>
                </c:pt>
                <c:pt idx="609">
                  <c:v>49.4995293631</c:v>
                </c:pt>
                <c:pt idx="610">
                  <c:v>49.4993927971</c:v>
                </c:pt>
                <c:pt idx="611">
                  <c:v>49.4993880578</c:v>
                </c:pt>
                <c:pt idx="612">
                  <c:v>49.4993476892</c:v>
                </c:pt>
                <c:pt idx="613">
                  <c:v>49.4993645869</c:v>
                </c:pt>
                <c:pt idx="614">
                  <c:v>49.4993929491</c:v>
                </c:pt>
                <c:pt idx="615">
                  <c:v>49.4993814551</c:v>
                </c:pt>
                <c:pt idx="616">
                  <c:v>49.4992746239</c:v>
                </c:pt>
                <c:pt idx="617">
                  <c:v>49.4992660593</c:v>
                </c:pt>
                <c:pt idx="618">
                  <c:v>49.4991162663</c:v>
                </c:pt>
                <c:pt idx="619">
                  <c:v>49.4991083169</c:v>
                </c:pt>
                <c:pt idx="620">
                  <c:v>49.4990668512</c:v>
                </c:pt>
                <c:pt idx="621">
                  <c:v>49.4990907886</c:v>
                </c:pt>
                <c:pt idx="622">
                  <c:v>49.4991136989</c:v>
                </c:pt>
                <c:pt idx="623">
                  <c:v>49.4991433957</c:v>
                </c:pt>
                <c:pt idx="624">
                  <c:v>49.4990628338</c:v>
                </c:pt>
                <c:pt idx="625">
                  <c:v>49.4990547776</c:v>
                </c:pt>
                <c:pt idx="626">
                  <c:v>49.4989668916</c:v>
                </c:pt>
                <c:pt idx="627">
                  <c:v>49.4989594543</c:v>
                </c:pt>
                <c:pt idx="628">
                  <c:v>49.4988850812</c:v>
                </c:pt>
                <c:pt idx="629">
                  <c:v>49.498932331</c:v>
                </c:pt>
                <c:pt idx="630">
                  <c:v>49.4989909962</c:v>
                </c:pt>
                <c:pt idx="631">
                  <c:v>49.4989964498</c:v>
                </c:pt>
                <c:pt idx="632">
                  <c:v>49.4990678152</c:v>
                </c:pt>
                <c:pt idx="633">
                  <c:v>49.499040669</c:v>
                </c:pt>
                <c:pt idx="634">
                  <c:v>49.4989742359</c:v>
                </c:pt>
                <c:pt idx="635">
                  <c:v>49.4989710816</c:v>
                </c:pt>
                <c:pt idx="636">
                  <c:v>49.4989283333</c:v>
                </c:pt>
                <c:pt idx="637">
                  <c:v>49.4989459475</c:v>
                </c:pt>
                <c:pt idx="638">
                  <c:v>49.4990500625</c:v>
                </c:pt>
                <c:pt idx="639">
                  <c:v>49.4990573734</c:v>
                </c:pt>
                <c:pt idx="640">
                  <c:v>49.4991282578</c:v>
                </c:pt>
                <c:pt idx="641">
                  <c:v>49.4991318525</c:v>
                </c:pt>
                <c:pt idx="642">
                  <c:v>49.4990937666</c:v>
                </c:pt>
                <c:pt idx="643">
                  <c:v>49.4990875249</c:v>
                </c:pt>
                <c:pt idx="644">
                  <c:v>49.4990493542</c:v>
                </c:pt>
                <c:pt idx="645">
                  <c:v>49.4990726806</c:v>
                </c:pt>
                <c:pt idx="646">
                  <c:v>49.4991496714</c:v>
                </c:pt>
                <c:pt idx="647">
                  <c:v>49.4991616092</c:v>
                </c:pt>
                <c:pt idx="648">
                  <c:v>49.4992912174</c:v>
                </c:pt>
                <c:pt idx="649">
                  <c:v>49.4992939565</c:v>
                </c:pt>
                <c:pt idx="650">
                  <c:v>49.4993567857</c:v>
                </c:pt>
                <c:pt idx="651">
                  <c:v>49.4993466377</c:v>
                </c:pt>
                <c:pt idx="652">
                  <c:v>49.4992908241</c:v>
                </c:pt>
                <c:pt idx="653">
                  <c:v>49.4993242965</c:v>
                </c:pt>
                <c:pt idx="654">
                  <c:v>49.4994082205</c:v>
                </c:pt>
                <c:pt idx="655">
                  <c:v>49.4994130275</c:v>
                </c:pt>
                <c:pt idx="656">
                  <c:v>49.4996131397</c:v>
                </c:pt>
                <c:pt idx="657">
                  <c:v>49.4996195578</c:v>
                </c:pt>
                <c:pt idx="658">
                  <c:v>49.4997021332</c:v>
                </c:pt>
                <c:pt idx="659">
                  <c:v>49.4997125069</c:v>
                </c:pt>
                <c:pt idx="660">
                  <c:v>49.4997009544</c:v>
                </c:pt>
                <c:pt idx="661">
                  <c:v>49.4997051193</c:v>
                </c:pt>
                <c:pt idx="662">
                  <c:v>49.4997864167</c:v>
                </c:pt>
                <c:pt idx="663">
                  <c:v>49.4997952252</c:v>
                </c:pt>
                <c:pt idx="664">
                  <c:v>49.4999518534</c:v>
                </c:pt>
                <c:pt idx="665">
                  <c:v>49.499961562</c:v>
                </c:pt>
                <c:pt idx="666">
                  <c:v>49.5000930357</c:v>
                </c:pt>
                <c:pt idx="667">
                  <c:v>49.5000868572</c:v>
                </c:pt>
                <c:pt idx="668">
                  <c:v>49.5001168953</c:v>
                </c:pt>
                <c:pt idx="669">
                  <c:v>49.5001155242</c:v>
                </c:pt>
                <c:pt idx="670">
                  <c:v>49.5001485433</c:v>
                </c:pt>
                <c:pt idx="671">
                  <c:v>49.5001604726</c:v>
                </c:pt>
                <c:pt idx="672">
                  <c:v>49.5003441117</c:v>
                </c:pt>
                <c:pt idx="673">
                  <c:v>49.5003523012</c:v>
                </c:pt>
                <c:pt idx="674">
                  <c:v>49.5005484847</c:v>
                </c:pt>
                <c:pt idx="675">
                  <c:v>49.5005489107</c:v>
                </c:pt>
                <c:pt idx="676">
                  <c:v>49.5005713848</c:v>
                </c:pt>
                <c:pt idx="677">
                  <c:v>49.5005743163</c:v>
                </c:pt>
                <c:pt idx="678">
                  <c:v>49.5006102944</c:v>
                </c:pt>
                <c:pt idx="679">
                  <c:v>49.5006117585</c:v>
                </c:pt>
                <c:pt idx="680">
                  <c:v>49.5007897757</c:v>
                </c:pt>
                <c:pt idx="681">
                  <c:v>49.5008007837</c:v>
                </c:pt>
                <c:pt idx="682">
                  <c:v>49.5009740857</c:v>
                </c:pt>
                <c:pt idx="683">
                  <c:v>49.5009823452</c:v>
                </c:pt>
                <c:pt idx="684">
                  <c:v>49.5010532149</c:v>
                </c:pt>
                <c:pt idx="685">
                  <c:v>49.5010235884</c:v>
                </c:pt>
                <c:pt idx="686">
                  <c:v>49.5010495878</c:v>
                </c:pt>
                <c:pt idx="687">
                  <c:v>49.5010536319</c:v>
                </c:pt>
                <c:pt idx="688">
                  <c:v>49.5011377156</c:v>
                </c:pt>
                <c:pt idx="689">
                  <c:v>49.5011426876</c:v>
                </c:pt>
                <c:pt idx="690">
                  <c:v>49.5013428449</c:v>
                </c:pt>
                <c:pt idx="691">
                  <c:v>49.5013471637</c:v>
                </c:pt>
                <c:pt idx="692">
                  <c:v>49.5014340404</c:v>
                </c:pt>
                <c:pt idx="693">
                  <c:v>49.5014521836</c:v>
                </c:pt>
                <c:pt idx="694">
                  <c:v>49.5013945191</c:v>
                </c:pt>
                <c:pt idx="695">
                  <c:v>49.5014077728</c:v>
                </c:pt>
                <c:pt idx="696">
                  <c:v>49.5014915875</c:v>
                </c:pt>
                <c:pt idx="697">
                  <c:v>49.5014958146</c:v>
                </c:pt>
                <c:pt idx="698">
                  <c:v>49.5016805316</c:v>
                </c:pt>
                <c:pt idx="699">
                  <c:v>49.5016898995</c:v>
                </c:pt>
                <c:pt idx="700">
                  <c:v>49.5017685134</c:v>
                </c:pt>
                <c:pt idx="701">
                  <c:v>49.5017912427</c:v>
                </c:pt>
                <c:pt idx="702">
                  <c:v>49.5017627717</c:v>
                </c:pt>
                <c:pt idx="703">
                  <c:v>49.5017543094</c:v>
                </c:pt>
                <c:pt idx="704">
                  <c:v>49.5017758562</c:v>
                </c:pt>
                <c:pt idx="705">
                  <c:v>49.5017817309</c:v>
                </c:pt>
                <c:pt idx="706">
                  <c:v>49.5018925166</c:v>
                </c:pt>
                <c:pt idx="707">
                  <c:v>49.5018990145</c:v>
                </c:pt>
                <c:pt idx="708">
                  <c:v>49.5020143488</c:v>
                </c:pt>
                <c:pt idx="709">
                  <c:v>49.502010761</c:v>
                </c:pt>
                <c:pt idx="710">
                  <c:v>49.501958873</c:v>
                </c:pt>
                <c:pt idx="711">
                  <c:v>49.5019575174</c:v>
                </c:pt>
                <c:pt idx="712">
                  <c:v>49.5018952196</c:v>
                </c:pt>
                <c:pt idx="713">
                  <c:v>49.5018857525</c:v>
                </c:pt>
                <c:pt idx="714">
                  <c:v>49.5019918545</c:v>
                </c:pt>
                <c:pt idx="715">
                  <c:v>49.501994978</c:v>
                </c:pt>
                <c:pt idx="716">
                  <c:v>49.5020845621</c:v>
                </c:pt>
                <c:pt idx="717">
                  <c:v>49.5021148282</c:v>
                </c:pt>
                <c:pt idx="718">
                  <c:v>49.502042828</c:v>
                </c:pt>
                <c:pt idx="719">
                  <c:v>49.5020404243</c:v>
                </c:pt>
                <c:pt idx="720">
                  <c:v>49.5019807545</c:v>
                </c:pt>
                <c:pt idx="721">
                  <c:v>49.5019460268</c:v>
                </c:pt>
                <c:pt idx="722">
                  <c:v>49.5020000325</c:v>
                </c:pt>
                <c:pt idx="723">
                  <c:v>49.5020045754</c:v>
                </c:pt>
                <c:pt idx="724">
                  <c:v>49.5020708002</c:v>
                </c:pt>
                <c:pt idx="725">
                  <c:v>49.5020919208</c:v>
                </c:pt>
                <c:pt idx="726">
                  <c:v>49.5020544675</c:v>
                </c:pt>
                <c:pt idx="727">
                  <c:v>49.5020504313</c:v>
                </c:pt>
                <c:pt idx="728">
                  <c:v>49.5019165439</c:v>
                </c:pt>
                <c:pt idx="729">
                  <c:v>49.5019128911</c:v>
                </c:pt>
                <c:pt idx="730">
                  <c:v>49.5018576871</c:v>
                </c:pt>
                <c:pt idx="731">
                  <c:v>49.5018446306</c:v>
                </c:pt>
                <c:pt idx="732">
                  <c:v>49.5019118387</c:v>
                </c:pt>
                <c:pt idx="733">
                  <c:v>49.5019154095</c:v>
                </c:pt>
                <c:pt idx="734">
                  <c:v>49.5018592322</c:v>
                </c:pt>
                <c:pt idx="735">
                  <c:v>49.5018565726</c:v>
                </c:pt>
                <c:pt idx="736">
                  <c:v>49.5017097502</c:v>
                </c:pt>
                <c:pt idx="737">
                  <c:v>49.5016974575</c:v>
                </c:pt>
                <c:pt idx="738">
                  <c:v>49.5016217793</c:v>
                </c:pt>
                <c:pt idx="739">
                  <c:v>49.5016177068</c:v>
                </c:pt>
                <c:pt idx="740">
                  <c:v>49.5015769821</c:v>
                </c:pt>
                <c:pt idx="741">
                  <c:v>49.5016393615</c:v>
                </c:pt>
                <c:pt idx="742">
                  <c:v>49.5015930587</c:v>
                </c:pt>
                <c:pt idx="743">
                  <c:v>49.5015884633</c:v>
                </c:pt>
                <c:pt idx="744">
                  <c:v>49.5014690428</c:v>
                </c:pt>
                <c:pt idx="745">
                  <c:v>49.5014579008</c:v>
                </c:pt>
                <c:pt idx="746">
                  <c:v>49.5013073715</c:v>
                </c:pt>
                <c:pt idx="747">
                  <c:v>49.501300778</c:v>
                </c:pt>
                <c:pt idx="748">
                  <c:v>49.5012580724</c:v>
                </c:pt>
                <c:pt idx="749">
                  <c:v>49.5012574456</c:v>
                </c:pt>
                <c:pt idx="750">
                  <c:v>49.5012372008</c:v>
                </c:pt>
                <c:pt idx="751">
                  <c:v>49.5012355313</c:v>
                </c:pt>
                <c:pt idx="752">
                  <c:v>49.5010787644</c:v>
                </c:pt>
                <c:pt idx="753">
                  <c:v>49.5010696753</c:v>
                </c:pt>
                <c:pt idx="754">
                  <c:v>49.5008894714</c:v>
                </c:pt>
                <c:pt idx="755">
                  <c:v>49.5008777014</c:v>
                </c:pt>
                <c:pt idx="756">
                  <c:v>49.5008022573</c:v>
                </c:pt>
                <c:pt idx="757">
                  <c:v>49.5008021227</c:v>
                </c:pt>
                <c:pt idx="758">
                  <c:v>49.5007494952</c:v>
                </c:pt>
                <c:pt idx="759">
                  <c:v>49.5007514651</c:v>
                </c:pt>
                <c:pt idx="760">
                  <c:v>49.5006394603</c:v>
                </c:pt>
                <c:pt idx="761">
                  <c:v>49.500627432</c:v>
                </c:pt>
                <c:pt idx="762">
                  <c:v>49.500461545</c:v>
                </c:pt>
                <c:pt idx="763">
                  <c:v>49.5004501334</c:v>
                </c:pt>
                <c:pt idx="764">
                  <c:v>49.5003183167</c:v>
                </c:pt>
                <c:pt idx="765">
                  <c:v>49.5003175443</c:v>
                </c:pt>
                <c:pt idx="766">
                  <c:v>49.5002880113</c:v>
                </c:pt>
                <c:pt idx="767">
                  <c:v>49.5002859834</c:v>
                </c:pt>
                <c:pt idx="768">
                  <c:v>49.5002183124</c:v>
                </c:pt>
                <c:pt idx="769">
                  <c:v>49.5002091357</c:v>
                </c:pt>
                <c:pt idx="770">
                  <c:v>49.5000144555</c:v>
                </c:pt>
                <c:pt idx="771">
                  <c:v>49.5000023422</c:v>
                </c:pt>
                <c:pt idx="772">
                  <c:v>49.4998488506</c:v>
                </c:pt>
                <c:pt idx="773">
                  <c:v>49.4998432861</c:v>
                </c:pt>
                <c:pt idx="774">
                  <c:v>49.4997863925</c:v>
                </c:pt>
                <c:pt idx="775">
                  <c:v>49.4998004007</c:v>
                </c:pt>
                <c:pt idx="776">
                  <c:v>49.4997188434</c:v>
                </c:pt>
                <c:pt idx="777">
                  <c:v>49.4997129179</c:v>
                </c:pt>
                <c:pt idx="778">
                  <c:v>49.4995622577</c:v>
                </c:pt>
                <c:pt idx="779">
                  <c:v>49.4995475841</c:v>
                </c:pt>
                <c:pt idx="780">
                  <c:v>49.4993871689</c:v>
                </c:pt>
                <c:pt idx="781">
                  <c:v>49.4993821262</c:v>
                </c:pt>
                <c:pt idx="782">
                  <c:v>49.4992917556</c:v>
                </c:pt>
                <c:pt idx="783">
                  <c:v>49.4993362455</c:v>
                </c:pt>
                <c:pt idx="784">
                  <c:v>49.4992947305</c:v>
                </c:pt>
                <c:pt idx="785">
                  <c:v>49.4992895411</c:v>
                </c:pt>
                <c:pt idx="786">
                  <c:v>49.4991994787</c:v>
                </c:pt>
                <c:pt idx="787">
                  <c:v>49.4991875008</c:v>
                </c:pt>
                <c:pt idx="788">
                  <c:v>49.4990113217</c:v>
                </c:pt>
                <c:pt idx="789">
                  <c:v>49.4990059593</c:v>
                </c:pt>
                <c:pt idx="790">
                  <c:v>49.498944376</c:v>
                </c:pt>
                <c:pt idx="791">
                  <c:v>49.498939818</c:v>
                </c:pt>
                <c:pt idx="792">
                  <c:v>49.4989589761</c:v>
                </c:pt>
                <c:pt idx="793">
                  <c:v>49.4989548772</c:v>
                </c:pt>
                <c:pt idx="794">
                  <c:v>49.4988720164</c:v>
                </c:pt>
                <c:pt idx="795">
                  <c:v>49.4988639021</c:v>
                </c:pt>
                <c:pt idx="796">
                  <c:v>49.4987229945</c:v>
                </c:pt>
                <c:pt idx="797">
                  <c:v>49.4987141418</c:v>
                </c:pt>
                <c:pt idx="798">
                  <c:v>49.4986153449</c:v>
                </c:pt>
                <c:pt idx="799">
                  <c:v>49.4986298455</c:v>
                </c:pt>
                <c:pt idx="800">
                  <c:v>49.4986416731</c:v>
                </c:pt>
                <c:pt idx="801">
                  <c:v>49.4986317929</c:v>
                </c:pt>
                <c:pt idx="802">
                  <c:v>49.4986749433</c:v>
                </c:pt>
                <c:pt idx="803">
                  <c:v>49.4986329203</c:v>
                </c:pt>
                <c:pt idx="804">
                  <c:v>49.4985253175</c:v>
                </c:pt>
                <c:pt idx="805">
                  <c:v>49.4985213668</c:v>
                </c:pt>
                <c:pt idx="806">
                  <c:v>49.4984107352</c:v>
                </c:pt>
                <c:pt idx="807">
                  <c:v>49.4984225197</c:v>
                </c:pt>
                <c:pt idx="808">
                  <c:v>49.4984849878</c:v>
                </c:pt>
                <c:pt idx="809">
                  <c:v>49.4984870623</c:v>
                </c:pt>
                <c:pt idx="810">
                  <c:v>49.4985538337</c:v>
                </c:pt>
                <c:pt idx="811">
                  <c:v>49.4985541818</c:v>
                </c:pt>
                <c:pt idx="812">
                  <c:v>49.4984757924</c:v>
                </c:pt>
                <c:pt idx="813">
                  <c:v>49.4984711748</c:v>
                </c:pt>
                <c:pt idx="814">
                  <c:v>49.4984072599</c:v>
                </c:pt>
                <c:pt idx="815">
                  <c:v>49.498399167</c:v>
                </c:pt>
                <c:pt idx="816">
                  <c:v>49.4984439617</c:v>
                </c:pt>
                <c:pt idx="817">
                  <c:v>49.498450718</c:v>
                </c:pt>
                <c:pt idx="818">
                  <c:v>49.4985264975</c:v>
                </c:pt>
                <c:pt idx="819">
                  <c:v>49.4985276114</c:v>
                </c:pt>
                <c:pt idx="820">
                  <c:v>49.4985380215</c:v>
                </c:pt>
                <c:pt idx="821">
                  <c:v>49.4985298597</c:v>
                </c:pt>
                <c:pt idx="822">
                  <c:v>49.4984429919</c:v>
                </c:pt>
                <c:pt idx="823">
                  <c:v>49.4984543325</c:v>
                </c:pt>
                <c:pt idx="824">
                  <c:v>49.4984795269</c:v>
                </c:pt>
                <c:pt idx="825">
                  <c:v>49.4984806323</c:v>
                </c:pt>
                <c:pt idx="826">
                  <c:v>49.4986359335</c:v>
                </c:pt>
                <c:pt idx="827">
                  <c:v>49.4986378288</c:v>
                </c:pt>
                <c:pt idx="828">
                  <c:v>49.4986856721</c:v>
                </c:pt>
                <c:pt idx="829">
                  <c:v>49.4986997489</c:v>
                </c:pt>
                <c:pt idx="830">
                  <c:v>49.4986351952</c:v>
                </c:pt>
                <c:pt idx="831">
                  <c:v>49.4986411569</c:v>
                </c:pt>
                <c:pt idx="832">
                  <c:v>49.4987098201</c:v>
                </c:pt>
                <c:pt idx="833">
                  <c:v>49.4987144375</c:v>
                </c:pt>
                <c:pt idx="834">
                  <c:v>49.4988715211</c:v>
                </c:pt>
                <c:pt idx="835">
                  <c:v>49.4988823178</c:v>
                </c:pt>
                <c:pt idx="836">
                  <c:v>49.4989768865</c:v>
                </c:pt>
                <c:pt idx="837">
                  <c:v>49.4989782615</c:v>
                </c:pt>
                <c:pt idx="838">
                  <c:v>49.4989895089</c:v>
                </c:pt>
                <c:pt idx="839">
                  <c:v>49.4989798734</c:v>
                </c:pt>
                <c:pt idx="840">
                  <c:v>49.498994193</c:v>
                </c:pt>
                <c:pt idx="841">
                  <c:v>49.4990030119</c:v>
                </c:pt>
                <c:pt idx="842">
                  <c:v>49.4991501005</c:v>
                </c:pt>
                <c:pt idx="843">
                  <c:v>49.4991572922</c:v>
                </c:pt>
                <c:pt idx="844">
                  <c:v>49.49932583</c:v>
                </c:pt>
                <c:pt idx="845">
                  <c:v>49.4993211551</c:v>
                </c:pt>
                <c:pt idx="846">
                  <c:v>49.499336111</c:v>
                </c:pt>
                <c:pt idx="847">
                  <c:v>49.4993393045</c:v>
                </c:pt>
                <c:pt idx="848">
                  <c:v>49.499363715</c:v>
                </c:pt>
                <c:pt idx="849">
                  <c:v>49.4993539562</c:v>
                </c:pt>
                <c:pt idx="850">
                  <c:v>49.4995275007</c:v>
                </c:pt>
                <c:pt idx="851">
                  <c:v>49.499535434</c:v>
                </c:pt>
                <c:pt idx="852">
                  <c:v>49.4997054662</c:v>
                </c:pt>
                <c:pt idx="853">
                  <c:v>49.4997168538</c:v>
                </c:pt>
                <c:pt idx="854">
                  <c:v>49.4997844406</c:v>
                </c:pt>
                <c:pt idx="855">
                  <c:v>49.4997870487</c:v>
                </c:pt>
                <c:pt idx="856">
                  <c:v>49.4998335317</c:v>
                </c:pt>
                <c:pt idx="857">
                  <c:v>49.499835871</c:v>
                </c:pt>
                <c:pt idx="858">
                  <c:v>49.4999512625</c:v>
                </c:pt>
                <c:pt idx="859">
                  <c:v>49.499960257</c:v>
                </c:pt>
                <c:pt idx="860">
                  <c:v>49.5001455268</c:v>
                </c:pt>
                <c:pt idx="861">
                  <c:v>49.5001526001</c:v>
                </c:pt>
                <c:pt idx="862">
                  <c:v>49.5002555937</c:v>
                </c:pt>
                <c:pt idx="863">
                  <c:v>49.5002759221</c:v>
                </c:pt>
                <c:pt idx="864">
                  <c:v>49.50024675</c:v>
                </c:pt>
                <c:pt idx="865">
                  <c:v>49.5002548375</c:v>
                </c:pt>
                <c:pt idx="866">
                  <c:v>49.5003474496</c:v>
                </c:pt>
                <c:pt idx="867">
                  <c:v>49.5003523415</c:v>
                </c:pt>
                <c:pt idx="868">
                  <c:v>49.5005462456</c:v>
                </c:pt>
                <c:pt idx="869">
                  <c:v>49.5005601567</c:v>
                </c:pt>
                <c:pt idx="870">
                  <c:v>49.5006565124</c:v>
                </c:pt>
                <c:pt idx="871">
                  <c:v>49.5006627058</c:v>
                </c:pt>
                <c:pt idx="872">
                  <c:v>49.5007153557</c:v>
                </c:pt>
                <c:pt idx="873">
                  <c:v>49.5006751209</c:v>
                </c:pt>
                <c:pt idx="874">
                  <c:v>49.5007596346</c:v>
                </c:pt>
                <c:pt idx="875">
                  <c:v>49.5007650315</c:v>
                </c:pt>
                <c:pt idx="876">
                  <c:v>49.5009127932</c:v>
                </c:pt>
                <c:pt idx="877">
                  <c:v>49.500925495</c:v>
                </c:pt>
                <c:pt idx="878">
                  <c:v>49.5010747403</c:v>
                </c:pt>
                <c:pt idx="879">
                  <c:v>49.5010810716</c:v>
                </c:pt>
                <c:pt idx="880">
                  <c:v>49.5011228789</c:v>
                </c:pt>
                <c:pt idx="881">
                  <c:v>49.5011182203</c:v>
                </c:pt>
                <c:pt idx="882">
                  <c:v>49.5011108635</c:v>
                </c:pt>
                <c:pt idx="883">
                  <c:v>49.5011188601</c:v>
                </c:pt>
                <c:pt idx="884">
                  <c:v>49.5012343054</c:v>
                </c:pt>
                <c:pt idx="885">
                  <c:v>49.5012409223</c:v>
                </c:pt>
                <c:pt idx="886">
                  <c:v>49.5013721897</c:v>
                </c:pt>
                <c:pt idx="887">
                  <c:v>49.5013803954</c:v>
                </c:pt>
                <c:pt idx="888">
                  <c:v>49.5014194272</c:v>
                </c:pt>
                <c:pt idx="889">
                  <c:v>49.5013982592</c:v>
                </c:pt>
                <c:pt idx="890">
                  <c:v>49.5013821113</c:v>
                </c:pt>
                <c:pt idx="891">
                  <c:v>49.5013565391</c:v>
                </c:pt>
                <c:pt idx="892">
                  <c:v>49.5014491363</c:v>
                </c:pt>
                <c:pt idx="893">
                  <c:v>49.501457786</c:v>
                </c:pt>
                <c:pt idx="894">
                  <c:v>49.5015550011</c:v>
                </c:pt>
                <c:pt idx="895">
                  <c:v>49.5015631454</c:v>
                </c:pt>
                <c:pt idx="896">
                  <c:v>49.5016402779</c:v>
                </c:pt>
                <c:pt idx="897">
                  <c:v>49.5016121145</c:v>
                </c:pt>
                <c:pt idx="898">
                  <c:v>49.5015877284</c:v>
                </c:pt>
                <c:pt idx="899">
                  <c:v>49.5015546293</c:v>
                </c:pt>
                <c:pt idx="900">
                  <c:v>49.5015860762</c:v>
                </c:pt>
                <c:pt idx="901">
                  <c:v>49.5015913442</c:v>
                </c:pt>
                <c:pt idx="902">
                  <c:v>49.501692246</c:v>
                </c:pt>
                <c:pt idx="903">
                  <c:v>49.501698042</c:v>
                </c:pt>
                <c:pt idx="904">
                  <c:v>49.5017404198</c:v>
                </c:pt>
                <c:pt idx="905">
                  <c:v>49.5017336059</c:v>
                </c:pt>
                <c:pt idx="906">
                  <c:v>49.5016517699</c:v>
                </c:pt>
                <c:pt idx="907">
                  <c:v>49.5016444487</c:v>
                </c:pt>
                <c:pt idx="908">
                  <c:v>49.5016032981</c:v>
                </c:pt>
                <c:pt idx="909">
                  <c:v>49.5015910563</c:v>
                </c:pt>
                <c:pt idx="910">
                  <c:v>49.501638884</c:v>
                </c:pt>
                <c:pt idx="911">
                  <c:v>49.5016460603</c:v>
                </c:pt>
                <c:pt idx="912">
                  <c:v>49.5016869499</c:v>
                </c:pt>
                <c:pt idx="913">
                  <c:v>49.5016623734</c:v>
                </c:pt>
                <c:pt idx="914">
                  <c:v>49.501611373</c:v>
                </c:pt>
                <c:pt idx="915">
                  <c:v>49.501601307</c:v>
                </c:pt>
                <c:pt idx="916">
                  <c:v>49.5015088408</c:v>
                </c:pt>
                <c:pt idx="917">
                  <c:v>49.5015077948</c:v>
                </c:pt>
                <c:pt idx="918">
                  <c:v>49.5014757378</c:v>
                </c:pt>
                <c:pt idx="919">
                  <c:v>49.5014922437</c:v>
                </c:pt>
                <c:pt idx="920">
                  <c:v>49.5015524916</c:v>
                </c:pt>
                <c:pt idx="921">
                  <c:v>49.5015402254</c:v>
                </c:pt>
                <c:pt idx="922">
                  <c:v>49.5014875481</c:v>
                </c:pt>
                <c:pt idx="923">
                  <c:v>49.5014815021</c:v>
                </c:pt>
                <c:pt idx="924">
                  <c:v>49.5013400346</c:v>
                </c:pt>
                <c:pt idx="925">
                  <c:v>49.5013341962</c:v>
                </c:pt>
                <c:pt idx="926">
                  <c:v>49.5012846245</c:v>
                </c:pt>
                <c:pt idx="927">
                  <c:v>49.5012840423</c:v>
                </c:pt>
                <c:pt idx="928">
                  <c:v>49.5012775595</c:v>
                </c:pt>
                <c:pt idx="929">
                  <c:v>49.5012795846</c:v>
                </c:pt>
                <c:pt idx="930">
                  <c:v>49.5012017548</c:v>
                </c:pt>
                <c:pt idx="931">
                  <c:v>49.5011921994</c:v>
                </c:pt>
                <c:pt idx="932">
                  <c:v>49.5010568979</c:v>
                </c:pt>
                <c:pt idx="933">
                  <c:v>49.501046453</c:v>
                </c:pt>
                <c:pt idx="934">
                  <c:v>49.5009194852</c:v>
                </c:pt>
                <c:pt idx="935">
                  <c:v>49.5009339991</c:v>
                </c:pt>
                <c:pt idx="936">
                  <c:v>49.5009008559</c:v>
                </c:pt>
                <c:pt idx="937">
                  <c:v>49.5009089258</c:v>
                </c:pt>
                <c:pt idx="938">
                  <c:v>49.5008747392</c:v>
                </c:pt>
                <c:pt idx="939">
                  <c:v>49.5008643244</c:v>
                </c:pt>
                <c:pt idx="940">
                  <c:v>49.5007058749</c:v>
                </c:pt>
                <c:pt idx="941">
                  <c:v>49.5006987257</c:v>
                </c:pt>
                <c:pt idx="942">
                  <c:v>49.5005424792</c:v>
                </c:pt>
                <c:pt idx="943">
                  <c:v>49.5005419333</c:v>
                </c:pt>
                <c:pt idx="944">
                  <c:v>49.5005293413</c:v>
                </c:pt>
                <c:pt idx="945">
                  <c:v>49.5005283687</c:v>
                </c:pt>
                <c:pt idx="946">
                  <c:v>49.5004945461</c:v>
                </c:pt>
                <c:pt idx="947">
                  <c:v>49.5004922154</c:v>
                </c:pt>
                <c:pt idx="948">
                  <c:v>49.5003355093</c:v>
                </c:pt>
                <c:pt idx="949">
                  <c:v>49.500323431</c:v>
                </c:pt>
                <c:pt idx="950">
                  <c:v>49.5001548613</c:v>
                </c:pt>
                <c:pt idx="951">
                  <c:v>49.5001478652</c:v>
                </c:pt>
                <c:pt idx="952">
                  <c:v>49.5000513151</c:v>
                </c:pt>
                <c:pt idx="953">
                  <c:v>49.500073235</c:v>
                </c:pt>
                <c:pt idx="954">
                  <c:v>49.5000287921</c:v>
                </c:pt>
                <c:pt idx="955">
                  <c:v>49.5000224431</c:v>
                </c:pt>
                <c:pt idx="956">
                  <c:v>49.4999259659</c:v>
                </c:pt>
                <c:pt idx="957">
                  <c:v>49.4999185513</c:v>
                </c:pt>
                <c:pt idx="958">
                  <c:v>49.4997107325</c:v>
                </c:pt>
                <c:pt idx="959">
                  <c:v>49.4997061314</c:v>
                </c:pt>
                <c:pt idx="960">
                  <c:v>49.499608921</c:v>
                </c:pt>
                <c:pt idx="961">
                  <c:v>49.4995909402</c:v>
                </c:pt>
                <c:pt idx="962">
                  <c:v>49.4996286162</c:v>
                </c:pt>
                <c:pt idx="963">
                  <c:v>49.4996136986</c:v>
                </c:pt>
                <c:pt idx="964">
                  <c:v>49.4995236936</c:v>
                </c:pt>
                <c:pt idx="965">
                  <c:v>49.4995185926</c:v>
                </c:pt>
                <c:pt idx="966">
                  <c:v>49.4993448621</c:v>
                </c:pt>
                <c:pt idx="967">
                  <c:v>49.4993385324</c:v>
                </c:pt>
                <c:pt idx="968">
                  <c:v>49.4992468328</c:v>
                </c:pt>
                <c:pt idx="969">
                  <c:v>49.4992444494</c:v>
                </c:pt>
                <c:pt idx="970">
                  <c:v>49.4992237842</c:v>
                </c:pt>
                <c:pt idx="971">
                  <c:v>49.4992234119</c:v>
                </c:pt>
                <c:pt idx="972">
                  <c:v>49.4991783395</c:v>
                </c:pt>
                <c:pt idx="973">
                  <c:v>49.4991691294</c:v>
                </c:pt>
                <c:pt idx="974">
                  <c:v>49.4990200681</c:v>
                </c:pt>
                <c:pt idx="975">
                  <c:v>49.4990127907</c:v>
                </c:pt>
                <c:pt idx="976">
                  <c:v>49.4988555789</c:v>
                </c:pt>
                <c:pt idx="977">
                  <c:v>49.4988572032</c:v>
                </c:pt>
                <c:pt idx="978">
                  <c:v>49.4988757942</c:v>
                </c:pt>
                <c:pt idx="979">
                  <c:v>49.4988494834</c:v>
                </c:pt>
                <c:pt idx="980">
                  <c:v>49.4988790656</c:v>
                </c:pt>
                <c:pt idx="981">
                  <c:v>49.4988816152</c:v>
                </c:pt>
                <c:pt idx="982">
                  <c:v>49.4987447957</c:v>
                </c:pt>
                <c:pt idx="983">
                  <c:v>49.4987401778</c:v>
                </c:pt>
                <c:pt idx="984">
                  <c:v>49.4986261631</c:v>
                </c:pt>
                <c:pt idx="985">
                  <c:v>49.4985945083</c:v>
                </c:pt>
                <c:pt idx="986">
                  <c:v>49.498633972</c:v>
                </c:pt>
                <c:pt idx="987">
                  <c:v>49.4986351917</c:v>
                </c:pt>
                <c:pt idx="988">
                  <c:v>49.4986649732</c:v>
                </c:pt>
                <c:pt idx="989">
                  <c:v>49.4986790302</c:v>
                </c:pt>
                <c:pt idx="990">
                  <c:v>49.4986216265</c:v>
                </c:pt>
                <c:pt idx="991">
                  <c:v>49.4986168822</c:v>
                </c:pt>
                <c:pt idx="992">
                  <c:v>49.498513424</c:v>
                </c:pt>
                <c:pt idx="993">
                  <c:v>49.4985100072</c:v>
                </c:pt>
                <c:pt idx="994">
                  <c:v>49.4984792936</c:v>
                </c:pt>
                <c:pt idx="995">
                  <c:v>49.4984781933</c:v>
                </c:pt>
                <c:pt idx="996">
                  <c:v>49.4985553487</c:v>
                </c:pt>
                <c:pt idx="997">
                  <c:v>49.4985528107</c:v>
                </c:pt>
                <c:pt idx="998">
                  <c:v>49.4985433978</c:v>
                </c:pt>
                <c:pt idx="999">
                  <c:v>49.4985433081</c:v>
                </c:pt>
                <c:pt idx="1000">
                  <c:v>49.498432729</c:v>
                </c:pt>
                <c:pt idx="1001">
                  <c:v>49.498431483</c:v>
                </c:pt>
                <c:pt idx="1002">
                  <c:v>49.4984452131</c:v>
                </c:pt>
                <c:pt idx="1003">
                  <c:v>49.4984407113</c:v>
                </c:pt>
                <c:pt idx="1004">
                  <c:v>49.4985413782</c:v>
                </c:pt>
                <c:pt idx="1005">
                  <c:v>49.4985506918</c:v>
                </c:pt>
                <c:pt idx="1006">
                  <c:v>49.4985813408</c:v>
                </c:pt>
                <c:pt idx="1007">
                  <c:v>49.4986021257</c:v>
                </c:pt>
                <c:pt idx="1008">
                  <c:v>49.4985584525</c:v>
                </c:pt>
                <c:pt idx="1009">
                  <c:v>49.4985317601</c:v>
                </c:pt>
                <c:pt idx="1010">
                  <c:v>49.4985567769</c:v>
                </c:pt>
                <c:pt idx="1011">
                  <c:v>49.498560534</c:v>
                </c:pt>
                <c:pt idx="1012">
                  <c:v>49.4986545759</c:v>
                </c:pt>
                <c:pt idx="1013">
                  <c:v>49.4986627316</c:v>
                </c:pt>
                <c:pt idx="1014">
                  <c:v>49.4987749138</c:v>
                </c:pt>
                <c:pt idx="1015">
                  <c:v>49.4987848167</c:v>
                </c:pt>
                <c:pt idx="1016">
                  <c:v>49.4987711583</c:v>
                </c:pt>
                <c:pt idx="1017">
                  <c:v>49.4987702589</c:v>
                </c:pt>
                <c:pt idx="1018">
                  <c:v>49.4987460154</c:v>
                </c:pt>
                <c:pt idx="1019">
                  <c:v>49.4987388898</c:v>
                </c:pt>
                <c:pt idx="1020">
                  <c:v>49.4988537736</c:v>
                </c:pt>
                <c:pt idx="1021">
                  <c:v>49.4988591349</c:v>
                </c:pt>
                <c:pt idx="1022">
                  <c:v>49.4989827982</c:v>
                </c:pt>
                <c:pt idx="1023">
                  <c:v>49.4989921971</c:v>
                </c:pt>
                <c:pt idx="1024">
                  <c:v>49.4990456694</c:v>
                </c:pt>
                <c:pt idx="1025">
                  <c:v>49.4990210659</c:v>
                </c:pt>
                <c:pt idx="1026">
                  <c:v>49.4990565136</c:v>
                </c:pt>
                <c:pt idx="1027">
                  <c:v>49.4990392219</c:v>
                </c:pt>
                <c:pt idx="1028">
                  <c:v>49.499140371</c:v>
                </c:pt>
                <c:pt idx="1029">
                  <c:v>49.4991506559</c:v>
                </c:pt>
                <c:pt idx="1030">
                  <c:v>49.4992930202</c:v>
                </c:pt>
                <c:pt idx="1031">
                  <c:v>49.4993030091</c:v>
                </c:pt>
                <c:pt idx="1032">
                  <c:v>49.4994170118</c:v>
                </c:pt>
                <c:pt idx="1033">
                  <c:v>49.499418168</c:v>
                </c:pt>
                <c:pt idx="1034">
                  <c:v>49.4994444202</c:v>
                </c:pt>
                <c:pt idx="1035">
                  <c:v>49.4994463933</c:v>
                </c:pt>
                <c:pt idx="1036">
                  <c:v>49.4995130262</c:v>
                </c:pt>
                <c:pt idx="1037">
                  <c:v>49.4995201975</c:v>
                </c:pt>
                <c:pt idx="1038">
                  <c:v>49.4996867458</c:v>
                </c:pt>
                <c:pt idx="1039">
                  <c:v>49.4996974594</c:v>
                </c:pt>
                <c:pt idx="1040">
                  <c:v>49.4998051874</c:v>
                </c:pt>
                <c:pt idx="1041">
                  <c:v>49.4998097849</c:v>
                </c:pt>
                <c:pt idx="1042">
                  <c:v>49.499854511</c:v>
                </c:pt>
                <c:pt idx="1043">
                  <c:v>49.499820196</c:v>
                </c:pt>
                <c:pt idx="1044">
                  <c:v>49.4998964785</c:v>
                </c:pt>
                <c:pt idx="1045">
                  <c:v>49.4999008074</c:v>
                </c:pt>
                <c:pt idx="1046">
                  <c:v>49.5000321161</c:v>
                </c:pt>
                <c:pt idx="1047">
                  <c:v>49.5000457003</c:v>
                </c:pt>
                <c:pt idx="1048">
                  <c:v>49.5001869958</c:v>
                </c:pt>
                <c:pt idx="1049">
                  <c:v>49.500191446</c:v>
                </c:pt>
                <c:pt idx="1050">
                  <c:v>49.5002802695</c:v>
                </c:pt>
                <c:pt idx="1051">
                  <c:v>49.5002493873</c:v>
                </c:pt>
                <c:pt idx="1052">
                  <c:v>49.500299905</c:v>
                </c:pt>
                <c:pt idx="1053">
                  <c:v>49.5003056109</c:v>
                </c:pt>
                <c:pt idx="1054">
                  <c:v>49.5004169446</c:v>
                </c:pt>
                <c:pt idx="1055">
                  <c:v>49.5004288861</c:v>
                </c:pt>
                <c:pt idx="1056">
                  <c:v>49.5006111298</c:v>
                </c:pt>
                <c:pt idx="1057">
                  <c:v>49.5006180348</c:v>
                </c:pt>
                <c:pt idx="1058">
                  <c:v>49.5006908997</c:v>
                </c:pt>
                <c:pt idx="1059">
                  <c:v>49.5006935284</c:v>
                </c:pt>
                <c:pt idx="1060">
                  <c:v>49.500698397</c:v>
                </c:pt>
                <c:pt idx="1061">
                  <c:v>49.5006988254</c:v>
                </c:pt>
                <c:pt idx="1062">
                  <c:v>49.5007819278</c:v>
                </c:pt>
                <c:pt idx="1063">
                  <c:v>49.5007901917</c:v>
                </c:pt>
                <c:pt idx="1064">
                  <c:v>49.5009147327</c:v>
                </c:pt>
                <c:pt idx="1065">
                  <c:v>49.5009238849</c:v>
                </c:pt>
                <c:pt idx="1066">
                  <c:v>49.5010221705</c:v>
                </c:pt>
                <c:pt idx="1067">
                  <c:v>49.5009992212</c:v>
                </c:pt>
                <c:pt idx="1068">
                  <c:v>49.5010273</c:v>
                </c:pt>
                <c:pt idx="1069">
                  <c:v>49.5010001709</c:v>
                </c:pt>
                <c:pt idx="1070">
                  <c:v>49.501044882</c:v>
                </c:pt>
                <c:pt idx="1071">
                  <c:v>49.5010542502</c:v>
                </c:pt>
                <c:pt idx="1072">
                  <c:v>49.5011803427</c:v>
                </c:pt>
                <c:pt idx="1073">
                  <c:v>49.5011856003</c:v>
                </c:pt>
                <c:pt idx="1074">
                  <c:v>49.501313689</c:v>
                </c:pt>
                <c:pt idx="1075">
                  <c:v>49.5013094736</c:v>
                </c:pt>
                <c:pt idx="1076">
                  <c:v>49.5012954221</c:v>
                </c:pt>
                <c:pt idx="1077">
                  <c:v>49.5012979387</c:v>
                </c:pt>
                <c:pt idx="1078">
                  <c:v>49.5012884419</c:v>
                </c:pt>
                <c:pt idx="1079">
                  <c:v>49.5012937812</c:v>
                </c:pt>
                <c:pt idx="1080">
                  <c:v>49.5013988052</c:v>
                </c:pt>
                <c:pt idx="1081">
                  <c:v>49.5014057535</c:v>
                </c:pt>
                <c:pt idx="1082">
                  <c:v>49.5014861137</c:v>
                </c:pt>
                <c:pt idx="1083">
                  <c:v>49.5014961179</c:v>
                </c:pt>
                <c:pt idx="1084">
                  <c:v>49.5014769229</c:v>
                </c:pt>
                <c:pt idx="1085">
                  <c:v>49.501470742</c:v>
                </c:pt>
                <c:pt idx="1086">
                  <c:v>49.5014136746</c:v>
                </c:pt>
                <c:pt idx="1087">
                  <c:v>49.5014216172</c:v>
                </c:pt>
                <c:pt idx="1088">
                  <c:v>49.5014296921</c:v>
                </c:pt>
                <c:pt idx="1089">
                  <c:v>49.501438174</c:v>
                </c:pt>
                <c:pt idx="1090">
                  <c:v>49.5015374865</c:v>
                </c:pt>
                <c:pt idx="1091">
                  <c:v>49.5015282097</c:v>
                </c:pt>
                <c:pt idx="1092">
                  <c:v>49.5015410451</c:v>
                </c:pt>
                <c:pt idx="1093">
                  <c:v>49.5015421448</c:v>
                </c:pt>
                <c:pt idx="1094">
                  <c:v>49.5014341844</c:v>
                </c:pt>
                <c:pt idx="1095">
                  <c:v>49.5014387666</c:v>
                </c:pt>
                <c:pt idx="1096">
                  <c:v>49.5014342359</c:v>
                </c:pt>
                <c:pt idx="1097">
                  <c:v>49.5014322223</c:v>
                </c:pt>
                <c:pt idx="1098">
                  <c:v>49.5015190847</c:v>
                </c:pt>
                <c:pt idx="1099">
                  <c:v>49.5015216928</c:v>
                </c:pt>
                <c:pt idx="1100">
                  <c:v>49.5015029994</c:v>
                </c:pt>
                <c:pt idx="1101">
                  <c:v>49.501500327</c:v>
                </c:pt>
                <c:pt idx="1102">
                  <c:v>49.5014039857</c:v>
                </c:pt>
                <c:pt idx="1103">
                  <c:v>49.501397543</c:v>
                </c:pt>
                <c:pt idx="1104">
                  <c:v>49.5013286307</c:v>
                </c:pt>
                <c:pt idx="1105">
                  <c:v>49.5013340127</c:v>
                </c:pt>
                <c:pt idx="1106">
                  <c:v>49.5013424893</c:v>
                </c:pt>
                <c:pt idx="1107">
                  <c:v>49.501342466</c:v>
                </c:pt>
                <c:pt idx="1108">
                  <c:v>49.5013658612</c:v>
                </c:pt>
                <c:pt idx="1109">
                  <c:v>49.501340682</c:v>
                </c:pt>
                <c:pt idx="1110">
                  <c:v>49.5012175707</c:v>
                </c:pt>
                <c:pt idx="1111">
                  <c:v>49.5012127604</c:v>
                </c:pt>
                <c:pt idx="1112">
                  <c:v>49.5010698235</c:v>
                </c:pt>
                <c:pt idx="1113">
                  <c:v>49.5010697715</c:v>
                </c:pt>
                <c:pt idx="1114">
                  <c:v>49.50109956</c:v>
                </c:pt>
                <c:pt idx="1115">
                  <c:v>49.5010735781</c:v>
                </c:pt>
                <c:pt idx="1116">
                  <c:v>49.5010951076</c:v>
                </c:pt>
                <c:pt idx="1117">
                  <c:v>49.5010991308</c:v>
                </c:pt>
                <c:pt idx="1118">
                  <c:v>49.5009652678</c:v>
                </c:pt>
                <c:pt idx="1119">
                  <c:v>49.5009592125</c:v>
                </c:pt>
                <c:pt idx="1120">
                  <c:v>49.5008345678</c:v>
                </c:pt>
                <c:pt idx="1121">
                  <c:v>49.50082666</c:v>
                </c:pt>
                <c:pt idx="1122">
                  <c:v>49.5007893529</c:v>
                </c:pt>
                <c:pt idx="1123">
                  <c:v>49.5007898629</c:v>
                </c:pt>
                <c:pt idx="1124">
                  <c:v>49.5007743844</c:v>
                </c:pt>
                <c:pt idx="1125">
                  <c:v>49.5007718168</c:v>
                </c:pt>
                <c:pt idx="1126">
                  <c:v>49.500680337</c:v>
                </c:pt>
                <c:pt idx="1127">
                  <c:v>49.5006738594</c:v>
                </c:pt>
                <c:pt idx="1128">
                  <c:v>49.5004906315</c:v>
                </c:pt>
                <c:pt idx="1129">
                  <c:v>49.500485085</c:v>
                </c:pt>
                <c:pt idx="1130">
                  <c:v>49.5003842778</c:v>
                </c:pt>
                <c:pt idx="1131">
                  <c:v>49.5003616688</c:v>
                </c:pt>
                <c:pt idx="1132">
                  <c:v>49.5003923841</c:v>
                </c:pt>
                <c:pt idx="1133">
                  <c:v>49.5003801659</c:v>
                </c:pt>
                <c:pt idx="1134">
                  <c:v>49.5002839075</c:v>
                </c:pt>
                <c:pt idx="1135">
                  <c:v>49.5002798232</c:v>
                </c:pt>
                <c:pt idx="1136">
                  <c:v>49.5000944158</c:v>
                </c:pt>
                <c:pt idx="1137">
                  <c:v>49.5000812354</c:v>
                </c:pt>
                <c:pt idx="1138">
                  <c:v>49.4999998718</c:v>
                </c:pt>
                <c:pt idx="1139">
                  <c:v>49.4999943624</c:v>
                </c:pt>
                <c:pt idx="1140">
                  <c:v>49.4999502874</c:v>
                </c:pt>
                <c:pt idx="1141">
                  <c:v>49.4999832053</c:v>
                </c:pt>
                <c:pt idx="1142">
                  <c:v>49.4999153609</c:v>
                </c:pt>
                <c:pt idx="1143">
                  <c:v>49.4999099809</c:v>
                </c:pt>
                <c:pt idx="1144">
                  <c:v>49.4997766127</c:v>
                </c:pt>
                <c:pt idx="1145">
                  <c:v>49.4997663574</c:v>
                </c:pt>
                <c:pt idx="1146">
                  <c:v>49.4996226627</c:v>
                </c:pt>
                <c:pt idx="1147">
                  <c:v>49.4996182373</c:v>
                </c:pt>
                <c:pt idx="1148">
                  <c:v>49.4995796648</c:v>
                </c:pt>
                <c:pt idx="1149">
                  <c:v>49.4995778698</c:v>
                </c:pt>
                <c:pt idx="1150">
                  <c:v>49.4995540346</c:v>
                </c:pt>
                <c:pt idx="1151">
                  <c:v>49.4995530375</c:v>
                </c:pt>
                <c:pt idx="1152">
                  <c:v>49.4994013662</c:v>
                </c:pt>
                <c:pt idx="1153">
                  <c:v>49.4993946391</c:v>
                </c:pt>
                <c:pt idx="1154">
                  <c:v>49.4992454704</c:v>
                </c:pt>
                <c:pt idx="1155">
                  <c:v>49.4992353252</c:v>
                </c:pt>
                <c:pt idx="1156">
                  <c:v>49.4991931374</c:v>
                </c:pt>
                <c:pt idx="1157">
                  <c:v>49.4992057888</c:v>
                </c:pt>
                <c:pt idx="1158">
                  <c:v>49.499171379</c:v>
                </c:pt>
                <c:pt idx="1159">
                  <c:v>49.4991945441</c:v>
                </c:pt>
                <c:pt idx="1160">
                  <c:v>49.4990921192</c:v>
                </c:pt>
                <c:pt idx="1161">
                  <c:v>49.4990829819</c:v>
                </c:pt>
                <c:pt idx="1162">
                  <c:v>49.4989766084</c:v>
                </c:pt>
                <c:pt idx="1163">
                  <c:v>49.4989686917</c:v>
                </c:pt>
                <c:pt idx="1164">
                  <c:v>49.4988974408</c:v>
                </c:pt>
                <c:pt idx="1165">
                  <c:v>49.4989114815</c:v>
                </c:pt>
                <c:pt idx="1166">
                  <c:v>49.4989256548</c:v>
                </c:pt>
                <c:pt idx="1167">
                  <c:v>49.4989302199</c:v>
                </c:pt>
                <c:pt idx="1168">
                  <c:v>49.4988974376</c:v>
                </c:pt>
                <c:pt idx="1169">
                  <c:v>49.4988923922</c:v>
                </c:pt>
                <c:pt idx="1170">
                  <c:v>49.4987634656</c:v>
                </c:pt>
                <c:pt idx="1171">
                  <c:v>49.4987552614</c:v>
                </c:pt>
                <c:pt idx="1172">
                  <c:v>49.4986924706</c:v>
                </c:pt>
                <c:pt idx="1173">
                  <c:v>49.4986722285</c:v>
                </c:pt>
                <c:pt idx="1174">
                  <c:v>49.4987188245</c:v>
                </c:pt>
                <c:pt idx="1175">
                  <c:v>49.4987370258</c:v>
                </c:pt>
                <c:pt idx="1176">
                  <c:v>49.4987027515</c:v>
                </c:pt>
                <c:pt idx="1177">
                  <c:v>49.4987020653</c:v>
                </c:pt>
                <c:pt idx="1178">
                  <c:v>49.4986274622</c:v>
                </c:pt>
                <c:pt idx="1179">
                  <c:v>49.4986181945</c:v>
                </c:pt>
                <c:pt idx="1180">
                  <c:v>49.4985700162</c:v>
                </c:pt>
                <c:pt idx="1181">
                  <c:v>49.498551382</c:v>
                </c:pt>
                <c:pt idx="1182">
                  <c:v>49.4985879992</c:v>
                </c:pt>
                <c:pt idx="1183">
                  <c:v>49.4985956002</c:v>
                </c:pt>
                <c:pt idx="1184">
                  <c:v>49.49865339</c:v>
                </c:pt>
                <c:pt idx="1185">
                  <c:v>49.4986566372</c:v>
                </c:pt>
                <c:pt idx="1186">
                  <c:v>49.4986430552</c:v>
                </c:pt>
                <c:pt idx="1187">
                  <c:v>49.498637364</c:v>
                </c:pt>
                <c:pt idx="1188">
                  <c:v>49.4985795845</c:v>
                </c:pt>
                <c:pt idx="1189">
                  <c:v>49.4985791286</c:v>
                </c:pt>
                <c:pt idx="1190">
                  <c:v>49.4986170395</c:v>
                </c:pt>
                <c:pt idx="1191">
                  <c:v>49.4986224999</c:v>
                </c:pt>
                <c:pt idx="1192">
                  <c:v>49.4987132775</c:v>
                </c:pt>
                <c:pt idx="1193">
                  <c:v>49.498745472</c:v>
                </c:pt>
                <c:pt idx="1194">
                  <c:v>49.4987149079</c:v>
                </c:pt>
                <c:pt idx="1195">
                  <c:v>49.4987121293</c:v>
                </c:pt>
                <c:pt idx="1196">
                  <c:v>49.4986810344</c:v>
                </c:pt>
                <c:pt idx="1197">
                  <c:v>49.4986477816</c:v>
                </c:pt>
                <c:pt idx="1198">
                  <c:v>49.4987092446</c:v>
                </c:pt>
                <c:pt idx="1199">
                  <c:v>49.4987164281</c:v>
                </c:pt>
                <c:pt idx="1200">
                  <c:v>49.4987981847</c:v>
                </c:pt>
                <c:pt idx="1201">
                  <c:v>49.4988064401</c:v>
                </c:pt>
                <c:pt idx="1202">
                  <c:v>49.4989022627</c:v>
                </c:pt>
                <c:pt idx="1203">
                  <c:v>49.4988652012</c:v>
                </c:pt>
                <c:pt idx="1204">
                  <c:v>49.4988867275</c:v>
                </c:pt>
                <c:pt idx="1205">
                  <c:v>49.4988635575</c:v>
                </c:pt>
                <c:pt idx="1206">
                  <c:v>49.4988973686</c:v>
                </c:pt>
                <c:pt idx="1207">
                  <c:v>49.498906125</c:v>
                </c:pt>
                <c:pt idx="1208">
                  <c:v>49.499040719</c:v>
                </c:pt>
                <c:pt idx="1209">
                  <c:v>49.4990470311</c:v>
                </c:pt>
                <c:pt idx="1210">
                  <c:v>49.4991787965</c:v>
                </c:pt>
                <c:pt idx="1211">
                  <c:v>49.4991797038</c:v>
                </c:pt>
                <c:pt idx="1212">
                  <c:v>49.4991896713</c:v>
                </c:pt>
                <c:pt idx="1213">
                  <c:v>49.4991894066</c:v>
                </c:pt>
                <c:pt idx="1214">
                  <c:v>49.4992144023</c:v>
                </c:pt>
                <c:pt idx="1215">
                  <c:v>49.4992166392</c:v>
                </c:pt>
                <c:pt idx="1216">
                  <c:v>49.4993321789</c:v>
                </c:pt>
                <c:pt idx="1217">
                  <c:v>49.4993423089</c:v>
                </c:pt>
                <c:pt idx="1218">
                  <c:v>49.4994635812</c:v>
                </c:pt>
                <c:pt idx="1219">
                  <c:v>49.4994676895</c:v>
                </c:pt>
                <c:pt idx="1220">
                  <c:v>49.4995389689</c:v>
                </c:pt>
                <c:pt idx="1221">
                  <c:v>49.4994969729</c:v>
                </c:pt>
                <c:pt idx="1222">
                  <c:v>49.4995391722</c:v>
                </c:pt>
                <c:pt idx="1223">
                  <c:v>49.4995447368</c:v>
                </c:pt>
                <c:pt idx="1224">
                  <c:v>49.4996188752</c:v>
                </c:pt>
                <c:pt idx="1225">
                  <c:v>49.4996298849</c:v>
                </c:pt>
                <c:pt idx="1226">
                  <c:v>49.4998145195</c:v>
                </c:pt>
                <c:pt idx="1227">
                  <c:v>49.4998186018</c:v>
                </c:pt>
                <c:pt idx="1228">
                  <c:v>49.4999119671</c:v>
                </c:pt>
                <c:pt idx="1229">
                  <c:v>49.4999266183</c:v>
                </c:pt>
                <c:pt idx="1230">
                  <c:v>49.4999022708</c:v>
                </c:pt>
                <c:pt idx="1231">
                  <c:v>49.4999226303</c:v>
                </c:pt>
                <c:pt idx="1232">
                  <c:v>49.5000240475</c:v>
                </c:pt>
                <c:pt idx="1233">
                  <c:v>49.5000301523</c:v>
                </c:pt>
                <c:pt idx="1234">
                  <c:v>49.5002018687</c:v>
                </c:pt>
                <c:pt idx="1235">
                  <c:v>49.5002089289</c:v>
                </c:pt>
                <c:pt idx="1236">
                  <c:v>49.5003041365</c:v>
                </c:pt>
                <c:pt idx="1237">
                  <c:v>49.5003059336</c:v>
                </c:pt>
                <c:pt idx="1238">
                  <c:v>49.5003291355</c:v>
                </c:pt>
                <c:pt idx="1239">
                  <c:v>49.5003301434</c:v>
                </c:pt>
                <c:pt idx="1240">
                  <c:v>49.5003639826</c:v>
                </c:pt>
                <c:pt idx="1241">
                  <c:v>49.5003728135</c:v>
                </c:pt>
                <c:pt idx="1242">
                  <c:v>49.5005049407</c:v>
                </c:pt>
                <c:pt idx="1243">
                  <c:v>49.5005108507</c:v>
                </c:pt>
                <c:pt idx="1244">
                  <c:v>49.500660008</c:v>
                </c:pt>
                <c:pt idx="1245">
                  <c:v>49.5006423438</c:v>
                </c:pt>
                <c:pt idx="1246">
                  <c:v>49.5006631725</c:v>
                </c:pt>
                <c:pt idx="1247">
                  <c:v>49.5006662878</c:v>
                </c:pt>
                <c:pt idx="1248">
                  <c:v>49.5006835614</c:v>
                </c:pt>
                <c:pt idx="1249">
                  <c:v>49.5006652811</c:v>
                </c:pt>
                <c:pt idx="1250">
                  <c:v>49.5008199675</c:v>
                </c:pt>
                <c:pt idx="1251">
                  <c:v>49.5008258083</c:v>
                </c:pt>
                <c:pt idx="1252">
                  <c:v>49.5009603921</c:v>
                </c:pt>
                <c:pt idx="1253">
                  <c:v>49.5009692046</c:v>
                </c:pt>
                <c:pt idx="1254">
                  <c:v>49.500991841</c:v>
                </c:pt>
                <c:pt idx="1255">
                  <c:v>49.5009924189</c:v>
                </c:pt>
                <c:pt idx="1256">
                  <c:v>49.5010033534</c:v>
                </c:pt>
                <c:pt idx="1257">
                  <c:v>49.5010040022</c:v>
                </c:pt>
                <c:pt idx="1258">
                  <c:v>49.5010732085</c:v>
                </c:pt>
                <c:pt idx="1259">
                  <c:v>49.5010798756</c:v>
                </c:pt>
                <c:pt idx="1260">
                  <c:v>49.5011961985</c:v>
                </c:pt>
                <c:pt idx="1261">
                  <c:v>49.501199101</c:v>
                </c:pt>
                <c:pt idx="1262">
                  <c:v>49.5012405273</c:v>
                </c:pt>
                <c:pt idx="1263">
                  <c:v>49.5012449839</c:v>
                </c:pt>
                <c:pt idx="1264">
                  <c:v>49.50117705</c:v>
                </c:pt>
                <c:pt idx="1265">
                  <c:v>49.5011848455</c:v>
                </c:pt>
                <c:pt idx="1266">
                  <c:v>49.5012149202</c:v>
                </c:pt>
                <c:pt idx="1267">
                  <c:v>49.5012155731</c:v>
                </c:pt>
                <c:pt idx="1268">
                  <c:v>49.5013457004</c:v>
                </c:pt>
                <c:pt idx="1269">
                  <c:v>49.5013460319</c:v>
                </c:pt>
                <c:pt idx="1270">
                  <c:v>49.5013640082</c:v>
                </c:pt>
                <c:pt idx="1271">
                  <c:v>49.5013807485</c:v>
                </c:pt>
                <c:pt idx="1272">
                  <c:v>49.5013112106</c:v>
                </c:pt>
                <c:pt idx="1273">
                  <c:v>49.5012987027</c:v>
                </c:pt>
                <c:pt idx="1274">
                  <c:v>49.5013217734</c:v>
                </c:pt>
                <c:pt idx="1275">
                  <c:v>49.5013228416</c:v>
                </c:pt>
                <c:pt idx="1276">
                  <c:v>49.5013934191</c:v>
                </c:pt>
                <c:pt idx="1277">
                  <c:v>49.5014002185</c:v>
                </c:pt>
                <c:pt idx="1278">
                  <c:v>49.5014480159</c:v>
                </c:pt>
                <c:pt idx="1279">
                  <c:v>49.5014436785</c:v>
                </c:pt>
                <c:pt idx="1280">
                  <c:v>49.5013887009</c:v>
                </c:pt>
                <c:pt idx="1281">
                  <c:v>49.501384101</c:v>
                </c:pt>
                <c:pt idx="1282">
                  <c:v>49.5013013514</c:v>
                </c:pt>
                <c:pt idx="1283">
                  <c:v>49.5012966969</c:v>
                </c:pt>
                <c:pt idx="1284">
                  <c:v>49.5013335975</c:v>
                </c:pt>
                <c:pt idx="1285">
                  <c:v>49.5013341128</c:v>
                </c:pt>
                <c:pt idx="1286">
                  <c:v>49.5013716432</c:v>
                </c:pt>
                <c:pt idx="1287">
                  <c:v>49.5013830631</c:v>
                </c:pt>
                <c:pt idx="1288">
                  <c:v>49.5012834135</c:v>
                </c:pt>
                <c:pt idx="1289">
                  <c:v>49.5012804455</c:v>
                </c:pt>
                <c:pt idx="1290">
                  <c:v>49.501193191</c:v>
                </c:pt>
                <c:pt idx="1291">
                  <c:v>49.5011475134</c:v>
                </c:pt>
                <c:pt idx="1292">
                  <c:v>49.5011907949</c:v>
                </c:pt>
                <c:pt idx="1293">
                  <c:v>49.5011817349</c:v>
                </c:pt>
                <c:pt idx="1294">
                  <c:v>49.5011954444</c:v>
                </c:pt>
                <c:pt idx="1295">
                  <c:v>49.5012180855</c:v>
                </c:pt>
                <c:pt idx="1296">
                  <c:v>49.5011480862</c:v>
                </c:pt>
                <c:pt idx="1297">
                  <c:v>49.5011412039</c:v>
                </c:pt>
                <c:pt idx="1298">
                  <c:v>49.5010443254</c:v>
                </c:pt>
                <c:pt idx="1299">
                  <c:v>49.5010382249</c:v>
                </c:pt>
                <c:pt idx="1300">
                  <c:v>49.5009742477</c:v>
                </c:pt>
                <c:pt idx="1301">
                  <c:v>49.5009723572</c:v>
                </c:pt>
                <c:pt idx="1302">
                  <c:v>49.5009864694</c:v>
                </c:pt>
                <c:pt idx="1303">
                  <c:v>49.5009838128</c:v>
                </c:pt>
                <c:pt idx="1304">
                  <c:v>49.5009237493</c:v>
                </c:pt>
                <c:pt idx="1305">
                  <c:v>49.5009189083</c:v>
                </c:pt>
                <c:pt idx="1306">
                  <c:v>49.5007640292</c:v>
                </c:pt>
                <c:pt idx="1307">
                  <c:v>49.5007531064</c:v>
                </c:pt>
                <c:pt idx="1308">
                  <c:v>49.5006685334</c:v>
                </c:pt>
                <c:pt idx="1309">
                  <c:v>49.5006633164</c:v>
                </c:pt>
                <c:pt idx="1310">
                  <c:v>49.5006163629</c:v>
                </c:pt>
                <c:pt idx="1311">
                  <c:v>49.5006579469</c:v>
                </c:pt>
                <c:pt idx="1312">
                  <c:v>49.5005822878</c:v>
                </c:pt>
                <c:pt idx="1313">
                  <c:v>49.5005791474</c:v>
                </c:pt>
                <c:pt idx="1314">
                  <c:v>49.5004666237</c:v>
                </c:pt>
                <c:pt idx="1315">
                  <c:v>49.5004546386</c:v>
                </c:pt>
                <c:pt idx="1316">
                  <c:v>49.5003397992</c:v>
                </c:pt>
                <c:pt idx="1317">
                  <c:v>49.5003363189</c:v>
                </c:pt>
                <c:pt idx="1318">
                  <c:v>49.5002716705</c:v>
                </c:pt>
                <c:pt idx="1319">
                  <c:v>49.5003019169</c:v>
                </c:pt>
                <c:pt idx="1320">
                  <c:v>49.500269609</c:v>
                </c:pt>
                <c:pt idx="1321">
                  <c:v>49.5002660583</c:v>
                </c:pt>
                <c:pt idx="1322">
                  <c:v>49.5001656546</c:v>
                </c:pt>
                <c:pt idx="1323">
                  <c:v>49.500156454</c:v>
                </c:pt>
                <c:pt idx="1324">
                  <c:v>49.5000018154</c:v>
                </c:pt>
                <c:pt idx="1325">
                  <c:v>49.4999941701</c:v>
                </c:pt>
                <c:pt idx="1326">
                  <c:v>49.4999305192</c:v>
                </c:pt>
                <c:pt idx="1327">
                  <c:v>49.4999286457</c:v>
                </c:pt>
                <c:pt idx="1328">
                  <c:v>49.4998908954</c:v>
                </c:pt>
                <c:pt idx="1329">
                  <c:v>49.4998903719</c:v>
                </c:pt>
                <c:pt idx="1330">
                  <c:v>49.4997850804</c:v>
                </c:pt>
                <c:pt idx="1331">
                  <c:v>49.4997751424</c:v>
                </c:pt>
                <c:pt idx="1332">
                  <c:v>49.4996484815</c:v>
                </c:pt>
                <c:pt idx="1333">
                  <c:v>49.4996383211</c:v>
                </c:pt>
                <c:pt idx="1334">
                  <c:v>49.4995353585</c:v>
                </c:pt>
                <c:pt idx="1335">
                  <c:v>49.4995490941</c:v>
                </c:pt>
                <c:pt idx="1336">
                  <c:v>49.4995066458</c:v>
                </c:pt>
                <c:pt idx="1337">
                  <c:v>49.4995233399</c:v>
                </c:pt>
                <c:pt idx="1338">
                  <c:v>49.4994763166</c:v>
                </c:pt>
                <c:pt idx="1339">
                  <c:v>49.499467411</c:v>
                </c:pt>
                <c:pt idx="1340">
                  <c:v>49.4993441127</c:v>
                </c:pt>
                <c:pt idx="1341">
                  <c:v>49.4993386</c:v>
                </c:pt>
                <c:pt idx="1342">
                  <c:v>49.4992278596</c:v>
                </c:pt>
                <c:pt idx="1343">
                  <c:v>49.4992284399</c:v>
                </c:pt>
                <c:pt idx="1344">
                  <c:v>49.4992330041</c:v>
                </c:pt>
                <c:pt idx="1345">
                  <c:v>49.4992345524</c:v>
                </c:pt>
                <c:pt idx="1346">
                  <c:v>49.4992134884</c:v>
                </c:pt>
                <c:pt idx="1347">
                  <c:v>49.4992083901</c:v>
                </c:pt>
                <c:pt idx="1348">
                  <c:v>49.4990902269</c:v>
                </c:pt>
                <c:pt idx="1349">
                  <c:v>49.4990807995</c:v>
                </c:pt>
                <c:pt idx="1350">
                  <c:v>49.4989776808</c:v>
                </c:pt>
                <c:pt idx="1351">
                  <c:v>49.4989739787</c:v>
                </c:pt>
                <c:pt idx="1352">
                  <c:v>49.4989230441</c:v>
                </c:pt>
                <c:pt idx="1353">
                  <c:v>49.4989419618</c:v>
                </c:pt>
                <c:pt idx="1354">
                  <c:v>49.4989786154</c:v>
                </c:pt>
                <c:pt idx="1355">
                  <c:v>49.49894137</c:v>
                </c:pt>
                <c:pt idx="1356">
                  <c:v>49.498900868</c:v>
                </c:pt>
                <c:pt idx="1357">
                  <c:v>49.4988910245</c:v>
                </c:pt>
                <c:pt idx="1358">
                  <c:v>49.4987766848</c:v>
                </c:pt>
                <c:pt idx="1359">
                  <c:v>49.4987760582</c:v>
                </c:pt>
                <c:pt idx="1360">
                  <c:v>49.498742092</c:v>
                </c:pt>
                <c:pt idx="1361">
                  <c:v>49.4987396284</c:v>
                </c:pt>
                <c:pt idx="1362">
                  <c:v>49.4988194655</c:v>
                </c:pt>
                <c:pt idx="1363">
                  <c:v>49.49881438</c:v>
                </c:pt>
                <c:pt idx="1364">
                  <c:v>49.4987977397</c:v>
                </c:pt>
                <c:pt idx="1365">
                  <c:v>49.4987968903</c:v>
                </c:pt>
                <c:pt idx="1366">
                  <c:v>49.4987111777</c:v>
                </c:pt>
                <c:pt idx="1367">
                  <c:v>49.4987091368</c:v>
                </c:pt>
                <c:pt idx="1368">
                  <c:v>49.4986887283</c:v>
                </c:pt>
                <c:pt idx="1369">
                  <c:v>49.4987035886</c:v>
                </c:pt>
                <c:pt idx="1370">
                  <c:v>49.4987508431</c:v>
                </c:pt>
                <c:pt idx="1371">
                  <c:v>49.4987539973</c:v>
                </c:pt>
                <c:pt idx="1372">
                  <c:v>49.4987959825</c:v>
                </c:pt>
                <c:pt idx="1373">
                  <c:v>49.4987694486</c:v>
                </c:pt>
                <c:pt idx="1374">
                  <c:v>49.4987205799</c:v>
                </c:pt>
                <c:pt idx="1375">
                  <c:v>49.4987190389</c:v>
                </c:pt>
                <c:pt idx="1376">
                  <c:v>49.498654479</c:v>
                </c:pt>
                <c:pt idx="1377">
                  <c:v>49.498676292</c:v>
                </c:pt>
                <c:pt idx="1378">
                  <c:v>49.4987532072</c:v>
                </c:pt>
                <c:pt idx="1379">
                  <c:v>49.4987552229</c:v>
                </c:pt>
                <c:pt idx="1380">
                  <c:v>49.4988568803</c:v>
                </c:pt>
                <c:pt idx="1381">
                  <c:v>49.498853194</c:v>
                </c:pt>
                <c:pt idx="1382">
                  <c:v>49.4988089584</c:v>
                </c:pt>
                <c:pt idx="1383">
                  <c:v>49.4988194625</c:v>
                </c:pt>
                <c:pt idx="1384">
                  <c:v>49.4987913778</c:v>
                </c:pt>
                <c:pt idx="1385">
                  <c:v>49.4987863533</c:v>
                </c:pt>
                <c:pt idx="1386">
                  <c:v>49.4988999654</c:v>
                </c:pt>
                <c:pt idx="1387">
                  <c:v>49.498905419</c:v>
                </c:pt>
                <c:pt idx="1388">
                  <c:v>49.4990104672</c:v>
                </c:pt>
                <c:pt idx="1389">
                  <c:v>49.4990166871</c:v>
                </c:pt>
                <c:pt idx="1390">
                  <c:v>49.4990444213</c:v>
                </c:pt>
                <c:pt idx="1391">
                  <c:v>49.4990408433</c:v>
                </c:pt>
                <c:pt idx="1392">
                  <c:v>49.4990211643</c:v>
                </c:pt>
                <c:pt idx="1393">
                  <c:v>49.4990324035</c:v>
                </c:pt>
                <c:pt idx="1394">
                  <c:v>49.4990805575</c:v>
                </c:pt>
                <c:pt idx="1395">
                  <c:v>49.4990837641</c:v>
                </c:pt>
                <c:pt idx="1396">
                  <c:v>49.4992231138</c:v>
                </c:pt>
                <c:pt idx="1397">
                  <c:v>49.4992257456</c:v>
                </c:pt>
                <c:pt idx="1398">
                  <c:v>49.4992900298</c:v>
                </c:pt>
                <c:pt idx="1399">
                  <c:v>49.4993055653</c:v>
                </c:pt>
                <c:pt idx="1400">
                  <c:v>49.4992549562</c:v>
                </c:pt>
                <c:pt idx="1401">
                  <c:v>49.4992683006</c:v>
                </c:pt>
                <c:pt idx="1402">
                  <c:v>49.4993438209</c:v>
                </c:pt>
                <c:pt idx="1403">
                  <c:v>49.4993466262</c:v>
                </c:pt>
                <c:pt idx="1404">
                  <c:v>49.4995124681</c:v>
                </c:pt>
                <c:pt idx="1405">
                  <c:v>49.4995212811</c:v>
                </c:pt>
                <c:pt idx="1406">
                  <c:v>49.4995940048</c:v>
                </c:pt>
                <c:pt idx="1407">
                  <c:v>49.4995991728</c:v>
                </c:pt>
                <c:pt idx="1408">
                  <c:v>49.4996376422</c:v>
                </c:pt>
                <c:pt idx="1409">
                  <c:v>49.4996175903</c:v>
                </c:pt>
                <c:pt idx="1410">
                  <c:v>49.4996905339</c:v>
                </c:pt>
                <c:pt idx="1411">
                  <c:v>49.4996965706</c:v>
                </c:pt>
                <c:pt idx="1412">
                  <c:v>49.499828631</c:v>
                </c:pt>
                <c:pt idx="1413">
                  <c:v>49.4998375839</c:v>
                </c:pt>
                <c:pt idx="1414">
                  <c:v>49.4999706159</c:v>
                </c:pt>
                <c:pt idx="1415">
                  <c:v>49.4999713533</c:v>
                </c:pt>
                <c:pt idx="1416">
                  <c:v>49.4999897755</c:v>
                </c:pt>
                <c:pt idx="1417">
                  <c:v>49.4999914291</c:v>
                </c:pt>
                <c:pt idx="1418">
                  <c:v>49.5000026861</c:v>
                </c:pt>
                <c:pt idx="1419">
                  <c:v>49.4999970214</c:v>
                </c:pt>
                <c:pt idx="1420">
                  <c:v>49.5001363489</c:v>
                </c:pt>
                <c:pt idx="1421">
                  <c:v>49.5001416593</c:v>
                </c:pt>
                <c:pt idx="1422">
                  <c:v>49.5002762705</c:v>
                </c:pt>
                <c:pt idx="1423">
                  <c:v>49.5002860418</c:v>
                </c:pt>
                <c:pt idx="1424">
                  <c:v>49.5003220683</c:v>
                </c:pt>
                <c:pt idx="1425">
                  <c:v>49.5003135196</c:v>
                </c:pt>
                <c:pt idx="1426">
                  <c:v>49.5003547816</c:v>
                </c:pt>
                <c:pt idx="1427">
                  <c:v>49.5003440226</c:v>
                </c:pt>
                <c:pt idx="1428">
                  <c:v>49.5004561974</c:v>
                </c:pt>
                <c:pt idx="1429">
                  <c:v>49.5004656512</c:v>
                </c:pt>
                <c:pt idx="1430">
                  <c:v>49.5005896508</c:v>
                </c:pt>
                <c:pt idx="1431">
                  <c:v>49.500598176</c:v>
                </c:pt>
                <c:pt idx="1432">
                  <c:v>49.5006801569</c:v>
                </c:pt>
                <c:pt idx="1433">
                  <c:v>49.5006811373</c:v>
                </c:pt>
                <c:pt idx="1434">
                  <c:v>49.500692125</c:v>
                </c:pt>
                <c:pt idx="1435">
                  <c:v>49.5006937212</c:v>
                </c:pt>
                <c:pt idx="1436">
                  <c:v>49.5007425964</c:v>
                </c:pt>
                <c:pt idx="1437">
                  <c:v>49.500747042</c:v>
                </c:pt>
                <c:pt idx="1438">
                  <c:v>49.5008793802</c:v>
                </c:pt>
                <c:pt idx="1439">
                  <c:v>49.5008871982</c:v>
                </c:pt>
                <c:pt idx="1440">
                  <c:v>49.5009393644</c:v>
                </c:pt>
                <c:pt idx="1441">
                  <c:v>49.5009668061</c:v>
                </c:pt>
                <c:pt idx="1442">
                  <c:v>49.500921896</c:v>
                </c:pt>
                <c:pt idx="1443">
                  <c:v>49.500908423</c:v>
                </c:pt>
                <c:pt idx="1444">
                  <c:v>49.500960715</c:v>
                </c:pt>
                <c:pt idx="1445">
                  <c:v>49.5009619698</c:v>
                </c:pt>
                <c:pt idx="1446">
                  <c:v>49.5010532877</c:v>
                </c:pt>
                <c:pt idx="1447">
                  <c:v>49.5010633597</c:v>
                </c:pt>
                <c:pt idx="1448">
                  <c:v>49.5011271182</c:v>
                </c:pt>
                <c:pt idx="1449">
                  <c:v>49.5011301462</c:v>
                </c:pt>
                <c:pt idx="1450">
                  <c:v>49.5011701819</c:v>
                </c:pt>
                <c:pt idx="1451">
                  <c:v>49.5011428106</c:v>
                </c:pt>
                <c:pt idx="1452">
                  <c:v>49.5011108774</c:v>
                </c:pt>
                <c:pt idx="1453">
                  <c:v>49.5011374581</c:v>
                </c:pt>
                <c:pt idx="1454">
                  <c:v>49.5011942075</c:v>
                </c:pt>
                <c:pt idx="1455">
                  <c:v>49.5012009867</c:v>
                </c:pt>
                <c:pt idx="1456">
                  <c:v>49.5012913269</c:v>
                </c:pt>
                <c:pt idx="1457">
                  <c:v>49.5013063664</c:v>
                </c:pt>
                <c:pt idx="1458">
                  <c:v>49.5012798366</c:v>
                </c:pt>
                <c:pt idx="1459">
                  <c:v>49.5012770806</c:v>
                </c:pt>
                <c:pt idx="1460">
                  <c:v>49.5012201285</c:v>
                </c:pt>
                <c:pt idx="1461">
                  <c:v>49.5011924337</c:v>
                </c:pt>
                <c:pt idx="1462">
                  <c:v>49.5012400486</c:v>
                </c:pt>
                <c:pt idx="1463">
                  <c:v>49.5012442541</c:v>
                </c:pt>
                <c:pt idx="1464">
                  <c:v>49.5012793865</c:v>
                </c:pt>
                <c:pt idx="1465">
                  <c:v>49.5013247574</c:v>
                </c:pt>
                <c:pt idx="1466">
                  <c:v>49.5012716061</c:v>
                </c:pt>
                <c:pt idx="1467">
                  <c:v>49.5012657004</c:v>
                </c:pt>
                <c:pt idx="1468">
                  <c:v>49.5012204901</c:v>
                </c:pt>
                <c:pt idx="1469">
                  <c:v>49.5012143504</c:v>
                </c:pt>
                <c:pt idx="1470">
                  <c:v>49.5011468137</c:v>
                </c:pt>
                <c:pt idx="1471">
                  <c:v>49.5011805586</c:v>
                </c:pt>
                <c:pt idx="1472">
                  <c:v>49.501210237</c:v>
                </c:pt>
                <c:pt idx="1473">
                  <c:v>49.5012106253</c:v>
                </c:pt>
                <c:pt idx="1474">
                  <c:v>49.501256121</c:v>
                </c:pt>
                <c:pt idx="1475">
                  <c:v>49.5012305608</c:v>
                </c:pt>
                <c:pt idx="1476">
                  <c:v>49.5011480434</c:v>
                </c:pt>
                <c:pt idx="1477">
                  <c:v>49.5011438406</c:v>
                </c:pt>
                <c:pt idx="1478">
                  <c:v>49.5010736712</c:v>
                </c:pt>
                <c:pt idx="1479">
                  <c:v>49.5010700596</c:v>
                </c:pt>
                <c:pt idx="1480">
                  <c:v>49.5010869155</c:v>
                </c:pt>
                <c:pt idx="1481">
                  <c:v>49.5010998981</c:v>
                </c:pt>
                <c:pt idx="1482">
                  <c:v>49.5010675894</c:v>
                </c:pt>
                <c:pt idx="1483">
                  <c:v>49.5010646938</c:v>
                </c:pt>
                <c:pt idx="1484">
                  <c:v>49.5009729323</c:v>
                </c:pt>
                <c:pt idx="1485">
                  <c:v>49.5009629508</c:v>
                </c:pt>
                <c:pt idx="1486">
                  <c:v>49.5008645909</c:v>
                </c:pt>
                <c:pt idx="1487">
                  <c:v>49.5008622084</c:v>
                </c:pt>
                <c:pt idx="1488">
                  <c:v>49.5007977818</c:v>
                </c:pt>
                <c:pt idx="1489">
                  <c:v>49.5008122497</c:v>
                </c:pt>
                <c:pt idx="1490">
                  <c:v>49.5008509149</c:v>
                </c:pt>
                <c:pt idx="1491">
                  <c:v>49.5008084299</c:v>
                </c:pt>
                <c:pt idx="1492">
                  <c:v>49.5007557866</c:v>
                </c:pt>
                <c:pt idx="1493">
                  <c:v>49.5007452453</c:v>
                </c:pt>
                <c:pt idx="1494">
                  <c:v>49.5006010814</c:v>
                </c:pt>
                <c:pt idx="1495">
                  <c:v>49.5005982749</c:v>
                </c:pt>
                <c:pt idx="1496">
                  <c:v>49.5005392504</c:v>
                </c:pt>
                <c:pt idx="1497">
                  <c:v>49.5005321481</c:v>
                </c:pt>
                <c:pt idx="1498">
                  <c:v>49.5005608863</c:v>
                </c:pt>
                <c:pt idx="1499">
                  <c:v>49.5005505812</c:v>
                </c:pt>
                <c:pt idx="1500">
                  <c:v>49.5004752642</c:v>
                </c:pt>
                <c:pt idx="1501">
                  <c:v>49.5004694525</c:v>
                </c:pt>
                <c:pt idx="1502">
                  <c:v>49.5003328936</c:v>
                </c:pt>
                <c:pt idx="1503">
                  <c:v>49.5003250039</c:v>
                </c:pt>
                <c:pt idx="1504">
                  <c:v>49.5002290047</c:v>
                </c:pt>
                <c:pt idx="1505">
                  <c:v>49.5002280686</c:v>
                </c:pt>
                <c:pt idx="1506">
                  <c:v>49.500186025</c:v>
                </c:pt>
                <c:pt idx="1507">
                  <c:v>49.500184373</c:v>
                </c:pt>
                <c:pt idx="1508">
                  <c:v>49.5001435836</c:v>
                </c:pt>
                <c:pt idx="1509">
                  <c:v>49.5001338696</c:v>
                </c:pt>
                <c:pt idx="1510">
                  <c:v>49.5000030386</c:v>
                </c:pt>
                <c:pt idx="1511">
                  <c:v>49.4999978417</c:v>
                </c:pt>
                <c:pt idx="1512">
                  <c:v>49.4998526645</c:v>
                </c:pt>
                <c:pt idx="1513">
                  <c:v>49.4998667768</c:v>
                </c:pt>
                <c:pt idx="1514">
                  <c:v>49.4998439753</c:v>
                </c:pt>
                <c:pt idx="1515">
                  <c:v>49.499840764</c:v>
                </c:pt>
                <c:pt idx="1516">
                  <c:v>49.4998247074</c:v>
                </c:pt>
                <c:pt idx="1517">
                  <c:v>49.4998346827</c:v>
                </c:pt>
                <c:pt idx="1518">
                  <c:v>49.4996982289</c:v>
                </c:pt>
                <c:pt idx="1519">
                  <c:v>49.4996925019</c:v>
                </c:pt>
                <c:pt idx="1520">
                  <c:v>49.4995759017</c:v>
                </c:pt>
                <c:pt idx="1521">
                  <c:v>49.4995688839</c:v>
                </c:pt>
                <c:pt idx="1522">
                  <c:v>49.4995412498</c:v>
                </c:pt>
                <c:pt idx="1523">
                  <c:v>49.4995430462</c:v>
                </c:pt>
                <c:pt idx="1524">
                  <c:v>49.4995206648</c:v>
                </c:pt>
                <c:pt idx="1525">
                  <c:v>49.4995178722</c:v>
                </c:pt>
                <c:pt idx="1526">
                  <c:v>49.4994398305</c:v>
                </c:pt>
                <c:pt idx="1527">
                  <c:v>49.4994296972</c:v>
                </c:pt>
                <c:pt idx="1528">
                  <c:v>49.4992853498</c:v>
                </c:pt>
                <c:pt idx="1529">
                  <c:v>49.4992819396</c:v>
                </c:pt>
                <c:pt idx="1530">
                  <c:v>49.4992075893</c:v>
                </c:pt>
                <c:pt idx="1531">
                  <c:v>49.4991984517</c:v>
                </c:pt>
                <c:pt idx="1532">
                  <c:v>49.4992477098</c:v>
                </c:pt>
                <c:pt idx="1533">
                  <c:v>49.4992296554</c:v>
                </c:pt>
                <c:pt idx="1534">
                  <c:v>49.4991748473</c:v>
                </c:pt>
                <c:pt idx="1535">
                  <c:v>49.4991733423</c:v>
                </c:pt>
                <c:pt idx="1536">
                  <c:v>49.4990316299</c:v>
                </c:pt>
                <c:pt idx="1537">
                  <c:v>49.499030332</c:v>
                </c:pt>
                <c:pt idx="1538">
                  <c:v>49.4989965119</c:v>
                </c:pt>
                <c:pt idx="1539">
                  <c:v>49.4989759561</c:v>
                </c:pt>
                <c:pt idx="1540">
                  <c:v>49.4990295189</c:v>
                </c:pt>
                <c:pt idx="1541">
                  <c:v>49.4990359019</c:v>
                </c:pt>
                <c:pt idx="1542">
                  <c:v>49.4990081326</c:v>
                </c:pt>
                <c:pt idx="1543">
                  <c:v>49.4990058331</c:v>
                </c:pt>
                <c:pt idx="1544">
                  <c:v>49.4989289339</c:v>
                </c:pt>
                <c:pt idx="1545">
                  <c:v>49.4989229002</c:v>
                </c:pt>
                <c:pt idx="1546">
                  <c:v>49.4988538355</c:v>
                </c:pt>
                <c:pt idx="1547">
                  <c:v>49.4988561773</c:v>
                </c:pt>
                <c:pt idx="1548">
                  <c:v>49.4988746445</c:v>
                </c:pt>
                <c:pt idx="1549">
                  <c:v>49.4988754482</c:v>
                </c:pt>
                <c:pt idx="1550">
                  <c:v>49.4989142648</c:v>
                </c:pt>
                <c:pt idx="1551">
                  <c:v>49.498915576</c:v>
                </c:pt>
                <c:pt idx="1552">
                  <c:v>49.4988307483</c:v>
                </c:pt>
                <c:pt idx="1553">
                  <c:v>49.4988289361</c:v>
                </c:pt>
                <c:pt idx="1554">
                  <c:v>49.4987557119</c:v>
                </c:pt>
                <c:pt idx="1555">
                  <c:v>49.4987383689</c:v>
                </c:pt>
                <c:pt idx="1556">
                  <c:v>49.4988084442</c:v>
                </c:pt>
                <c:pt idx="1557">
                  <c:v>49.4988091404</c:v>
                </c:pt>
                <c:pt idx="1558">
                  <c:v>49.4988611173</c:v>
                </c:pt>
                <c:pt idx="1559">
                  <c:v>49.498891942</c:v>
                </c:pt>
                <c:pt idx="1560">
                  <c:v>49.4988358225</c:v>
                </c:pt>
                <c:pt idx="1561">
                  <c:v>49.4988351434</c:v>
                </c:pt>
                <c:pt idx="1562">
                  <c:v>49.4988165458</c:v>
                </c:pt>
                <c:pt idx="1563">
                  <c:v>49.4987932866</c:v>
                </c:pt>
                <c:pt idx="1564">
                  <c:v>49.498850793</c:v>
                </c:pt>
                <c:pt idx="1565">
                  <c:v>49.4988560562</c:v>
                </c:pt>
                <c:pt idx="1566">
                  <c:v>49.498938381</c:v>
                </c:pt>
                <c:pt idx="1567">
                  <c:v>49.4989423632</c:v>
                </c:pt>
                <c:pt idx="1568">
                  <c:v>49.4989799391</c:v>
                </c:pt>
                <c:pt idx="1569">
                  <c:v>49.4989788546</c:v>
                </c:pt>
                <c:pt idx="1570">
                  <c:v>49.4989311292</c:v>
                </c:pt>
                <c:pt idx="1571">
                  <c:v>49.4989323795</c:v>
                </c:pt>
                <c:pt idx="1572">
                  <c:v>49.4989563449</c:v>
                </c:pt>
                <c:pt idx="1573">
                  <c:v>49.4989578327</c:v>
                </c:pt>
                <c:pt idx="1574">
                  <c:v>49.4990689249</c:v>
                </c:pt>
                <c:pt idx="1575">
                  <c:v>49.4990776346</c:v>
                </c:pt>
                <c:pt idx="1576">
                  <c:v>49.4991154513</c:v>
                </c:pt>
                <c:pt idx="1577">
                  <c:v>49.4991520395</c:v>
                </c:pt>
                <c:pt idx="1578">
                  <c:v>49.4991110015</c:v>
                </c:pt>
                <c:pt idx="1579">
                  <c:v>49.4990927625</c:v>
                </c:pt>
                <c:pt idx="1580">
                  <c:v>49.4991547012</c:v>
                </c:pt>
                <c:pt idx="1581">
                  <c:v>49.4991567178</c:v>
                </c:pt>
                <c:pt idx="1582">
                  <c:v>49.4992511927</c:v>
                </c:pt>
                <c:pt idx="1583">
                  <c:v>49.4992616837</c:v>
                </c:pt>
                <c:pt idx="1584">
                  <c:v>49.4993595138</c:v>
                </c:pt>
                <c:pt idx="1585">
                  <c:v>49.4993626637</c:v>
                </c:pt>
                <c:pt idx="1586">
                  <c:v>49.4994178022</c:v>
                </c:pt>
                <c:pt idx="1587">
                  <c:v>49.4993995627</c:v>
                </c:pt>
                <c:pt idx="1588">
                  <c:v>49.4994288936</c:v>
                </c:pt>
                <c:pt idx="1589">
                  <c:v>49.4994318301</c:v>
                </c:pt>
                <c:pt idx="1590">
                  <c:v>49.4995298332</c:v>
                </c:pt>
                <c:pt idx="1591">
                  <c:v>49.4995368824</c:v>
                </c:pt>
                <c:pt idx="1592">
                  <c:v>49.4996610765</c:v>
                </c:pt>
                <c:pt idx="1593">
                  <c:v>49.499667771</c:v>
                </c:pt>
                <c:pt idx="1594">
                  <c:v>49.4997004024</c:v>
                </c:pt>
                <c:pt idx="1595">
                  <c:v>49.4996975412</c:v>
                </c:pt>
                <c:pt idx="1596">
                  <c:v>49.4997237063</c:v>
                </c:pt>
                <c:pt idx="1597">
                  <c:v>49.4997100556</c:v>
                </c:pt>
                <c:pt idx="1598">
                  <c:v>49.4998060736</c:v>
                </c:pt>
                <c:pt idx="1599">
                  <c:v>49.4998150621</c:v>
                </c:pt>
                <c:pt idx="1600">
                  <c:v>49.4999192893</c:v>
                </c:pt>
                <c:pt idx="1601">
                  <c:v>49.4999288156</c:v>
                </c:pt>
                <c:pt idx="1602">
                  <c:v>49.5000207791</c:v>
                </c:pt>
                <c:pt idx="1603">
                  <c:v>49.5000070152</c:v>
                </c:pt>
                <c:pt idx="1604">
                  <c:v>49.5000553353</c:v>
                </c:pt>
                <c:pt idx="1605">
                  <c:v>49.5000500935</c:v>
                </c:pt>
                <c:pt idx="1606">
                  <c:v>49.5001027467</c:v>
                </c:pt>
                <c:pt idx="1607">
                  <c:v>49.500111666</c:v>
                </c:pt>
                <c:pt idx="1608">
                  <c:v>49.5002450531</c:v>
                </c:pt>
                <c:pt idx="1609">
                  <c:v>49.5002515982</c:v>
                </c:pt>
                <c:pt idx="1610">
                  <c:v>49.5003688124</c:v>
                </c:pt>
                <c:pt idx="1611">
                  <c:v>49.5003704967</c:v>
                </c:pt>
                <c:pt idx="1612">
                  <c:v>49.5003855905</c:v>
                </c:pt>
                <c:pt idx="1613">
                  <c:v>49.5003840357</c:v>
                </c:pt>
                <c:pt idx="1614">
                  <c:v>49.500419453</c:v>
                </c:pt>
                <c:pt idx="1615">
                  <c:v>49.5004231926</c:v>
                </c:pt>
                <c:pt idx="1616">
                  <c:v>49.5005263525</c:v>
                </c:pt>
                <c:pt idx="1617">
                  <c:v>49.5005354971</c:v>
                </c:pt>
                <c:pt idx="1618">
                  <c:v>49.5006200913</c:v>
                </c:pt>
                <c:pt idx="1619">
                  <c:v>49.5006226586</c:v>
                </c:pt>
                <c:pt idx="1620">
                  <c:v>49.5006791787</c:v>
                </c:pt>
                <c:pt idx="1621">
                  <c:v>49.5006278341</c:v>
                </c:pt>
                <c:pt idx="1622">
                  <c:v>49.500671728</c:v>
                </c:pt>
                <c:pt idx="1623">
                  <c:v>49.5006763217</c:v>
                </c:pt>
                <c:pt idx="1624">
                  <c:v>49.5007302925</c:v>
                </c:pt>
                <c:pt idx="1625">
                  <c:v>49.5007406104</c:v>
                </c:pt>
                <c:pt idx="1626">
                  <c:v>49.5008652007</c:v>
                </c:pt>
                <c:pt idx="1627">
                  <c:v>49.50086721</c:v>
                </c:pt>
                <c:pt idx="1628">
                  <c:v>49.500927121</c:v>
                </c:pt>
                <c:pt idx="1629">
                  <c:v>49.5009280523</c:v>
                </c:pt>
                <c:pt idx="1630">
                  <c:v>49.5008881855</c:v>
                </c:pt>
                <c:pt idx="1631">
                  <c:v>49.5009036863</c:v>
                </c:pt>
                <c:pt idx="1632">
                  <c:v>49.5009610189</c:v>
                </c:pt>
                <c:pt idx="1633">
                  <c:v>49.5009646041</c:v>
                </c:pt>
                <c:pt idx="1634">
                  <c:v>49.5010679858</c:v>
                </c:pt>
                <c:pt idx="1635">
                  <c:v>49.5010720637</c:v>
                </c:pt>
                <c:pt idx="1636">
                  <c:v>49.5011123574</c:v>
                </c:pt>
                <c:pt idx="1637">
                  <c:v>49.5010967268</c:v>
                </c:pt>
                <c:pt idx="1638">
                  <c:v>49.5010744897</c:v>
                </c:pt>
                <c:pt idx="1639">
                  <c:v>49.5010711491</c:v>
                </c:pt>
                <c:pt idx="1640">
                  <c:v>49.5010310619</c:v>
                </c:pt>
                <c:pt idx="1641">
                  <c:v>49.5010668934</c:v>
                </c:pt>
                <c:pt idx="1642">
                  <c:v>49.5011213018</c:v>
                </c:pt>
                <c:pt idx="1643">
                  <c:v>49.5011228104</c:v>
                </c:pt>
                <c:pt idx="1644">
                  <c:v>49.5012033753</c:v>
                </c:pt>
                <c:pt idx="1645">
                  <c:v>49.5011844681</c:v>
                </c:pt>
                <c:pt idx="1646">
                  <c:v>49.5011410372</c:v>
                </c:pt>
                <c:pt idx="1647">
                  <c:v>49.5011412112</c:v>
                </c:pt>
                <c:pt idx="1648">
                  <c:v>49.5010784314</c:v>
                </c:pt>
                <c:pt idx="1649">
                  <c:v>49.5010874689</c:v>
                </c:pt>
                <c:pt idx="1650">
                  <c:v>49.5011575297</c:v>
                </c:pt>
                <c:pt idx="1651">
                  <c:v>49.5011591644</c:v>
                </c:pt>
                <c:pt idx="1652">
                  <c:v>49.5012169886</c:v>
                </c:pt>
                <c:pt idx="1653">
                  <c:v>49.5012215554</c:v>
                </c:pt>
                <c:pt idx="1654">
                  <c:v>49.501163453</c:v>
                </c:pt>
                <c:pt idx="1655">
                  <c:v>49.5011597615</c:v>
                </c:pt>
                <c:pt idx="1656">
                  <c:v>49.5011015016</c:v>
                </c:pt>
                <c:pt idx="1657">
                  <c:v>49.5010986687</c:v>
                </c:pt>
                <c:pt idx="1658">
                  <c:v>49.5010862106</c:v>
                </c:pt>
                <c:pt idx="1659">
                  <c:v>49.5010952195</c:v>
                </c:pt>
                <c:pt idx="1660">
                  <c:v>49.5011331278</c:v>
                </c:pt>
                <c:pt idx="1661">
                  <c:v>49.50111629</c:v>
                </c:pt>
                <c:pt idx="1662">
                  <c:v>49.5010872091</c:v>
                </c:pt>
                <c:pt idx="1663">
                  <c:v>49.5010843197</c:v>
                </c:pt>
                <c:pt idx="1664">
                  <c:v>49.5009617568</c:v>
                </c:pt>
                <c:pt idx="1665">
                  <c:v>49.5009608762</c:v>
                </c:pt>
                <c:pt idx="1666">
                  <c:v>49.5009158304</c:v>
                </c:pt>
                <c:pt idx="1667">
                  <c:v>49.5009046531</c:v>
                </c:pt>
                <c:pt idx="1668">
                  <c:v>49.5009689903</c:v>
                </c:pt>
                <c:pt idx="1669">
                  <c:v>49.5009578522</c:v>
                </c:pt>
                <c:pt idx="1670">
                  <c:v>49.5009106117</c:v>
                </c:pt>
                <c:pt idx="1671">
                  <c:v>49.5009093918</c:v>
                </c:pt>
                <c:pt idx="1672">
                  <c:v>49.5007843605</c:v>
                </c:pt>
                <c:pt idx="1673">
                  <c:v>49.5007816904</c:v>
                </c:pt>
                <c:pt idx="1674">
                  <c:v>49.5007422029</c:v>
                </c:pt>
                <c:pt idx="1675">
                  <c:v>49.5007237481</c:v>
                </c:pt>
                <c:pt idx="1676">
                  <c:v>49.5007460675</c:v>
                </c:pt>
                <c:pt idx="1677">
                  <c:v>49.5007503313</c:v>
                </c:pt>
                <c:pt idx="1678">
                  <c:v>49.5007128921</c:v>
                </c:pt>
                <c:pt idx="1679">
                  <c:v>49.5007070242</c:v>
                </c:pt>
                <c:pt idx="1680">
                  <c:v>49.5005951937</c:v>
                </c:pt>
                <c:pt idx="1681">
                  <c:v>49.5005886024</c:v>
                </c:pt>
                <c:pt idx="1682">
                  <c:v>49.5004587064</c:v>
                </c:pt>
                <c:pt idx="1683">
                  <c:v>49.5004599065</c:v>
                </c:pt>
                <c:pt idx="1684">
                  <c:v>49.5004411974</c:v>
                </c:pt>
                <c:pt idx="1685">
                  <c:v>49.5004381567</c:v>
                </c:pt>
                <c:pt idx="1686">
                  <c:v>49.5004197414</c:v>
                </c:pt>
                <c:pt idx="1687">
                  <c:v>49.5004316442</c:v>
                </c:pt>
                <c:pt idx="1688">
                  <c:v>49.5004301541</c:v>
                </c:pt>
                <c:pt idx="1689">
                  <c:v>49.5004209732</c:v>
                </c:pt>
                <c:pt idx="1690">
                  <c:v>49.5004117922</c:v>
                </c:pt>
                <c:pt idx="1691">
                  <c:v>49.5004026112</c:v>
                </c:pt>
                <c:pt idx="1692">
                  <c:v>49.5002925474</c:v>
                </c:pt>
                <c:pt idx="1693">
                  <c:v>49.500288258</c:v>
                </c:pt>
                <c:pt idx="1694">
                  <c:v>49.5001661549</c:v>
                </c:pt>
                <c:pt idx="1695">
                  <c:v>49.5001570423</c:v>
                </c:pt>
                <c:pt idx="1696">
                  <c:v>49.5001293658</c:v>
                </c:pt>
                <c:pt idx="1697">
                  <c:v>49.5001395701</c:v>
                </c:pt>
                <c:pt idx="1698">
                  <c:v>49.500108736</c:v>
                </c:pt>
                <c:pt idx="1699">
                  <c:v>49.5001192812</c:v>
                </c:pt>
                <c:pt idx="1700">
                  <c:v>49.5000281417</c:v>
                </c:pt>
                <c:pt idx="1701">
                  <c:v>49.5000207751</c:v>
                </c:pt>
                <c:pt idx="1702">
                  <c:v>49.4999132239</c:v>
                </c:pt>
                <c:pt idx="1703">
                  <c:v>49.4999069711</c:v>
                </c:pt>
                <c:pt idx="1704">
                  <c:v>49.4998366067</c:v>
                </c:pt>
                <c:pt idx="1705">
                  <c:v>49.4998345591</c:v>
                </c:pt>
                <c:pt idx="1706">
                  <c:v>49.4998251614</c:v>
                </c:pt>
                <c:pt idx="1707">
                  <c:v>49.4998213447</c:v>
                </c:pt>
                <c:pt idx="1708">
                  <c:v>49.499749942</c:v>
                </c:pt>
                <c:pt idx="1709">
                  <c:v>49.499745771</c:v>
                </c:pt>
                <c:pt idx="1710">
                  <c:v>49.4995886104</c:v>
                </c:pt>
                <c:pt idx="1711">
                  <c:v>49.4995833597</c:v>
                </c:pt>
                <c:pt idx="1712">
                  <c:v>49.4995189538</c:v>
                </c:pt>
                <c:pt idx="1713">
                  <c:v>49.4994779742</c:v>
                </c:pt>
                <c:pt idx="1714">
                  <c:v>49.4995147505</c:v>
                </c:pt>
                <c:pt idx="1715">
                  <c:v>49.4995229324</c:v>
                </c:pt>
                <c:pt idx="1716">
                  <c:v>49.4994532632</c:v>
                </c:pt>
                <c:pt idx="1717">
                  <c:v>49.4994515495</c:v>
                </c:pt>
                <c:pt idx="1718">
                  <c:v>49.4993527713</c:v>
                </c:pt>
                <c:pt idx="1719">
                  <c:v>49.4993429226</c:v>
                </c:pt>
                <c:pt idx="1720">
                  <c:v>49.499276539</c:v>
                </c:pt>
                <c:pt idx="1721">
                  <c:v>49.4992735407</c:v>
                </c:pt>
                <c:pt idx="1722">
                  <c:v>49.4992375611</c:v>
                </c:pt>
                <c:pt idx="1723">
                  <c:v>49.4992599275</c:v>
                </c:pt>
                <c:pt idx="1724">
                  <c:v>49.4992803365</c:v>
                </c:pt>
                <c:pt idx="1725">
                  <c:v>49.4992615928</c:v>
                </c:pt>
                <c:pt idx="1726">
                  <c:v>49.4991883106</c:v>
                </c:pt>
                <c:pt idx="1727">
                  <c:v>49.4991822505</c:v>
                </c:pt>
                <c:pt idx="1728">
                  <c:v>49.4990790085</c:v>
                </c:pt>
                <c:pt idx="1729">
                  <c:v>49.499073592</c:v>
                </c:pt>
                <c:pt idx="1730">
                  <c:v>49.4990557156</c:v>
                </c:pt>
                <c:pt idx="1731">
                  <c:v>49.4990559681</c:v>
                </c:pt>
                <c:pt idx="1732">
                  <c:v>49.4990714273</c:v>
                </c:pt>
                <c:pt idx="1733">
                  <c:v>49.4990861215</c:v>
                </c:pt>
                <c:pt idx="1734">
                  <c:v>49.4990052862</c:v>
                </c:pt>
                <c:pt idx="1735">
                  <c:v>49.4989985499</c:v>
                </c:pt>
                <c:pt idx="1736">
                  <c:v>49.4989411657</c:v>
                </c:pt>
                <c:pt idx="1737">
                  <c:v>49.4989345925</c:v>
                </c:pt>
                <c:pt idx="1738">
                  <c:v>49.4988820068</c:v>
                </c:pt>
                <c:pt idx="1739">
                  <c:v>49.4989265451</c:v>
                </c:pt>
                <c:pt idx="1740">
                  <c:v>49.4989422353</c:v>
                </c:pt>
                <c:pt idx="1741">
                  <c:v>49.4989467394</c:v>
                </c:pt>
                <c:pt idx="1742">
                  <c:v>49.4989926979</c:v>
                </c:pt>
                <c:pt idx="1743">
                  <c:v>49.4989551757</c:v>
                </c:pt>
                <c:pt idx="1744">
                  <c:v>49.4989141493</c:v>
                </c:pt>
                <c:pt idx="1745">
                  <c:v>49.4989119801</c:v>
                </c:pt>
                <c:pt idx="1746">
                  <c:v>49.4988706524</c:v>
                </c:pt>
                <c:pt idx="1747">
                  <c:v>49.4988906109</c:v>
                </c:pt>
                <c:pt idx="1748">
                  <c:v>49.4989555275</c:v>
                </c:pt>
                <c:pt idx="1749">
                  <c:v>49.4989593216</c:v>
                </c:pt>
                <c:pt idx="1750">
                  <c:v>49.4989905639</c:v>
                </c:pt>
                <c:pt idx="1751">
                  <c:v>49.4989889244</c:v>
                </c:pt>
                <c:pt idx="1752">
                  <c:v>49.4989423189</c:v>
                </c:pt>
                <c:pt idx="1753">
                  <c:v>49.4989372398</c:v>
                </c:pt>
                <c:pt idx="1754">
                  <c:v>49.4989157276</c:v>
                </c:pt>
                <c:pt idx="1755">
                  <c:v>49.4989272424</c:v>
                </c:pt>
                <c:pt idx="1756">
                  <c:v>49.4989722049</c:v>
                </c:pt>
                <c:pt idx="1757">
                  <c:v>49.4989800864</c:v>
                </c:pt>
                <c:pt idx="1758">
                  <c:v>49.4990333609</c:v>
                </c:pt>
                <c:pt idx="1759">
                  <c:v>49.4990326067</c:v>
                </c:pt>
                <c:pt idx="1760">
                  <c:v>49.4990747702</c:v>
                </c:pt>
                <c:pt idx="1761">
                  <c:v>49.49905423</c:v>
                </c:pt>
                <c:pt idx="1762">
                  <c:v>49.4990080147</c:v>
                </c:pt>
                <c:pt idx="1763">
                  <c:v>49.4990426828</c:v>
                </c:pt>
                <c:pt idx="1764">
                  <c:v>49.4990815721</c:v>
                </c:pt>
                <c:pt idx="1765">
                  <c:v>49.4990905791</c:v>
                </c:pt>
                <c:pt idx="1766">
                  <c:v>49.4992121284</c:v>
                </c:pt>
                <c:pt idx="1767">
                  <c:v>49.4992148242</c:v>
                </c:pt>
                <c:pt idx="1768">
                  <c:v>49.4992647644</c:v>
                </c:pt>
                <c:pt idx="1769">
                  <c:v>49.4992683035</c:v>
                </c:pt>
                <c:pt idx="1770">
                  <c:v>49.4992498362</c:v>
                </c:pt>
                <c:pt idx="1771">
                  <c:v>49.4992561562</c:v>
                </c:pt>
                <c:pt idx="1772">
                  <c:v>49.4993157618</c:v>
                </c:pt>
                <c:pt idx="1773">
                  <c:v>49.4993208823</c:v>
                </c:pt>
                <c:pt idx="1774">
                  <c:v>49.4994148658</c:v>
                </c:pt>
                <c:pt idx="1775">
                  <c:v>49.4994212872</c:v>
                </c:pt>
                <c:pt idx="1776">
                  <c:v>49.4994907433</c:v>
                </c:pt>
                <c:pt idx="1777">
                  <c:v>49.4994734149</c:v>
                </c:pt>
                <c:pt idx="1778">
                  <c:v>49.4995013915</c:v>
                </c:pt>
                <c:pt idx="1779">
                  <c:v>49.4994803016</c:v>
                </c:pt>
                <c:pt idx="1780">
                  <c:v>49.4995206689</c:v>
                </c:pt>
                <c:pt idx="1781">
                  <c:v>49.4995292642</c:v>
                </c:pt>
                <c:pt idx="1782">
                  <c:v>49.4996350919</c:v>
                </c:pt>
                <c:pt idx="1783">
                  <c:v>49.4996389313</c:v>
                </c:pt>
                <c:pt idx="1784">
                  <c:v>49.4997676741</c:v>
                </c:pt>
                <c:pt idx="1785">
                  <c:v>49.4997536259</c:v>
                </c:pt>
                <c:pt idx="1786">
                  <c:v>49.4997794984</c:v>
                </c:pt>
                <c:pt idx="1787">
                  <c:v>49.4997828009</c:v>
                </c:pt>
                <c:pt idx="1788">
                  <c:v>49.4997979353</c:v>
                </c:pt>
                <c:pt idx="1789">
                  <c:v>49.4998044038</c:v>
                </c:pt>
                <c:pt idx="1790">
                  <c:v>49.4999413385</c:v>
                </c:pt>
                <c:pt idx="1791">
                  <c:v>49.4999479286</c:v>
                </c:pt>
                <c:pt idx="1792">
                  <c:v>49.5000659988</c:v>
                </c:pt>
                <c:pt idx="1793">
                  <c:v>49.5000725387</c:v>
                </c:pt>
                <c:pt idx="1794">
                  <c:v>49.5001093484</c:v>
                </c:pt>
                <c:pt idx="1795">
                  <c:v>49.5000971522</c:v>
                </c:pt>
                <c:pt idx="1796">
                  <c:v>49.5001218367</c:v>
                </c:pt>
                <c:pt idx="1797">
                  <c:v>49.5001247511</c:v>
                </c:pt>
                <c:pt idx="1798">
                  <c:v>49.5001828232</c:v>
                </c:pt>
                <c:pt idx="1799">
                  <c:v>49.5001922969</c:v>
                </c:pt>
                <c:pt idx="1800">
                  <c:v>49.5003179202</c:v>
                </c:pt>
                <c:pt idx="1801">
                  <c:v>49.5003201458</c:v>
                </c:pt>
                <c:pt idx="1802">
                  <c:v>49.5003907565</c:v>
                </c:pt>
                <c:pt idx="1803">
                  <c:v>49.5003982417</c:v>
                </c:pt>
                <c:pt idx="1804">
                  <c:v>49.5003520303</c:v>
                </c:pt>
                <c:pt idx="1805">
                  <c:v>49.5003755959</c:v>
                </c:pt>
                <c:pt idx="1806">
                  <c:v>49.5004383749</c:v>
                </c:pt>
                <c:pt idx="1807">
                  <c:v>49.5004403873</c:v>
                </c:pt>
                <c:pt idx="1808">
                  <c:v>49.5005881614</c:v>
                </c:pt>
                <c:pt idx="1809">
                  <c:v>49.5005908025</c:v>
                </c:pt>
                <c:pt idx="1810">
                  <c:v>49.50064779</c:v>
                </c:pt>
                <c:pt idx="1811">
                  <c:v>49.5006731931</c:v>
                </c:pt>
                <c:pt idx="1812">
                  <c:v>49.5006511743</c:v>
                </c:pt>
                <c:pt idx="1813">
                  <c:v>49.5006493394</c:v>
                </c:pt>
                <c:pt idx="1814">
                  <c:v>49.5007027411</c:v>
                </c:pt>
                <c:pt idx="1815">
                  <c:v>49.5007071045</c:v>
                </c:pt>
                <c:pt idx="1816">
                  <c:v>49.5007991432</c:v>
                </c:pt>
                <c:pt idx="1817">
                  <c:v>49.5008048497</c:v>
                </c:pt>
                <c:pt idx="1818">
                  <c:v>49.5008851735</c:v>
                </c:pt>
                <c:pt idx="1819">
                  <c:v>49.5008801778</c:v>
                </c:pt>
                <c:pt idx="1820">
                  <c:v>49.5008632117</c:v>
                </c:pt>
                <c:pt idx="1821">
                  <c:v>49.5008683591</c:v>
                </c:pt>
                <c:pt idx="1822">
                  <c:v>49.5008313083</c:v>
                </c:pt>
                <c:pt idx="1823">
                  <c:v>49.5008351312</c:v>
                </c:pt>
                <c:pt idx="1824">
                  <c:v>49.500928612</c:v>
                </c:pt>
                <c:pt idx="1825">
                  <c:v>49.5009305126</c:v>
                </c:pt>
                <c:pt idx="1826">
                  <c:v>49.5010172455</c:v>
                </c:pt>
                <c:pt idx="1827">
                  <c:v>49.5010343737</c:v>
                </c:pt>
                <c:pt idx="1828">
                  <c:v>49.5009869592</c:v>
                </c:pt>
                <c:pt idx="1829">
                  <c:v>49.5010001906</c:v>
                </c:pt>
                <c:pt idx="1830">
                  <c:v>49.5009729622</c:v>
                </c:pt>
                <c:pt idx="1831">
                  <c:v>49.5009562949</c:v>
                </c:pt>
                <c:pt idx="1832">
                  <c:v>49.5010328562</c:v>
                </c:pt>
                <c:pt idx="1833">
                  <c:v>49.5010356663</c:v>
                </c:pt>
                <c:pt idx="1834">
                  <c:v>49.5010946696</c:v>
                </c:pt>
                <c:pt idx="1835">
                  <c:v>49.5010988909</c:v>
                </c:pt>
                <c:pt idx="1836">
                  <c:v>49.5011254284</c:v>
                </c:pt>
                <c:pt idx="1837">
                  <c:v>49.5011038561</c:v>
                </c:pt>
                <c:pt idx="1838">
                  <c:v>49.5010515004</c:v>
                </c:pt>
                <c:pt idx="1839">
                  <c:v>49.5010501222</c:v>
                </c:pt>
                <c:pt idx="1840">
                  <c:v>49.501035352</c:v>
                </c:pt>
                <c:pt idx="1841">
                  <c:v>49.5010342529</c:v>
                </c:pt>
                <c:pt idx="1842">
                  <c:v>49.5010978085</c:v>
                </c:pt>
                <c:pt idx="1843">
                  <c:v>49.5010944898</c:v>
                </c:pt>
                <c:pt idx="1844">
                  <c:v>49.5010758422</c:v>
                </c:pt>
                <c:pt idx="1845">
                  <c:v>49.5010778033</c:v>
                </c:pt>
                <c:pt idx="1846">
                  <c:v>49.5009820865</c:v>
                </c:pt>
                <c:pt idx="1847">
                  <c:v>49.5009783413</c:v>
                </c:pt>
                <c:pt idx="1848">
                  <c:v>49.5009666388</c:v>
                </c:pt>
                <c:pt idx="1849">
                  <c:v>49.5009413946</c:v>
                </c:pt>
                <c:pt idx="1850">
                  <c:v>49.500996297</c:v>
                </c:pt>
                <c:pt idx="1851">
                  <c:v>49.501015937</c:v>
                </c:pt>
                <c:pt idx="1852">
                  <c:v>49.5009814756</c:v>
                </c:pt>
                <c:pt idx="1853">
                  <c:v>49.500981108</c:v>
                </c:pt>
                <c:pt idx="1854">
                  <c:v>49.5009238252</c:v>
                </c:pt>
                <c:pt idx="1855">
                  <c:v>49.5009166291</c:v>
                </c:pt>
                <c:pt idx="1856">
                  <c:v>49.5008599612</c:v>
                </c:pt>
                <c:pt idx="1857">
                  <c:v>49.500858657</c:v>
                </c:pt>
                <c:pt idx="1858">
                  <c:v>49.5008454361</c:v>
                </c:pt>
                <c:pt idx="1859">
                  <c:v>49.5008559079</c:v>
                </c:pt>
                <c:pt idx="1860">
                  <c:v>49.5008686597</c:v>
                </c:pt>
                <c:pt idx="1861">
                  <c:v>49.5008635844</c:v>
                </c:pt>
                <c:pt idx="1862">
                  <c:v>49.5007715233</c:v>
                </c:pt>
                <c:pt idx="1863">
                  <c:v>49.5007665233</c:v>
                </c:pt>
                <c:pt idx="1864">
                  <c:v>49.5006577474</c:v>
                </c:pt>
                <c:pt idx="1865">
                  <c:v>49.5006504422</c:v>
                </c:pt>
                <c:pt idx="1866">
                  <c:v>49.5006196971</c:v>
                </c:pt>
                <c:pt idx="1867">
                  <c:v>49.5006320464</c:v>
                </c:pt>
                <c:pt idx="1868">
                  <c:v>49.5005982715</c:v>
                </c:pt>
                <c:pt idx="1869">
                  <c:v>49.5006209516</c:v>
                </c:pt>
                <c:pt idx="1870">
                  <c:v>49.5005277097</c:v>
                </c:pt>
                <c:pt idx="1871">
                  <c:v>49.5005193208</c:v>
                </c:pt>
                <c:pt idx="1872">
                  <c:v>49.5004369885</c:v>
                </c:pt>
                <c:pt idx="1873">
                  <c:v>49.5004288315</c:v>
                </c:pt>
                <c:pt idx="1874">
                  <c:v>49.500355419</c:v>
                </c:pt>
                <c:pt idx="1875">
                  <c:v>49.5003746806</c:v>
                </c:pt>
                <c:pt idx="1876">
                  <c:v>49.5003475704</c:v>
                </c:pt>
                <c:pt idx="1877">
                  <c:v>49.5003571521</c:v>
                </c:pt>
                <c:pt idx="1878">
                  <c:v>49.5003169637</c:v>
                </c:pt>
                <c:pt idx="1879">
                  <c:v>49.5003106866</c:v>
                </c:pt>
                <c:pt idx="1880">
                  <c:v>49.5002002203</c:v>
                </c:pt>
                <c:pt idx="1881">
                  <c:v>49.5001941533</c:v>
                </c:pt>
                <c:pt idx="1882">
                  <c:v>49.5001068956</c:v>
                </c:pt>
                <c:pt idx="1883">
                  <c:v>49.5001040549</c:v>
                </c:pt>
                <c:pt idx="1884">
                  <c:v>49.5000806153</c:v>
                </c:pt>
                <c:pt idx="1885">
                  <c:v>49.5000895699</c:v>
                </c:pt>
                <c:pt idx="1886">
                  <c:v>49.5000258973</c:v>
                </c:pt>
                <c:pt idx="1887">
                  <c:v>49.5000225609</c:v>
                </c:pt>
                <c:pt idx="1888">
                  <c:v>49.4999121094</c:v>
                </c:pt>
                <c:pt idx="1889">
                  <c:v>49.4999017641</c:v>
                </c:pt>
                <c:pt idx="1890">
                  <c:v>49.4998169935</c:v>
                </c:pt>
                <c:pt idx="1891">
                  <c:v>49.4998138791</c:v>
                </c:pt>
                <c:pt idx="1892">
                  <c:v>49.4997450482</c:v>
                </c:pt>
                <c:pt idx="1893">
                  <c:v>49.4997879541</c:v>
                </c:pt>
                <c:pt idx="1894">
                  <c:v>49.4997384426</c:v>
                </c:pt>
                <c:pt idx="1895">
                  <c:v>49.4997334915</c:v>
                </c:pt>
                <c:pt idx="1896">
                  <c:v>49.4996762718</c:v>
                </c:pt>
                <c:pt idx="1897">
                  <c:v>49.4996669419</c:v>
                </c:pt>
                <c:pt idx="1898">
                  <c:v>49.499555046</c:v>
                </c:pt>
                <c:pt idx="1899">
                  <c:v>49.4995527979</c:v>
                </c:pt>
                <c:pt idx="1900">
                  <c:v>49.4995046458</c:v>
                </c:pt>
                <c:pt idx="1901">
                  <c:v>49.4995065287</c:v>
                </c:pt>
                <c:pt idx="1902">
                  <c:v>49.4995306216</c:v>
                </c:pt>
                <c:pt idx="1903">
                  <c:v>49.4995212785</c:v>
                </c:pt>
                <c:pt idx="1904">
                  <c:v>49.4994558255</c:v>
                </c:pt>
                <c:pt idx="1905">
                  <c:v>49.4994508788</c:v>
                </c:pt>
                <c:pt idx="1906">
                  <c:v>49.4993458212</c:v>
                </c:pt>
                <c:pt idx="1907">
                  <c:v>49.4993393048</c:v>
                </c:pt>
                <c:pt idx="1908">
                  <c:v>49.4992787978</c:v>
                </c:pt>
                <c:pt idx="1909">
                  <c:v>49.499288758</c:v>
                </c:pt>
                <c:pt idx="1910">
                  <c:v>49.4992626795</c:v>
                </c:pt>
                <c:pt idx="1911">
                  <c:v>49.4992891507</c:v>
                </c:pt>
                <c:pt idx="1912">
                  <c:v>49.4992448655</c:v>
                </c:pt>
                <c:pt idx="1913">
                  <c:v>49.4992374965</c:v>
                </c:pt>
                <c:pt idx="1914">
                  <c:v>49.4991656338</c:v>
                </c:pt>
                <c:pt idx="1915">
                  <c:v>49.4991634316</c:v>
                </c:pt>
                <c:pt idx="1916">
                  <c:v>49.4990684144</c:v>
                </c:pt>
                <c:pt idx="1917">
                  <c:v>49.4990835766</c:v>
                </c:pt>
                <c:pt idx="1918">
                  <c:v>49.4991125543</c:v>
                </c:pt>
                <c:pt idx="1919">
                  <c:v>49.4991000202</c:v>
                </c:pt>
                <c:pt idx="1920">
                  <c:v>49.4991428727</c:v>
                </c:pt>
                <c:pt idx="1921">
                  <c:v>49.4991331916</c:v>
                </c:pt>
                <c:pt idx="1922">
                  <c:v>49.4990634068</c:v>
                </c:pt>
                <c:pt idx="1923">
                  <c:v>49.4990609827</c:v>
                </c:pt>
                <c:pt idx="1924">
                  <c:v>49.4990061792</c:v>
                </c:pt>
                <c:pt idx="1925">
                  <c:v>49.4990029417</c:v>
                </c:pt>
                <c:pt idx="1926">
                  <c:v>49.4990351913</c:v>
                </c:pt>
                <c:pt idx="1927">
                  <c:v>49.4990382171</c:v>
                </c:pt>
                <c:pt idx="1928">
                  <c:v>49.4990621623</c:v>
                </c:pt>
                <c:pt idx="1929">
                  <c:v>49.499059877</c:v>
                </c:pt>
                <c:pt idx="1930">
                  <c:v>49.4990357636</c:v>
                </c:pt>
                <c:pt idx="1931">
                  <c:v>49.4990294963</c:v>
                </c:pt>
                <c:pt idx="1932">
                  <c:v>49.4989652821</c:v>
                </c:pt>
                <c:pt idx="1933">
                  <c:v>49.4989742792</c:v>
                </c:pt>
                <c:pt idx="1934">
                  <c:v>49.4989563947</c:v>
                </c:pt>
                <c:pt idx="1935">
                  <c:v>49.498961228</c:v>
                </c:pt>
                <c:pt idx="1936">
                  <c:v>49.4990503162</c:v>
                </c:pt>
                <c:pt idx="1937">
                  <c:v>49.4990355385</c:v>
                </c:pt>
                <c:pt idx="1938">
                  <c:v>49.4990624479</c:v>
                </c:pt>
                <c:pt idx="1939">
                  <c:v>49.4990674713</c:v>
                </c:pt>
                <c:pt idx="1940">
                  <c:v>49.4989947612</c:v>
                </c:pt>
                <c:pt idx="1941">
                  <c:v>49.499004203</c:v>
                </c:pt>
                <c:pt idx="1942">
                  <c:v>49.4990358285</c:v>
                </c:pt>
                <c:pt idx="1943">
                  <c:v>49.4990365812</c:v>
                </c:pt>
                <c:pt idx="1944">
                  <c:v>49.4991404726</c:v>
                </c:pt>
                <c:pt idx="1945">
                  <c:v>49.4991427192</c:v>
                </c:pt>
                <c:pt idx="1946">
                  <c:v>49.4991769731</c:v>
                </c:pt>
                <c:pt idx="1947">
                  <c:v>49.4991854766</c:v>
                </c:pt>
                <c:pt idx="1948">
                  <c:v>49.4991673845</c:v>
                </c:pt>
                <c:pt idx="1949">
                  <c:v>49.499157975</c:v>
                </c:pt>
                <c:pt idx="1950">
                  <c:v>49.4991744592</c:v>
                </c:pt>
                <c:pt idx="1951">
                  <c:v>49.4991791078</c:v>
                </c:pt>
                <c:pt idx="1952">
                  <c:v>49.4992508111</c:v>
                </c:pt>
                <c:pt idx="1953">
                  <c:v>49.4992541471</c:v>
                </c:pt>
                <c:pt idx="1954">
                  <c:v>49.4993467863</c:v>
                </c:pt>
                <c:pt idx="1955">
                  <c:v>49.4993421372</c:v>
                </c:pt>
                <c:pt idx="1956">
                  <c:v>49.4993165674</c:v>
                </c:pt>
                <c:pt idx="1957">
                  <c:v>49.499344514</c:v>
                </c:pt>
                <c:pt idx="1958">
                  <c:v>49.4993155747</c:v>
                </c:pt>
                <c:pt idx="1959">
                  <c:v>49.4993131631</c:v>
                </c:pt>
                <c:pt idx="1960">
                  <c:v>49.4994331467</c:v>
                </c:pt>
                <c:pt idx="1961">
                  <c:v>49.4994362348</c:v>
                </c:pt>
                <c:pt idx="1962">
                  <c:v>49.499541519</c:v>
                </c:pt>
                <c:pt idx="1963">
                  <c:v>49.4995496562</c:v>
                </c:pt>
                <c:pt idx="1964">
                  <c:v>49.499570586</c:v>
                </c:pt>
                <c:pt idx="1965">
                  <c:v>49.4995633769</c:v>
                </c:pt>
                <c:pt idx="1966">
                  <c:v>49.4995924542</c:v>
                </c:pt>
                <c:pt idx="1967">
                  <c:v>49.4995925564</c:v>
                </c:pt>
                <c:pt idx="1968">
                  <c:v>49.4996814043</c:v>
                </c:pt>
                <c:pt idx="1969">
                  <c:v>49.4996880086</c:v>
                </c:pt>
                <c:pt idx="1970">
                  <c:v>49.4997963237</c:v>
                </c:pt>
                <c:pt idx="1971">
                  <c:v>49.4998013559</c:v>
                </c:pt>
                <c:pt idx="1972">
                  <c:v>49.4998619765</c:v>
                </c:pt>
                <c:pt idx="1973">
                  <c:v>49.4998681706</c:v>
                </c:pt>
                <c:pt idx="1974">
                  <c:v>49.4998443492</c:v>
                </c:pt>
                <c:pt idx="1975">
                  <c:v>49.4998558246</c:v>
                </c:pt>
                <c:pt idx="1976">
                  <c:v>49.4999070433</c:v>
                </c:pt>
                <c:pt idx="1977">
                  <c:v>49.4999092834</c:v>
                </c:pt>
                <c:pt idx="1978">
                  <c:v>49.5000476607</c:v>
                </c:pt>
                <c:pt idx="1979">
                  <c:v>49.5000494371</c:v>
                </c:pt>
                <c:pt idx="1980">
                  <c:v>49.5001005567</c:v>
                </c:pt>
                <c:pt idx="1981">
                  <c:v>49.5001389285</c:v>
                </c:pt>
                <c:pt idx="1982">
                  <c:v>49.5001027405</c:v>
                </c:pt>
                <c:pt idx="1983">
                  <c:v>49.5000961609</c:v>
                </c:pt>
                <c:pt idx="1984">
                  <c:v>49.5001729816</c:v>
                </c:pt>
                <c:pt idx="1985">
                  <c:v>49.5001752097</c:v>
                </c:pt>
                <c:pt idx="1986">
                  <c:v>49.50028273</c:v>
                </c:pt>
                <c:pt idx="1987">
                  <c:v>49.5002925444</c:v>
                </c:pt>
                <c:pt idx="1988">
                  <c:v>49.5003739114</c:v>
                </c:pt>
                <c:pt idx="1989">
                  <c:v>49.5003777084</c:v>
                </c:pt>
                <c:pt idx="1990">
                  <c:v>49.5004210301</c:v>
                </c:pt>
                <c:pt idx="1991">
                  <c:v>49.5004100643</c:v>
                </c:pt>
                <c:pt idx="1992">
                  <c:v>49.5004334558</c:v>
                </c:pt>
                <c:pt idx="1993">
                  <c:v>49.5004354051</c:v>
                </c:pt>
                <c:pt idx="1994">
                  <c:v>49.5005215358</c:v>
                </c:pt>
                <c:pt idx="1995">
                  <c:v>49.5005263845</c:v>
                </c:pt>
                <c:pt idx="1996">
                  <c:v>49.5006219739</c:v>
                </c:pt>
                <c:pt idx="1997">
                  <c:v>49.5006437724</c:v>
                </c:pt>
                <c:pt idx="1998">
                  <c:v>49.5006224257</c:v>
                </c:pt>
                <c:pt idx="1999">
                  <c:v>49.5006433947</c:v>
                </c:pt>
                <c:pt idx="2000">
                  <c:v>49.5006259987</c:v>
                </c:pt>
                <c:pt idx="2001">
                  <c:v>49.5006110878</c:v>
                </c:pt>
                <c:pt idx="2002">
                  <c:v>49.500702549</c:v>
                </c:pt>
                <c:pt idx="2003">
                  <c:v>49.5007084082</c:v>
                </c:pt>
                <c:pt idx="2004">
                  <c:v>49.5007724056</c:v>
                </c:pt>
                <c:pt idx="2005">
                  <c:v>49.5007796985</c:v>
                </c:pt>
                <c:pt idx="2006">
                  <c:v>49.5008346865</c:v>
                </c:pt>
                <c:pt idx="2007">
                  <c:v>49.5007999353</c:v>
                </c:pt>
                <c:pt idx="2008">
                  <c:v>49.5008230334</c:v>
                </c:pt>
                <c:pt idx="2009">
                  <c:v>49.5007963072</c:v>
                </c:pt>
                <c:pt idx="2010">
                  <c:v>49.5008421994</c:v>
                </c:pt>
                <c:pt idx="2011">
                  <c:v>49.5008480016</c:v>
                </c:pt>
                <c:pt idx="2012">
                  <c:v>49.5009259233</c:v>
                </c:pt>
                <c:pt idx="2013">
                  <c:v>49.5009299712</c:v>
                </c:pt>
                <c:pt idx="2014">
                  <c:v>49.5009801733</c:v>
                </c:pt>
                <c:pt idx="2015">
                  <c:v>49.5009769837</c:v>
                </c:pt>
                <c:pt idx="2016">
                  <c:v>49.5009371454</c:v>
                </c:pt>
                <c:pt idx="2017">
                  <c:v>49.5009338775</c:v>
                </c:pt>
                <c:pt idx="2018">
                  <c:v>49.500929311</c:v>
                </c:pt>
                <c:pt idx="2019">
                  <c:v>49.5009281073</c:v>
                </c:pt>
                <c:pt idx="2020">
                  <c:v>49.5009789908</c:v>
                </c:pt>
                <c:pt idx="2021">
                  <c:v>49.5009848727</c:v>
                </c:pt>
                <c:pt idx="2022">
                  <c:v>49.5010070443</c:v>
                </c:pt>
                <c:pt idx="2023">
                  <c:v>49.5010103138</c:v>
                </c:pt>
                <c:pt idx="2024">
                  <c:v>49.5009691658</c:v>
                </c:pt>
                <c:pt idx="2025">
                  <c:v>49.500962408</c:v>
                </c:pt>
                <c:pt idx="2026">
                  <c:v>49.5009216926</c:v>
                </c:pt>
                <c:pt idx="2027">
                  <c:v>49.5009414689</c:v>
                </c:pt>
                <c:pt idx="2028">
                  <c:v>49.5009173931</c:v>
                </c:pt>
                <c:pt idx="2029">
                  <c:v>49.5009470868</c:v>
                </c:pt>
                <c:pt idx="2030">
                  <c:v>49.5009997583</c:v>
                </c:pt>
                <c:pt idx="2031">
                  <c:v>49.5009858553</c:v>
                </c:pt>
                <c:pt idx="2032">
                  <c:v>49.500977788</c:v>
                </c:pt>
                <c:pt idx="2033">
                  <c:v>49.5009722704</c:v>
                </c:pt>
                <c:pt idx="2034">
                  <c:v>49.5009028771</c:v>
                </c:pt>
                <c:pt idx="2035">
                  <c:v>49.5009016457</c:v>
                </c:pt>
                <c:pt idx="2036">
                  <c:v>49.5008949786</c:v>
                </c:pt>
                <c:pt idx="2037">
                  <c:v>49.5008972884</c:v>
                </c:pt>
                <c:pt idx="2038">
                  <c:v>49.500920201</c:v>
                </c:pt>
                <c:pt idx="2039">
                  <c:v>49.5009258414</c:v>
                </c:pt>
                <c:pt idx="2040">
                  <c:v>49.500870716</c:v>
                </c:pt>
                <c:pt idx="2041">
                  <c:v>49.5008652035</c:v>
                </c:pt>
                <c:pt idx="2042">
                  <c:v>49.5007921993</c:v>
                </c:pt>
                <c:pt idx="2043">
                  <c:v>49.5007855067</c:v>
                </c:pt>
                <c:pt idx="2044">
                  <c:v>49.5007182726</c:v>
                </c:pt>
                <c:pt idx="2045">
                  <c:v>49.5007475764</c:v>
                </c:pt>
                <c:pt idx="2046">
                  <c:v>49.5007165754</c:v>
                </c:pt>
                <c:pt idx="2047">
                  <c:v>49.5007499911</c:v>
                </c:pt>
                <c:pt idx="2048">
                  <c:v>49.5007125278</c:v>
                </c:pt>
                <c:pt idx="2049">
                  <c:v>49.5007051148</c:v>
                </c:pt>
                <c:pt idx="2050">
                  <c:v>49.5006255622</c:v>
                </c:pt>
                <c:pt idx="2051">
                  <c:v>49.5006231219</c:v>
                </c:pt>
                <c:pt idx="2052">
                  <c:v>49.5005257031</c:v>
                </c:pt>
                <c:pt idx="2053">
                  <c:v>49.5005321385</c:v>
                </c:pt>
                <c:pt idx="2054">
                  <c:v>49.5005491468</c:v>
                </c:pt>
                <c:pt idx="2055">
                  <c:v>49.5005341101</c:v>
                </c:pt>
                <c:pt idx="2056">
                  <c:v>49.5005425811</c:v>
                </c:pt>
                <c:pt idx="2057">
                  <c:v>49.5005352784</c:v>
                </c:pt>
                <c:pt idx="2058">
                  <c:v>49.5004366113</c:v>
                </c:pt>
                <c:pt idx="2059">
                  <c:v>49.5004303755</c:v>
                </c:pt>
                <c:pt idx="2060">
                  <c:v>49.5003388935</c:v>
                </c:pt>
                <c:pt idx="2061">
                  <c:v>49.5003344537</c:v>
                </c:pt>
                <c:pt idx="2062">
                  <c:v>49.5002862325</c:v>
                </c:pt>
                <c:pt idx="2063">
                  <c:v>49.5003041981</c:v>
                </c:pt>
                <c:pt idx="2064">
                  <c:v>49.5002635023</c:v>
                </c:pt>
                <c:pt idx="2065">
                  <c:v>49.5002589805</c:v>
                </c:pt>
                <c:pt idx="2066">
                  <c:v>49.5001997785</c:v>
                </c:pt>
                <c:pt idx="2067">
                  <c:v>49.5001897948</c:v>
                </c:pt>
                <c:pt idx="2068">
                  <c:v>49.5000658581</c:v>
                </c:pt>
                <c:pt idx="2069">
                  <c:v>49.5000641335</c:v>
                </c:pt>
                <c:pt idx="2070">
                  <c:v>49.4999911392</c:v>
                </c:pt>
                <c:pt idx="2071">
                  <c:v>49.4999859996</c:v>
                </c:pt>
                <c:pt idx="2072">
                  <c:v>49.5000285869</c:v>
                </c:pt>
                <c:pt idx="2073">
                  <c:v>49.5000053893</c:v>
                </c:pt>
                <c:pt idx="2074">
                  <c:v>49.4999498902</c:v>
                </c:pt>
                <c:pt idx="2075">
                  <c:v>49.4999480857</c:v>
                </c:pt>
                <c:pt idx="2076">
                  <c:v>49.4998239632</c:v>
                </c:pt>
                <c:pt idx="2077">
                  <c:v>49.4998213969</c:v>
                </c:pt>
                <c:pt idx="2078">
                  <c:v>49.4997764559</c:v>
                </c:pt>
                <c:pt idx="2079">
                  <c:v>49.4997740571</c:v>
                </c:pt>
                <c:pt idx="2080">
                  <c:v>49.4997620894</c:v>
                </c:pt>
                <c:pt idx="2081">
                  <c:v>49.4997716438</c:v>
                </c:pt>
                <c:pt idx="2082">
                  <c:v>49.4997227791</c:v>
                </c:pt>
                <c:pt idx="2083">
                  <c:v>49.4997168221</c:v>
                </c:pt>
                <c:pt idx="2084">
                  <c:v>49.4996177718</c:v>
                </c:pt>
                <c:pt idx="2085">
                  <c:v>49.4996125858</c:v>
                </c:pt>
                <c:pt idx="2086">
                  <c:v>49.4995069536</c:v>
                </c:pt>
                <c:pt idx="2087">
                  <c:v>49.499518907</c:v>
                </c:pt>
                <c:pt idx="2088">
                  <c:v>49.4994962172</c:v>
                </c:pt>
                <c:pt idx="2089">
                  <c:v>49.4994820361</c:v>
                </c:pt>
                <c:pt idx="2090">
                  <c:v>49.499506963</c:v>
                </c:pt>
                <c:pt idx="2091">
                  <c:v>49.4994987713</c:v>
                </c:pt>
                <c:pt idx="2092">
                  <c:v>49.4993921493</c:v>
                </c:pt>
                <c:pt idx="2093">
                  <c:v>49.4993898847</c:v>
                </c:pt>
                <c:pt idx="2094">
                  <c:v>49.4992938632</c:v>
                </c:pt>
                <c:pt idx="2095">
                  <c:v>49.499279577</c:v>
                </c:pt>
                <c:pt idx="2096">
                  <c:v>49.4993137746</c:v>
                </c:pt>
                <c:pt idx="2097">
                  <c:v>49.499297326</c:v>
                </c:pt>
                <c:pt idx="2098">
                  <c:v>49.4993174752</c:v>
                </c:pt>
                <c:pt idx="2099">
                  <c:v>49.4993265527</c:v>
                </c:pt>
                <c:pt idx="2100">
                  <c:v>49.4992611531</c:v>
                </c:pt>
                <c:pt idx="2101">
                  <c:v>49.499257579</c:v>
                </c:pt>
                <c:pt idx="2102">
                  <c:v>49.4991943529</c:v>
                </c:pt>
                <c:pt idx="2103">
                  <c:v>49.4991909486</c:v>
                </c:pt>
                <c:pt idx="2104">
                  <c:v>49.49916557</c:v>
                </c:pt>
                <c:pt idx="2105">
                  <c:v>49.499165145</c:v>
                </c:pt>
                <c:pt idx="2106">
                  <c:v>49.4991989673</c:v>
                </c:pt>
                <c:pt idx="2107">
                  <c:v>49.4991899369</c:v>
                </c:pt>
                <c:pt idx="2108">
                  <c:v>49.4991669721</c:v>
                </c:pt>
                <c:pt idx="2109">
                  <c:v>49.4991661557</c:v>
                </c:pt>
                <c:pt idx="2110">
                  <c:v>49.4990675378</c:v>
                </c:pt>
                <c:pt idx="2111">
                  <c:v>49.4990736664</c:v>
                </c:pt>
                <c:pt idx="2112">
                  <c:v>49.4990564913</c:v>
                </c:pt>
                <c:pt idx="2113">
                  <c:v>49.4990419358</c:v>
                </c:pt>
                <c:pt idx="2114">
                  <c:v>49.4991201265</c:v>
                </c:pt>
                <c:pt idx="2115">
                  <c:v>49.4991238233</c:v>
                </c:pt>
                <c:pt idx="2116">
                  <c:v>49.4990981767</c:v>
                </c:pt>
                <c:pt idx="2117">
                  <c:v>49.4991202333</c:v>
                </c:pt>
                <c:pt idx="2118">
                  <c:v>49.4990610495</c:v>
                </c:pt>
                <c:pt idx="2119">
                  <c:v>49.4990436031</c:v>
                </c:pt>
                <c:pt idx="2120">
                  <c:v>49.4990656108</c:v>
                </c:pt>
                <c:pt idx="2121">
                  <c:v>49.4990659704</c:v>
                </c:pt>
                <c:pt idx="2122">
                  <c:v>49.4991151871</c:v>
                </c:pt>
                <c:pt idx="2123">
                  <c:v>49.4991209152</c:v>
                </c:pt>
                <c:pt idx="2124">
                  <c:v>49.4991709965</c:v>
                </c:pt>
                <c:pt idx="2125">
                  <c:v>49.4991704594</c:v>
                </c:pt>
                <c:pt idx="2126">
                  <c:v>49.4991533777</c:v>
                </c:pt>
                <c:pt idx="2127">
                  <c:v>49.4991515065</c:v>
                </c:pt>
                <c:pt idx="2128">
                  <c:v>49.4991148065</c:v>
                </c:pt>
                <c:pt idx="2129">
                  <c:v>49.4991105197</c:v>
                </c:pt>
                <c:pt idx="2130">
                  <c:v>49.4991728044</c:v>
                </c:pt>
                <c:pt idx="2131">
                  <c:v>49.4991745928</c:v>
                </c:pt>
                <c:pt idx="2132">
                  <c:v>49.4992406103</c:v>
                </c:pt>
                <c:pt idx="2133">
                  <c:v>49.4992670993</c:v>
                </c:pt>
                <c:pt idx="2134">
                  <c:v>49.499225</c:v>
                </c:pt>
                <c:pt idx="2135">
                  <c:v>49.499227529</c:v>
                </c:pt>
                <c:pt idx="2136">
                  <c:v>49.4992491169</c:v>
                </c:pt>
                <c:pt idx="2137">
                  <c:v>49.4992096364</c:v>
                </c:pt>
                <c:pt idx="2138">
                  <c:v>49.4992934272</c:v>
                </c:pt>
                <c:pt idx="2139">
                  <c:v>49.4993005699</c:v>
                </c:pt>
                <c:pt idx="2140">
                  <c:v>49.4993650805</c:v>
                </c:pt>
                <c:pt idx="2141">
                  <c:v>49.4993721908</c:v>
                </c:pt>
                <c:pt idx="2142">
                  <c:v>49.499432806</c:v>
                </c:pt>
                <c:pt idx="2143">
                  <c:v>49.4994173404</c:v>
                </c:pt>
                <c:pt idx="2144">
                  <c:v>49.4994419428</c:v>
                </c:pt>
                <c:pt idx="2145">
                  <c:v>49.4994421093</c:v>
                </c:pt>
                <c:pt idx="2146">
                  <c:v>49.4994803694</c:v>
                </c:pt>
                <c:pt idx="2147">
                  <c:v>49.4994855718</c:v>
                </c:pt>
                <c:pt idx="2148">
                  <c:v>49.4995888355</c:v>
                </c:pt>
                <c:pt idx="2149">
                  <c:v>49.4995946341</c:v>
                </c:pt>
                <c:pt idx="2150">
                  <c:v>49.4996506682</c:v>
                </c:pt>
                <c:pt idx="2151">
                  <c:v>49.4996709703</c:v>
                </c:pt>
                <c:pt idx="2152">
                  <c:v>49.4996443287</c:v>
                </c:pt>
                <c:pt idx="2153">
                  <c:v>49.4996363362</c:v>
                </c:pt>
                <c:pt idx="2154">
                  <c:v>49.4996871014</c:v>
                </c:pt>
                <c:pt idx="2155">
                  <c:v>49.4996885304</c:v>
                </c:pt>
                <c:pt idx="2156">
                  <c:v>49.4997751296</c:v>
                </c:pt>
                <c:pt idx="2157">
                  <c:v>49.4997844387</c:v>
                </c:pt>
                <c:pt idx="2158">
                  <c:v>49.499845597</c:v>
                </c:pt>
                <c:pt idx="2159">
                  <c:v>49.4998498643</c:v>
                </c:pt>
                <c:pt idx="2160">
                  <c:v>49.4999130511</c:v>
                </c:pt>
                <c:pt idx="2161">
                  <c:v>49.4998725777</c:v>
                </c:pt>
                <c:pt idx="2162">
                  <c:v>49.499926262</c:v>
                </c:pt>
                <c:pt idx="2163">
                  <c:v>49.4999312503</c:v>
                </c:pt>
                <c:pt idx="2164">
                  <c:v>49.499997843</c:v>
                </c:pt>
                <c:pt idx="2165">
                  <c:v>49.5000069404</c:v>
                </c:pt>
                <c:pt idx="2166">
                  <c:v>49.5001234979</c:v>
                </c:pt>
                <c:pt idx="2167">
                  <c:v>49.5001270097</c:v>
                </c:pt>
                <c:pt idx="2168">
                  <c:v>49.500183356</c:v>
                </c:pt>
                <c:pt idx="2169">
                  <c:v>49.5001809523</c:v>
                </c:pt>
                <c:pt idx="2170">
                  <c:v>49.5001877171</c:v>
                </c:pt>
                <c:pt idx="2171">
                  <c:v>49.5001888446</c:v>
                </c:pt>
                <c:pt idx="2172">
                  <c:v>49.5002567717</c:v>
                </c:pt>
                <c:pt idx="2173">
                  <c:v>49.5002620134</c:v>
                </c:pt>
                <c:pt idx="2174">
                  <c:v>49.5003433226</c:v>
                </c:pt>
                <c:pt idx="2175">
                  <c:v>49.5003496173</c:v>
                </c:pt>
                <c:pt idx="2176">
                  <c:v>49.500404876</c:v>
                </c:pt>
                <c:pt idx="2177">
                  <c:v>49.5003826931</c:v>
                </c:pt>
                <c:pt idx="2178">
                  <c:v>49.5004157476</c:v>
                </c:pt>
                <c:pt idx="2179">
                  <c:v>49.5003867726</c:v>
                </c:pt>
                <c:pt idx="2180">
                  <c:v>49.5004377928</c:v>
                </c:pt>
                <c:pt idx="2181">
                  <c:v>49.5004454046</c:v>
                </c:pt>
                <c:pt idx="2182">
                  <c:v>49.5005183245</c:v>
                </c:pt>
                <c:pt idx="2183">
                  <c:v>49.5005207266</c:v>
                </c:pt>
                <c:pt idx="2184">
                  <c:v>49.5006213179</c:v>
                </c:pt>
                <c:pt idx="2185">
                  <c:v>49.5005975986</c:v>
                </c:pt>
                <c:pt idx="2186">
                  <c:v>49.5006190099</c:v>
                </c:pt>
                <c:pt idx="2187">
                  <c:v>49.5006263937</c:v>
                </c:pt>
                <c:pt idx="2188">
                  <c:v>49.5006142548</c:v>
                </c:pt>
                <c:pt idx="2189">
                  <c:v>49.5006309051</c:v>
                </c:pt>
                <c:pt idx="2190">
                  <c:v>49.5007201048</c:v>
                </c:pt>
                <c:pt idx="2191">
                  <c:v>49.5007247313</c:v>
                </c:pt>
                <c:pt idx="2192">
                  <c:v>49.5007916098</c:v>
                </c:pt>
                <c:pt idx="2193">
                  <c:v>49.5007951688</c:v>
                </c:pt>
                <c:pt idx="2194">
                  <c:v>49.5008070719</c:v>
                </c:pt>
                <c:pt idx="2195">
                  <c:v>49.5007973042</c:v>
                </c:pt>
                <c:pt idx="2196">
                  <c:v>49.5007643629</c:v>
                </c:pt>
                <c:pt idx="2197">
                  <c:v>49.5007737986</c:v>
                </c:pt>
                <c:pt idx="2198">
                  <c:v>49.5007817883</c:v>
                </c:pt>
                <c:pt idx="2199">
                  <c:v>49.5007817984</c:v>
                </c:pt>
                <c:pt idx="2200">
                  <c:v>49.5008738215</c:v>
                </c:pt>
                <c:pt idx="2201">
                  <c:v>49.5008636496</c:v>
                </c:pt>
                <c:pt idx="2202">
                  <c:v>49.5008811764</c:v>
                </c:pt>
                <c:pt idx="2203">
                  <c:v>49.5008971622</c:v>
                </c:pt>
                <c:pt idx="2204">
                  <c:v>49.5008342078</c:v>
                </c:pt>
                <c:pt idx="2205">
                  <c:v>49.5008227616</c:v>
                </c:pt>
                <c:pt idx="2206">
                  <c:v>49.5008553016</c:v>
                </c:pt>
                <c:pt idx="2207">
                  <c:v>49.5008436372</c:v>
                </c:pt>
                <c:pt idx="2208">
                  <c:v>49.500888499</c:v>
                </c:pt>
                <c:pt idx="2209">
                  <c:v>49.5008950332</c:v>
                </c:pt>
                <c:pt idx="2210">
                  <c:v>49.5009314528</c:v>
                </c:pt>
                <c:pt idx="2211">
                  <c:v>49.5009289791</c:v>
                </c:pt>
                <c:pt idx="2212">
                  <c:v>49.5009391889</c:v>
                </c:pt>
                <c:pt idx="2213">
                  <c:v>49.5009258778</c:v>
                </c:pt>
                <c:pt idx="2214">
                  <c:v>49.5008782565</c:v>
                </c:pt>
                <c:pt idx="2215">
                  <c:v>49.5008712246</c:v>
                </c:pt>
                <c:pt idx="2216">
                  <c:v>49.5008847255</c:v>
                </c:pt>
                <c:pt idx="2217">
                  <c:v>49.5008859415</c:v>
                </c:pt>
                <c:pt idx="2218">
                  <c:v>49.5009076437</c:v>
                </c:pt>
                <c:pt idx="2219">
                  <c:v>49.5009278537</c:v>
                </c:pt>
                <c:pt idx="2220">
                  <c:v>49.5008923814</c:v>
                </c:pt>
                <c:pt idx="2221">
                  <c:v>49.500887314</c:v>
                </c:pt>
                <c:pt idx="2222">
                  <c:v>49.5008393302</c:v>
                </c:pt>
                <c:pt idx="2223">
                  <c:v>49.5008375324</c:v>
                </c:pt>
                <c:pt idx="2224">
                  <c:v>49.5007567991</c:v>
                </c:pt>
                <c:pt idx="2225">
                  <c:v>49.5007677164</c:v>
                </c:pt>
                <c:pt idx="2226">
                  <c:v>49.500799785</c:v>
                </c:pt>
                <c:pt idx="2227">
                  <c:v>49.5007760661</c:v>
                </c:pt>
                <c:pt idx="2228">
                  <c:v>49.5008160185</c:v>
                </c:pt>
                <c:pt idx="2229">
                  <c:v>49.5008196161</c:v>
                </c:pt>
                <c:pt idx="2230">
                  <c:v>49.5007323528</c:v>
                </c:pt>
                <c:pt idx="2231">
                  <c:v>49.5007307537</c:v>
                </c:pt>
                <c:pt idx="2232">
                  <c:v>49.5006734657</c:v>
                </c:pt>
                <c:pt idx="2233">
                  <c:v>49.5006677972</c:v>
                </c:pt>
                <c:pt idx="2234">
                  <c:v>49.5006394546</c:v>
                </c:pt>
                <c:pt idx="2235">
                  <c:v>49.5006666753</c:v>
                </c:pt>
                <c:pt idx="2236">
                  <c:v>49.5006648168</c:v>
                </c:pt>
                <c:pt idx="2237">
                  <c:v>49.5006705933</c:v>
                </c:pt>
                <c:pt idx="2238">
                  <c:v>49.5006410858</c:v>
                </c:pt>
                <c:pt idx="2239">
                  <c:v>49.5006371371</c:v>
                </c:pt>
                <c:pt idx="2240">
                  <c:v>49.5005415076</c:v>
                </c:pt>
                <c:pt idx="2241">
                  <c:v>49.5005351953</c:v>
                </c:pt>
                <c:pt idx="2242">
                  <c:v>49.5004777852</c:v>
                </c:pt>
                <c:pt idx="2243">
                  <c:v>49.5004742805</c:v>
                </c:pt>
                <c:pt idx="2244">
                  <c:v>49.5004427379</c:v>
                </c:pt>
                <c:pt idx="2245">
                  <c:v>49.5004719431</c:v>
                </c:pt>
                <c:pt idx="2246">
                  <c:v>49.5004188137</c:v>
                </c:pt>
                <c:pt idx="2247">
                  <c:v>49.5004143863</c:v>
                </c:pt>
                <c:pt idx="2248">
                  <c:v>49.5003638132</c:v>
                </c:pt>
                <c:pt idx="2249">
                  <c:v>49.5003544326</c:v>
                </c:pt>
                <c:pt idx="2250">
                  <c:v>49.5002598433</c:v>
                </c:pt>
                <c:pt idx="2251">
                  <c:v>49.5002587992</c:v>
                </c:pt>
                <c:pt idx="2252">
                  <c:v>49.5001959804</c:v>
                </c:pt>
                <c:pt idx="2253">
                  <c:v>49.5001912766</c:v>
                </c:pt>
                <c:pt idx="2254">
                  <c:v>49.5002346041</c:v>
                </c:pt>
                <c:pt idx="2255">
                  <c:v>49.5002184491</c:v>
                </c:pt>
                <c:pt idx="2256">
                  <c:v>49.5001679334</c:v>
                </c:pt>
                <c:pt idx="2257">
                  <c:v>49.500166188</c:v>
                </c:pt>
                <c:pt idx="2258">
                  <c:v>49.5000651717</c:v>
                </c:pt>
                <c:pt idx="2259">
                  <c:v>49.5000576926</c:v>
                </c:pt>
                <c:pt idx="2260">
                  <c:v>49.5000118158</c:v>
                </c:pt>
                <c:pt idx="2261">
                  <c:v>49.5000099397</c:v>
                </c:pt>
                <c:pt idx="2262">
                  <c:v>49.4999908899</c:v>
                </c:pt>
                <c:pt idx="2263">
                  <c:v>49.4999906114</c:v>
                </c:pt>
                <c:pt idx="2264">
                  <c:v>49.4999761407</c:v>
                </c:pt>
                <c:pt idx="2265">
                  <c:v>49.4999745198</c:v>
                </c:pt>
                <c:pt idx="2266">
                  <c:v>49.4998707512</c:v>
                </c:pt>
                <c:pt idx="2267">
                  <c:v>49.4998663551</c:v>
                </c:pt>
                <c:pt idx="2268">
                  <c:v>49.4997663948</c:v>
                </c:pt>
                <c:pt idx="2269">
                  <c:v>49.4997589098</c:v>
                </c:pt>
                <c:pt idx="2270">
                  <c:v>49.4997276</c:v>
                </c:pt>
                <c:pt idx="2271">
                  <c:v>49.4997430471</c:v>
                </c:pt>
                <c:pt idx="2272">
                  <c:v>49.4996999548</c:v>
                </c:pt>
                <c:pt idx="2273">
                  <c:v>49.4997246205</c:v>
                </c:pt>
                <c:pt idx="2274">
                  <c:v>49.4996626008</c:v>
                </c:pt>
                <c:pt idx="2275">
                  <c:v>49.4996549539</c:v>
                </c:pt>
                <c:pt idx="2276">
                  <c:v>49.4995939184</c:v>
                </c:pt>
                <c:pt idx="2277">
                  <c:v>49.4995899725</c:v>
                </c:pt>
                <c:pt idx="2278">
                  <c:v>49.4994996351</c:v>
                </c:pt>
                <c:pt idx="2279">
                  <c:v>49.499508685</c:v>
                </c:pt>
                <c:pt idx="2280">
                  <c:v>49.4995253799</c:v>
                </c:pt>
                <c:pt idx="2281">
                  <c:v>49.4995092138</c:v>
                </c:pt>
                <c:pt idx="2282">
                  <c:v>49.4995259201</c:v>
                </c:pt>
                <c:pt idx="2283">
                  <c:v>49.4995244497</c:v>
                </c:pt>
                <c:pt idx="2284">
                  <c:v>49.4994483501</c:v>
                </c:pt>
                <c:pt idx="2285">
                  <c:v>49.499443627</c:v>
                </c:pt>
                <c:pt idx="2286">
                  <c:v>49.4993747789</c:v>
                </c:pt>
                <c:pt idx="2287">
                  <c:v>49.4993713945</c:v>
                </c:pt>
                <c:pt idx="2288">
                  <c:v>49.4993322954</c:v>
                </c:pt>
                <c:pt idx="2289">
                  <c:v>49.4993329753</c:v>
                </c:pt>
                <c:pt idx="2290">
                  <c:v>49.4993628657</c:v>
                </c:pt>
                <c:pt idx="2291">
                  <c:v>49.4993480207</c:v>
                </c:pt>
                <c:pt idx="2292">
                  <c:v>49.4993170513</c:v>
                </c:pt>
                <c:pt idx="2293">
                  <c:v>49.4993163302</c:v>
                </c:pt>
                <c:pt idx="2294">
                  <c:v>49.4992104943</c:v>
                </c:pt>
                <c:pt idx="2295">
                  <c:v>49.4992124956</c:v>
                </c:pt>
                <c:pt idx="2296">
                  <c:v>49.4991991141</c:v>
                </c:pt>
                <c:pt idx="2297">
                  <c:v>49.499170435</c:v>
                </c:pt>
                <c:pt idx="2298">
                  <c:v>49.4992169462</c:v>
                </c:pt>
                <c:pt idx="2299">
                  <c:v>49.4992410773</c:v>
                </c:pt>
                <c:pt idx="2300">
                  <c:v>49.4992082532</c:v>
                </c:pt>
                <c:pt idx="2301">
                  <c:v>49.4992203648</c:v>
                </c:pt>
                <c:pt idx="2302">
                  <c:v>49.4991952732</c:v>
                </c:pt>
                <c:pt idx="2303">
                  <c:v>49.4991894368</c:v>
                </c:pt>
                <c:pt idx="2304">
                  <c:v>49.4991427454</c:v>
                </c:pt>
                <c:pt idx="2305">
                  <c:v>49.4991478345</c:v>
                </c:pt>
                <c:pt idx="2306">
                  <c:v>49.4991508134</c:v>
                </c:pt>
                <c:pt idx="2307">
                  <c:v>49.4991547082</c:v>
                </c:pt>
                <c:pt idx="2308">
                  <c:v>49.4992096676</c:v>
                </c:pt>
                <c:pt idx="2309">
                  <c:v>49.4992215636</c:v>
                </c:pt>
                <c:pt idx="2310">
                  <c:v>49.4992017136</c:v>
                </c:pt>
                <c:pt idx="2311">
                  <c:v>49.499199508</c:v>
                </c:pt>
                <c:pt idx="2312">
                  <c:v>49.4991654842</c:v>
                </c:pt>
                <c:pt idx="2313">
                  <c:v>49.4991619907</c:v>
                </c:pt>
                <c:pt idx="2314">
                  <c:v>49.4991200691</c:v>
                </c:pt>
                <c:pt idx="2315">
                  <c:v>49.4991412197</c:v>
                </c:pt>
                <c:pt idx="2316">
                  <c:v>49.4991761613</c:v>
                </c:pt>
                <c:pt idx="2317">
                  <c:v>49.4991765991</c:v>
                </c:pt>
                <c:pt idx="2318">
                  <c:v>49.4992470793</c:v>
                </c:pt>
                <c:pt idx="2319">
                  <c:v>49.4992430611</c:v>
                </c:pt>
                <c:pt idx="2320">
                  <c:v>49.4991948433</c:v>
                </c:pt>
                <c:pt idx="2321">
                  <c:v>49.4992133029</c:v>
                </c:pt>
                <c:pt idx="2322">
                  <c:v>49.4991812485</c:v>
                </c:pt>
                <c:pt idx="2323">
                  <c:v>49.4991670314</c:v>
                </c:pt>
                <c:pt idx="2324">
                  <c:v>49.4992504061</c:v>
                </c:pt>
                <c:pt idx="2325">
                  <c:v>49.4992522268</c:v>
                </c:pt>
                <c:pt idx="2326">
                  <c:v>49.4993033396</c:v>
                </c:pt>
                <c:pt idx="2327">
                  <c:v>49.4993092691</c:v>
                </c:pt>
                <c:pt idx="2328">
                  <c:v>49.4993535635</c:v>
                </c:pt>
                <c:pt idx="2329">
                  <c:v>49.4993376017</c:v>
                </c:pt>
                <c:pt idx="2330">
                  <c:v>49.4993467245</c:v>
                </c:pt>
                <c:pt idx="2331">
                  <c:v>49.4993468193</c:v>
                </c:pt>
                <c:pt idx="2332">
                  <c:v>49.4993652239</c:v>
                </c:pt>
                <c:pt idx="2333">
                  <c:v>49.4993686543</c:v>
                </c:pt>
                <c:pt idx="2334">
                  <c:v>49.499446849</c:v>
                </c:pt>
                <c:pt idx="2335">
                  <c:v>49.4994523574</c:v>
                </c:pt>
                <c:pt idx="2336">
                  <c:v>49.4994940009</c:v>
                </c:pt>
                <c:pt idx="2337">
                  <c:v>49.4994964107</c:v>
                </c:pt>
                <c:pt idx="2338">
                  <c:v>49.4995243796</c:v>
                </c:pt>
                <c:pt idx="2339">
                  <c:v>49.4994794676</c:v>
                </c:pt>
                <c:pt idx="2340">
                  <c:v>49.4995139796</c:v>
                </c:pt>
                <c:pt idx="2341">
                  <c:v>49.4995176492</c:v>
                </c:pt>
                <c:pt idx="2342">
                  <c:v>49.4995428531</c:v>
                </c:pt>
                <c:pt idx="2343">
                  <c:v>49.4995517118</c:v>
                </c:pt>
                <c:pt idx="2344">
                  <c:v>49.4996595463</c:v>
                </c:pt>
                <c:pt idx="2345">
                  <c:v>49.49966032</c:v>
                </c:pt>
                <c:pt idx="2346">
                  <c:v>49.4997125097</c:v>
                </c:pt>
                <c:pt idx="2347">
                  <c:v>49.4997287731</c:v>
                </c:pt>
                <c:pt idx="2348">
                  <c:v>49.4996899567</c:v>
                </c:pt>
                <c:pt idx="2349">
                  <c:v>49.4996980882</c:v>
                </c:pt>
                <c:pt idx="2350">
                  <c:v>49.4997636011</c:v>
                </c:pt>
                <c:pt idx="2351">
                  <c:v>49.4997660797</c:v>
                </c:pt>
                <c:pt idx="2352">
                  <c:v>49.4998640458</c:v>
                </c:pt>
                <c:pt idx="2353">
                  <c:v>49.4998721361</c:v>
                </c:pt>
                <c:pt idx="2354">
                  <c:v>49.499944388</c:v>
                </c:pt>
                <c:pt idx="2355">
                  <c:v>49.4999464809</c:v>
                </c:pt>
                <c:pt idx="2356">
                  <c:v>49.4999715078</c:v>
                </c:pt>
                <c:pt idx="2357">
                  <c:v>49.4999716976</c:v>
                </c:pt>
                <c:pt idx="2358">
                  <c:v>49.4999743372</c:v>
                </c:pt>
                <c:pt idx="2359">
                  <c:v>49.4999744687</c:v>
                </c:pt>
                <c:pt idx="2360">
                  <c:v>49.5000532477</c:v>
                </c:pt>
                <c:pt idx="2361">
                  <c:v>49.5000564218</c:v>
                </c:pt>
                <c:pt idx="2362">
                  <c:v>49.500130312</c:v>
                </c:pt>
                <c:pt idx="2363">
                  <c:v>49.5001369997</c:v>
                </c:pt>
                <c:pt idx="2364">
                  <c:v>49.5001820613</c:v>
                </c:pt>
                <c:pt idx="2365">
                  <c:v>49.5001578379</c:v>
                </c:pt>
                <c:pt idx="2366">
                  <c:v>49.5001985339</c:v>
                </c:pt>
                <c:pt idx="2367">
                  <c:v>49.500171629</c:v>
                </c:pt>
                <c:pt idx="2368">
                  <c:v>49.5002158022</c:v>
                </c:pt>
                <c:pt idx="2369">
                  <c:v>49.5002234883</c:v>
                </c:pt>
                <c:pt idx="2370">
                  <c:v>49.5003010858</c:v>
                </c:pt>
                <c:pt idx="2371">
                  <c:v>49.5003036363</c:v>
                </c:pt>
                <c:pt idx="2372">
                  <c:v>49.5004083491</c:v>
                </c:pt>
                <c:pt idx="2373">
                  <c:v>49.5003948441</c:v>
                </c:pt>
                <c:pt idx="2374">
                  <c:v>49.5004080645</c:v>
                </c:pt>
                <c:pt idx="2375">
                  <c:v>49.5004103066</c:v>
                </c:pt>
                <c:pt idx="2376">
                  <c:v>49.5004249596</c:v>
                </c:pt>
                <c:pt idx="2377">
                  <c:v>49.5004247578</c:v>
                </c:pt>
                <c:pt idx="2378">
                  <c:v>49.5005003365</c:v>
                </c:pt>
                <c:pt idx="2379">
                  <c:v>49.5005054649</c:v>
                </c:pt>
                <c:pt idx="2380">
                  <c:v>49.500578952</c:v>
                </c:pt>
                <c:pt idx="2381">
                  <c:v>49.5005818196</c:v>
                </c:pt>
                <c:pt idx="2382">
                  <c:v>49.5006160085</c:v>
                </c:pt>
                <c:pt idx="2383">
                  <c:v>49.500619908</c:v>
                </c:pt>
                <c:pt idx="2384">
                  <c:v>49.5005777542</c:v>
                </c:pt>
                <c:pt idx="2385">
                  <c:v>49.5005831676</c:v>
                </c:pt>
                <c:pt idx="2386">
                  <c:v>49.5006102842</c:v>
                </c:pt>
                <c:pt idx="2387">
                  <c:v>49.5006103636</c:v>
                </c:pt>
                <c:pt idx="2388">
                  <c:v>49.5006916125</c:v>
                </c:pt>
                <c:pt idx="2389">
                  <c:v>49.5006991462</c:v>
                </c:pt>
                <c:pt idx="2390">
                  <c:v>49.500712764</c:v>
                </c:pt>
                <c:pt idx="2391">
                  <c:v>49.5007162175</c:v>
                </c:pt>
                <c:pt idx="2392">
                  <c:v>49.5007516204</c:v>
                </c:pt>
                <c:pt idx="2393">
                  <c:v>49.5006898589</c:v>
                </c:pt>
                <c:pt idx="2394">
                  <c:v>49.5007234727</c:v>
                </c:pt>
                <c:pt idx="2395">
                  <c:v>49.5007266384</c:v>
                </c:pt>
                <c:pt idx="2396">
                  <c:v>49.5007449737</c:v>
                </c:pt>
                <c:pt idx="2397">
                  <c:v>49.500751637</c:v>
                </c:pt>
                <c:pt idx="2398">
                  <c:v>49.5008278295</c:v>
                </c:pt>
                <c:pt idx="2399">
                  <c:v>49.500828738</c:v>
                </c:pt>
                <c:pt idx="2400">
                  <c:v>49.5008445244</c:v>
                </c:pt>
                <c:pt idx="2401">
                  <c:v>49.5008464037</c:v>
                </c:pt>
                <c:pt idx="2402">
                  <c:v>49.5008094438</c:v>
                </c:pt>
                <c:pt idx="2403">
                  <c:v>49.5007955076</c:v>
                </c:pt>
                <c:pt idx="2404">
                  <c:v>49.5008096637</c:v>
                </c:pt>
                <c:pt idx="2405">
                  <c:v>49.5008118999</c:v>
                </c:pt>
                <c:pt idx="2406">
                  <c:v>49.5008355903</c:v>
                </c:pt>
                <c:pt idx="2407">
                  <c:v>49.5008365365</c:v>
                </c:pt>
                <c:pt idx="2408">
                  <c:v>49.5008787959</c:v>
                </c:pt>
                <c:pt idx="2409">
                  <c:v>49.5008650764</c:v>
                </c:pt>
                <c:pt idx="2410">
                  <c:v>49.5008153921</c:v>
                </c:pt>
                <c:pt idx="2411">
                  <c:v>49.500815006</c:v>
                </c:pt>
                <c:pt idx="2412">
                  <c:v>49.5007536284</c:v>
                </c:pt>
                <c:pt idx="2413">
                  <c:v>49.5007430975</c:v>
                </c:pt>
                <c:pt idx="2414">
                  <c:v>49.5007982974</c:v>
                </c:pt>
                <c:pt idx="2415">
                  <c:v>49.5007831221</c:v>
                </c:pt>
                <c:pt idx="2416">
                  <c:v>49.5008105494</c:v>
                </c:pt>
                <c:pt idx="2417">
                  <c:v>49.5008355436</c:v>
                </c:pt>
                <c:pt idx="2418">
                  <c:v>49.5007794224</c:v>
                </c:pt>
                <c:pt idx="2419">
                  <c:v>49.5007743205</c:v>
                </c:pt>
                <c:pt idx="2420">
                  <c:v>49.5007461742</c:v>
                </c:pt>
                <c:pt idx="2421">
                  <c:v>49.5007418903</c:v>
                </c:pt>
                <c:pt idx="2422">
                  <c:v>49.5006990509</c:v>
                </c:pt>
                <c:pt idx="2423">
                  <c:v>49.500716084</c:v>
                </c:pt>
                <c:pt idx="2424">
                  <c:v>49.5007380077</c:v>
                </c:pt>
                <c:pt idx="2425">
                  <c:v>49.5007413351</c:v>
                </c:pt>
                <c:pt idx="2426">
                  <c:v>49.500734199</c:v>
                </c:pt>
                <c:pt idx="2427">
                  <c:v>49.5007313853</c:v>
                </c:pt>
                <c:pt idx="2428">
                  <c:v>49.5006589639</c:v>
                </c:pt>
                <c:pt idx="2429">
                  <c:v>49.5006526811</c:v>
                </c:pt>
                <c:pt idx="2430">
                  <c:v>49.5005961636</c:v>
                </c:pt>
                <c:pt idx="2431">
                  <c:v>49.5005942087</c:v>
                </c:pt>
                <c:pt idx="2432">
                  <c:v>49.5005478896</c:v>
                </c:pt>
                <c:pt idx="2433">
                  <c:v>49.5005587442</c:v>
                </c:pt>
                <c:pt idx="2434">
                  <c:v>49.5005895229</c:v>
                </c:pt>
                <c:pt idx="2435">
                  <c:v>49.5005565068</c:v>
                </c:pt>
                <c:pt idx="2436">
                  <c:v>49.5005296573</c:v>
                </c:pt>
                <c:pt idx="2437">
                  <c:v>49.5005292167</c:v>
                </c:pt>
                <c:pt idx="2438">
                  <c:v>49.5004123297</c:v>
                </c:pt>
                <c:pt idx="2439">
                  <c:v>49.5004119594</c:v>
                </c:pt>
                <c:pt idx="2440">
                  <c:v>49.5003787513</c:v>
                </c:pt>
                <c:pt idx="2441">
                  <c:v>49.5003545446</c:v>
                </c:pt>
                <c:pt idx="2442">
                  <c:v>49.5003951066</c:v>
                </c:pt>
                <c:pt idx="2443">
                  <c:v>49.5003993023</c:v>
                </c:pt>
                <c:pt idx="2444">
                  <c:v>49.5003528107</c:v>
                </c:pt>
                <c:pt idx="2445">
                  <c:v>49.5003511578</c:v>
                </c:pt>
                <c:pt idx="2446">
                  <c:v>49.5002880088</c:v>
                </c:pt>
                <c:pt idx="2447">
                  <c:v>49.5002816659</c:v>
                </c:pt>
                <c:pt idx="2448">
                  <c:v>49.5002101687</c:v>
                </c:pt>
                <c:pt idx="2449">
                  <c:v>49.5002068522</c:v>
                </c:pt>
                <c:pt idx="2450">
                  <c:v>49.5001840291</c:v>
                </c:pt>
                <c:pt idx="2451">
                  <c:v>49.5001828836</c:v>
                </c:pt>
                <c:pt idx="2452">
                  <c:v>49.5001691196</c:v>
                </c:pt>
                <c:pt idx="2453">
                  <c:v>49.5001687253</c:v>
                </c:pt>
                <c:pt idx="2454">
                  <c:v>49.5000844267</c:v>
                </c:pt>
                <c:pt idx="2455">
                  <c:v>49.5000776373</c:v>
                </c:pt>
                <c:pt idx="2456">
                  <c:v>49.5000049012</c:v>
                </c:pt>
                <c:pt idx="2457">
                  <c:v>49.4999974028</c:v>
                </c:pt>
                <c:pt idx="2458">
                  <c:v>49.4999290774</c:v>
                </c:pt>
                <c:pt idx="2459">
                  <c:v>49.4999489883</c:v>
                </c:pt>
                <c:pt idx="2460">
                  <c:v>49.4999073147</c:v>
                </c:pt>
                <c:pt idx="2461">
                  <c:v>49.4999038419</c:v>
                </c:pt>
                <c:pt idx="2462">
                  <c:v>49.4999293346</c:v>
                </c:pt>
                <c:pt idx="2463">
                  <c:v>49.4998990561</c:v>
                </c:pt>
                <c:pt idx="2464">
                  <c:v>49.4998147567</c:v>
                </c:pt>
                <c:pt idx="2465">
                  <c:v>49.4998125457</c:v>
                </c:pt>
                <c:pt idx="2466">
                  <c:v>49.4997223613</c:v>
                </c:pt>
                <c:pt idx="2467">
                  <c:v>49.4997159049</c:v>
                </c:pt>
                <c:pt idx="2468">
                  <c:v>49.4997342569</c:v>
                </c:pt>
                <c:pt idx="2469">
                  <c:v>49.4997301733</c:v>
                </c:pt>
                <c:pt idx="2470">
                  <c:v>49.4997209853</c:v>
                </c:pt>
                <c:pt idx="2471">
                  <c:v>49.4997246469</c:v>
                </c:pt>
                <c:pt idx="2472">
                  <c:v>49.4996739991</c:v>
                </c:pt>
                <c:pt idx="2473">
                  <c:v>49.4996698609</c:v>
                </c:pt>
                <c:pt idx="2474">
                  <c:v>49.499582008</c:v>
                </c:pt>
                <c:pt idx="2475">
                  <c:v>49.4995789203</c:v>
                </c:pt>
                <c:pt idx="2476">
                  <c:v>49.499526406</c:v>
                </c:pt>
                <c:pt idx="2477">
                  <c:v>49.4995109532</c:v>
                </c:pt>
                <c:pt idx="2478">
                  <c:v>49.499540268</c:v>
                </c:pt>
                <c:pt idx="2479">
                  <c:v>49.4995415832</c:v>
                </c:pt>
                <c:pt idx="2480">
                  <c:v>49.4994891236</c:v>
                </c:pt>
                <c:pt idx="2481">
                  <c:v>49.4994885625</c:v>
                </c:pt>
                <c:pt idx="2482">
                  <c:v>49.4994165812</c:v>
                </c:pt>
                <c:pt idx="2483">
                  <c:v>49.4994084419</c:v>
                </c:pt>
                <c:pt idx="2484">
                  <c:v>49.4993741575</c:v>
                </c:pt>
                <c:pt idx="2485">
                  <c:v>49.499375274</c:v>
                </c:pt>
                <c:pt idx="2486">
                  <c:v>49.4993279973</c:v>
                </c:pt>
                <c:pt idx="2487">
                  <c:v>49.4993496479</c:v>
                </c:pt>
                <c:pt idx="2488">
                  <c:v>49.4993883568</c:v>
                </c:pt>
                <c:pt idx="2489">
                  <c:v>49.4993632793</c:v>
                </c:pt>
                <c:pt idx="2490">
                  <c:v>49.4993520546</c:v>
                </c:pt>
                <c:pt idx="2491">
                  <c:v>49.499352477</c:v>
                </c:pt>
                <c:pt idx="2492">
                  <c:v>49.4992769914</c:v>
                </c:pt>
                <c:pt idx="2493">
                  <c:v>49.4992764692</c:v>
                </c:pt>
                <c:pt idx="2494">
                  <c:v>49.4992710833</c:v>
                </c:pt>
                <c:pt idx="2495">
                  <c:v>49.4992705838</c:v>
                </c:pt>
                <c:pt idx="2496">
                  <c:v>49.4992976344</c:v>
                </c:pt>
                <c:pt idx="2497">
                  <c:v>49.4993111166</c:v>
                </c:pt>
                <c:pt idx="2498">
                  <c:v>49.499296357</c:v>
                </c:pt>
                <c:pt idx="2499">
                  <c:v>49.4992926671</c:v>
                </c:pt>
                <c:pt idx="2500">
                  <c:v>49.4992459034</c:v>
                </c:pt>
                <c:pt idx="2501">
                  <c:v>49.4992440653</c:v>
                </c:pt>
                <c:pt idx="2502">
                  <c:v>49.4991771396</c:v>
                </c:pt>
                <c:pt idx="2503">
                  <c:v>49.4991782293</c:v>
                </c:pt>
                <c:pt idx="2504">
                  <c:v>49.4992252337</c:v>
                </c:pt>
                <c:pt idx="2505">
                  <c:v>49.4992162155</c:v>
                </c:pt>
                <c:pt idx="2506">
                  <c:v>49.4992569512</c:v>
                </c:pt>
                <c:pt idx="2507">
                  <c:v>49.499277734</c:v>
                </c:pt>
                <c:pt idx="2508">
                  <c:v>49.4992178844</c:v>
                </c:pt>
                <c:pt idx="2509">
                  <c:v>49.4992304076</c:v>
                </c:pt>
                <c:pt idx="2510">
                  <c:v>49.4992141859</c:v>
                </c:pt>
                <c:pt idx="2511">
                  <c:v>49.4991791531</c:v>
                </c:pt>
                <c:pt idx="2512">
                  <c:v>49.499224459</c:v>
                </c:pt>
                <c:pt idx="2513">
                  <c:v>49.4992296185</c:v>
                </c:pt>
                <c:pt idx="2514">
                  <c:v>49.4992672155</c:v>
                </c:pt>
                <c:pt idx="2515">
                  <c:v>49.4992716751</c:v>
                </c:pt>
                <c:pt idx="2516">
                  <c:v>49.4993294334</c:v>
                </c:pt>
                <c:pt idx="2517">
                  <c:v>49.4993231098</c:v>
                </c:pt>
                <c:pt idx="2518">
                  <c:v>49.4993064851</c:v>
                </c:pt>
                <c:pt idx="2519">
                  <c:v>49.499305762</c:v>
                </c:pt>
                <c:pt idx="2520">
                  <c:v>49.4993016873</c:v>
                </c:pt>
                <c:pt idx="2521">
                  <c:v>49.4993033241</c:v>
                </c:pt>
                <c:pt idx="2522">
                  <c:v>49.4993472825</c:v>
                </c:pt>
                <c:pt idx="2523">
                  <c:v>49.4993524279</c:v>
                </c:pt>
                <c:pt idx="2524">
                  <c:v>49.4993966923</c:v>
                </c:pt>
                <c:pt idx="2525">
                  <c:v>49.4993971052</c:v>
                </c:pt>
                <c:pt idx="2526">
                  <c:v>49.4994304129</c:v>
                </c:pt>
                <c:pt idx="2527">
                  <c:v>49.4994262197</c:v>
                </c:pt>
                <c:pt idx="2528">
                  <c:v>49.4993759004</c:v>
                </c:pt>
                <c:pt idx="2529">
                  <c:v>49.4993950087</c:v>
                </c:pt>
                <c:pt idx="2530">
                  <c:v>49.4994223757</c:v>
                </c:pt>
                <c:pt idx="2531">
                  <c:v>49.499420625</c:v>
                </c:pt>
                <c:pt idx="2532">
                  <c:v>49.4995313277</c:v>
                </c:pt>
                <c:pt idx="2533">
                  <c:v>49.499531633</c:v>
                </c:pt>
                <c:pt idx="2534">
                  <c:v>49.499555742</c:v>
                </c:pt>
                <c:pt idx="2535">
                  <c:v>49.499559946</c:v>
                </c:pt>
                <c:pt idx="2536">
                  <c:v>49.4995908643</c:v>
                </c:pt>
                <c:pt idx="2537">
                  <c:v>49.4995537918</c:v>
                </c:pt>
                <c:pt idx="2538">
                  <c:v>49.4996053461</c:v>
                </c:pt>
                <c:pt idx="2539">
                  <c:v>49.4996078452</c:v>
                </c:pt>
                <c:pt idx="2540">
                  <c:v>49.4996714955</c:v>
                </c:pt>
                <c:pt idx="2541">
                  <c:v>49.4996782446</c:v>
                </c:pt>
                <c:pt idx="2542">
                  <c:v>49.4997635647</c:v>
                </c:pt>
                <c:pt idx="2543">
                  <c:v>49.4997672215</c:v>
                </c:pt>
                <c:pt idx="2544">
                  <c:v>49.499789649</c:v>
                </c:pt>
                <c:pt idx="2545">
                  <c:v>49.4997901373</c:v>
                </c:pt>
                <c:pt idx="2546">
                  <c:v>49.4997958539</c:v>
                </c:pt>
                <c:pt idx="2547">
                  <c:v>49.4997850025</c:v>
                </c:pt>
                <c:pt idx="2548">
                  <c:v>49.4998401611</c:v>
                </c:pt>
                <c:pt idx="2549">
                  <c:v>49.4998459143</c:v>
                </c:pt>
                <c:pt idx="2550">
                  <c:v>49.4998986763</c:v>
                </c:pt>
                <c:pt idx="2551">
                  <c:v>49.4999055114</c:v>
                </c:pt>
                <c:pt idx="2552">
                  <c:v>49.4999854319</c:v>
                </c:pt>
                <c:pt idx="2553">
                  <c:v>49.4999584861</c:v>
                </c:pt>
                <c:pt idx="2554">
                  <c:v>49.4999909564</c:v>
                </c:pt>
                <c:pt idx="2555">
                  <c:v>49.5000028494</c:v>
                </c:pt>
                <c:pt idx="2556">
                  <c:v>49.4999772785</c:v>
                </c:pt>
                <c:pt idx="2557">
                  <c:v>49.499990642</c:v>
                </c:pt>
                <c:pt idx="2558">
                  <c:v>49.5000918552</c:v>
                </c:pt>
                <c:pt idx="2559">
                  <c:v>49.500094505</c:v>
                </c:pt>
                <c:pt idx="2560">
                  <c:v>49.5001827186</c:v>
                </c:pt>
                <c:pt idx="2561">
                  <c:v>49.5001897305</c:v>
                </c:pt>
                <c:pt idx="2562">
                  <c:v>49.5002076103</c:v>
                </c:pt>
                <c:pt idx="2563">
                  <c:v>49.5002066971</c:v>
                </c:pt>
                <c:pt idx="2564">
                  <c:v>49.5002330137</c:v>
                </c:pt>
                <c:pt idx="2565">
                  <c:v>49.5002337102</c:v>
                </c:pt>
                <c:pt idx="2566">
                  <c:v>49.5002796817</c:v>
                </c:pt>
                <c:pt idx="2567">
                  <c:v>49.5002837832</c:v>
                </c:pt>
                <c:pt idx="2568">
                  <c:v>49.5003692125</c:v>
                </c:pt>
                <c:pt idx="2569">
                  <c:v>49.500371282</c:v>
                </c:pt>
                <c:pt idx="2570">
                  <c:v>49.5004080979</c:v>
                </c:pt>
                <c:pt idx="2571">
                  <c:v>49.5004261282</c:v>
                </c:pt>
                <c:pt idx="2572">
                  <c:v>49.5003937754</c:v>
                </c:pt>
                <c:pt idx="2573">
                  <c:v>49.5003840696</c:v>
                </c:pt>
                <c:pt idx="2574">
                  <c:v>49.5004283509</c:v>
                </c:pt>
                <c:pt idx="2575">
                  <c:v>49.5004284351</c:v>
                </c:pt>
                <c:pt idx="2576">
                  <c:v>49.5004750595</c:v>
                </c:pt>
                <c:pt idx="2577">
                  <c:v>49.5004830053</c:v>
                </c:pt>
                <c:pt idx="2578">
                  <c:v>49.5005363582</c:v>
                </c:pt>
                <c:pt idx="2579">
                  <c:v>49.5005347336</c:v>
                </c:pt>
                <c:pt idx="2580">
                  <c:v>49.5005870672</c:v>
                </c:pt>
                <c:pt idx="2581">
                  <c:v>49.5005793558</c:v>
                </c:pt>
                <c:pt idx="2582">
                  <c:v>49.5005369431</c:v>
                </c:pt>
                <c:pt idx="2583">
                  <c:v>49.5005606807</c:v>
                </c:pt>
                <c:pt idx="2584">
                  <c:v>49.5005934839</c:v>
                </c:pt>
                <c:pt idx="2585">
                  <c:v>49.5005944063</c:v>
                </c:pt>
                <c:pt idx="2586">
                  <c:v>49.5006870529</c:v>
                </c:pt>
                <c:pt idx="2587">
                  <c:v>49.5006889273</c:v>
                </c:pt>
                <c:pt idx="2588">
                  <c:v>49.5007138417</c:v>
                </c:pt>
                <c:pt idx="2589">
                  <c:v>49.5007188615</c:v>
                </c:pt>
                <c:pt idx="2590">
                  <c:v>49.5007036219</c:v>
                </c:pt>
                <c:pt idx="2591">
                  <c:v>49.5007021443</c:v>
                </c:pt>
                <c:pt idx="2592">
                  <c:v>49.5006795421</c:v>
                </c:pt>
                <c:pt idx="2593">
                  <c:v>49.5006873938</c:v>
                </c:pt>
                <c:pt idx="2594">
                  <c:v>49.5007278168</c:v>
                </c:pt>
                <c:pt idx="2595">
                  <c:v>49.5007286536</c:v>
                </c:pt>
                <c:pt idx="2596">
                  <c:v>49.5007784619</c:v>
                </c:pt>
                <c:pt idx="2597">
                  <c:v>49.5007893348</c:v>
                </c:pt>
                <c:pt idx="2598">
                  <c:v>49.5007357229</c:v>
                </c:pt>
                <c:pt idx="2599">
                  <c:v>49.5007454578</c:v>
                </c:pt>
                <c:pt idx="2600">
                  <c:v>49.5007177283</c:v>
                </c:pt>
                <c:pt idx="2601">
                  <c:v>49.5006860707</c:v>
                </c:pt>
                <c:pt idx="2602">
                  <c:v>49.500737983</c:v>
                </c:pt>
                <c:pt idx="2603">
                  <c:v>49.5007428773</c:v>
                </c:pt>
                <c:pt idx="2604">
                  <c:v>49.5007529557</c:v>
                </c:pt>
                <c:pt idx="2605">
                  <c:v>49.5007574536</c:v>
                </c:pt>
                <c:pt idx="2606">
                  <c:v>49.5008036485</c:v>
                </c:pt>
                <c:pt idx="2607">
                  <c:v>49.5007765651</c:v>
                </c:pt>
                <c:pt idx="2608">
                  <c:v>49.5007490594</c:v>
                </c:pt>
                <c:pt idx="2609">
                  <c:v>49.5007486934</c:v>
                </c:pt>
                <c:pt idx="2610">
                  <c:v>49.5007084748</c:v>
                </c:pt>
                <c:pt idx="2611">
                  <c:v>49.500714499</c:v>
                </c:pt>
                <c:pt idx="2612">
                  <c:v>49.5007473012</c:v>
                </c:pt>
                <c:pt idx="2613">
                  <c:v>49.5007490746</c:v>
                </c:pt>
                <c:pt idx="2614">
                  <c:v>49.5007596098</c:v>
                </c:pt>
                <c:pt idx="2615">
                  <c:v>49.500757232</c:v>
                </c:pt>
                <c:pt idx="2616">
                  <c:v>49.5007230055</c:v>
                </c:pt>
                <c:pt idx="2617">
                  <c:v>49.5007169648</c:v>
                </c:pt>
                <c:pt idx="2618">
                  <c:v>49.500650207</c:v>
                </c:pt>
                <c:pt idx="2619">
                  <c:v>49.5006495702</c:v>
                </c:pt>
                <c:pt idx="2620">
                  <c:v>49.5006107012</c:v>
                </c:pt>
                <c:pt idx="2621">
                  <c:v>49.5006044118</c:v>
                </c:pt>
                <c:pt idx="2622">
                  <c:v>49.5006577472</c:v>
                </c:pt>
                <c:pt idx="2623">
                  <c:v>49.5006467221</c:v>
                </c:pt>
                <c:pt idx="2624">
                  <c:v>49.5006095002</c:v>
                </c:pt>
                <c:pt idx="2625">
                  <c:v>49.5006147934</c:v>
                </c:pt>
                <c:pt idx="2626">
                  <c:v>49.500528817</c:v>
                </c:pt>
                <c:pt idx="2627">
                  <c:v>49.5005211887</c:v>
                </c:pt>
                <c:pt idx="2628">
                  <c:v>49.5005082586</c:v>
                </c:pt>
                <c:pt idx="2629">
                  <c:v>49.5005050899</c:v>
                </c:pt>
                <c:pt idx="2630">
                  <c:v>49.5004734026</c:v>
                </c:pt>
                <c:pt idx="2631">
                  <c:v>49.5005194409</c:v>
                </c:pt>
                <c:pt idx="2632">
                  <c:v>49.5004950817</c:v>
                </c:pt>
                <c:pt idx="2633">
                  <c:v>49.5004928673</c:v>
                </c:pt>
                <c:pt idx="2634">
                  <c:v>49.5004551277</c:v>
                </c:pt>
                <c:pt idx="2635">
                  <c:v>49.5004499342</c:v>
                </c:pt>
                <c:pt idx="2636">
                  <c:v>49.5003722079</c:v>
                </c:pt>
                <c:pt idx="2637">
                  <c:v>49.5003685159</c:v>
                </c:pt>
                <c:pt idx="2638">
                  <c:v>49.5003416284</c:v>
                </c:pt>
                <c:pt idx="2639">
                  <c:v>49.500341038</c:v>
                </c:pt>
                <c:pt idx="2640">
                  <c:v>49.5003176222</c:v>
                </c:pt>
                <c:pt idx="2641">
                  <c:v>49.5003227923</c:v>
                </c:pt>
                <c:pt idx="2642">
                  <c:v>49.5002748594</c:v>
                </c:pt>
                <c:pt idx="2643">
                  <c:v>49.500268118</c:v>
                </c:pt>
                <c:pt idx="2644">
                  <c:v>49.5002035145</c:v>
                </c:pt>
                <c:pt idx="2645">
                  <c:v>49.5002010483</c:v>
                </c:pt>
                <c:pt idx="2646">
                  <c:v>49.5001028278</c:v>
                </c:pt>
                <c:pt idx="2647">
                  <c:v>49.5001277479</c:v>
                </c:pt>
                <c:pt idx="2648">
                  <c:v>49.5001042529</c:v>
                </c:pt>
                <c:pt idx="2649">
                  <c:v>49.5000841142</c:v>
                </c:pt>
                <c:pt idx="2650">
                  <c:v>49.5001089761</c:v>
                </c:pt>
                <c:pt idx="2651">
                  <c:v>49.5001111289</c:v>
                </c:pt>
                <c:pt idx="2652">
                  <c:v>49.5000156594</c:v>
                </c:pt>
                <c:pt idx="2653">
                  <c:v>49.5000135438</c:v>
                </c:pt>
                <c:pt idx="2654">
                  <c:v>49.4999509198</c:v>
                </c:pt>
                <c:pt idx="2655">
                  <c:v>49.4999452112</c:v>
                </c:pt>
                <c:pt idx="2656">
                  <c:v>49.4999166683</c:v>
                </c:pt>
                <c:pt idx="2657">
                  <c:v>49.4999285561</c:v>
                </c:pt>
                <c:pt idx="2658">
                  <c:v>49.4999182159</c:v>
                </c:pt>
                <c:pt idx="2659">
                  <c:v>49.4999174845</c:v>
                </c:pt>
                <c:pt idx="2660">
                  <c:v>49.4998831136</c:v>
                </c:pt>
                <c:pt idx="2661">
                  <c:v>49.4998794756</c:v>
                </c:pt>
                <c:pt idx="2662">
                  <c:v>49.4997828372</c:v>
                </c:pt>
                <c:pt idx="2663">
                  <c:v>49.4997763189</c:v>
                </c:pt>
                <c:pt idx="2664">
                  <c:v>49.4997276775</c:v>
                </c:pt>
                <c:pt idx="2665">
                  <c:v>49.499723872</c:v>
                </c:pt>
                <c:pt idx="2666">
                  <c:v>49.4996896222</c:v>
                </c:pt>
                <c:pt idx="2667">
                  <c:v>49.4997225401</c:v>
                </c:pt>
                <c:pt idx="2668">
                  <c:v>49.4996707235</c:v>
                </c:pt>
                <c:pt idx="2669">
                  <c:v>49.4996664054</c:v>
                </c:pt>
                <c:pt idx="2670">
                  <c:v>49.4996337028</c:v>
                </c:pt>
                <c:pt idx="2671">
                  <c:v>49.4996255157</c:v>
                </c:pt>
                <c:pt idx="2672">
                  <c:v>49.4995502814</c:v>
                </c:pt>
                <c:pt idx="2673">
                  <c:v>49.4995512871</c:v>
                </c:pt>
                <c:pt idx="2674">
                  <c:v>49.4995045893</c:v>
                </c:pt>
                <c:pt idx="2675">
                  <c:v>49.4995007988</c:v>
                </c:pt>
                <c:pt idx="2676">
                  <c:v>49.4995519749</c:v>
                </c:pt>
                <c:pt idx="2677">
                  <c:v>49.4995409601</c:v>
                </c:pt>
                <c:pt idx="2678">
                  <c:v>49.4995122545</c:v>
                </c:pt>
                <c:pt idx="2679">
                  <c:v>49.4995117842</c:v>
                </c:pt>
                <c:pt idx="2680">
                  <c:v>49.4994439466</c:v>
                </c:pt>
                <c:pt idx="2681">
                  <c:v>49.4994386742</c:v>
                </c:pt>
                <c:pt idx="2682">
                  <c:v>49.4994153412</c:v>
                </c:pt>
                <c:pt idx="2683">
                  <c:v>49.4994129225</c:v>
                </c:pt>
                <c:pt idx="2684">
                  <c:v>49.4994162856</c:v>
                </c:pt>
                <c:pt idx="2685">
                  <c:v>49.499416706</c:v>
                </c:pt>
                <c:pt idx="2686">
                  <c:v>49.4994290722</c:v>
                </c:pt>
                <c:pt idx="2687">
                  <c:v>49.4994292252</c:v>
                </c:pt>
                <c:pt idx="2688">
                  <c:v>49.4993592088</c:v>
                </c:pt>
                <c:pt idx="2689">
                  <c:v>49.4993575789</c:v>
                </c:pt>
                <c:pt idx="2690">
                  <c:v>49.4992993403</c:v>
                </c:pt>
                <c:pt idx="2691">
                  <c:v>49.4992725401</c:v>
                </c:pt>
                <c:pt idx="2692">
                  <c:v>49.4993145574</c:v>
                </c:pt>
                <c:pt idx="2693">
                  <c:v>49.4993167405</c:v>
                </c:pt>
                <c:pt idx="2694">
                  <c:v>49.4992962653</c:v>
                </c:pt>
                <c:pt idx="2695">
                  <c:v>49.4993500548</c:v>
                </c:pt>
                <c:pt idx="2696">
                  <c:v>49.4993102311</c:v>
                </c:pt>
                <c:pt idx="2697">
                  <c:v>49.4993052531</c:v>
                </c:pt>
                <c:pt idx="2698">
                  <c:v>49.4992850029</c:v>
                </c:pt>
                <c:pt idx="2699">
                  <c:v>49.4992900881</c:v>
                </c:pt>
                <c:pt idx="2700">
                  <c:v>49.4992375743</c:v>
                </c:pt>
                <c:pt idx="2701">
                  <c:v>49.4992572546</c:v>
                </c:pt>
                <c:pt idx="2702">
                  <c:v>49.4993019558</c:v>
                </c:pt>
                <c:pt idx="2703">
                  <c:v>49.4993031064</c:v>
                </c:pt>
                <c:pt idx="2704">
                  <c:v>49.4993499351</c:v>
                </c:pt>
                <c:pt idx="2705">
                  <c:v>49.4993508847</c:v>
                </c:pt>
                <c:pt idx="2706">
                  <c:v>49.4993247843</c:v>
                </c:pt>
                <c:pt idx="2707">
                  <c:v>49.4993225911</c:v>
                </c:pt>
                <c:pt idx="2708">
                  <c:v>49.4993016266</c:v>
                </c:pt>
                <c:pt idx="2709">
                  <c:v>49.4993013385</c:v>
                </c:pt>
                <c:pt idx="2710">
                  <c:v>49.4993002174</c:v>
                </c:pt>
                <c:pt idx="2711">
                  <c:v>49.4993036549</c:v>
                </c:pt>
                <c:pt idx="2712">
                  <c:v>49.4993660725</c:v>
                </c:pt>
                <c:pt idx="2713">
                  <c:v>49.4993560627</c:v>
                </c:pt>
                <c:pt idx="2714">
                  <c:v>49.4993765125</c:v>
                </c:pt>
                <c:pt idx="2715">
                  <c:v>49.4993867867</c:v>
                </c:pt>
                <c:pt idx="2716">
                  <c:v>49.4993240198</c:v>
                </c:pt>
                <c:pt idx="2717">
                  <c:v>49.4993253118</c:v>
                </c:pt>
                <c:pt idx="2718">
                  <c:v>49.4993665005</c:v>
                </c:pt>
                <c:pt idx="2719">
                  <c:v>49.499356293</c:v>
                </c:pt>
                <c:pt idx="2720">
                  <c:v>49.4994216598</c:v>
                </c:pt>
                <c:pt idx="2721">
                  <c:v>49.4994290865</c:v>
                </c:pt>
                <c:pt idx="2722">
                  <c:v>49.49945615</c:v>
                </c:pt>
                <c:pt idx="2723">
                  <c:v>49.4994582828</c:v>
                </c:pt>
                <c:pt idx="2724">
                  <c:v>49.4995009865</c:v>
                </c:pt>
                <c:pt idx="2725">
                  <c:v>49.4994661178</c:v>
                </c:pt>
                <c:pt idx="2726">
                  <c:v>49.4994912109</c:v>
                </c:pt>
                <c:pt idx="2727">
                  <c:v>49.4994940308</c:v>
                </c:pt>
                <c:pt idx="2728">
                  <c:v>49.4995368513</c:v>
                </c:pt>
                <c:pt idx="2729">
                  <c:v>49.4995419658</c:v>
                </c:pt>
                <c:pt idx="2730">
                  <c:v>49.4996212418</c:v>
                </c:pt>
                <c:pt idx="2731">
                  <c:v>49.4996246683</c:v>
                </c:pt>
                <c:pt idx="2732">
                  <c:v>49.4996517831</c:v>
                </c:pt>
                <c:pt idx="2733">
                  <c:v>49.4996453054</c:v>
                </c:pt>
                <c:pt idx="2734">
                  <c:v>49.4996553944</c:v>
                </c:pt>
                <c:pt idx="2735">
                  <c:v>49.4996335038</c:v>
                </c:pt>
                <c:pt idx="2736">
                  <c:v>49.4996601913</c:v>
                </c:pt>
                <c:pt idx="2737">
                  <c:v>49.4996660232</c:v>
                </c:pt>
                <c:pt idx="2738">
                  <c:v>49.4997256738</c:v>
                </c:pt>
                <c:pt idx="2739">
                  <c:v>49.4997272146</c:v>
                </c:pt>
                <c:pt idx="2740">
                  <c:v>49.4998224601</c:v>
                </c:pt>
                <c:pt idx="2741">
                  <c:v>49.4998201522</c:v>
                </c:pt>
                <c:pt idx="2742">
                  <c:v>49.4997924572</c:v>
                </c:pt>
                <c:pt idx="2743">
                  <c:v>49.4998115485</c:v>
                </c:pt>
                <c:pt idx="2744">
                  <c:v>49.4998367824</c:v>
                </c:pt>
                <c:pt idx="2745">
                  <c:v>49.4998120795</c:v>
                </c:pt>
                <c:pt idx="2746">
                  <c:v>49.4999074241</c:v>
                </c:pt>
                <c:pt idx="2747">
                  <c:v>49.4999101666</c:v>
                </c:pt>
                <c:pt idx="2748">
                  <c:v>49.4999746485</c:v>
                </c:pt>
                <c:pt idx="2749">
                  <c:v>49.499981016</c:v>
                </c:pt>
                <c:pt idx="2750">
                  <c:v>49.5000304788</c:v>
                </c:pt>
                <c:pt idx="2751">
                  <c:v>49.5000306315</c:v>
                </c:pt>
                <c:pt idx="2752">
                  <c:v>49.5000486477</c:v>
                </c:pt>
                <c:pt idx="2753">
                  <c:v>49.5000497772</c:v>
                </c:pt>
                <c:pt idx="2754">
                  <c:v>49.5000784702</c:v>
                </c:pt>
                <c:pt idx="2755">
                  <c:v>49.5000814775</c:v>
                </c:pt>
                <c:pt idx="2756">
                  <c:v>49.500158376</c:v>
                </c:pt>
                <c:pt idx="2757">
                  <c:v>49.5001640719</c:v>
                </c:pt>
                <c:pt idx="2758">
                  <c:v>49.5002004195</c:v>
                </c:pt>
                <c:pt idx="2759">
                  <c:v>49.5002034779</c:v>
                </c:pt>
                <c:pt idx="2760">
                  <c:v>49.5002390166</c:v>
                </c:pt>
                <c:pt idx="2761">
                  <c:v>49.500196251</c:v>
                </c:pt>
                <c:pt idx="2762">
                  <c:v>49.5002338908</c:v>
                </c:pt>
                <c:pt idx="2763">
                  <c:v>49.5002378618</c:v>
                </c:pt>
                <c:pt idx="2764">
                  <c:v>49.5002558335</c:v>
                </c:pt>
                <c:pt idx="2765">
                  <c:v>49.5002639301</c:v>
                </c:pt>
                <c:pt idx="2766">
                  <c:v>49.5003592933</c:v>
                </c:pt>
                <c:pt idx="2767">
                  <c:v>49.5003594297</c:v>
                </c:pt>
                <c:pt idx="2768">
                  <c:v>49.5004020229</c:v>
                </c:pt>
                <c:pt idx="2769">
                  <c:v>49.5004162097</c:v>
                </c:pt>
                <c:pt idx="2770">
                  <c:v>49.5003768293</c:v>
                </c:pt>
                <c:pt idx="2771">
                  <c:v>49.5003833694</c:v>
                </c:pt>
                <c:pt idx="2772">
                  <c:v>49.5004338551</c:v>
                </c:pt>
                <c:pt idx="2773">
                  <c:v>49.5004355372</c:v>
                </c:pt>
                <c:pt idx="2774">
                  <c:v>49.5005077479</c:v>
                </c:pt>
                <c:pt idx="2775">
                  <c:v>49.5005138039</c:v>
                </c:pt>
                <c:pt idx="2776">
                  <c:v>49.500564369</c:v>
                </c:pt>
                <c:pt idx="2777">
                  <c:v>49.5005646297</c:v>
                </c:pt>
                <c:pt idx="2778">
                  <c:v>49.5005674971</c:v>
                </c:pt>
                <c:pt idx="2779">
                  <c:v>49.5005644019</c:v>
                </c:pt>
                <c:pt idx="2780">
                  <c:v>49.5005432525</c:v>
                </c:pt>
                <c:pt idx="2781">
                  <c:v>49.5005379715</c:v>
                </c:pt>
                <c:pt idx="2782">
                  <c:v>49.500594232</c:v>
                </c:pt>
                <c:pt idx="2783">
                  <c:v>49.5005949807</c:v>
                </c:pt>
                <c:pt idx="2784">
                  <c:v>49.5006322176</c:v>
                </c:pt>
                <c:pt idx="2785">
                  <c:v>49.5006706394</c:v>
                </c:pt>
                <c:pt idx="2786">
                  <c:v>49.5006344068</c:v>
                </c:pt>
                <c:pt idx="2787">
                  <c:v>49.5006235371</c:v>
                </c:pt>
                <c:pt idx="2788">
                  <c:v>49.5006453163</c:v>
                </c:pt>
                <c:pt idx="2789">
                  <c:v>49.5006377414</c:v>
                </c:pt>
                <c:pt idx="2790">
                  <c:v>49.5005960792</c:v>
                </c:pt>
                <c:pt idx="2791">
                  <c:v>49.5006321202</c:v>
                </c:pt>
                <c:pt idx="2792">
                  <c:v>49.5006703896</c:v>
                </c:pt>
                <c:pt idx="2793">
                  <c:v>49.5006706359</c:v>
                </c:pt>
                <c:pt idx="2794">
                  <c:v>49.5007342465</c:v>
                </c:pt>
                <c:pt idx="2795">
                  <c:v>49.5007289663</c:v>
                </c:pt>
                <c:pt idx="2796">
                  <c:v>49.5006994384</c:v>
                </c:pt>
                <c:pt idx="2797">
                  <c:v>49.500699377</c:v>
                </c:pt>
                <c:pt idx="2798">
                  <c:v>49.5006809731</c:v>
                </c:pt>
                <c:pt idx="2799">
                  <c:v>49.5006758847</c:v>
                </c:pt>
                <c:pt idx="2800">
                  <c:v>49.5007021059</c:v>
                </c:pt>
                <c:pt idx="2801">
                  <c:v>49.5007046638</c:v>
                </c:pt>
                <c:pt idx="2802">
                  <c:v>49.5007325433</c:v>
                </c:pt>
                <c:pt idx="2803">
                  <c:v>49.500728788</c:v>
                </c:pt>
                <c:pt idx="2804">
                  <c:v>49.5007220158</c:v>
                </c:pt>
                <c:pt idx="2805">
                  <c:v>49.5007217006</c:v>
                </c:pt>
                <c:pt idx="2806">
                  <c:v>49.5006450954</c:v>
                </c:pt>
                <c:pt idx="2807">
                  <c:v>49.5006524278</c:v>
                </c:pt>
                <c:pt idx="2808">
                  <c:v>49.5006354702</c:v>
                </c:pt>
                <c:pt idx="2809">
                  <c:v>49.5006158174</c:v>
                </c:pt>
                <c:pt idx="2810">
                  <c:v>49.50066708</c:v>
                </c:pt>
                <c:pt idx="2811">
                  <c:v>49.5006794008</c:v>
                </c:pt>
                <c:pt idx="2812">
                  <c:v>49.5006389147</c:v>
                </c:pt>
                <c:pt idx="2813">
                  <c:v>49.5006539117</c:v>
                </c:pt>
                <c:pt idx="2814">
                  <c:v>49.5006130798</c:v>
                </c:pt>
                <c:pt idx="2815">
                  <c:v>49.500606513</c:v>
                </c:pt>
                <c:pt idx="2816">
                  <c:v>49.5005669555</c:v>
                </c:pt>
                <c:pt idx="2817">
                  <c:v>49.500576346</c:v>
                </c:pt>
                <c:pt idx="2818">
                  <c:v>49.5005477557</c:v>
                </c:pt>
                <c:pt idx="2819">
                  <c:v>49.5005579241</c:v>
                </c:pt>
                <c:pt idx="2820">
                  <c:v>49.5005943266</c:v>
                </c:pt>
                <c:pt idx="2821">
                  <c:v>49.500586</c:v>
                </c:pt>
                <c:pt idx="2822">
                  <c:v>49.5005585482</c:v>
                </c:pt>
                <c:pt idx="2823">
                  <c:v>49.5005567015</c:v>
                </c:pt>
                <c:pt idx="2824">
                  <c:v>49.5004904053</c:v>
                </c:pt>
                <c:pt idx="2825">
                  <c:v>49.5004864039</c:v>
                </c:pt>
                <c:pt idx="2826">
                  <c:v>49.5004449675</c:v>
                </c:pt>
                <c:pt idx="2827">
                  <c:v>49.5004488144</c:v>
                </c:pt>
                <c:pt idx="2828">
                  <c:v>49.5004269898</c:v>
                </c:pt>
                <c:pt idx="2829">
                  <c:v>49.5004230216</c:v>
                </c:pt>
                <c:pt idx="2830">
                  <c:v>49.5004393629</c:v>
                </c:pt>
                <c:pt idx="2831">
                  <c:v>49.5004197163</c:v>
                </c:pt>
                <c:pt idx="2832">
                  <c:v>49.500342905</c:v>
                </c:pt>
                <c:pt idx="2833">
                  <c:v>49.5003414006</c:v>
                </c:pt>
                <c:pt idx="2834">
                  <c:v>49.500255946</c:v>
                </c:pt>
                <c:pt idx="2835">
                  <c:v>49.5002422993</c:v>
                </c:pt>
                <c:pt idx="2836">
                  <c:v>49.5002728967</c:v>
                </c:pt>
                <c:pt idx="2837">
                  <c:v>49.5002639022</c:v>
                </c:pt>
                <c:pt idx="2838">
                  <c:v>49.5002339205</c:v>
                </c:pt>
                <c:pt idx="2839">
                  <c:v>49.5002626605</c:v>
                </c:pt>
                <c:pt idx="2840">
                  <c:v>49.5001965345</c:v>
                </c:pt>
                <c:pt idx="2841">
                  <c:v>49.5001906043</c:v>
                </c:pt>
                <c:pt idx="2842">
                  <c:v>49.5001452279</c:v>
                </c:pt>
                <c:pt idx="2843">
                  <c:v>49.5001404084</c:v>
                </c:pt>
                <c:pt idx="2844">
                  <c:v>49.5000922133</c:v>
                </c:pt>
                <c:pt idx="2845">
                  <c:v>49.5000967812</c:v>
                </c:pt>
                <c:pt idx="2846">
                  <c:v>49.5000948243</c:v>
                </c:pt>
                <c:pt idx="2847">
                  <c:v>49.5000946464</c:v>
                </c:pt>
                <c:pt idx="2848">
                  <c:v>49.5000649752</c:v>
                </c:pt>
                <c:pt idx="2849">
                  <c:v>49.5000619845</c:v>
                </c:pt>
                <c:pt idx="2850">
                  <c:v>49.499982878</c:v>
                </c:pt>
                <c:pt idx="2851">
                  <c:v>49.499975912</c:v>
                </c:pt>
                <c:pt idx="2852">
                  <c:v>49.4999174096</c:v>
                </c:pt>
                <c:pt idx="2853">
                  <c:v>49.4999155906</c:v>
                </c:pt>
                <c:pt idx="2854">
                  <c:v>49.4998585574</c:v>
                </c:pt>
                <c:pt idx="2855">
                  <c:v>49.4998949494</c:v>
                </c:pt>
                <c:pt idx="2856">
                  <c:v>49.4998630674</c:v>
                </c:pt>
                <c:pt idx="2857">
                  <c:v>49.4998585129</c:v>
                </c:pt>
                <c:pt idx="2858">
                  <c:v>49.4998332523</c:v>
                </c:pt>
                <c:pt idx="2859">
                  <c:v>49.4998331302</c:v>
                </c:pt>
                <c:pt idx="2860">
                  <c:v>49.4997256668</c:v>
                </c:pt>
                <c:pt idx="2861">
                  <c:v>49.4997259881</c:v>
                </c:pt>
                <c:pt idx="2862">
                  <c:v>49.4996990429</c:v>
                </c:pt>
                <c:pt idx="2863">
                  <c:v>49.499677079</c:v>
                </c:pt>
                <c:pt idx="2864">
                  <c:v>49.49971588</c:v>
                </c:pt>
                <c:pt idx="2865">
                  <c:v>49.4997199896</c:v>
                </c:pt>
                <c:pt idx="2866">
                  <c:v>49.4996842778</c:v>
                </c:pt>
                <c:pt idx="2867">
                  <c:v>49.499683123</c:v>
                </c:pt>
                <c:pt idx="2868">
                  <c:v>49.4996360905</c:v>
                </c:pt>
                <c:pt idx="2869">
                  <c:v>49.4996312788</c:v>
                </c:pt>
                <c:pt idx="2870">
                  <c:v>49.4995734766</c:v>
                </c:pt>
                <c:pt idx="2871">
                  <c:v>49.4995706604</c:v>
                </c:pt>
                <c:pt idx="2872">
                  <c:v>49.4995626557</c:v>
                </c:pt>
                <c:pt idx="2873">
                  <c:v>49.4995616695</c:v>
                </c:pt>
                <c:pt idx="2874">
                  <c:v>49.4995527935</c:v>
                </c:pt>
                <c:pt idx="2875">
                  <c:v>49.4995644936</c:v>
                </c:pt>
                <c:pt idx="2876">
                  <c:v>49.4994979374</c:v>
                </c:pt>
                <c:pt idx="2877">
                  <c:v>49.4994923938</c:v>
                </c:pt>
                <c:pt idx="2878">
                  <c:v>49.499453907</c:v>
                </c:pt>
                <c:pt idx="2879">
                  <c:v>49.4994480002</c:v>
                </c:pt>
                <c:pt idx="2880">
                  <c:v>49.4993948385</c:v>
                </c:pt>
                <c:pt idx="2881">
                  <c:v>49.4994355246</c:v>
                </c:pt>
                <c:pt idx="2882">
                  <c:v>49.4994092083</c:v>
                </c:pt>
                <c:pt idx="2883">
                  <c:v>49.4994070153</c:v>
                </c:pt>
                <c:pt idx="2884">
                  <c:v>49.4994533842</c:v>
                </c:pt>
                <c:pt idx="2885">
                  <c:v>49.4994329021</c:v>
                </c:pt>
                <c:pt idx="2886">
                  <c:v>49.4993860288</c:v>
                </c:pt>
                <c:pt idx="2887">
                  <c:v>49.49938601</c:v>
                </c:pt>
                <c:pt idx="2888">
                  <c:v>49.4993367477</c:v>
                </c:pt>
                <c:pt idx="2889">
                  <c:v>49.4993327841</c:v>
                </c:pt>
                <c:pt idx="2890">
                  <c:v>49.499376535</c:v>
                </c:pt>
                <c:pt idx="2891">
                  <c:v>49.4993775236</c:v>
                </c:pt>
                <c:pt idx="2892">
                  <c:v>49.4994001218</c:v>
                </c:pt>
                <c:pt idx="2893">
                  <c:v>49.499408711</c:v>
                </c:pt>
                <c:pt idx="2894">
                  <c:v>49.4993913994</c:v>
                </c:pt>
                <c:pt idx="2895">
                  <c:v>49.499389815</c:v>
                </c:pt>
                <c:pt idx="2896">
                  <c:v>49.4993407018</c:v>
                </c:pt>
                <c:pt idx="2897">
                  <c:v>49.4993404309</c:v>
                </c:pt>
                <c:pt idx="2898">
                  <c:v>49.4993277647</c:v>
                </c:pt>
                <c:pt idx="2899">
                  <c:v>49.4993214526</c:v>
                </c:pt>
                <c:pt idx="2900">
                  <c:v>49.499380115</c:v>
                </c:pt>
                <c:pt idx="2901">
                  <c:v>49.4993835378</c:v>
                </c:pt>
                <c:pt idx="2902">
                  <c:v>49.4993605274</c:v>
                </c:pt>
                <c:pt idx="2903">
                  <c:v>49.4993888764</c:v>
                </c:pt>
                <c:pt idx="2904">
                  <c:v>49.4993463028</c:v>
                </c:pt>
                <c:pt idx="2905">
                  <c:v>49.4993196944</c:v>
                </c:pt>
                <c:pt idx="2906">
                  <c:v>49.4993552687</c:v>
                </c:pt>
                <c:pt idx="2907">
                  <c:v>49.4993398913</c:v>
                </c:pt>
                <c:pt idx="2908">
                  <c:v>49.4993648465</c:v>
                </c:pt>
                <c:pt idx="2909">
                  <c:v>49.4993713746</c:v>
                </c:pt>
                <c:pt idx="2910">
                  <c:v>49.4994274905</c:v>
                </c:pt>
                <c:pt idx="2911">
                  <c:v>49.4994230965</c:v>
                </c:pt>
                <c:pt idx="2912">
                  <c:v>49.4994568105</c:v>
                </c:pt>
                <c:pt idx="2913">
                  <c:v>49.4994571227</c:v>
                </c:pt>
                <c:pt idx="2914">
                  <c:v>49.4994243015</c:v>
                </c:pt>
                <c:pt idx="2915">
                  <c:v>49.4994323277</c:v>
                </c:pt>
                <c:pt idx="2916">
                  <c:v>49.4994652539</c:v>
                </c:pt>
                <c:pt idx="2917">
                  <c:v>49.4994675046</c:v>
                </c:pt>
                <c:pt idx="2918">
                  <c:v>49.4995207827</c:v>
                </c:pt>
                <c:pt idx="2919">
                  <c:v>49.4995240925</c:v>
                </c:pt>
                <c:pt idx="2920">
                  <c:v>49.4995657046</c:v>
                </c:pt>
                <c:pt idx="2921">
                  <c:v>49.4995572006</c:v>
                </c:pt>
                <c:pt idx="2922">
                  <c:v>49.4995435942</c:v>
                </c:pt>
                <c:pt idx="2923">
                  <c:v>49.4995563729</c:v>
                </c:pt>
                <c:pt idx="2924">
                  <c:v>49.4995242029</c:v>
                </c:pt>
                <c:pt idx="2925">
                  <c:v>49.4995275019</c:v>
                </c:pt>
                <c:pt idx="2926">
                  <c:v>49.4996041207</c:v>
                </c:pt>
                <c:pt idx="2927">
                  <c:v>49.4996048986</c:v>
                </c:pt>
                <c:pt idx="2928">
                  <c:v>49.4996678834</c:v>
                </c:pt>
                <c:pt idx="2929">
                  <c:v>49.4996974752</c:v>
                </c:pt>
                <c:pt idx="2930">
                  <c:v>49.4996646542</c:v>
                </c:pt>
                <c:pt idx="2931">
                  <c:v>49.499666832</c:v>
                </c:pt>
                <c:pt idx="2932">
                  <c:v>49.4997058535</c:v>
                </c:pt>
                <c:pt idx="2933">
                  <c:v>49.4996820796</c:v>
                </c:pt>
                <c:pt idx="2934">
                  <c:v>49.4997381724</c:v>
                </c:pt>
                <c:pt idx="2935">
                  <c:v>49.4997445011</c:v>
                </c:pt>
                <c:pt idx="2936">
                  <c:v>49.4998049515</c:v>
                </c:pt>
                <c:pt idx="2937">
                  <c:v>49.499810299</c:v>
                </c:pt>
                <c:pt idx="2938">
                  <c:v>49.4998809067</c:v>
                </c:pt>
                <c:pt idx="2939">
                  <c:v>49.4998814231</c:v>
                </c:pt>
                <c:pt idx="2940">
                  <c:v>49.4998877079</c:v>
                </c:pt>
                <c:pt idx="2941">
                  <c:v>49.4998879478</c:v>
                </c:pt>
                <c:pt idx="2942">
                  <c:v>49.4999073871</c:v>
                </c:pt>
                <c:pt idx="2943">
                  <c:v>49.4999092245</c:v>
                </c:pt>
                <c:pt idx="2944">
                  <c:v>49.4999593955</c:v>
                </c:pt>
                <c:pt idx="2945">
                  <c:v>49.4999653336</c:v>
                </c:pt>
                <c:pt idx="2946">
                  <c:v>49.5000179885</c:v>
                </c:pt>
                <c:pt idx="2947">
                  <c:v>49.5000186486</c:v>
                </c:pt>
                <c:pt idx="2948">
                  <c:v>49.5000684031</c:v>
                </c:pt>
                <c:pt idx="2949">
                  <c:v>49.5000650015</c:v>
                </c:pt>
                <c:pt idx="2950">
                  <c:v>49.5000241824</c:v>
                </c:pt>
                <c:pt idx="2951">
                  <c:v>49.5000481122</c:v>
                </c:pt>
                <c:pt idx="2952">
                  <c:v>49.500081431</c:v>
                </c:pt>
                <c:pt idx="2953">
                  <c:v>49.5000811545</c:v>
                </c:pt>
                <c:pt idx="2954">
                  <c:v>49.50018895</c:v>
                </c:pt>
                <c:pt idx="2955">
                  <c:v>49.5001893062</c:v>
                </c:pt>
                <c:pt idx="2956">
                  <c:v>49.5002141315</c:v>
                </c:pt>
                <c:pt idx="2957">
                  <c:v>49.5002183388</c:v>
                </c:pt>
                <c:pt idx="2958">
                  <c:v>49.5002493771</c:v>
                </c:pt>
                <c:pt idx="2959">
                  <c:v>49.5002201788</c:v>
                </c:pt>
                <c:pt idx="2960">
                  <c:v>49.5002665903</c:v>
                </c:pt>
                <c:pt idx="2961">
                  <c:v>49.500268894</c:v>
                </c:pt>
                <c:pt idx="2962">
                  <c:v>49.5003226175</c:v>
                </c:pt>
                <c:pt idx="2963">
                  <c:v>49.500327832</c:v>
                </c:pt>
                <c:pt idx="2964">
                  <c:v>49.5003962584</c:v>
                </c:pt>
                <c:pt idx="2965">
                  <c:v>49.5003993522</c:v>
                </c:pt>
                <c:pt idx="2966">
                  <c:v>49.5004084035</c:v>
                </c:pt>
                <c:pt idx="2967">
                  <c:v>49.5004091859</c:v>
                </c:pt>
                <c:pt idx="2968">
                  <c:v>49.5003994177</c:v>
                </c:pt>
                <c:pt idx="2969">
                  <c:v>49.5003837885</c:v>
                </c:pt>
                <c:pt idx="2970">
                  <c:v>49.5004308171</c:v>
                </c:pt>
                <c:pt idx="2971">
                  <c:v>49.5004357524</c:v>
                </c:pt>
                <c:pt idx="2972">
                  <c:v>49.5004622636</c:v>
                </c:pt>
                <c:pt idx="2973">
                  <c:v>49.5004679411</c:v>
                </c:pt>
                <c:pt idx="2974">
                  <c:v>49.5005337706</c:v>
                </c:pt>
                <c:pt idx="2975">
                  <c:v>49.5004921997</c:v>
                </c:pt>
                <c:pt idx="2976">
                  <c:v>49.5005155959</c:v>
                </c:pt>
                <c:pt idx="2977">
                  <c:v>49.5005236371</c:v>
                </c:pt>
                <c:pt idx="2978">
                  <c:v>49.5004836155</c:v>
                </c:pt>
                <c:pt idx="2979">
                  <c:v>49.5004936001</c:v>
                </c:pt>
                <c:pt idx="2980">
                  <c:v>49.5005641218</c:v>
                </c:pt>
                <c:pt idx="2981">
                  <c:v>49.500565094</c:v>
                </c:pt>
                <c:pt idx="2982">
                  <c:v>49.500619725</c:v>
                </c:pt>
                <c:pt idx="2983">
                  <c:v>49.5006361196</c:v>
                </c:pt>
                <c:pt idx="2984">
                  <c:v>49.5006163362</c:v>
                </c:pt>
                <c:pt idx="2985">
                  <c:v>49.5006162524</c:v>
                </c:pt>
                <c:pt idx="2986">
                  <c:v>49.5006116257</c:v>
                </c:pt>
                <c:pt idx="2987">
                  <c:v>49.5006064726</c:v>
                </c:pt>
                <c:pt idx="2988">
                  <c:v>49.5006333291</c:v>
                </c:pt>
                <c:pt idx="2989">
                  <c:v>49.5010022296</c:v>
                </c:pt>
                <c:pt idx="2990">
                  <c:v>49.5005332723</c:v>
                </c:pt>
                <c:pt idx="2991">
                  <c:v>49.5000890182</c:v>
                </c:pt>
                <c:pt idx="2992">
                  <c:v>49.4925282583</c:v>
                </c:pt>
                <c:pt idx="2993">
                  <c:v>49.492082509</c:v>
                </c:pt>
                <c:pt idx="2994">
                  <c:v>49.4842400725</c:v>
                </c:pt>
                <c:pt idx="2995">
                  <c:v>49.4837683199</c:v>
                </c:pt>
                <c:pt idx="2996">
                  <c:v>49.4826656105</c:v>
                </c:pt>
                <c:pt idx="2997">
                  <c:v>49.4826656105</c:v>
                </c:pt>
                <c:pt idx="2998">
                  <c:v>49.4826656105</c:v>
                </c:pt>
                <c:pt idx="2999">
                  <c:v>49.4826656105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6"/>
          <c:min val="49.4"/>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f (Hz)</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50112"/>
        <c:crossesAt val="49.4"/>
        <c:majorUnit val="0.2"/>
      </c:valAx>
      <c:valAx>
        <c:axId val="48650112"/>
        <c:scaling>
          <c:orientation val="minMax"/>
          <c:max val="7"/>
          <c:min val="0"/>
        </c:scaling>
        <c:delete val="0"/>
        <c:axPos val="b"/>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72768"/>
        <c:crossesAt val="0"/>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Positiver Sprung</c:v>
          </c:tx>
          <c:spPr>
            <a:solidFill xmlns:a="http://schemas.openxmlformats.org/drawingml/2006/main">
              <a:srgbClr val="BD6A2A"/>
            </a:solidFill>
            <a:ln xmlns:a="http://schemas.openxmlformats.org/drawingml/2006/main" w="22860">
              <a:solidFill>
                <a:srgbClr val="BD6A2A"/>
              </a:solidFill>
              <a:prstDash val="solid"/>
            </a:ln>
          </c:spPr>
          <c:marker>
            <c:symbol val="none"/>
            <c:size val="5"/>
            <c:spPr>
              <a:solidFill xmlns:a="http://schemas.openxmlformats.org/drawingml/2006/main">
                <a:srgbClr val="BD6A2A"/>
              </a:solidFill>
            </c:spPr>
          </c:marker>
          <c:xVal>
            <c:numRef>
              <c:f>'Chart Data'!$A$2:$A$3000</c:f>
              <c:numCache>
                <c:formatCode>General</c:formatCode>
                <c:ptCount val="2999"/>
                <c:pt idx="0">
                  <c:v>0.0200000000001</c:v>
                </c:pt>
                <c:pt idx="1">
                  <c:v>0.0247500000001</c:v>
                </c:pt>
                <c:pt idx="2">
                  <c:v>0.0250000000001</c:v>
                </c:pt>
                <c:pt idx="3">
                  <c:v>0.0297500000001</c:v>
                </c:pt>
                <c:pt idx="4">
                  <c:v>0.0300000000001</c:v>
                </c:pt>
                <c:pt idx="5">
                  <c:v>0.0347500000002</c:v>
                </c:pt>
                <c:pt idx="6">
                  <c:v>0.0350000000002</c:v>
                </c:pt>
                <c:pt idx="7">
                  <c:v>0.0397500000002</c:v>
                </c:pt>
                <c:pt idx="8">
                  <c:v>0.0400000000002</c:v>
                </c:pt>
                <c:pt idx="9">
                  <c:v>0.0447500000002</c:v>
                </c:pt>
                <c:pt idx="10">
                  <c:v>0.0450000000002</c:v>
                </c:pt>
                <c:pt idx="11">
                  <c:v>0.0497500000002</c:v>
                </c:pt>
                <c:pt idx="12">
                  <c:v>0.0500000000002</c:v>
                </c:pt>
                <c:pt idx="13">
                  <c:v>0.0547500000003</c:v>
                </c:pt>
                <c:pt idx="14">
                  <c:v>0.0550000000003</c:v>
                </c:pt>
                <c:pt idx="15">
                  <c:v>0.0597500000003</c:v>
                </c:pt>
                <c:pt idx="16">
                  <c:v>0.0600000000003</c:v>
                </c:pt>
                <c:pt idx="17">
                  <c:v>0.0647500000003</c:v>
                </c:pt>
                <c:pt idx="18">
                  <c:v>0.0650000000003</c:v>
                </c:pt>
                <c:pt idx="19">
                  <c:v>0.0697500000003</c:v>
                </c:pt>
                <c:pt idx="20">
                  <c:v>0.0700000000003</c:v>
                </c:pt>
                <c:pt idx="21">
                  <c:v>0.0747500000004</c:v>
                </c:pt>
                <c:pt idx="22">
                  <c:v>0.0750000000004</c:v>
                </c:pt>
                <c:pt idx="23">
                  <c:v>0.0797500000004</c:v>
                </c:pt>
                <c:pt idx="24">
                  <c:v>0.0800000000004</c:v>
                </c:pt>
                <c:pt idx="25">
                  <c:v>0.0847500000004</c:v>
                </c:pt>
                <c:pt idx="26">
                  <c:v>0.0850000000004</c:v>
                </c:pt>
                <c:pt idx="27">
                  <c:v>0.0897500000004</c:v>
                </c:pt>
                <c:pt idx="28">
                  <c:v>0.0900000000004</c:v>
                </c:pt>
                <c:pt idx="29">
                  <c:v>0.0947500000005</c:v>
                </c:pt>
                <c:pt idx="30">
                  <c:v>0.0950000000005</c:v>
                </c:pt>
                <c:pt idx="31">
                  <c:v>0.0997500000005</c:v>
                </c:pt>
                <c:pt idx="32">
                  <c:v>0.1</c:v>
                </c:pt>
                <c:pt idx="33">
                  <c:v>0.104750000001</c:v>
                </c:pt>
                <c:pt idx="34">
                  <c:v>0.105000000001</c:v>
                </c:pt>
                <c:pt idx="35">
                  <c:v>0.109750000001</c:v>
                </c:pt>
                <c:pt idx="36">
                  <c:v>0.110000000001</c:v>
                </c:pt>
                <c:pt idx="37">
                  <c:v>0.114750000001</c:v>
                </c:pt>
                <c:pt idx="38">
                  <c:v>0.115000000001</c:v>
                </c:pt>
                <c:pt idx="39">
                  <c:v>0.119750000001</c:v>
                </c:pt>
                <c:pt idx="40">
                  <c:v>0.120000000001</c:v>
                </c:pt>
                <c:pt idx="41">
                  <c:v>0.124750000001</c:v>
                </c:pt>
                <c:pt idx="42">
                  <c:v>0.125000000001</c:v>
                </c:pt>
                <c:pt idx="43">
                  <c:v>0.129750000001</c:v>
                </c:pt>
                <c:pt idx="44">
                  <c:v>0.130000000001</c:v>
                </c:pt>
                <c:pt idx="45">
                  <c:v>0.134750000001</c:v>
                </c:pt>
                <c:pt idx="46">
                  <c:v>0.135000000001</c:v>
                </c:pt>
                <c:pt idx="47">
                  <c:v>0.139750000001</c:v>
                </c:pt>
                <c:pt idx="48">
                  <c:v>0.140000000001</c:v>
                </c:pt>
                <c:pt idx="49">
                  <c:v>0.144750000001</c:v>
                </c:pt>
                <c:pt idx="50">
                  <c:v>0.145000000001</c:v>
                </c:pt>
                <c:pt idx="51">
                  <c:v>0.149750000001</c:v>
                </c:pt>
                <c:pt idx="52">
                  <c:v>0.150000000001</c:v>
                </c:pt>
                <c:pt idx="53">
                  <c:v>0.154750000001</c:v>
                </c:pt>
                <c:pt idx="54">
                  <c:v>0.155000000001</c:v>
                </c:pt>
                <c:pt idx="55">
                  <c:v>0.159750000001</c:v>
                </c:pt>
                <c:pt idx="56">
                  <c:v>0.160000000001</c:v>
                </c:pt>
                <c:pt idx="57">
                  <c:v>0.164750000001</c:v>
                </c:pt>
                <c:pt idx="58">
                  <c:v>0.165000000001</c:v>
                </c:pt>
                <c:pt idx="59">
                  <c:v>0.169750000001</c:v>
                </c:pt>
                <c:pt idx="60">
                  <c:v>0.170000000001</c:v>
                </c:pt>
                <c:pt idx="61">
                  <c:v>0.174750000001</c:v>
                </c:pt>
                <c:pt idx="62">
                  <c:v>0.175000000001</c:v>
                </c:pt>
                <c:pt idx="63">
                  <c:v>0.179750000001</c:v>
                </c:pt>
                <c:pt idx="64">
                  <c:v>0.180000000001</c:v>
                </c:pt>
                <c:pt idx="65">
                  <c:v>0.184750000001</c:v>
                </c:pt>
                <c:pt idx="66">
                  <c:v>0.185000000001</c:v>
                </c:pt>
                <c:pt idx="67">
                  <c:v>0.189750000001</c:v>
                </c:pt>
                <c:pt idx="68">
                  <c:v>0.190000000001</c:v>
                </c:pt>
                <c:pt idx="69">
                  <c:v>0.194750000001</c:v>
                </c:pt>
                <c:pt idx="70">
                  <c:v>0.195000000001</c:v>
                </c:pt>
                <c:pt idx="71">
                  <c:v>0.199750000001</c:v>
                </c:pt>
                <c:pt idx="72">
                  <c:v>0.200000000001</c:v>
                </c:pt>
                <c:pt idx="73">
                  <c:v>0.204750000001</c:v>
                </c:pt>
                <c:pt idx="74">
                  <c:v>0.205000000001</c:v>
                </c:pt>
                <c:pt idx="75">
                  <c:v>0.209750000001</c:v>
                </c:pt>
                <c:pt idx="76">
                  <c:v>0.210000000001</c:v>
                </c:pt>
                <c:pt idx="77">
                  <c:v>0.214750000001</c:v>
                </c:pt>
                <c:pt idx="78">
                  <c:v>0.215000000001</c:v>
                </c:pt>
                <c:pt idx="79">
                  <c:v>0.219750000001</c:v>
                </c:pt>
                <c:pt idx="80">
                  <c:v>0.220000000001</c:v>
                </c:pt>
                <c:pt idx="81">
                  <c:v>0.224750000001</c:v>
                </c:pt>
                <c:pt idx="82">
                  <c:v>0.225000000001</c:v>
                </c:pt>
                <c:pt idx="83">
                  <c:v>0.229750000001</c:v>
                </c:pt>
                <c:pt idx="84">
                  <c:v>0.230000000001</c:v>
                </c:pt>
                <c:pt idx="85">
                  <c:v>0.234750000001</c:v>
                </c:pt>
                <c:pt idx="86">
                  <c:v>0.235000000001</c:v>
                </c:pt>
                <c:pt idx="87">
                  <c:v>0.239750000001</c:v>
                </c:pt>
                <c:pt idx="88">
                  <c:v>0.240000000001</c:v>
                </c:pt>
                <c:pt idx="89">
                  <c:v>0.244750000001</c:v>
                </c:pt>
                <c:pt idx="90">
                  <c:v>0.245000000001</c:v>
                </c:pt>
                <c:pt idx="91">
                  <c:v>0.249750000001</c:v>
                </c:pt>
                <c:pt idx="92">
                  <c:v>0.250000000001</c:v>
                </c:pt>
                <c:pt idx="93">
                  <c:v>0.254750000001</c:v>
                </c:pt>
                <c:pt idx="94">
                  <c:v>0.255000000001</c:v>
                </c:pt>
                <c:pt idx="95">
                  <c:v>0.259750000001</c:v>
                </c:pt>
                <c:pt idx="96">
                  <c:v>0.260000000001</c:v>
                </c:pt>
                <c:pt idx="97">
                  <c:v>0.264750000001</c:v>
                </c:pt>
                <c:pt idx="98">
                  <c:v>0.265000000001</c:v>
                </c:pt>
                <c:pt idx="99">
                  <c:v>0.269750000001</c:v>
                </c:pt>
                <c:pt idx="100">
                  <c:v>0.270000000001</c:v>
                </c:pt>
                <c:pt idx="101">
                  <c:v>0.274750000001</c:v>
                </c:pt>
                <c:pt idx="102">
                  <c:v>0.275000000001</c:v>
                </c:pt>
                <c:pt idx="103">
                  <c:v>0.279750000001</c:v>
                </c:pt>
                <c:pt idx="104">
                  <c:v>0.280000000001</c:v>
                </c:pt>
                <c:pt idx="105">
                  <c:v>0.284750000001</c:v>
                </c:pt>
                <c:pt idx="106">
                  <c:v>0.285000000001</c:v>
                </c:pt>
                <c:pt idx="107">
                  <c:v>0.289750000001</c:v>
                </c:pt>
                <c:pt idx="108">
                  <c:v>0.290000000001</c:v>
                </c:pt>
                <c:pt idx="109">
                  <c:v>0.294750000001</c:v>
                </c:pt>
                <c:pt idx="110">
                  <c:v>0.295000000001</c:v>
                </c:pt>
                <c:pt idx="111">
                  <c:v>0.299750000001</c:v>
                </c:pt>
                <c:pt idx="112">
                  <c:v>0.300000000001</c:v>
                </c:pt>
                <c:pt idx="113">
                  <c:v>0.304750000001</c:v>
                </c:pt>
                <c:pt idx="114">
                  <c:v>0.305000000001</c:v>
                </c:pt>
                <c:pt idx="115">
                  <c:v>0.309750000001</c:v>
                </c:pt>
                <c:pt idx="116">
                  <c:v>0.310000000001</c:v>
                </c:pt>
                <c:pt idx="117">
                  <c:v>0.314750000002</c:v>
                </c:pt>
                <c:pt idx="118">
                  <c:v>0.315000000002</c:v>
                </c:pt>
                <c:pt idx="119">
                  <c:v>0.319750000002</c:v>
                </c:pt>
                <c:pt idx="120">
                  <c:v>0.320000000002</c:v>
                </c:pt>
                <c:pt idx="121">
                  <c:v>0.324750000002</c:v>
                </c:pt>
                <c:pt idx="122">
                  <c:v>0.325000000002</c:v>
                </c:pt>
                <c:pt idx="123">
                  <c:v>0.329750000002</c:v>
                </c:pt>
                <c:pt idx="124">
                  <c:v>0.330000000002</c:v>
                </c:pt>
                <c:pt idx="125">
                  <c:v>0.334750000002</c:v>
                </c:pt>
                <c:pt idx="126">
                  <c:v>0.335000000002</c:v>
                </c:pt>
                <c:pt idx="127">
                  <c:v>0.339750000002</c:v>
                </c:pt>
                <c:pt idx="128">
                  <c:v>0.340000000002</c:v>
                </c:pt>
                <c:pt idx="129">
                  <c:v>0.344750000002</c:v>
                </c:pt>
                <c:pt idx="130">
                  <c:v>0.345000000002</c:v>
                </c:pt>
                <c:pt idx="131">
                  <c:v>0.349750000002</c:v>
                </c:pt>
                <c:pt idx="132">
                  <c:v>0.350000000002</c:v>
                </c:pt>
                <c:pt idx="133">
                  <c:v>0.354750000002</c:v>
                </c:pt>
                <c:pt idx="134">
                  <c:v>0.355000000002</c:v>
                </c:pt>
                <c:pt idx="135">
                  <c:v>0.359750000002</c:v>
                </c:pt>
                <c:pt idx="136">
                  <c:v>0.360000000002</c:v>
                </c:pt>
                <c:pt idx="137">
                  <c:v>0.364750000002</c:v>
                </c:pt>
                <c:pt idx="138">
                  <c:v>0.365000000002</c:v>
                </c:pt>
                <c:pt idx="139">
                  <c:v>0.369750000002</c:v>
                </c:pt>
                <c:pt idx="140">
                  <c:v>0.370000000002</c:v>
                </c:pt>
                <c:pt idx="141">
                  <c:v>0.374750000002</c:v>
                </c:pt>
                <c:pt idx="142">
                  <c:v>0.375000000002</c:v>
                </c:pt>
                <c:pt idx="143">
                  <c:v>0.379750000002</c:v>
                </c:pt>
                <c:pt idx="144">
                  <c:v>0.380000000002</c:v>
                </c:pt>
                <c:pt idx="145">
                  <c:v>0.384750000002</c:v>
                </c:pt>
                <c:pt idx="146">
                  <c:v>0.385000000002</c:v>
                </c:pt>
                <c:pt idx="147">
                  <c:v>0.389750000002</c:v>
                </c:pt>
                <c:pt idx="148">
                  <c:v>0.390000000002</c:v>
                </c:pt>
                <c:pt idx="149">
                  <c:v>0.394750000002</c:v>
                </c:pt>
                <c:pt idx="150">
                  <c:v>0.395000000002</c:v>
                </c:pt>
                <c:pt idx="151">
                  <c:v>0.399750000002</c:v>
                </c:pt>
                <c:pt idx="152">
                  <c:v>0.400000000002</c:v>
                </c:pt>
                <c:pt idx="153">
                  <c:v>0.404750000002</c:v>
                </c:pt>
                <c:pt idx="154">
                  <c:v>0.405000000002</c:v>
                </c:pt>
                <c:pt idx="155">
                  <c:v>0.409750000002</c:v>
                </c:pt>
                <c:pt idx="156">
                  <c:v>0.410000000002</c:v>
                </c:pt>
                <c:pt idx="157">
                  <c:v>0.414750000002</c:v>
                </c:pt>
                <c:pt idx="158">
                  <c:v>0.415000000002</c:v>
                </c:pt>
                <c:pt idx="159">
                  <c:v>0.419750000002</c:v>
                </c:pt>
                <c:pt idx="160">
                  <c:v>0.420000000002</c:v>
                </c:pt>
                <c:pt idx="161">
                  <c:v>0.424750000002</c:v>
                </c:pt>
                <c:pt idx="162">
                  <c:v>0.425000000002</c:v>
                </c:pt>
                <c:pt idx="163">
                  <c:v>0.429750000002</c:v>
                </c:pt>
                <c:pt idx="164">
                  <c:v>0.430000000002</c:v>
                </c:pt>
                <c:pt idx="165">
                  <c:v>0.434750000002</c:v>
                </c:pt>
                <c:pt idx="166">
                  <c:v>0.435000000002</c:v>
                </c:pt>
                <c:pt idx="167">
                  <c:v>0.439750000002</c:v>
                </c:pt>
                <c:pt idx="168">
                  <c:v>0.440000000002</c:v>
                </c:pt>
                <c:pt idx="169">
                  <c:v>0.444750000002</c:v>
                </c:pt>
                <c:pt idx="170">
                  <c:v>0.445000000002</c:v>
                </c:pt>
                <c:pt idx="171">
                  <c:v>0.449750000002</c:v>
                </c:pt>
                <c:pt idx="172">
                  <c:v>0.450000000002</c:v>
                </c:pt>
                <c:pt idx="173">
                  <c:v>0.454750000002</c:v>
                </c:pt>
                <c:pt idx="174">
                  <c:v>0.455000000002</c:v>
                </c:pt>
                <c:pt idx="175">
                  <c:v>0.459750000002</c:v>
                </c:pt>
                <c:pt idx="176">
                  <c:v>0.460000000002</c:v>
                </c:pt>
                <c:pt idx="177">
                  <c:v>0.464750000002</c:v>
                </c:pt>
                <c:pt idx="178">
                  <c:v>0.465000000002</c:v>
                </c:pt>
                <c:pt idx="179">
                  <c:v>0.469750000002</c:v>
                </c:pt>
                <c:pt idx="180">
                  <c:v>0.470000000002</c:v>
                </c:pt>
                <c:pt idx="181">
                  <c:v>0.474750000002</c:v>
                </c:pt>
                <c:pt idx="182">
                  <c:v>0.475000000002</c:v>
                </c:pt>
                <c:pt idx="183">
                  <c:v>0.479750000002</c:v>
                </c:pt>
                <c:pt idx="184">
                  <c:v>0.480000000002</c:v>
                </c:pt>
                <c:pt idx="185">
                  <c:v>0.484750000002</c:v>
                </c:pt>
                <c:pt idx="186">
                  <c:v>0.485000000002</c:v>
                </c:pt>
                <c:pt idx="187">
                  <c:v>0.489750000002</c:v>
                </c:pt>
                <c:pt idx="188">
                  <c:v>0.490000000002</c:v>
                </c:pt>
                <c:pt idx="189">
                  <c:v>0.494750000002</c:v>
                </c:pt>
                <c:pt idx="190">
                  <c:v>0.495000000002</c:v>
                </c:pt>
                <c:pt idx="191">
                  <c:v>0.499750000002</c:v>
                </c:pt>
                <c:pt idx="192">
                  <c:v>0.500000000002</c:v>
                </c:pt>
                <c:pt idx="193">
                  <c:v>0.504750000002</c:v>
                </c:pt>
                <c:pt idx="194">
                  <c:v>0.505000000002</c:v>
                </c:pt>
                <c:pt idx="195">
                  <c:v>0.509750000002</c:v>
                </c:pt>
                <c:pt idx="196">
                  <c:v>0.510000000002</c:v>
                </c:pt>
                <c:pt idx="197">
                  <c:v>0.514750000002</c:v>
                </c:pt>
                <c:pt idx="198">
                  <c:v>0.515000000002</c:v>
                </c:pt>
                <c:pt idx="199">
                  <c:v>0.519750000002</c:v>
                </c:pt>
                <c:pt idx="200">
                  <c:v>0.520000000002</c:v>
                </c:pt>
                <c:pt idx="201">
                  <c:v>0.524750000003</c:v>
                </c:pt>
                <c:pt idx="202">
                  <c:v>0.525000000003</c:v>
                </c:pt>
                <c:pt idx="203">
                  <c:v>0.529750000003</c:v>
                </c:pt>
                <c:pt idx="204">
                  <c:v>0.530000000003</c:v>
                </c:pt>
                <c:pt idx="205">
                  <c:v>0.534750000003</c:v>
                </c:pt>
                <c:pt idx="206">
                  <c:v>0.535000000003</c:v>
                </c:pt>
                <c:pt idx="207">
                  <c:v>0.539750000003</c:v>
                </c:pt>
                <c:pt idx="208">
                  <c:v>0.540000000003</c:v>
                </c:pt>
                <c:pt idx="209">
                  <c:v>0.544750000003</c:v>
                </c:pt>
                <c:pt idx="210">
                  <c:v>0.545000000003</c:v>
                </c:pt>
                <c:pt idx="211">
                  <c:v>0.549750000003</c:v>
                </c:pt>
                <c:pt idx="212">
                  <c:v>0.550000000003</c:v>
                </c:pt>
                <c:pt idx="213">
                  <c:v>0.554750000003</c:v>
                </c:pt>
                <c:pt idx="214">
                  <c:v>0.555000000003</c:v>
                </c:pt>
                <c:pt idx="215">
                  <c:v>0.559750000003</c:v>
                </c:pt>
                <c:pt idx="216">
                  <c:v>0.560000000003</c:v>
                </c:pt>
                <c:pt idx="217">
                  <c:v>0.564750000003</c:v>
                </c:pt>
                <c:pt idx="218">
                  <c:v>0.565000000003</c:v>
                </c:pt>
                <c:pt idx="219">
                  <c:v>0.569750000003</c:v>
                </c:pt>
                <c:pt idx="220">
                  <c:v>0.570000000003</c:v>
                </c:pt>
                <c:pt idx="221">
                  <c:v>0.574750000003</c:v>
                </c:pt>
                <c:pt idx="222">
                  <c:v>0.575000000003</c:v>
                </c:pt>
                <c:pt idx="223">
                  <c:v>0.579750000003</c:v>
                </c:pt>
                <c:pt idx="224">
                  <c:v>0.580000000003</c:v>
                </c:pt>
                <c:pt idx="225">
                  <c:v>0.584750000003</c:v>
                </c:pt>
                <c:pt idx="226">
                  <c:v>0.585000000003</c:v>
                </c:pt>
                <c:pt idx="227">
                  <c:v>0.589750000003</c:v>
                </c:pt>
                <c:pt idx="228">
                  <c:v>0.590000000003</c:v>
                </c:pt>
                <c:pt idx="229">
                  <c:v>0.594750000003</c:v>
                </c:pt>
                <c:pt idx="230">
                  <c:v>0.595000000003</c:v>
                </c:pt>
                <c:pt idx="231">
                  <c:v>0.599750000003</c:v>
                </c:pt>
                <c:pt idx="232">
                  <c:v>0.600000000003</c:v>
                </c:pt>
                <c:pt idx="233">
                  <c:v>0.604750000003</c:v>
                </c:pt>
                <c:pt idx="234">
                  <c:v>0.605000000003</c:v>
                </c:pt>
                <c:pt idx="235">
                  <c:v>0.609750000003</c:v>
                </c:pt>
                <c:pt idx="236">
                  <c:v>0.610000000003</c:v>
                </c:pt>
                <c:pt idx="237">
                  <c:v>0.614750000003</c:v>
                </c:pt>
                <c:pt idx="238">
                  <c:v>0.615000000003</c:v>
                </c:pt>
                <c:pt idx="239">
                  <c:v>0.619750000003</c:v>
                </c:pt>
                <c:pt idx="240">
                  <c:v>0.620000000003</c:v>
                </c:pt>
                <c:pt idx="241">
                  <c:v>0.624750000003</c:v>
                </c:pt>
                <c:pt idx="242">
                  <c:v>0.625000000003</c:v>
                </c:pt>
                <c:pt idx="243">
                  <c:v>0.629750000003</c:v>
                </c:pt>
                <c:pt idx="244">
                  <c:v>0.630000000003</c:v>
                </c:pt>
                <c:pt idx="245">
                  <c:v>0.634750000003</c:v>
                </c:pt>
                <c:pt idx="246">
                  <c:v>0.635000000003</c:v>
                </c:pt>
                <c:pt idx="247">
                  <c:v>0.639750000003</c:v>
                </c:pt>
                <c:pt idx="248">
                  <c:v>0.640000000003</c:v>
                </c:pt>
                <c:pt idx="249">
                  <c:v>0.644750000003</c:v>
                </c:pt>
                <c:pt idx="250">
                  <c:v>0.645000000003</c:v>
                </c:pt>
                <c:pt idx="251">
                  <c:v>0.649750000003</c:v>
                </c:pt>
                <c:pt idx="252">
                  <c:v>0.650000000003</c:v>
                </c:pt>
                <c:pt idx="253">
                  <c:v>0.654750000003</c:v>
                </c:pt>
                <c:pt idx="254">
                  <c:v>0.655000000003</c:v>
                </c:pt>
                <c:pt idx="255">
                  <c:v>0.659750000003</c:v>
                </c:pt>
                <c:pt idx="256">
                  <c:v>0.660000000003</c:v>
                </c:pt>
                <c:pt idx="257">
                  <c:v>0.664750000003</c:v>
                </c:pt>
                <c:pt idx="258">
                  <c:v>0.665000000003</c:v>
                </c:pt>
                <c:pt idx="259">
                  <c:v>0.669750000003</c:v>
                </c:pt>
                <c:pt idx="260">
                  <c:v>0.670000000003</c:v>
                </c:pt>
                <c:pt idx="261">
                  <c:v>0.674750000003</c:v>
                </c:pt>
                <c:pt idx="262">
                  <c:v>0.675000000003</c:v>
                </c:pt>
                <c:pt idx="263">
                  <c:v>0.679750000003</c:v>
                </c:pt>
                <c:pt idx="264">
                  <c:v>0.680000000003</c:v>
                </c:pt>
                <c:pt idx="265">
                  <c:v>0.684750000003</c:v>
                </c:pt>
                <c:pt idx="266">
                  <c:v>0.685000000003</c:v>
                </c:pt>
                <c:pt idx="267">
                  <c:v>0.689750000003</c:v>
                </c:pt>
                <c:pt idx="268">
                  <c:v>0.690000000003</c:v>
                </c:pt>
                <c:pt idx="269">
                  <c:v>0.694750000003</c:v>
                </c:pt>
                <c:pt idx="270">
                  <c:v>0.695000000003</c:v>
                </c:pt>
                <c:pt idx="271">
                  <c:v>0.699750000003</c:v>
                </c:pt>
                <c:pt idx="272">
                  <c:v>0.700000000003</c:v>
                </c:pt>
                <c:pt idx="273">
                  <c:v>0.704750000003</c:v>
                </c:pt>
                <c:pt idx="274">
                  <c:v>0.705000000003</c:v>
                </c:pt>
                <c:pt idx="275">
                  <c:v>0.709750000003</c:v>
                </c:pt>
                <c:pt idx="276">
                  <c:v>0.710000000003</c:v>
                </c:pt>
                <c:pt idx="277">
                  <c:v>0.714750000003</c:v>
                </c:pt>
                <c:pt idx="278">
                  <c:v>0.715000000003</c:v>
                </c:pt>
                <c:pt idx="279">
                  <c:v>0.719750000003</c:v>
                </c:pt>
                <c:pt idx="280">
                  <c:v>0.720000000003</c:v>
                </c:pt>
                <c:pt idx="281">
                  <c:v>0.724750000003</c:v>
                </c:pt>
                <c:pt idx="282">
                  <c:v>0.725000000003</c:v>
                </c:pt>
                <c:pt idx="283">
                  <c:v>0.729750000003</c:v>
                </c:pt>
                <c:pt idx="284">
                  <c:v>0.730000000003</c:v>
                </c:pt>
                <c:pt idx="285">
                  <c:v>0.734750000004</c:v>
                </c:pt>
                <c:pt idx="286">
                  <c:v>0.735000000004</c:v>
                </c:pt>
                <c:pt idx="287">
                  <c:v>0.739750000004</c:v>
                </c:pt>
                <c:pt idx="288">
                  <c:v>0.740000000004</c:v>
                </c:pt>
                <c:pt idx="289">
                  <c:v>0.744750000004</c:v>
                </c:pt>
                <c:pt idx="290">
                  <c:v>0.745000000004</c:v>
                </c:pt>
                <c:pt idx="291">
                  <c:v>0.749750000004</c:v>
                </c:pt>
                <c:pt idx="292">
                  <c:v>0.750000000004</c:v>
                </c:pt>
                <c:pt idx="293">
                  <c:v>0.754750000004</c:v>
                </c:pt>
                <c:pt idx="294">
                  <c:v>0.755000000004</c:v>
                </c:pt>
                <c:pt idx="295">
                  <c:v>0.759750000004</c:v>
                </c:pt>
                <c:pt idx="296">
                  <c:v>0.760000000004</c:v>
                </c:pt>
                <c:pt idx="297">
                  <c:v>0.764750000004</c:v>
                </c:pt>
                <c:pt idx="298">
                  <c:v>0.765000000004</c:v>
                </c:pt>
                <c:pt idx="299">
                  <c:v>0.769750000004</c:v>
                </c:pt>
                <c:pt idx="300">
                  <c:v>0.770000000004</c:v>
                </c:pt>
                <c:pt idx="301">
                  <c:v>0.774750000004</c:v>
                </c:pt>
                <c:pt idx="302">
                  <c:v>0.775000000004</c:v>
                </c:pt>
                <c:pt idx="303">
                  <c:v>0.779750000004</c:v>
                </c:pt>
                <c:pt idx="304">
                  <c:v>0.780000000004</c:v>
                </c:pt>
                <c:pt idx="305">
                  <c:v>0.784750000004</c:v>
                </c:pt>
                <c:pt idx="306">
                  <c:v>0.785000000004</c:v>
                </c:pt>
                <c:pt idx="307">
                  <c:v>0.789750000004</c:v>
                </c:pt>
                <c:pt idx="308">
                  <c:v>0.790000000004</c:v>
                </c:pt>
                <c:pt idx="309">
                  <c:v>0.794750000004</c:v>
                </c:pt>
                <c:pt idx="310">
                  <c:v>0.795000000004</c:v>
                </c:pt>
                <c:pt idx="311">
                  <c:v>0.799750000004</c:v>
                </c:pt>
                <c:pt idx="312">
                  <c:v>0.800000000004</c:v>
                </c:pt>
                <c:pt idx="313">
                  <c:v>0.804750000004</c:v>
                </c:pt>
                <c:pt idx="314">
                  <c:v>0.805000000004</c:v>
                </c:pt>
                <c:pt idx="315">
                  <c:v>0.809750000004</c:v>
                </c:pt>
                <c:pt idx="316">
                  <c:v>0.810000000004</c:v>
                </c:pt>
                <c:pt idx="317">
                  <c:v>0.814750000004</c:v>
                </c:pt>
                <c:pt idx="318">
                  <c:v>0.815000000004</c:v>
                </c:pt>
                <c:pt idx="319">
                  <c:v>0.819750000004</c:v>
                </c:pt>
                <c:pt idx="320">
                  <c:v>0.820000000004</c:v>
                </c:pt>
                <c:pt idx="321">
                  <c:v>0.824750000004</c:v>
                </c:pt>
                <c:pt idx="322">
                  <c:v>0.825000000004</c:v>
                </c:pt>
                <c:pt idx="323">
                  <c:v>0.829750000004</c:v>
                </c:pt>
                <c:pt idx="324">
                  <c:v>0.830000000004</c:v>
                </c:pt>
                <c:pt idx="325">
                  <c:v>0.834750000004</c:v>
                </c:pt>
                <c:pt idx="326">
                  <c:v>0.835000000004</c:v>
                </c:pt>
                <c:pt idx="327">
                  <c:v>0.839750000004</c:v>
                </c:pt>
                <c:pt idx="328">
                  <c:v>0.840000000004</c:v>
                </c:pt>
                <c:pt idx="329">
                  <c:v>0.844750000004</c:v>
                </c:pt>
                <c:pt idx="330">
                  <c:v>0.845000000004</c:v>
                </c:pt>
                <c:pt idx="331">
                  <c:v>0.849750000004</c:v>
                </c:pt>
                <c:pt idx="332">
                  <c:v>0.850000000004</c:v>
                </c:pt>
                <c:pt idx="333">
                  <c:v>0.854750000004</c:v>
                </c:pt>
                <c:pt idx="334">
                  <c:v>0.855000000004</c:v>
                </c:pt>
                <c:pt idx="335">
                  <c:v>0.859750000004</c:v>
                </c:pt>
                <c:pt idx="336">
                  <c:v>0.860000000004</c:v>
                </c:pt>
                <c:pt idx="337">
                  <c:v>0.864750000004</c:v>
                </c:pt>
                <c:pt idx="338">
                  <c:v>0.865000000004</c:v>
                </c:pt>
                <c:pt idx="339">
                  <c:v>0.869750000004</c:v>
                </c:pt>
                <c:pt idx="340">
                  <c:v>0.870000000004</c:v>
                </c:pt>
                <c:pt idx="341">
                  <c:v>0.874750000004</c:v>
                </c:pt>
                <c:pt idx="342">
                  <c:v>0.875000000004</c:v>
                </c:pt>
                <c:pt idx="343">
                  <c:v>0.879750000004</c:v>
                </c:pt>
                <c:pt idx="344">
                  <c:v>0.880000000004</c:v>
                </c:pt>
                <c:pt idx="345">
                  <c:v>0.884750000004</c:v>
                </c:pt>
                <c:pt idx="346">
                  <c:v>0.885000000004</c:v>
                </c:pt>
                <c:pt idx="347">
                  <c:v>0.889750000004</c:v>
                </c:pt>
                <c:pt idx="348">
                  <c:v>0.890000000004</c:v>
                </c:pt>
                <c:pt idx="349">
                  <c:v>0.894750000004</c:v>
                </c:pt>
                <c:pt idx="350">
                  <c:v>0.895000000004</c:v>
                </c:pt>
                <c:pt idx="351">
                  <c:v>0.899750000004</c:v>
                </c:pt>
                <c:pt idx="352">
                  <c:v>0.900000000004</c:v>
                </c:pt>
                <c:pt idx="353">
                  <c:v>0.904750000004</c:v>
                </c:pt>
                <c:pt idx="354">
                  <c:v>0.905000000004</c:v>
                </c:pt>
                <c:pt idx="355">
                  <c:v>0.909750000004</c:v>
                </c:pt>
                <c:pt idx="356">
                  <c:v>0.910000000004</c:v>
                </c:pt>
                <c:pt idx="357">
                  <c:v>0.914750000004</c:v>
                </c:pt>
                <c:pt idx="358">
                  <c:v>0.915000000004</c:v>
                </c:pt>
                <c:pt idx="359">
                  <c:v>0.919750000004</c:v>
                </c:pt>
                <c:pt idx="360">
                  <c:v>0.920000000004</c:v>
                </c:pt>
                <c:pt idx="361">
                  <c:v>0.924750000004</c:v>
                </c:pt>
                <c:pt idx="362">
                  <c:v>0.925000000004</c:v>
                </c:pt>
                <c:pt idx="363">
                  <c:v>0.929750000004</c:v>
                </c:pt>
                <c:pt idx="364">
                  <c:v>0.930000000004</c:v>
                </c:pt>
                <c:pt idx="365">
                  <c:v>0.934750000004</c:v>
                </c:pt>
                <c:pt idx="366">
                  <c:v>0.935000000004</c:v>
                </c:pt>
                <c:pt idx="367">
                  <c:v>0.939750000004</c:v>
                </c:pt>
                <c:pt idx="368">
                  <c:v>0.940000000004</c:v>
                </c:pt>
                <c:pt idx="369">
                  <c:v>0.944750000005</c:v>
                </c:pt>
                <c:pt idx="370">
                  <c:v>0.945000000005</c:v>
                </c:pt>
                <c:pt idx="371">
                  <c:v>0.949750000005</c:v>
                </c:pt>
                <c:pt idx="372">
                  <c:v>0.950000000005</c:v>
                </c:pt>
                <c:pt idx="373">
                  <c:v>0.954750000005</c:v>
                </c:pt>
                <c:pt idx="374">
                  <c:v>0.955000000005</c:v>
                </c:pt>
                <c:pt idx="375">
                  <c:v>0.959750000005</c:v>
                </c:pt>
                <c:pt idx="376">
                  <c:v>0.960000000005</c:v>
                </c:pt>
                <c:pt idx="377">
                  <c:v>0.964750000005</c:v>
                </c:pt>
                <c:pt idx="378">
                  <c:v>0.965000000005</c:v>
                </c:pt>
                <c:pt idx="379">
                  <c:v>0.969750000005</c:v>
                </c:pt>
                <c:pt idx="380">
                  <c:v>0.970000000005</c:v>
                </c:pt>
                <c:pt idx="381">
                  <c:v>0.974750000005</c:v>
                </c:pt>
                <c:pt idx="382">
                  <c:v>0.975000000005</c:v>
                </c:pt>
                <c:pt idx="383">
                  <c:v>0.979750000005</c:v>
                </c:pt>
                <c:pt idx="384">
                  <c:v>0.980000000005</c:v>
                </c:pt>
                <c:pt idx="385">
                  <c:v>0.984750000005</c:v>
                </c:pt>
                <c:pt idx="386">
                  <c:v>0.985000000005</c:v>
                </c:pt>
                <c:pt idx="387">
                  <c:v>0.989750000005</c:v>
                </c:pt>
                <c:pt idx="388">
                  <c:v>0.990000000005</c:v>
                </c:pt>
                <c:pt idx="389">
                  <c:v>0.994750000005</c:v>
                </c:pt>
                <c:pt idx="390">
                  <c:v>0.995000000005</c:v>
                </c:pt>
                <c:pt idx="391">
                  <c:v>0.999500000005</c:v>
                </c:pt>
                <c:pt idx="392">
                  <c:v>0.999750000005</c:v>
                </c:pt>
                <c:pt idx="393">
                  <c:v>1</c:v>
                </c:pt>
                <c:pt idx="394">
                  <c:v>1.00025</c:v>
                </c:pt>
                <c:pt idx="395">
                  <c:v>1.0005</c:v>
                </c:pt>
                <c:pt idx="396">
                  <c:v>1.00075</c:v>
                </c:pt>
                <c:pt idx="397">
                  <c:v>1.00125</c:v>
                </c:pt>
                <c:pt idx="398">
                  <c:v>1.00475</c:v>
                </c:pt>
                <c:pt idx="399">
                  <c:v>1.005</c:v>
                </c:pt>
                <c:pt idx="400">
                  <c:v>1.00975</c:v>
                </c:pt>
                <c:pt idx="401">
                  <c:v>1.01</c:v>
                </c:pt>
                <c:pt idx="402">
                  <c:v>1.01475</c:v>
                </c:pt>
                <c:pt idx="403">
                  <c:v>1.015</c:v>
                </c:pt>
                <c:pt idx="404">
                  <c:v>1.01875</c:v>
                </c:pt>
                <c:pt idx="405">
                  <c:v>1.01975</c:v>
                </c:pt>
                <c:pt idx="406">
                  <c:v>1.02</c:v>
                </c:pt>
                <c:pt idx="407">
                  <c:v>1.02475</c:v>
                </c:pt>
                <c:pt idx="408">
                  <c:v>1.025</c:v>
                </c:pt>
                <c:pt idx="409">
                  <c:v>1.02975</c:v>
                </c:pt>
                <c:pt idx="410">
                  <c:v>1.03</c:v>
                </c:pt>
                <c:pt idx="411">
                  <c:v>1.03475</c:v>
                </c:pt>
                <c:pt idx="412">
                  <c:v>1.035</c:v>
                </c:pt>
                <c:pt idx="413">
                  <c:v>1.03975</c:v>
                </c:pt>
                <c:pt idx="414">
                  <c:v>1.04</c:v>
                </c:pt>
                <c:pt idx="415">
                  <c:v>1.04475</c:v>
                </c:pt>
                <c:pt idx="416">
                  <c:v>1.045</c:v>
                </c:pt>
                <c:pt idx="417">
                  <c:v>1.04975000001</c:v>
                </c:pt>
                <c:pt idx="418">
                  <c:v>1.05000000001</c:v>
                </c:pt>
                <c:pt idx="419">
                  <c:v>1.05475000001</c:v>
                </c:pt>
                <c:pt idx="420">
                  <c:v>1.05500000001</c:v>
                </c:pt>
                <c:pt idx="421">
                  <c:v>1.05975000001</c:v>
                </c:pt>
                <c:pt idx="422">
                  <c:v>1.06000000001</c:v>
                </c:pt>
                <c:pt idx="423">
                  <c:v>1.06475000001</c:v>
                </c:pt>
                <c:pt idx="424">
                  <c:v>1.06500000001</c:v>
                </c:pt>
                <c:pt idx="425">
                  <c:v>1.06975000001</c:v>
                </c:pt>
                <c:pt idx="426">
                  <c:v>1.07000000001</c:v>
                </c:pt>
                <c:pt idx="427">
                  <c:v>1.07475000001</c:v>
                </c:pt>
                <c:pt idx="428">
                  <c:v>1.07500000001</c:v>
                </c:pt>
                <c:pt idx="429">
                  <c:v>1.07975000001</c:v>
                </c:pt>
                <c:pt idx="430">
                  <c:v>1.08000000001</c:v>
                </c:pt>
                <c:pt idx="431">
                  <c:v>1.08475000001</c:v>
                </c:pt>
                <c:pt idx="432">
                  <c:v>1.08500000001</c:v>
                </c:pt>
                <c:pt idx="433">
                  <c:v>1.08975000001</c:v>
                </c:pt>
                <c:pt idx="434">
                  <c:v>1.09000000001</c:v>
                </c:pt>
                <c:pt idx="435">
                  <c:v>1.09475000001</c:v>
                </c:pt>
                <c:pt idx="436">
                  <c:v>1.09500000001</c:v>
                </c:pt>
                <c:pt idx="437">
                  <c:v>1.09975000001</c:v>
                </c:pt>
                <c:pt idx="438">
                  <c:v>1.10000000001</c:v>
                </c:pt>
                <c:pt idx="439">
                  <c:v>1.10475000001</c:v>
                </c:pt>
                <c:pt idx="440">
                  <c:v>1.10500000001</c:v>
                </c:pt>
                <c:pt idx="441">
                  <c:v>1.10975000001</c:v>
                </c:pt>
                <c:pt idx="442">
                  <c:v>1.11000000001</c:v>
                </c:pt>
                <c:pt idx="443">
                  <c:v>1.11475000001</c:v>
                </c:pt>
                <c:pt idx="444">
                  <c:v>1.11500000001</c:v>
                </c:pt>
                <c:pt idx="445">
                  <c:v>1.11800000001</c:v>
                </c:pt>
                <c:pt idx="446">
                  <c:v>1.11925000001</c:v>
                </c:pt>
                <c:pt idx="447">
                  <c:v>1.11975000001</c:v>
                </c:pt>
                <c:pt idx="448">
                  <c:v>1.12000000001</c:v>
                </c:pt>
                <c:pt idx="449">
                  <c:v>1.12475000001</c:v>
                </c:pt>
                <c:pt idx="450">
                  <c:v>1.12500000001</c:v>
                </c:pt>
                <c:pt idx="451">
                  <c:v>1.12975000001</c:v>
                </c:pt>
                <c:pt idx="452">
                  <c:v>1.13000000001</c:v>
                </c:pt>
                <c:pt idx="453">
                  <c:v>1.13475000001</c:v>
                </c:pt>
                <c:pt idx="454">
                  <c:v>1.13500000001</c:v>
                </c:pt>
                <c:pt idx="455">
                  <c:v>1.13975000001</c:v>
                </c:pt>
                <c:pt idx="456">
                  <c:v>1.14000000001</c:v>
                </c:pt>
                <c:pt idx="457">
                  <c:v>1.14475000001</c:v>
                </c:pt>
                <c:pt idx="458">
                  <c:v>1.14500000001</c:v>
                </c:pt>
                <c:pt idx="459">
                  <c:v>1.14975000001</c:v>
                </c:pt>
                <c:pt idx="460">
                  <c:v>1.15000000001</c:v>
                </c:pt>
                <c:pt idx="461">
                  <c:v>1.15475000001</c:v>
                </c:pt>
                <c:pt idx="462">
                  <c:v>1.15500000001</c:v>
                </c:pt>
                <c:pt idx="463">
                  <c:v>1.15975000001</c:v>
                </c:pt>
                <c:pt idx="464">
                  <c:v>1.16000000001</c:v>
                </c:pt>
                <c:pt idx="465">
                  <c:v>1.16475000001</c:v>
                </c:pt>
                <c:pt idx="466">
                  <c:v>1.16500000001</c:v>
                </c:pt>
                <c:pt idx="467">
                  <c:v>1.16975000001</c:v>
                </c:pt>
                <c:pt idx="468">
                  <c:v>1.17000000001</c:v>
                </c:pt>
                <c:pt idx="469">
                  <c:v>1.17475000001</c:v>
                </c:pt>
                <c:pt idx="470">
                  <c:v>1.17500000001</c:v>
                </c:pt>
                <c:pt idx="471">
                  <c:v>1.17975000001</c:v>
                </c:pt>
                <c:pt idx="472">
                  <c:v>1.18000000001</c:v>
                </c:pt>
                <c:pt idx="473">
                  <c:v>1.18475000001</c:v>
                </c:pt>
                <c:pt idx="474">
                  <c:v>1.18500000001</c:v>
                </c:pt>
                <c:pt idx="475">
                  <c:v>1.18975000001</c:v>
                </c:pt>
                <c:pt idx="476">
                  <c:v>1.19000000001</c:v>
                </c:pt>
                <c:pt idx="477">
                  <c:v>1.19475000001</c:v>
                </c:pt>
                <c:pt idx="478">
                  <c:v>1.19500000001</c:v>
                </c:pt>
                <c:pt idx="479">
                  <c:v>1.19975000001</c:v>
                </c:pt>
                <c:pt idx="480">
                  <c:v>1.20000000001</c:v>
                </c:pt>
                <c:pt idx="481">
                  <c:v>1.20475000001</c:v>
                </c:pt>
                <c:pt idx="482">
                  <c:v>1.20500000001</c:v>
                </c:pt>
                <c:pt idx="483">
                  <c:v>1.20975000001</c:v>
                </c:pt>
                <c:pt idx="484">
                  <c:v>1.21000000001</c:v>
                </c:pt>
                <c:pt idx="485">
                  <c:v>1.21475000001</c:v>
                </c:pt>
                <c:pt idx="486">
                  <c:v>1.21500000001</c:v>
                </c:pt>
                <c:pt idx="487">
                  <c:v>1.21975000001</c:v>
                </c:pt>
                <c:pt idx="488">
                  <c:v>1.22000000001</c:v>
                </c:pt>
                <c:pt idx="489">
                  <c:v>1.22475000001</c:v>
                </c:pt>
                <c:pt idx="490">
                  <c:v>1.22500000001</c:v>
                </c:pt>
                <c:pt idx="491">
                  <c:v>1.22975000001</c:v>
                </c:pt>
                <c:pt idx="492">
                  <c:v>1.23000000001</c:v>
                </c:pt>
                <c:pt idx="493">
                  <c:v>1.23475000001</c:v>
                </c:pt>
                <c:pt idx="494">
                  <c:v>1.23500000001</c:v>
                </c:pt>
                <c:pt idx="495">
                  <c:v>1.23625000001</c:v>
                </c:pt>
                <c:pt idx="496">
                  <c:v>1.23975000001</c:v>
                </c:pt>
                <c:pt idx="497">
                  <c:v>1.24000000001</c:v>
                </c:pt>
                <c:pt idx="498">
                  <c:v>1.24475000001</c:v>
                </c:pt>
                <c:pt idx="499">
                  <c:v>1.24500000001</c:v>
                </c:pt>
                <c:pt idx="500">
                  <c:v>1.24975000001</c:v>
                </c:pt>
                <c:pt idx="501">
                  <c:v>1.25000000001</c:v>
                </c:pt>
                <c:pt idx="502">
                  <c:v>1.25475000001</c:v>
                </c:pt>
                <c:pt idx="503">
                  <c:v>1.25500000001</c:v>
                </c:pt>
                <c:pt idx="504">
                  <c:v>1.25975000001</c:v>
                </c:pt>
                <c:pt idx="505">
                  <c:v>1.26000000001</c:v>
                </c:pt>
                <c:pt idx="506">
                  <c:v>1.26475000001</c:v>
                </c:pt>
                <c:pt idx="507">
                  <c:v>1.26500000001</c:v>
                </c:pt>
                <c:pt idx="508">
                  <c:v>1.26975000001</c:v>
                </c:pt>
                <c:pt idx="509">
                  <c:v>1.27000000001</c:v>
                </c:pt>
                <c:pt idx="510">
                  <c:v>1.27475000001</c:v>
                </c:pt>
                <c:pt idx="511">
                  <c:v>1.27500000001</c:v>
                </c:pt>
                <c:pt idx="512">
                  <c:v>1.27975000001</c:v>
                </c:pt>
                <c:pt idx="513">
                  <c:v>1.28000000001</c:v>
                </c:pt>
                <c:pt idx="514">
                  <c:v>1.28475000001</c:v>
                </c:pt>
                <c:pt idx="515">
                  <c:v>1.28500000001</c:v>
                </c:pt>
                <c:pt idx="516">
                  <c:v>1.28975000001</c:v>
                </c:pt>
                <c:pt idx="517">
                  <c:v>1.29000000001</c:v>
                </c:pt>
                <c:pt idx="518">
                  <c:v>1.29475000001</c:v>
                </c:pt>
                <c:pt idx="519">
                  <c:v>1.29500000001</c:v>
                </c:pt>
                <c:pt idx="520">
                  <c:v>1.29975000001</c:v>
                </c:pt>
                <c:pt idx="521">
                  <c:v>1.30000000001</c:v>
                </c:pt>
                <c:pt idx="522">
                  <c:v>1.30475000001</c:v>
                </c:pt>
                <c:pt idx="523">
                  <c:v>1.30500000001</c:v>
                </c:pt>
                <c:pt idx="524">
                  <c:v>1.30975000001</c:v>
                </c:pt>
                <c:pt idx="525">
                  <c:v>1.31000000001</c:v>
                </c:pt>
                <c:pt idx="526">
                  <c:v>1.31475000001</c:v>
                </c:pt>
                <c:pt idx="527">
                  <c:v>1.31500000001</c:v>
                </c:pt>
                <c:pt idx="528">
                  <c:v>1.31975000001</c:v>
                </c:pt>
                <c:pt idx="529">
                  <c:v>1.32000000001</c:v>
                </c:pt>
                <c:pt idx="530">
                  <c:v>1.32475000001</c:v>
                </c:pt>
                <c:pt idx="531">
                  <c:v>1.32500000001</c:v>
                </c:pt>
                <c:pt idx="532">
                  <c:v>1.32975000001</c:v>
                </c:pt>
                <c:pt idx="533">
                  <c:v>1.33000000001</c:v>
                </c:pt>
                <c:pt idx="534">
                  <c:v>1.33475000001</c:v>
                </c:pt>
                <c:pt idx="535">
                  <c:v>1.33500000001</c:v>
                </c:pt>
                <c:pt idx="536">
                  <c:v>1.33975000001</c:v>
                </c:pt>
                <c:pt idx="537">
                  <c:v>1.34000000001</c:v>
                </c:pt>
                <c:pt idx="538">
                  <c:v>1.34475000001</c:v>
                </c:pt>
                <c:pt idx="539">
                  <c:v>1.34500000001</c:v>
                </c:pt>
                <c:pt idx="540">
                  <c:v>1.34975000001</c:v>
                </c:pt>
                <c:pt idx="541">
                  <c:v>1.35000000001</c:v>
                </c:pt>
                <c:pt idx="542">
                  <c:v>1.35475000001</c:v>
                </c:pt>
                <c:pt idx="543">
                  <c:v>1.35500000001</c:v>
                </c:pt>
                <c:pt idx="544">
                  <c:v>1.35975000001</c:v>
                </c:pt>
                <c:pt idx="545">
                  <c:v>1.36000000001</c:v>
                </c:pt>
                <c:pt idx="546">
                  <c:v>1.36475000001</c:v>
                </c:pt>
                <c:pt idx="547">
                  <c:v>1.36500000001</c:v>
                </c:pt>
                <c:pt idx="548">
                  <c:v>1.36975000001</c:v>
                </c:pt>
                <c:pt idx="549">
                  <c:v>1.37000000001</c:v>
                </c:pt>
                <c:pt idx="550">
                  <c:v>1.37475000001</c:v>
                </c:pt>
                <c:pt idx="551">
                  <c:v>1.37500000001</c:v>
                </c:pt>
                <c:pt idx="552">
                  <c:v>1.37975000001</c:v>
                </c:pt>
                <c:pt idx="553">
                  <c:v>1.38000000001</c:v>
                </c:pt>
                <c:pt idx="554">
                  <c:v>1.38475000001</c:v>
                </c:pt>
                <c:pt idx="555">
                  <c:v>1.38500000001</c:v>
                </c:pt>
                <c:pt idx="556">
                  <c:v>1.38975000001</c:v>
                </c:pt>
                <c:pt idx="557">
                  <c:v>1.39000000001</c:v>
                </c:pt>
                <c:pt idx="558">
                  <c:v>1.39475000001</c:v>
                </c:pt>
                <c:pt idx="559">
                  <c:v>1.39500000001</c:v>
                </c:pt>
                <c:pt idx="560">
                  <c:v>1.39975000001</c:v>
                </c:pt>
                <c:pt idx="561">
                  <c:v>1.40000000001</c:v>
                </c:pt>
                <c:pt idx="562">
                  <c:v>1.40475000001</c:v>
                </c:pt>
                <c:pt idx="563">
                  <c:v>1.40500000001</c:v>
                </c:pt>
                <c:pt idx="564">
                  <c:v>1.40975000001</c:v>
                </c:pt>
                <c:pt idx="565">
                  <c:v>1.41000000001</c:v>
                </c:pt>
                <c:pt idx="566">
                  <c:v>1.41475000001</c:v>
                </c:pt>
                <c:pt idx="567">
                  <c:v>1.41500000001</c:v>
                </c:pt>
                <c:pt idx="568">
                  <c:v>1.41975000001</c:v>
                </c:pt>
                <c:pt idx="569">
                  <c:v>1.42000000001</c:v>
                </c:pt>
                <c:pt idx="570">
                  <c:v>1.42475000001</c:v>
                </c:pt>
                <c:pt idx="571">
                  <c:v>1.42500000001</c:v>
                </c:pt>
                <c:pt idx="572">
                  <c:v>1.42975000001</c:v>
                </c:pt>
                <c:pt idx="573">
                  <c:v>1.43000000001</c:v>
                </c:pt>
                <c:pt idx="574">
                  <c:v>1.43475000001</c:v>
                </c:pt>
                <c:pt idx="575">
                  <c:v>1.43500000001</c:v>
                </c:pt>
                <c:pt idx="576">
                  <c:v>1.43975000001</c:v>
                </c:pt>
                <c:pt idx="577">
                  <c:v>1.44000000001</c:v>
                </c:pt>
                <c:pt idx="578">
                  <c:v>1.44475000001</c:v>
                </c:pt>
                <c:pt idx="579">
                  <c:v>1.44500000001</c:v>
                </c:pt>
                <c:pt idx="580">
                  <c:v>1.44975000001</c:v>
                </c:pt>
                <c:pt idx="581">
                  <c:v>1.45000000001</c:v>
                </c:pt>
                <c:pt idx="582">
                  <c:v>1.45475000001</c:v>
                </c:pt>
                <c:pt idx="583">
                  <c:v>1.45500000001</c:v>
                </c:pt>
                <c:pt idx="584">
                  <c:v>1.45975000001</c:v>
                </c:pt>
                <c:pt idx="585">
                  <c:v>1.46000000001</c:v>
                </c:pt>
                <c:pt idx="586">
                  <c:v>1.46475000001</c:v>
                </c:pt>
                <c:pt idx="587">
                  <c:v>1.46500000001</c:v>
                </c:pt>
                <c:pt idx="588">
                  <c:v>1.46975000001</c:v>
                </c:pt>
                <c:pt idx="589">
                  <c:v>1.47000000001</c:v>
                </c:pt>
                <c:pt idx="590">
                  <c:v>1.47475000001</c:v>
                </c:pt>
                <c:pt idx="591">
                  <c:v>1.47500000001</c:v>
                </c:pt>
                <c:pt idx="592">
                  <c:v>1.47975000001</c:v>
                </c:pt>
                <c:pt idx="593">
                  <c:v>1.48000000001</c:v>
                </c:pt>
                <c:pt idx="594">
                  <c:v>1.48475000001</c:v>
                </c:pt>
                <c:pt idx="595">
                  <c:v>1.48500000001</c:v>
                </c:pt>
                <c:pt idx="596">
                  <c:v>1.48975000001</c:v>
                </c:pt>
                <c:pt idx="597">
                  <c:v>1.49000000001</c:v>
                </c:pt>
                <c:pt idx="598">
                  <c:v>1.49475000001</c:v>
                </c:pt>
                <c:pt idx="599">
                  <c:v>1.49500000001</c:v>
                </c:pt>
                <c:pt idx="600">
                  <c:v>1.49950000001</c:v>
                </c:pt>
                <c:pt idx="601">
                  <c:v>1.49975000001</c:v>
                </c:pt>
                <c:pt idx="602">
                  <c:v>1.50425000001</c:v>
                </c:pt>
                <c:pt idx="603">
                  <c:v>1.50450000001</c:v>
                </c:pt>
                <c:pt idx="604">
                  <c:v>1.50900000001</c:v>
                </c:pt>
                <c:pt idx="605">
                  <c:v>1.50925000001</c:v>
                </c:pt>
                <c:pt idx="606">
                  <c:v>1.51375000001</c:v>
                </c:pt>
                <c:pt idx="607">
                  <c:v>1.51400000001</c:v>
                </c:pt>
                <c:pt idx="608">
                  <c:v>1.51850000001</c:v>
                </c:pt>
                <c:pt idx="609">
                  <c:v>1.51875000001</c:v>
                </c:pt>
                <c:pt idx="610">
                  <c:v>1.52325000001</c:v>
                </c:pt>
                <c:pt idx="611">
                  <c:v>1.52350000001</c:v>
                </c:pt>
                <c:pt idx="612">
                  <c:v>1.52800000001</c:v>
                </c:pt>
                <c:pt idx="613">
                  <c:v>1.52825000001</c:v>
                </c:pt>
                <c:pt idx="614">
                  <c:v>1.53275000001</c:v>
                </c:pt>
                <c:pt idx="615">
                  <c:v>1.53300000001</c:v>
                </c:pt>
                <c:pt idx="616">
                  <c:v>1.53750000001</c:v>
                </c:pt>
                <c:pt idx="617">
                  <c:v>1.53775000001</c:v>
                </c:pt>
                <c:pt idx="618">
                  <c:v>1.54225000001</c:v>
                </c:pt>
                <c:pt idx="619">
                  <c:v>1.54250000001</c:v>
                </c:pt>
                <c:pt idx="620">
                  <c:v>1.54700000001</c:v>
                </c:pt>
                <c:pt idx="621">
                  <c:v>1.54725000001</c:v>
                </c:pt>
                <c:pt idx="622">
                  <c:v>1.55175000001</c:v>
                </c:pt>
                <c:pt idx="623">
                  <c:v>1.55200000001</c:v>
                </c:pt>
                <c:pt idx="624">
                  <c:v>1.55650000001</c:v>
                </c:pt>
                <c:pt idx="625">
                  <c:v>1.55675000001</c:v>
                </c:pt>
                <c:pt idx="626">
                  <c:v>1.56125000001</c:v>
                </c:pt>
                <c:pt idx="627">
                  <c:v>1.56150000001</c:v>
                </c:pt>
                <c:pt idx="628">
                  <c:v>1.56600000001</c:v>
                </c:pt>
                <c:pt idx="629">
                  <c:v>1.56625000001</c:v>
                </c:pt>
                <c:pt idx="630">
                  <c:v>1.57075000001</c:v>
                </c:pt>
                <c:pt idx="631">
                  <c:v>1.57100000001</c:v>
                </c:pt>
                <c:pt idx="632">
                  <c:v>1.57550000001</c:v>
                </c:pt>
                <c:pt idx="633">
                  <c:v>1.57575000001</c:v>
                </c:pt>
                <c:pt idx="634">
                  <c:v>1.58025000001</c:v>
                </c:pt>
                <c:pt idx="635">
                  <c:v>1.58050000001</c:v>
                </c:pt>
                <c:pt idx="636">
                  <c:v>1.58500000001</c:v>
                </c:pt>
                <c:pt idx="637">
                  <c:v>1.58525000001</c:v>
                </c:pt>
                <c:pt idx="638">
                  <c:v>1.58975000001</c:v>
                </c:pt>
                <c:pt idx="639">
                  <c:v>1.59000000001</c:v>
                </c:pt>
                <c:pt idx="640">
                  <c:v>1.59450000001</c:v>
                </c:pt>
                <c:pt idx="641">
                  <c:v>1.59475000001</c:v>
                </c:pt>
                <c:pt idx="642">
                  <c:v>1.59925000001</c:v>
                </c:pt>
                <c:pt idx="643">
                  <c:v>1.59950000001</c:v>
                </c:pt>
                <c:pt idx="644">
                  <c:v>1.60400000001</c:v>
                </c:pt>
                <c:pt idx="645">
                  <c:v>1.60425000001</c:v>
                </c:pt>
                <c:pt idx="646">
                  <c:v>1.60875000001</c:v>
                </c:pt>
                <c:pt idx="647">
                  <c:v>1.60900000001</c:v>
                </c:pt>
                <c:pt idx="648">
                  <c:v>1.61350000001</c:v>
                </c:pt>
                <c:pt idx="649">
                  <c:v>1.61375000001</c:v>
                </c:pt>
                <c:pt idx="650">
                  <c:v>1.61825000001</c:v>
                </c:pt>
                <c:pt idx="651">
                  <c:v>1.61850000001</c:v>
                </c:pt>
                <c:pt idx="652">
                  <c:v>1.62300000001</c:v>
                </c:pt>
                <c:pt idx="653">
                  <c:v>1.62325000001</c:v>
                </c:pt>
                <c:pt idx="654">
                  <c:v>1.62775000001</c:v>
                </c:pt>
                <c:pt idx="655">
                  <c:v>1.62800000001</c:v>
                </c:pt>
                <c:pt idx="656">
                  <c:v>1.63250000001</c:v>
                </c:pt>
                <c:pt idx="657">
                  <c:v>1.63275000001</c:v>
                </c:pt>
                <c:pt idx="658">
                  <c:v>1.63725000001</c:v>
                </c:pt>
                <c:pt idx="659">
                  <c:v>1.63750000001</c:v>
                </c:pt>
                <c:pt idx="660">
                  <c:v>1.64200000001</c:v>
                </c:pt>
                <c:pt idx="661">
                  <c:v>1.64225000001</c:v>
                </c:pt>
                <c:pt idx="662">
                  <c:v>1.64675000001</c:v>
                </c:pt>
                <c:pt idx="663">
                  <c:v>1.64700000001</c:v>
                </c:pt>
                <c:pt idx="664">
                  <c:v>1.65150000001</c:v>
                </c:pt>
                <c:pt idx="665">
                  <c:v>1.65175000001</c:v>
                </c:pt>
                <c:pt idx="666">
                  <c:v>1.65625000001</c:v>
                </c:pt>
                <c:pt idx="667">
                  <c:v>1.65650000001</c:v>
                </c:pt>
                <c:pt idx="668">
                  <c:v>1.66100000001</c:v>
                </c:pt>
                <c:pt idx="669">
                  <c:v>1.66125000001</c:v>
                </c:pt>
                <c:pt idx="670">
                  <c:v>1.66575000001</c:v>
                </c:pt>
                <c:pt idx="671">
                  <c:v>1.66600000001</c:v>
                </c:pt>
                <c:pt idx="672">
                  <c:v>1.67050000001</c:v>
                </c:pt>
                <c:pt idx="673">
                  <c:v>1.67075000001</c:v>
                </c:pt>
                <c:pt idx="674">
                  <c:v>1.67525000001</c:v>
                </c:pt>
                <c:pt idx="675">
                  <c:v>1.67550000001</c:v>
                </c:pt>
                <c:pt idx="676">
                  <c:v>1.68000000001</c:v>
                </c:pt>
                <c:pt idx="677">
                  <c:v>1.68025000001</c:v>
                </c:pt>
                <c:pt idx="678">
                  <c:v>1.68475000001</c:v>
                </c:pt>
                <c:pt idx="679">
                  <c:v>1.68500000001</c:v>
                </c:pt>
                <c:pt idx="680">
                  <c:v>1.68950000001</c:v>
                </c:pt>
                <c:pt idx="681">
                  <c:v>1.68975000001</c:v>
                </c:pt>
                <c:pt idx="682">
                  <c:v>1.69425000001</c:v>
                </c:pt>
                <c:pt idx="683">
                  <c:v>1.69450000001</c:v>
                </c:pt>
                <c:pt idx="684">
                  <c:v>1.69900000001</c:v>
                </c:pt>
                <c:pt idx="685">
                  <c:v>1.69925000001</c:v>
                </c:pt>
                <c:pt idx="686">
                  <c:v>1.70375000001</c:v>
                </c:pt>
                <c:pt idx="687">
                  <c:v>1.70400000001</c:v>
                </c:pt>
                <c:pt idx="688">
                  <c:v>1.70850000001</c:v>
                </c:pt>
                <c:pt idx="689">
                  <c:v>1.70875000001</c:v>
                </c:pt>
                <c:pt idx="690">
                  <c:v>1.71325000001</c:v>
                </c:pt>
                <c:pt idx="691">
                  <c:v>1.71350000001</c:v>
                </c:pt>
                <c:pt idx="692">
                  <c:v>1.71800000001</c:v>
                </c:pt>
                <c:pt idx="693">
                  <c:v>1.71825000001</c:v>
                </c:pt>
                <c:pt idx="694">
                  <c:v>1.72275000001</c:v>
                </c:pt>
                <c:pt idx="695">
                  <c:v>1.72300000001</c:v>
                </c:pt>
                <c:pt idx="696">
                  <c:v>1.72750000001</c:v>
                </c:pt>
                <c:pt idx="697">
                  <c:v>1.72775000001</c:v>
                </c:pt>
                <c:pt idx="698">
                  <c:v>1.73225000001</c:v>
                </c:pt>
                <c:pt idx="699">
                  <c:v>1.73250000001</c:v>
                </c:pt>
                <c:pt idx="700">
                  <c:v>1.73700000001</c:v>
                </c:pt>
                <c:pt idx="701">
                  <c:v>1.73725000001</c:v>
                </c:pt>
                <c:pt idx="702">
                  <c:v>1.74175000001</c:v>
                </c:pt>
                <c:pt idx="703">
                  <c:v>1.74200000001</c:v>
                </c:pt>
                <c:pt idx="704">
                  <c:v>1.74650000001</c:v>
                </c:pt>
                <c:pt idx="705">
                  <c:v>1.74675000001</c:v>
                </c:pt>
                <c:pt idx="706">
                  <c:v>1.75125000001</c:v>
                </c:pt>
                <c:pt idx="707">
                  <c:v>1.75150000001</c:v>
                </c:pt>
                <c:pt idx="708">
                  <c:v>1.75600000001</c:v>
                </c:pt>
                <c:pt idx="709">
                  <c:v>1.75625000001</c:v>
                </c:pt>
                <c:pt idx="710">
                  <c:v>1.76075000001</c:v>
                </c:pt>
                <c:pt idx="711">
                  <c:v>1.76100000001</c:v>
                </c:pt>
                <c:pt idx="712">
                  <c:v>1.76550000001</c:v>
                </c:pt>
                <c:pt idx="713">
                  <c:v>1.76575000001</c:v>
                </c:pt>
                <c:pt idx="714">
                  <c:v>1.77025000001</c:v>
                </c:pt>
                <c:pt idx="715">
                  <c:v>1.77050000001</c:v>
                </c:pt>
                <c:pt idx="716">
                  <c:v>1.77500000001</c:v>
                </c:pt>
                <c:pt idx="717">
                  <c:v>1.77525000001</c:v>
                </c:pt>
                <c:pt idx="718">
                  <c:v>1.77975000001</c:v>
                </c:pt>
                <c:pt idx="719">
                  <c:v>1.78000000001</c:v>
                </c:pt>
                <c:pt idx="720">
                  <c:v>1.78450000001</c:v>
                </c:pt>
                <c:pt idx="721">
                  <c:v>1.78475000001</c:v>
                </c:pt>
                <c:pt idx="722">
                  <c:v>1.78925000001</c:v>
                </c:pt>
                <c:pt idx="723">
                  <c:v>1.78950000001</c:v>
                </c:pt>
                <c:pt idx="724">
                  <c:v>1.79400000001</c:v>
                </c:pt>
                <c:pt idx="725">
                  <c:v>1.79425000001</c:v>
                </c:pt>
                <c:pt idx="726">
                  <c:v>1.79875000001</c:v>
                </c:pt>
                <c:pt idx="727">
                  <c:v>1.79900000001</c:v>
                </c:pt>
                <c:pt idx="728">
                  <c:v>1.80350000001</c:v>
                </c:pt>
                <c:pt idx="729">
                  <c:v>1.80375000001</c:v>
                </c:pt>
                <c:pt idx="730">
                  <c:v>1.80825000001</c:v>
                </c:pt>
                <c:pt idx="731">
                  <c:v>1.80850000001</c:v>
                </c:pt>
                <c:pt idx="732">
                  <c:v>1.81300000001</c:v>
                </c:pt>
                <c:pt idx="733">
                  <c:v>1.81325000001</c:v>
                </c:pt>
                <c:pt idx="734">
                  <c:v>1.81775000001</c:v>
                </c:pt>
                <c:pt idx="735">
                  <c:v>1.81800000001</c:v>
                </c:pt>
                <c:pt idx="736">
                  <c:v>1.82250000001</c:v>
                </c:pt>
                <c:pt idx="737">
                  <c:v>1.82275000001</c:v>
                </c:pt>
                <c:pt idx="738">
                  <c:v>1.82725000001</c:v>
                </c:pt>
                <c:pt idx="739">
                  <c:v>1.82750000001</c:v>
                </c:pt>
                <c:pt idx="740">
                  <c:v>1.83200000001</c:v>
                </c:pt>
                <c:pt idx="741">
                  <c:v>1.83225000001</c:v>
                </c:pt>
                <c:pt idx="742">
                  <c:v>1.83675000001</c:v>
                </c:pt>
                <c:pt idx="743">
                  <c:v>1.83700000001</c:v>
                </c:pt>
                <c:pt idx="744">
                  <c:v>1.84150000001</c:v>
                </c:pt>
                <c:pt idx="745">
                  <c:v>1.84175000001</c:v>
                </c:pt>
                <c:pt idx="746">
                  <c:v>1.84625000001</c:v>
                </c:pt>
                <c:pt idx="747">
                  <c:v>1.84650000001</c:v>
                </c:pt>
                <c:pt idx="748">
                  <c:v>1.85100000001</c:v>
                </c:pt>
                <c:pt idx="749">
                  <c:v>1.85125000001</c:v>
                </c:pt>
                <c:pt idx="750">
                  <c:v>1.85575000001</c:v>
                </c:pt>
                <c:pt idx="751">
                  <c:v>1.85600000001</c:v>
                </c:pt>
                <c:pt idx="752">
                  <c:v>1.86050000001</c:v>
                </c:pt>
                <c:pt idx="753">
                  <c:v>1.86075000001</c:v>
                </c:pt>
                <c:pt idx="754">
                  <c:v>1.86525000001</c:v>
                </c:pt>
                <c:pt idx="755">
                  <c:v>1.86550000001</c:v>
                </c:pt>
                <c:pt idx="756">
                  <c:v>1.87000000001</c:v>
                </c:pt>
                <c:pt idx="757">
                  <c:v>1.87025000001</c:v>
                </c:pt>
                <c:pt idx="758">
                  <c:v>1.87475000001</c:v>
                </c:pt>
                <c:pt idx="759">
                  <c:v>1.87500000001</c:v>
                </c:pt>
                <c:pt idx="760">
                  <c:v>1.87950000001</c:v>
                </c:pt>
                <c:pt idx="761">
                  <c:v>1.87975000001</c:v>
                </c:pt>
                <c:pt idx="762">
                  <c:v>1.88425000001</c:v>
                </c:pt>
                <c:pt idx="763">
                  <c:v>1.88450000001</c:v>
                </c:pt>
                <c:pt idx="764">
                  <c:v>1.88900000001</c:v>
                </c:pt>
                <c:pt idx="765">
                  <c:v>1.88925000001</c:v>
                </c:pt>
                <c:pt idx="766">
                  <c:v>1.89375000001</c:v>
                </c:pt>
                <c:pt idx="767">
                  <c:v>1.89400000001</c:v>
                </c:pt>
                <c:pt idx="768">
                  <c:v>1.89725000001</c:v>
                </c:pt>
                <c:pt idx="769">
                  <c:v>1.89850000001</c:v>
                </c:pt>
                <c:pt idx="770">
                  <c:v>1.89875000001</c:v>
                </c:pt>
                <c:pt idx="771">
                  <c:v>1.90325000001</c:v>
                </c:pt>
                <c:pt idx="772">
                  <c:v>1.90350000001</c:v>
                </c:pt>
                <c:pt idx="773">
                  <c:v>1.90800000001</c:v>
                </c:pt>
                <c:pt idx="774">
                  <c:v>1.90825000001</c:v>
                </c:pt>
                <c:pt idx="775">
                  <c:v>1.91275000001</c:v>
                </c:pt>
                <c:pt idx="776">
                  <c:v>1.91300000001</c:v>
                </c:pt>
                <c:pt idx="777">
                  <c:v>1.91750000001</c:v>
                </c:pt>
                <c:pt idx="778">
                  <c:v>1.91775000001</c:v>
                </c:pt>
                <c:pt idx="779">
                  <c:v>1.92225000001</c:v>
                </c:pt>
                <c:pt idx="780">
                  <c:v>1.92250000001</c:v>
                </c:pt>
                <c:pt idx="781">
                  <c:v>1.92700000001</c:v>
                </c:pt>
                <c:pt idx="782">
                  <c:v>1.92725000001</c:v>
                </c:pt>
                <c:pt idx="783">
                  <c:v>1.93175000001</c:v>
                </c:pt>
                <c:pt idx="784">
                  <c:v>1.93200000001</c:v>
                </c:pt>
                <c:pt idx="785">
                  <c:v>1.93650000001</c:v>
                </c:pt>
                <c:pt idx="786">
                  <c:v>1.93675000001</c:v>
                </c:pt>
                <c:pt idx="787">
                  <c:v>1.94125000001</c:v>
                </c:pt>
                <c:pt idx="788">
                  <c:v>1.94150000001</c:v>
                </c:pt>
                <c:pt idx="789">
                  <c:v>1.94600000001</c:v>
                </c:pt>
                <c:pt idx="790">
                  <c:v>1.94625000001</c:v>
                </c:pt>
                <c:pt idx="791">
                  <c:v>1.95075000001</c:v>
                </c:pt>
                <c:pt idx="792">
                  <c:v>1.95100000001</c:v>
                </c:pt>
                <c:pt idx="793">
                  <c:v>1.95550000001</c:v>
                </c:pt>
                <c:pt idx="794">
                  <c:v>1.95575000001</c:v>
                </c:pt>
                <c:pt idx="795">
                  <c:v>1.96025000001</c:v>
                </c:pt>
                <c:pt idx="796">
                  <c:v>1.96050000001</c:v>
                </c:pt>
                <c:pt idx="797">
                  <c:v>1.96500000001</c:v>
                </c:pt>
                <c:pt idx="798">
                  <c:v>1.96525000001</c:v>
                </c:pt>
                <c:pt idx="799">
                  <c:v>1.96975000001</c:v>
                </c:pt>
                <c:pt idx="800">
                  <c:v>1.97000000001</c:v>
                </c:pt>
                <c:pt idx="801">
                  <c:v>1.97450000001</c:v>
                </c:pt>
                <c:pt idx="802">
                  <c:v>1.97475000001</c:v>
                </c:pt>
                <c:pt idx="803">
                  <c:v>1.97925000001</c:v>
                </c:pt>
                <c:pt idx="804">
                  <c:v>1.97950000001</c:v>
                </c:pt>
                <c:pt idx="805">
                  <c:v>1.98400000001</c:v>
                </c:pt>
                <c:pt idx="806">
                  <c:v>1.98425000001</c:v>
                </c:pt>
                <c:pt idx="807">
                  <c:v>1.98875000001</c:v>
                </c:pt>
                <c:pt idx="808">
                  <c:v>1.98900000001</c:v>
                </c:pt>
                <c:pt idx="809">
                  <c:v>1.99350000001</c:v>
                </c:pt>
                <c:pt idx="810">
                  <c:v>1.99375000001</c:v>
                </c:pt>
                <c:pt idx="811">
                  <c:v>1.99825000001</c:v>
                </c:pt>
                <c:pt idx="812">
                  <c:v>1.99850000001</c:v>
                </c:pt>
                <c:pt idx="813">
                  <c:v>2.00300000001</c:v>
                </c:pt>
                <c:pt idx="814">
                  <c:v>2.00325000001</c:v>
                </c:pt>
                <c:pt idx="815">
                  <c:v>2.00775000001</c:v>
                </c:pt>
                <c:pt idx="816">
                  <c:v>2.00800000001</c:v>
                </c:pt>
                <c:pt idx="817">
                  <c:v>2.01250000001</c:v>
                </c:pt>
                <c:pt idx="818">
                  <c:v>2.01275000001</c:v>
                </c:pt>
                <c:pt idx="819">
                  <c:v>2.01725000001</c:v>
                </c:pt>
                <c:pt idx="820">
                  <c:v>2.01750000001</c:v>
                </c:pt>
                <c:pt idx="821">
                  <c:v>2.02200000001</c:v>
                </c:pt>
                <c:pt idx="822">
                  <c:v>2.02225000001</c:v>
                </c:pt>
                <c:pt idx="823">
                  <c:v>2.02675000001</c:v>
                </c:pt>
                <c:pt idx="824">
                  <c:v>2.02700000001</c:v>
                </c:pt>
                <c:pt idx="825">
                  <c:v>2.03150000001</c:v>
                </c:pt>
                <c:pt idx="826">
                  <c:v>2.03175000001</c:v>
                </c:pt>
                <c:pt idx="827">
                  <c:v>2.03625000001</c:v>
                </c:pt>
                <c:pt idx="828">
                  <c:v>2.03650000001</c:v>
                </c:pt>
                <c:pt idx="829">
                  <c:v>2.04100000001</c:v>
                </c:pt>
                <c:pt idx="830">
                  <c:v>2.04125000001</c:v>
                </c:pt>
                <c:pt idx="831">
                  <c:v>2.04575000001</c:v>
                </c:pt>
                <c:pt idx="832">
                  <c:v>2.04600000001</c:v>
                </c:pt>
                <c:pt idx="833">
                  <c:v>2.05050000001</c:v>
                </c:pt>
                <c:pt idx="834">
                  <c:v>2.05075000001</c:v>
                </c:pt>
                <c:pt idx="835">
                  <c:v>2.05525000001</c:v>
                </c:pt>
                <c:pt idx="836">
                  <c:v>2.05550000001</c:v>
                </c:pt>
                <c:pt idx="837">
                  <c:v>2.06000000001</c:v>
                </c:pt>
                <c:pt idx="838">
                  <c:v>2.06025000001</c:v>
                </c:pt>
                <c:pt idx="839">
                  <c:v>2.06475000001</c:v>
                </c:pt>
                <c:pt idx="840">
                  <c:v>2.06500000001</c:v>
                </c:pt>
                <c:pt idx="841">
                  <c:v>2.06950000001</c:v>
                </c:pt>
                <c:pt idx="842">
                  <c:v>2.06975000001</c:v>
                </c:pt>
                <c:pt idx="843">
                  <c:v>2.07425000001</c:v>
                </c:pt>
                <c:pt idx="844">
                  <c:v>2.07450000001</c:v>
                </c:pt>
                <c:pt idx="845">
                  <c:v>2.07900000001</c:v>
                </c:pt>
                <c:pt idx="846">
                  <c:v>2.07925000001</c:v>
                </c:pt>
                <c:pt idx="847">
                  <c:v>2.08375000001</c:v>
                </c:pt>
                <c:pt idx="848">
                  <c:v>2.08400000001</c:v>
                </c:pt>
                <c:pt idx="849">
                  <c:v>2.08850000001</c:v>
                </c:pt>
                <c:pt idx="850">
                  <c:v>2.08875000001</c:v>
                </c:pt>
                <c:pt idx="851">
                  <c:v>2.09325000001</c:v>
                </c:pt>
                <c:pt idx="852">
                  <c:v>2.09350000001</c:v>
                </c:pt>
                <c:pt idx="853">
                  <c:v>2.09800000001</c:v>
                </c:pt>
                <c:pt idx="854">
                  <c:v>2.09825000001</c:v>
                </c:pt>
                <c:pt idx="855">
                  <c:v>2.10275000001</c:v>
                </c:pt>
                <c:pt idx="856">
                  <c:v>2.10300000001</c:v>
                </c:pt>
                <c:pt idx="857">
                  <c:v>2.10750000001</c:v>
                </c:pt>
                <c:pt idx="858">
                  <c:v>2.10775000001</c:v>
                </c:pt>
                <c:pt idx="859">
                  <c:v>2.11225000001</c:v>
                </c:pt>
                <c:pt idx="860">
                  <c:v>2.11250000001</c:v>
                </c:pt>
                <c:pt idx="861">
                  <c:v>2.11700000001</c:v>
                </c:pt>
                <c:pt idx="862">
                  <c:v>2.11725000001</c:v>
                </c:pt>
                <c:pt idx="863">
                  <c:v>2.12000000001</c:v>
                </c:pt>
                <c:pt idx="864">
                  <c:v>2.12175000001</c:v>
                </c:pt>
                <c:pt idx="865">
                  <c:v>2.12200000001</c:v>
                </c:pt>
                <c:pt idx="866">
                  <c:v>2.12650000001</c:v>
                </c:pt>
                <c:pt idx="867">
                  <c:v>2.12675000001</c:v>
                </c:pt>
                <c:pt idx="868">
                  <c:v>2.13125000001</c:v>
                </c:pt>
                <c:pt idx="869">
                  <c:v>2.13150000001</c:v>
                </c:pt>
                <c:pt idx="870">
                  <c:v>2.13600000001</c:v>
                </c:pt>
                <c:pt idx="871">
                  <c:v>2.13625000001</c:v>
                </c:pt>
                <c:pt idx="872">
                  <c:v>2.14075000001</c:v>
                </c:pt>
                <c:pt idx="873">
                  <c:v>2.14100000001</c:v>
                </c:pt>
                <c:pt idx="874">
                  <c:v>2.14550000001</c:v>
                </c:pt>
                <c:pt idx="875">
                  <c:v>2.14575000001</c:v>
                </c:pt>
                <c:pt idx="876">
                  <c:v>2.15025000001</c:v>
                </c:pt>
                <c:pt idx="877">
                  <c:v>2.15050000001</c:v>
                </c:pt>
                <c:pt idx="878">
                  <c:v>2.15500000001</c:v>
                </c:pt>
                <c:pt idx="879">
                  <c:v>2.15525000001</c:v>
                </c:pt>
                <c:pt idx="880">
                  <c:v>2.15975000001</c:v>
                </c:pt>
                <c:pt idx="881">
                  <c:v>2.16000000001</c:v>
                </c:pt>
                <c:pt idx="882">
                  <c:v>2.16450000001</c:v>
                </c:pt>
                <c:pt idx="883">
                  <c:v>2.16475000001</c:v>
                </c:pt>
                <c:pt idx="884">
                  <c:v>2.16925000001</c:v>
                </c:pt>
                <c:pt idx="885">
                  <c:v>2.16950000001</c:v>
                </c:pt>
                <c:pt idx="886">
                  <c:v>2.17400000001</c:v>
                </c:pt>
                <c:pt idx="887">
                  <c:v>2.17425000001</c:v>
                </c:pt>
                <c:pt idx="888">
                  <c:v>2.17875000001</c:v>
                </c:pt>
                <c:pt idx="889">
                  <c:v>2.17900000001</c:v>
                </c:pt>
                <c:pt idx="890">
                  <c:v>2.18350000001</c:v>
                </c:pt>
                <c:pt idx="891">
                  <c:v>2.18375000001</c:v>
                </c:pt>
                <c:pt idx="892">
                  <c:v>2.18825000001</c:v>
                </c:pt>
                <c:pt idx="893">
                  <c:v>2.18850000001</c:v>
                </c:pt>
                <c:pt idx="894">
                  <c:v>2.19300000001</c:v>
                </c:pt>
                <c:pt idx="895">
                  <c:v>2.19325000001</c:v>
                </c:pt>
                <c:pt idx="896">
                  <c:v>2.19550000001</c:v>
                </c:pt>
                <c:pt idx="897">
                  <c:v>2.19775000001</c:v>
                </c:pt>
                <c:pt idx="898">
                  <c:v>2.19800000001</c:v>
                </c:pt>
                <c:pt idx="899">
                  <c:v>2.20250000001</c:v>
                </c:pt>
                <c:pt idx="900">
                  <c:v>2.20275000001</c:v>
                </c:pt>
                <c:pt idx="901">
                  <c:v>2.20725000001</c:v>
                </c:pt>
                <c:pt idx="902">
                  <c:v>2.20750000001</c:v>
                </c:pt>
                <c:pt idx="903">
                  <c:v>2.21200000001</c:v>
                </c:pt>
                <c:pt idx="904">
                  <c:v>2.21225000001</c:v>
                </c:pt>
                <c:pt idx="905">
                  <c:v>2.21675000001</c:v>
                </c:pt>
                <c:pt idx="906">
                  <c:v>2.21700000001</c:v>
                </c:pt>
                <c:pt idx="907">
                  <c:v>2.22150000001</c:v>
                </c:pt>
                <c:pt idx="908">
                  <c:v>2.22175000001</c:v>
                </c:pt>
                <c:pt idx="909">
                  <c:v>2.22625000001</c:v>
                </c:pt>
                <c:pt idx="910">
                  <c:v>2.22650000001</c:v>
                </c:pt>
                <c:pt idx="911">
                  <c:v>2.23100000001</c:v>
                </c:pt>
                <c:pt idx="912">
                  <c:v>2.23125000001</c:v>
                </c:pt>
                <c:pt idx="913">
                  <c:v>2.23575000001</c:v>
                </c:pt>
                <c:pt idx="914">
                  <c:v>2.23600000001</c:v>
                </c:pt>
                <c:pt idx="915">
                  <c:v>2.24050000001</c:v>
                </c:pt>
                <c:pt idx="916">
                  <c:v>2.24075000001</c:v>
                </c:pt>
                <c:pt idx="917">
                  <c:v>2.24525000001</c:v>
                </c:pt>
                <c:pt idx="918">
                  <c:v>2.24550000001</c:v>
                </c:pt>
                <c:pt idx="919">
                  <c:v>2.25000000001</c:v>
                </c:pt>
                <c:pt idx="920">
                  <c:v>2.25025000001</c:v>
                </c:pt>
                <c:pt idx="921">
                  <c:v>2.25475000001</c:v>
                </c:pt>
                <c:pt idx="922">
                  <c:v>2.25500000001</c:v>
                </c:pt>
                <c:pt idx="923">
                  <c:v>2.25950000001</c:v>
                </c:pt>
                <c:pt idx="924">
                  <c:v>2.25975000001</c:v>
                </c:pt>
                <c:pt idx="925">
                  <c:v>2.26425000001</c:v>
                </c:pt>
                <c:pt idx="926">
                  <c:v>2.26450000001</c:v>
                </c:pt>
                <c:pt idx="927">
                  <c:v>2.26900000001</c:v>
                </c:pt>
                <c:pt idx="928">
                  <c:v>2.26925000001</c:v>
                </c:pt>
                <c:pt idx="929">
                  <c:v>2.27375000001</c:v>
                </c:pt>
                <c:pt idx="930">
                  <c:v>2.27400000001</c:v>
                </c:pt>
                <c:pt idx="931">
                  <c:v>2.27850000001</c:v>
                </c:pt>
                <c:pt idx="932">
                  <c:v>2.27875000001</c:v>
                </c:pt>
                <c:pt idx="933">
                  <c:v>2.28325000001</c:v>
                </c:pt>
                <c:pt idx="934">
                  <c:v>2.28350000001</c:v>
                </c:pt>
                <c:pt idx="935">
                  <c:v>2.28800000001</c:v>
                </c:pt>
                <c:pt idx="936">
                  <c:v>2.28825000001</c:v>
                </c:pt>
                <c:pt idx="937">
                  <c:v>2.29275000001</c:v>
                </c:pt>
                <c:pt idx="938">
                  <c:v>2.29300000001</c:v>
                </c:pt>
                <c:pt idx="939">
                  <c:v>2.29750000001</c:v>
                </c:pt>
                <c:pt idx="940">
                  <c:v>2.29775000001</c:v>
                </c:pt>
                <c:pt idx="941">
                  <c:v>2.30225000001</c:v>
                </c:pt>
                <c:pt idx="942">
                  <c:v>2.30250000001</c:v>
                </c:pt>
                <c:pt idx="943">
                  <c:v>2.30700000001</c:v>
                </c:pt>
                <c:pt idx="944">
                  <c:v>2.30725000001</c:v>
                </c:pt>
                <c:pt idx="945">
                  <c:v>2.31175000001</c:v>
                </c:pt>
                <c:pt idx="946">
                  <c:v>2.31200000001</c:v>
                </c:pt>
                <c:pt idx="947">
                  <c:v>2.31650000001</c:v>
                </c:pt>
                <c:pt idx="948">
                  <c:v>2.31675000001</c:v>
                </c:pt>
                <c:pt idx="949">
                  <c:v>2.32125000001</c:v>
                </c:pt>
                <c:pt idx="950">
                  <c:v>2.32150000001</c:v>
                </c:pt>
                <c:pt idx="951">
                  <c:v>2.32600000001</c:v>
                </c:pt>
                <c:pt idx="952">
                  <c:v>2.32625000001</c:v>
                </c:pt>
                <c:pt idx="953">
                  <c:v>2.33075000001</c:v>
                </c:pt>
                <c:pt idx="954">
                  <c:v>2.33100000001</c:v>
                </c:pt>
                <c:pt idx="955">
                  <c:v>2.33550000001</c:v>
                </c:pt>
                <c:pt idx="956">
                  <c:v>2.33575000001</c:v>
                </c:pt>
                <c:pt idx="957">
                  <c:v>2.34025000001</c:v>
                </c:pt>
                <c:pt idx="958">
                  <c:v>2.34050000001</c:v>
                </c:pt>
                <c:pt idx="959">
                  <c:v>2.34325000001</c:v>
                </c:pt>
                <c:pt idx="960">
                  <c:v>2.34500000001</c:v>
                </c:pt>
                <c:pt idx="961">
                  <c:v>2.34525000001</c:v>
                </c:pt>
                <c:pt idx="962">
                  <c:v>2.34975000001</c:v>
                </c:pt>
                <c:pt idx="963">
                  <c:v>2.35000000001</c:v>
                </c:pt>
                <c:pt idx="964">
                  <c:v>2.35450000001</c:v>
                </c:pt>
                <c:pt idx="965">
                  <c:v>2.35475000001</c:v>
                </c:pt>
                <c:pt idx="966">
                  <c:v>2.35925000001</c:v>
                </c:pt>
                <c:pt idx="967">
                  <c:v>2.35950000001</c:v>
                </c:pt>
                <c:pt idx="968">
                  <c:v>2.36400000001</c:v>
                </c:pt>
                <c:pt idx="969">
                  <c:v>2.36425000001</c:v>
                </c:pt>
                <c:pt idx="970">
                  <c:v>2.36875000001</c:v>
                </c:pt>
                <c:pt idx="971">
                  <c:v>2.36900000001</c:v>
                </c:pt>
                <c:pt idx="972">
                  <c:v>2.37350000001</c:v>
                </c:pt>
                <c:pt idx="973">
                  <c:v>2.37375000001</c:v>
                </c:pt>
                <c:pt idx="974">
                  <c:v>2.37825000001</c:v>
                </c:pt>
                <c:pt idx="975">
                  <c:v>2.37850000001</c:v>
                </c:pt>
                <c:pt idx="976">
                  <c:v>2.38300000001</c:v>
                </c:pt>
                <c:pt idx="977">
                  <c:v>2.38325000001</c:v>
                </c:pt>
                <c:pt idx="978">
                  <c:v>2.38775000001</c:v>
                </c:pt>
                <c:pt idx="979">
                  <c:v>2.38800000001</c:v>
                </c:pt>
                <c:pt idx="980">
                  <c:v>2.39250000001</c:v>
                </c:pt>
                <c:pt idx="981">
                  <c:v>2.39275000001</c:v>
                </c:pt>
                <c:pt idx="982">
                  <c:v>2.39725000001</c:v>
                </c:pt>
                <c:pt idx="983">
                  <c:v>2.39750000001</c:v>
                </c:pt>
                <c:pt idx="984">
                  <c:v>2.40200000001</c:v>
                </c:pt>
                <c:pt idx="985">
                  <c:v>2.40225000001</c:v>
                </c:pt>
                <c:pt idx="986">
                  <c:v>2.40675000001</c:v>
                </c:pt>
                <c:pt idx="987">
                  <c:v>2.40700000001</c:v>
                </c:pt>
                <c:pt idx="988">
                  <c:v>2.41150000001</c:v>
                </c:pt>
                <c:pt idx="989">
                  <c:v>2.41175000001</c:v>
                </c:pt>
                <c:pt idx="990">
                  <c:v>2.41625000001</c:v>
                </c:pt>
                <c:pt idx="991">
                  <c:v>2.41650000001</c:v>
                </c:pt>
                <c:pt idx="992">
                  <c:v>2.42100000001</c:v>
                </c:pt>
                <c:pt idx="993">
                  <c:v>2.42125000001</c:v>
                </c:pt>
                <c:pt idx="994">
                  <c:v>2.42575000001</c:v>
                </c:pt>
                <c:pt idx="995">
                  <c:v>2.42600000001</c:v>
                </c:pt>
                <c:pt idx="996">
                  <c:v>2.43050000001</c:v>
                </c:pt>
                <c:pt idx="997">
                  <c:v>2.43075000001</c:v>
                </c:pt>
                <c:pt idx="998">
                  <c:v>2.43525000001</c:v>
                </c:pt>
                <c:pt idx="999">
                  <c:v>2.43550000001</c:v>
                </c:pt>
                <c:pt idx="1000">
                  <c:v>2.44000000001</c:v>
                </c:pt>
                <c:pt idx="1001">
                  <c:v>2.44025000001</c:v>
                </c:pt>
                <c:pt idx="1002">
                  <c:v>2.44475000001</c:v>
                </c:pt>
                <c:pt idx="1003">
                  <c:v>2.44500000001</c:v>
                </c:pt>
                <c:pt idx="1004">
                  <c:v>2.44900000001</c:v>
                </c:pt>
                <c:pt idx="1005">
                  <c:v>2.44950000001</c:v>
                </c:pt>
                <c:pt idx="1006">
                  <c:v>2.44975000001</c:v>
                </c:pt>
                <c:pt idx="1007">
                  <c:v>2.45425000001</c:v>
                </c:pt>
                <c:pt idx="1008">
                  <c:v>2.45450000001</c:v>
                </c:pt>
                <c:pt idx="1009">
                  <c:v>2.45900000001</c:v>
                </c:pt>
                <c:pt idx="1010">
                  <c:v>2.45925000001</c:v>
                </c:pt>
                <c:pt idx="1011">
                  <c:v>2.46375000001</c:v>
                </c:pt>
                <c:pt idx="1012">
                  <c:v>2.46400000001</c:v>
                </c:pt>
                <c:pt idx="1013">
                  <c:v>2.46850000001</c:v>
                </c:pt>
                <c:pt idx="1014">
                  <c:v>2.46875000001</c:v>
                </c:pt>
                <c:pt idx="1015">
                  <c:v>2.47325000001</c:v>
                </c:pt>
                <c:pt idx="1016">
                  <c:v>2.47350000001</c:v>
                </c:pt>
                <c:pt idx="1017">
                  <c:v>2.47800000001</c:v>
                </c:pt>
                <c:pt idx="1018">
                  <c:v>2.47825000001</c:v>
                </c:pt>
                <c:pt idx="1019">
                  <c:v>2.48275000001</c:v>
                </c:pt>
                <c:pt idx="1020">
                  <c:v>2.48300000001</c:v>
                </c:pt>
                <c:pt idx="1021">
                  <c:v>2.48750000001</c:v>
                </c:pt>
                <c:pt idx="1022">
                  <c:v>2.48775000001</c:v>
                </c:pt>
                <c:pt idx="1023">
                  <c:v>2.49225000001</c:v>
                </c:pt>
                <c:pt idx="1024">
                  <c:v>2.49250000001</c:v>
                </c:pt>
                <c:pt idx="1025">
                  <c:v>2.49700000001</c:v>
                </c:pt>
                <c:pt idx="1026">
                  <c:v>2.49725000001</c:v>
                </c:pt>
                <c:pt idx="1027">
                  <c:v>2.50175000001</c:v>
                </c:pt>
                <c:pt idx="1028">
                  <c:v>2.50200000001</c:v>
                </c:pt>
                <c:pt idx="1029">
                  <c:v>2.50650000001</c:v>
                </c:pt>
                <c:pt idx="1030">
                  <c:v>2.50675000001</c:v>
                </c:pt>
                <c:pt idx="1031">
                  <c:v>2.51125000001</c:v>
                </c:pt>
                <c:pt idx="1032">
                  <c:v>2.51150000001</c:v>
                </c:pt>
                <c:pt idx="1033">
                  <c:v>2.51600000001</c:v>
                </c:pt>
                <c:pt idx="1034">
                  <c:v>2.51625000001</c:v>
                </c:pt>
                <c:pt idx="1035">
                  <c:v>2.52075000001</c:v>
                </c:pt>
                <c:pt idx="1036">
                  <c:v>2.52100000001</c:v>
                </c:pt>
                <c:pt idx="1037">
                  <c:v>2.52550000001</c:v>
                </c:pt>
                <c:pt idx="1038">
                  <c:v>2.52575000001</c:v>
                </c:pt>
                <c:pt idx="1039">
                  <c:v>2.53025000001</c:v>
                </c:pt>
                <c:pt idx="1040">
                  <c:v>2.53050000001</c:v>
                </c:pt>
                <c:pt idx="1041">
                  <c:v>2.53500000001</c:v>
                </c:pt>
                <c:pt idx="1042">
                  <c:v>2.53525000001</c:v>
                </c:pt>
                <c:pt idx="1043">
                  <c:v>2.53975000001</c:v>
                </c:pt>
                <c:pt idx="1044">
                  <c:v>2.54000000001</c:v>
                </c:pt>
                <c:pt idx="1045">
                  <c:v>2.54450000001</c:v>
                </c:pt>
                <c:pt idx="1046">
                  <c:v>2.54475000001</c:v>
                </c:pt>
                <c:pt idx="1047">
                  <c:v>2.54750000001</c:v>
                </c:pt>
                <c:pt idx="1048">
                  <c:v>2.54925000001</c:v>
                </c:pt>
                <c:pt idx="1049">
                  <c:v>2.54950000001</c:v>
                </c:pt>
                <c:pt idx="1050">
                  <c:v>2.55400000001</c:v>
                </c:pt>
                <c:pt idx="1051">
                  <c:v>2.55425000001</c:v>
                </c:pt>
                <c:pt idx="1052">
                  <c:v>2.55875000001</c:v>
                </c:pt>
                <c:pt idx="1053">
                  <c:v>2.55900000001</c:v>
                </c:pt>
                <c:pt idx="1054">
                  <c:v>2.56350000001</c:v>
                </c:pt>
                <c:pt idx="1055">
                  <c:v>2.56375000001</c:v>
                </c:pt>
                <c:pt idx="1056">
                  <c:v>2.56675000001</c:v>
                </c:pt>
                <c:pt idx="1057">
                  <c:v>2.56825000001</c:v>
                </c:pt>
                <c:pt idx="1058">
                  <c:v>2.56850000001</c:v>
                </c:pt>
                <c:pt idx="1059">
                  <c:v>2.57300000001</c:v>
                </c:pt>
                <c:pt idx="1060">
                  <c:v>2.57325000001</c:v>
                </c:pt>
                <c:pt idx="1061">
                  <c:v>2.57775000001</c:v>
                </c:pt>
                <c:pt idx="1062">
                  <c:v>2.57800000001</c:v>
                </c:pt>
                <c:pt idx="1063">
                  <c:v>2.58250000001</c:v>
                </c:pt>
                <c:pt idx="1064">
                  <c:v>2.58275000001</c:v>
                </c:pt>
                <c:pt idx="1065">
                  <c:v>2.58725000001</c:v>
                </c:pt>
                <c:pt idx="1066">
                  <c:v>2.58750000001</c:v>
                </c:pt>
                <c:pt idx="1067">
                  <c:v>2.59200000001</c:v>
                </c:pt>
                <c:pt idx="1068">
                  <c:v>2.59225000001</c:v>
                </c:pt>
                <c:pt idx="1069">
                  <c:v>2.59675000001</c:v>
                </c:pt>
                <c:pt idx="1070">
                  <c:v>2.59700000001</c:v>
                </c:pt>
                <c:pt idx="1071">
                  <c:v>2.60150000001</c:v>
                </c:pt>
                <c:pt idx="1072">
                  <c:v>2.60175000001</c:v>
                </c:pt>
                <c:pt idx="1073">
                  <c:v>2.60625000001</c:v>
                </c:pt>
                <c:pt idx="1074">
                  <c:v>2.60650000001</c:v>
                </c:pt>
                <c:pt idx="1075">
                  <c:v>2.61100000001</c:v>
                </c:pt>
                <c:pt idx="1076">
                  <c:v>2.61125000001</c:v>
                </c:pt>
                <c:pt idx="1077">
                  <c:v>2.61325000001</c:v>
                </c:pt>
                <c:pt idx="1078">
                  <c:v>2.61575000001</c:v>
                </c:pt>
                <c:pt idx="1079">
                  <c:v>2.61600000001</c:v>
                </c:pt>
                <c:pt idx="1080">
                  <c:v>2.62050000001</c:v>
                </c:pt>
                <c:pt idx="1081">
                  <c:v>2.62075000001</c:v>
                </c:pt>
                <c:pt idx="1082">
                  <c:v>2.62525000001</c:v>
                </c:pt>
                <c:pt idx="1083">
                  <c:v>2.62550000001</c:v>
                </c:pt>
                <c:pt idx="1084">
                  <c:v>2.63000000001</c:v>
                </c:pt>
                <c:pt idx="1085">
                  <c:v>2.63025000001</c:v>
                </c:pt>
                <c:pt idx="1086">
                  <c:v>2.63475000001</c:v>
                </c:pt>
                <c:pt idx="1087">
                  <c:v>2.63500000001</c:v>
                </c:pt>
                <c:pt idx="1088">
                  <c:v>2.63950000001</c:v>
                </c:pt>
                <c:pt idx="1089">
                  <c:v>2.63975000001</c:v>
                </c:pt>
                <c:pt idx="1090">
                  <c:v>2.64425000001</c:v>
                </c:pt>
                <c:pt idx="1091">
                  <c:v>2.64450000001</c:v>
                </c:pt>
                <c:pt idx="1092">
                  <c:v>2.64900000001</c:v>
                </c:pt>
                <c:pt idx="1093">
                  <c:v>2.64925000001</c:v>
                </c:pt>
                <c:pt idx="1094">
                  <c:v>2.65375000001</c:v>
                </c:pt>
                <c:pt idx="1095">
                  <c:v>2.65400000001</c:v>
                </c:pt>
                <c:pt idx="1096">
                  <c:v>2.65850000001</c:v>
                </c:pt>
                <c:pt idx="1097">
                  <c:v>2.65875000001</c:v>
                </c:pt>
                <c:pt idx="1098">
                  <c:v>2.66325000001</c:v>
                </c:pt>
                <c:pt idx="1099">
                  <c:v>2.66350000001</c:v>
                </c:pt>
                <c:pt idx="1100">
                  <c:v>2.66800000001</c:v>
                </c:pt>
                <c:pt idx="1101">
                  <c:v>2.66825000001</c:v>
                </c:pt>
                <c:pt idx="1102">
                  <c:v>2.67125000001</c:v>
                </c:pt>
                <c:pt idx="1103">
                  <c:v>2.67275000001</c:v>
                </c:pt>
                <c:pt idx="1104">
                  <c:v>2.67300000001</c:v>
                </c:pt>
                <c:pt idx="1105">
                  <c:v>2.67750000001</c:v>
                </c:pt>
                <c:pt idx="1106">
                  <c:v>2.67775000001</c:v>
                </c:pt>
                <c:pt idx="1107">
                  <c:v>2.68225000001</c:v>
                </c:pt>
                <c:pt idx="1108">
                  <c:v>2.68250000001</c:v>
                </c:pt>
                <c:pt idx="1109">
                  <c:v>2.68700000001</c:v>
                </c:pt>
                <c:pt idx="1110">
                  <c:v>2.68725000001</c:v>
                </c:pt>
                <c:pt idx="1111">
                  <c:v>2.69175000001</c:v>
                </c:pt>
                <c:pt idx="1112">
                  <c:v>2.69200000001</c:v>
                </c:pt>
                <c:pt idx="1113">
                  <c:v>2.69650000001</c:v>
                </c:pt>
                <c:pt idx="1114">
                  <c:v>2.69675000001</c:v>
                </c:pt>
                <c:pt idx="1115">
                  <c:v>2.70125000001</c:v>
                </c:pt>
                <c:pt idx="1116">
                  <c:v>2.70150000001</c:v>
                </c:pt>
                <c:pt idx="1117">
                  <c:v>2.70600000001</c:v>
                </c:pt>
                <c:pt idx="1118">
                  <c:v>2.70625000001</c:v>
                </c:pt>
                <c:pt idx="1119">
                  <c:v>2.71075000001</c:v>
                </c:pt>
                <c:pt idx="1120">
                  <c:v>2.71100000001</c:v>
                </c:pt>
                <c:pt idx="1121">
                  <c:v>2.71550000001</c:v>
                </c:pt>
                <c:pt idx="1122">
                  <c:v>2.71575000001</c:v>
                </c:pt>
                <c:pt idx="1123">
                  <c:v>2.72025000001</c:v>
                </c:pt>
                <c:pt idx="1124">
                  <c:v>2.72050000001</c:v>
                </c:pt>
                <c:pt idx="1125">
                  <c:v>2.72500000001</c:v>
                </c:pt>
                <c:pt idx="1126">
                  <c:v>2.72525000001</c:v>
                </c:pt>
                <c:pt idx="1127">
                  <c:v>2.72975000001</c:v>
                </c:pt>
                <c:pt idx="1128">
                  <c:v>2.73000000001</c:v>
                </c:pt>
                <c:pt idx="1129">
                  <c:v>2.73450000001</c:v>
                </c:pt>
                <c:pt idx="1130">
                  <c:v>2.73475000001</c:v>
                </c:pt>
                <c:pt idx="1131">
                  <c:v>2.73925000001</c:v>
                </c:pt>
                <c:pt idx="1132">
                  <c:v>2.73950000001</c:v>
                </c:pt>
                <c:pt idx="1133">
                  <c:v>2.74400000001</c:v>
                </c:pt>
                <c:pt idx="1134">
                  <c:v>2.74425000001</c:v>
                </c:pt>
                <c:pt idx="1135">
                  <c:v>2.74875000001</c:v>
                </c:pt>
                <c:pt idx="1136">
                  <c:v>2.74900000001</c:v>
                </c:pt>
                <c:pt idx="1137">
                  <c:v>2.75350000001</c:v>
                </c:pt>
                <c:pt idx="1138">
                  <c:v>2.75375000001</c:v>
                </c:pt>
                <c:pt idx="1139">
                  <c:v>2.75825000001</c:v>
                </c:pt>
                <c:pt idx="1140">
                  <c:v>2.75850000001</c:v>
                </c:pt>
                <c:pt idx="1141">
                  <c:v>2.76300000001</c:v>
                </c:pt>
                <c:pt idx="1142">
                  <c:v>2.76325000001</c:v>
                </c:pt>
                <c:pt idx="1143">
                  <c:v>2.76775000001</c:v>
                </c:pt>
                <c:pt idx="1144">
                  <c:v>2.76800000001</c:v>
                </c:pt>
                <c:pt idx="1145">
                  <c:v>2.77050000001</c:v>
                </c:pt>
                <c:pt idx="1146">
                  <c:v>2.77250000001</c:v>
                </c:pt>
                <c:pt idx="1147">
                  <c:v>2.77275000001</c:v>
                </c:pt>
                <c:pt idx="1148">
                  <c:v>2.77725000001</c:v>
                </c:pt>
                <c:pt idx="1149">
                  <c:v>2.77750000001</c:v>
                </c:pt>
                <c:pt idx="1150">
                  <c:v>2.78200000001</c:v>
                </c:pt>
                <c:pt idx="1151">
                  <c:v>2.78225000001</c:v>
                </c:pt>
                <c:pt idx="1152">
                  <c:v>2.78575000001</c:v>
                </c:pt>
                <c:pt idx="1153">
                  <c:v>2.78675000001</c:v>
                </c:pt>
                <c:pt idx="1154">
                  <c:v>2.78700000001</c:v>
                </c:pt>
                <c:pt idx="1155">
                  <c:v>2.78975000001</c:v>
                </c:pt>
                <c:pt idx="1156">
                  <c:v>2.79150000001</c:v>
                </c:pt>
                <c:pt idx="1157">
                  <c:v>2.79175000001</c:v>
                </c:pt>
                <c:pt idx="1158">
                  <c:v>2.79625000001</c:v>
                </c:pt>
                <c:pt idx="1159">
                  <c:v>2.79650000001</c:v>
                </c:pt>
                <c:pt idx="1160">
                  <c:v>2.80100000001</c:v>
                </c:pt>
                <c:pt idx="1161">
                  <c:v>2.80125000001</c:v>
                </c:pt>
                <c:pt idx="1162">
                  <c:v>2.80575000001</c:v>
                </c:pt>
                <c:pt idx="1163">
                  <c:v>2.80600000001</c:v>
                </c:pt>
                <c:pt idx="1164">
                  <c:v>2.81050000001</c:v>
                </c:pt>
                <c:pt idx="1165">
                  <c:v>2.81075000001</c:v>
                </c:pt>
                <c:pt idx="1166">
                  <c:v>2.81525000001</c:v>
                </c:pt>
                <c:pt idx="1167">
                  <c:v>2.81550000001</c:v>
                </c:pt>
                <c:pt idx="1168">
                  <c:v>2.82000000001</c:v>
                </c:pt>
                <c:pt idx="1169">
                  <c:v>2.82025000001</c:v>
                </c:pt>
                <c:pt idx="1170">
                  <c:v>2.82475000001</c:v>
                </c:pt>
                <c:pt idx="1171">
                  <c:v>2.82500000001</c:v>
                </c:pt>
                <c:pt idx="1172">
                  <c:v>2.82950000001</c:v>
                </c:pt>
                <c:pt idx="1173">
                  <c:v>2.82975000001</c:v>
                </c:pt>
                <c:pt idx="1174">
                  <c:v>2.83425000001</c:v>
                </c:pt>
                <c:pt idx="1175">
                  <c:v>2.83450000001</c:v>
                </c:pt>
                <c:pt idx="1176">
                  <c:v>2.83900000001</c:v>
                </c:pt>
                <c:pt idx="1177">
                  <c:v>2.83925000001</c:v>
                </c:pt>
                <c:pt idx="1178">
                  <c:v>2.84375000001</c:v>
                </c:pt>
                <c:pt idx="1179">
                  <c:v>2.84400000001</c:v>
                </c:pt>
                <c:pt idx="1180">
                  <c:v>2.84850000001</c:v>
                </c:pt>
                <c:pt idx="1181">
                  <c:v>2.84875000001</c:v>
                </c:pt>
                <c:pt idx="1182">
                  <c:v>2.85325000001</c:v>
                </c:pt>
                <c:pt idx="1183">
                  <c:v>2.85350000001</c:v>
                </c:pt>
                <c:pt idx="1184">
                  <c:v>2.85800000001</c:v>
                </c:pt>
                <c:pt idx="1185">
                  <c:v>2.85825000001</c:v>
                </c:pt>
                <c:pt idx="1186">
                  <c:v>2.86275000001</c:v>
                </c:pt>
                <c:pt idx="1187">
                  <c:v>2.86300000001</c:v>
                </c:pt>
                <c:pt idx="1188">
                  <c:v>2.86750000001</c:v>
                </c:pt>
                <c:pt idx="1189">
                  <c:v>2.86775000001</c:v>
                </c:pt>
                <c:pt idx="1190">
                  <c:v>2.87225000001</c:v>
                </c:pt>
                <c:pt idx="1191">
                  <c:v>2.87250000001</c:v>
                </c:pt>
                <c:pt idx="1192">
                  <c:v>2.87700000001</c:v>
                </c:pt>
                <c:pt idx="1193">
                  <c:v>2.87725000001</c:v>
                </c:pt>
                <c:pt idx="1194">
                  <c:v>2.88175000001</c:v>
                </c:pt>
                <c:pt idx="1195">
                  <c:v>2.88200000001</c:v>
                </c:pt>
                <c:pt idx="1196">
                  <c:v>2.88650000001</c:v>
                </c:pt>
                <c:pt idx="1197">
                  <c:v>2.88675000001</c:v>
                </c:pt>
                <c:pt idx="1198">
                  <c:v>2.89125000001</c:v>
                </c:pt>
                <c:pt idx="1199">
                  <c:v>2.89150000001</c:v>
                </c:pt>
                <c:pt idx="1200">
                  <c:v>2.89600000001</c:v>
                </c:pt>
                <c:pt idx="1201">
                  <c:v>2.89625000001</c:v>
                </c:pt>
                <c:pt idx="1202">
                  <c:v>2.89775000001</c:v>
                </c:pt>
                <c:pt idx="1203">
                  <c:v>2.90075000001</c:v>
                </c:pt>
                <c:pt idx="1204">
                  <c:v>2.90100000001</c:v>
                </c:pt>
                <c:pt idx="1205">
                  <c:v>2.90550000001</c:v>
                </c:pt>
                <c:pt idx="1206">
                  <c:v>2.90575000001</c:v>
                </c:pt>
                <c:pt idx="1207">
                  <c:v>2.91025000001</c:v>
                </c:pt>
                <c:pt idx="1208">
                  <c:v>2.91050000001</c:v>
                </c:pt>
                <c:pt idx="1209">
                  <c:v>2.91500000001</c:v>
                </c:pt>
                <c:pt idx="1210">
                  <c:v>2.91525000001</c:v>
                </c:pt>
                <c:pt idx="1211">
                  <c:v>2.91975000001</c:v>
                </c:pt>
                <c:pt idx="1212">
                  <c:v>2.92000000001</c:v>
                </c:pt>
                <c:pt idx="1213">
                  <c:v>2.92450000001</c:v>
                </c:pt>
                <c:pt idx="1214">
                  <c:v>2.92475000001</c:v>
                </c:pt>
                <c:pt idx="1215">
                  <c:v>2.92925000001</c:v>
                </c:pt>
                <c:pt idx="1216">
                  <c:v>2.92950000001</c:v>
                </c:pt>
                <c:pt idx="1217">
                  <c:v>2.93400000001</c:v>
                </c:pt>
                <c:pt idx="1218">
                  <c:v>2.93425000001</c:v>
                </c:pt>
                <c:pt idx="1219">
                  <c:v>2.93875000001</c:v>
                </c:pt>
                <c:pt idx="1220">
                  <c:v>2.93900000001</c:v>
                </c:pt>
                <c:pt idx="1221">
                  <c:v>2.94350000001</c:v>
                </c:pt>
                <c:pt idx="1222">
                  <c:v>2.94375000001</c:v>
                </c:pt>
                <c:pt idx="1223">
                  <c:v>2.94825000001</c:v>
                </c:pt>
                <c:pt idx="1224">
                  <c:v>2.94850000001</c:v>
                </c:pt>
                <c:pt idx="1225">
                  <c:v>2.95300000001</c:v>
                </c:pt>
                <c:pt idx="1226">
                  <c:v>2.95325000001</c:v>
                </c:pt>
                <c:pt idx="1227">
                  <c:v>2.95775000001</c:v>
                </c:pt>
                <c:pt idx="1228">
                  <c:v>2.95800000001</c:v>
                </c:pt>
                <c:pt idx="1229">
                  <c:v>2.96250000001</c:v>
                </c:pt>
                <c:pt idx="1230">
                  <c:v>2.96275000001</c:v>
                </c:pt>
                <c:pt idx="1231">
                  <c:v>2.96725000001</c:v>
                </c:pt>
                <c:pt idx="1232">
                  <c:v>2.96750000001</c:v>
                </c:pt>
                <c:pt idx="1233">
                  <c:v>2.97200000001</c:v>
                </c:pt>
                <c:pt idx="1234">
                  <c:v>2.97225000001</c:v>
                </c:pt>
                <c:pt idx="1235">
                  <c:v>2.97675000001</c:v>
                </c:pt>
                <c:pt idx="1236">
                  <c:v>2.97700000001</c:v>
                </c:pt>
                <c:pt idx="1237">
                  <c:v>2.98150000001</c:v>
                </c:pt>
                <c:pt idx="1238">
                  <c:v>2.98175000001</c:v>
                </c:pt>
                <c:pt idx="1239">
                  <c:v>2.98625000001</c:v>
                </c:pt>
                <c:pt idx="1240">
                  <c:v>2.98650000001</c:v>
                </c:pt>
                <c:pt idx="1241">
                  <c:v>2.99100000001</c:v>
                </c:pt>
                <c:pt idx="1242">
                  <c:v>2.99125000001</c:v>
                </c:pt>
                <c:pt idx="1243">
                  <c:v>2.99575000001</c:v>
                </c:pt>
                <c:pt idx="1244">
                  <c:v>2.99600000001</c:v>
                </c:pt>
                <c:pt idx="1245">
                  <c:v>2.99975000001</c:v>
                </c:pt>
                <c:pt idx="1246">
                  <c:v>3.00050000001</c:v>
                </c:pt>
                <c:pt idx="1247">
                  <c:v>3.00075000001</c:v>
                </c:pt>
                <c:pt idx="1248">
                  <c:v>3.00525000001</c:v>
                </c:pt>
                <c:pt idx="1249">
                  <c:v>3.00550000001</c:v>
                </c:pt>
                <c:pt idx="1250">
                  <c:v>3.01000000001</c:v>
                </c:pt>
                <c:pt idx="1251">
                  <c:v>3.01025000001</c:v>
                </c:pt>
                <c:pt idx="1252">
                  <c:v>3.01225000001</c:v>
                </c:pt>
                <c:pt idx="1253">
                  <c:v>3.01475000001</c:v>
                </c:pt>
                <c:pt idx="1254">
                  <c:v>3.01500000001</c:v>
                </c:pt>
                <c:pt idx="1255">
                  <c:v>3.01950000001</c:v>
                </c:pt>
                <c:pt idx="1256">
                  <c:v>3.01975000001</c:v>
                </c:pt>
                <c:pt idx="1257">
                  <c:v>3.02425000001</c:v>
                </c:pt>
                <c:pt idx="1258">
                  <c:v>3.02450000001</c:v>
                </c:pt>
                <c:pt idx="1259">
                  <c:v>3.02900000001</c:v>
                </c:pt>
                <c:pt idx="1260">
                  <c:v>3.02925000001</c:v>
                </c:pt>
                <c:pt idx="1261">
                  <c:v>3.03375000001</c:v>
                </c:pt>
                <c:pt idx="1262">
                  <c:v>3.03400000001</c:v>
                </c:pt>
                <c:pt idx="1263">
                  <c:v>3.03850000001</c:v>
                </c:pt>
                <c:pt idx="1264">
                  <c:v>3.03875000001</c:v>
                </c:pt>
                <c:pt idx="1265">
                  <c:v>3.04325000001</c:v>
                </c:pt>
                <c:pt idx="1266">
                  <c:v>3.04350000001</c:v>
                </c:pt>
                <c:pt idx="1267">
                  <c:v>3.04800000001</c:v>
                </c:pt>
                <c:pt idx="1268">
                  <c:v>3.04825000001</c:v>
                </c:pt>
                <c:pt idx="1269">
                  <c:v>3.05275000001</c:v>
                </c:pt>
                <c:pt idx="1270">
                  <c:v>3.05300000001</c:v>
                </c:pt>
                <c:pt idx="1271">
                  <c:v>3.05750000001</c:v>
                </c:pt>
                <c:pt idx="1272">
                  <c:v>3.05775000001</c:v>
                </c:pt>
                <c:pt idx="1273">
                  <c:v>3.06225000001</c:v>
                </c:pt>
                <c:pt idx="1274">
                  <c:v>3.06250000001</c:v>
                </c:pt>
                <c:pt idx="1275">
                  <c:v>3.06700000001</c:v>
                </c:pt>
                <c:pt idx="1276">
                  <c:v>3.06725000001</c:v>
                </c:pt>
                <c:pt idx="1277">
                  <c:v>3.07175000001</c:v>
                </c:pt>
                <c:pt idx="1278">
                  <c:v>3.07200000001</c:v>
                </c:pt>
                <c:pt idx="1279">
                  <c:v>3.07650000001</c:v>
                </c:pt>
                <c:pt idx="1280">
                  <c:v>3.07675000001</c:v>
                </c:pt>
                <c:pt idx="1281">
                  <c:v>3.07850000001</c:v>
                </c:pt>
                <c:pt idx="1282">
                  <c:v>3.08125000001</c:v>
                </c:pt>
                <c:pt idx="1283">
                  <c:v>3.08150000001</c:v>
                </c:pt>
                <c:pt idx="1284">
                  <c:v>3.08600000001</c:v>
                </c:pt>
                <c:pt idx="1285">
                  <c:v>3.08625000001</c:v>
                </c:pt>
                <c:pt idx="1286">
                  <c:v>3.09075000001</c:v>
                </c:pt>
                <c:pt idx="1287">
                  <c:v>3.09100000001</c:v>
                </c:pt>
                <c:pt idx="1288">
                  <c:v>3.09550000001</c:v>
                </c:pt>
                <c:pt idx="1289">
                  <c:v>3.09575000001</c:v>
                </c:pt>
                <c:pt idx="1290">
                  <c:v>3.10025000001</c:v>
                </c:pt>
                <c:pt idx="1291">
                  <c:v>3.10050000001</c:v>
                </c:pt>
                <c:pt idx="1292">
                  <c:v>3.10500000001</c:v>
                </c:pt>
                <c:pt idx="1293">
                  <c:v>3.10525000001</c:v>
                </c:pt>
                <c:pt idx="1294">
                  <c:v>3.10975000001</c:v>
                </c:pt>
                <c:pt idx="1295">
                  <c:v>3.11000000001</c:v>
                </c:pt>
                <c:pt idx="1296">
                  <c:v>3.11450000001</c:v>
                </c:pt>
                <c:pt idx="1297">
                  <c:v>3.11475000001</c:v>
                </c:pt>
                <c:pt idx="1298">
                  <c:v>3.11925000001</c:v>
                </c:pt>
                <c:pt idx="1299">
                  <c:v>3.11950000001</c:v>
                </c:pt>
                <c:pt idx="1300">
                  <c:v>3.12400000001</c:v>
                </c:pt>
                <c:pt idx="1301">
                  <c:v>3.12425000001</c:v>
                </c:pt>
                <c:pt idx="1302">
                  <c:v>3.12875000001</c:v>
                </c:pt>
                <c:pt idx="1303">
                  <c:v>3.12900000001</c:v>
                </c:pt>
                <c:pt idx="1304">
                  <c:v>3.13350000001</c:v>
                </c:pt>
                <c:pt idx="1305">
                  <c:v>3.13375000001</c:v>
                </c:pt>
                <c:pt idx="1306">
                  <c:v>3.13825000001</c:v>
                </c:pt>
                <c:pt idx="1307">
                  <c:v>3.13850000001</c:v>
                </c:pt>
                <c:pt idx="1308">
                  <c:v>3.14300000002</c:v>
                </c:pt>
                <c:pt idx="1309">
                  <c:v>3.14325000002</c:v>
                </c:pt>
                <c:pt idx="1310">
                  <c:v>3.14775000002</c:v>
                </c:pt>
                <c:pt idx="1311">
                  <c:v>3.14800000002</c:v>
                </c:pt>
                <c:pt idx="1312">
                  <c:v>3.15250000002</c:v>
                </c:pt>
                <c:pt idx="1313">
                  <c:v>3.15275000002</c:v>
                </c:pt>
                <c:pt idx="1314">
                  <c:v>3.15725000002</c:v>
                </c:pt>
                <c:pt idx="1315">
                  <c:v>3.15750000002</c:v>
                </c:pt>
                <c:pt idx="1316">
                  <c:v>3.16200000002</c:v>
                </c:pt>
                <c:pt idx="1317">
                  <c:v>3.16225000002</c:v>
                </c:pt>
                <c:pt idx="1318">
                  <c:v>3.16675000002</c:v>
                </c:pt>
                <c:pt idx="1319">
                  <c:v>3.16700000002</c:v>
                </c:pt>
                <c:pt idx="1320">
                  <c:v>3.17150000002</c:v>
                </c:pt>
                <c:pt idx="1321">
                  <c:v>3.17175000002</c:v>
                </c:pt>
                <c:pt idx="1322">
                  <c:v>3.17625000002</c:v>
                </c:pt>
                <c:pt idx="1323">
                  <c:v>3.17650000002</c:v>
                </c:pt>
                <c:pt idx="1324">
                  <c:v>3.18100000002</c:v>
                </c:pt>
                <c:pt idx="1325">
                  <c:v>3.18125000002</c:v>
                </c:pt>
                <c:pt idx="1326">
                  <c:v>3.18575000002</c:v>
                </c:pt>
                <c:pt idx="1327">
                  <c:v>3.18600000002</c:v>
                </c:pt>
                <c:pt idx="1328">
                  <c:v>3.19050000002</c:v>
                </c:pt>
                <c:pt idx="1329">
                  <c:v>3.19075000002</c:v>
                </c:pt>
                <c:pt idx="1330">
                  <c:v>3.19525000002</c:v>
                </c:pt>
                <c:pt idx="1331">
                  <c:v>3.19550000002</c:v>
                </c:pt>
                <c:pt idx="1332">
                  <c:v>3.20000000002</c:v>
                </c:pt>
                <c:pt idx="1333">
                  <c:v>3.20025000002</c:v>
                </c:pt>
                <c:pt idx="1334">
                  <c:v>3.20475000002</c:v>
                </c:pt>
                <c:pt idx="1335">
                  <c:v>3.20500000002</c:v>
                </c:pt>
                <c:pt idx="1336">
                  <c:v>3.20950000002</c:v>
                </c:pt>
                <c:pt idx="1337">
                  <c:v>3.20975000002</c:v>
                </c:pt>
                <c:pt idx="1338">
                  <c:v>3.21425000002</c:v>
                </c:pt>
                <c:pt idx="1339">
                  <c:v>3.21450000002</c:v>
                </c:pt>
                <c:pt idx="1340">
                  <c:v>3.21900000002</c:v>
                </c:pt>
                <c:pt idx="1341">
                  <c:v>3.21925000002</c:v>
                </c:pt>
                <c:pt idx="1342">
                  <c:v>3.22125000002</c:v>
                </c:pt>
                <c:pt idx="1343">
                  <c:v>3.22375000002</c:v>
                </c:pt>
                <c:pt idx="1344">
                  <c:v>3.22400000002</c:v>
                </c:pt>
                <c:pt idx="1345">
                  <c:v>3.22850000002</c:v>
                </c:pt>
                <c:pt idx="1346">
                  <c:v>3.22875000002</c:v>
                </c:pt>
                <c:pt idx="1347">
                  <c:v>3.23175000002</c:v>
                </c:pt>
                <c:pt idx="1348">
                  <c:v>3.23325000002</c:v>
                </c:pt>
                <c:pt idx="1349">
                  <c:v>3.23350000002</c:v>
                </c:pt>
                <c:pt idx="1350">
                  <c:v>3.23400000002</c:v>
                </c:pt>
                <c:pt idx="1351">
                  <c:v>3.23800000002</c:v>
                </c:pt>
                <c:pt idx="1352">
                  <c:v>3.23825000002</c:v>
                </c:pt>
                <c:pt idx="1353">
                  <c:v>3.24275000002</c:v>
                </c:pt>
                <c:pt idx="1354">
                  <c:v>3.24300000002</c:v>
                </c:pt>
                <c:pt idx="1355">
                  <c:v>3.24750000002</c:v>
                </c:pt>
                <c:pt idx="1356">
                  <c:v>3.24775000002</c:v>
                </c:pt>
                <c:pt idx="1357">
                  <c:v>3.25225000002</c:v>
                </c:pt>
                <c:pt idx="1358">
                  <c:v>3.25250000002</c:v>
                </c:pt>
                <c:pt idx="1359">
                  <c:v>3.25700000002</c:v>
                </c:pt>
                <c:pt idx="1360">
                  <c:v>3.25725000002</c:v>
                </c:pt>
                <c:pt idx="1361">
                  <c:v>3.26175000002</c:v>
                </c:pt>
                <c:pt idx="1362">
                  <c:v>3.26200000002</c:v>
                </c:pt>
                <c:pt idx="1363">
                  <c:v>3.26650000002</c:v>
                </c:pt>
                <c:pt idx="1364">
                  <c:v>3.26675000002</c:v>
                </c:pt>
                <c:pt idx="1365">
                  <c:v>3.27125000002</c:v>
                </c:pt>
                <c:pt idx="1366">
                  <c:v>3.27150000002</c:v>
                </c:pt>
                <c:pt idx="1367">
                  <c:v>3.27600000002</c:v>
                </c:pt>
                <c:pt idx="1368">
                  <c:v>3.27625000002</c:v>
                </c:pt>
                <c:pt idx="1369">
                  <c:v>3.28075000002</c:v>
                </c:pt>
                <c:pt idx="1370">
                  <c:v>3.28100000002</c:v>
                </c:pt>
                <c:pt idx="1371">
                  <c:v>3.28550000002</c:v>
                </c:pt>
                <c:pt idx="1372">
                  <c:v>3.28575000002</c:v>
                </c:pt>
                <c:pt idx="1373">
                  <c:v>3.29025000002</c:v>
                </c:pt>
                <c:pt idx="1374">
                  <c:v>3.29050000002</c:v>
                </c:pt>
                <c:pt idx="1375">
                  <c:v>3.29500000002</c:v>
                </c:pt>
                <c:pt idx="1376">
                  <c:v>3.29525000002</c:v>
                </c:pt>
                <c:pt idx="1377">
                  <c:v>3.29975000002</c:v>
                </c:pt>
                <c:pt idx="1378">
                  <c:v>3.30000000002</c:v>
                </c:pt>
                <c:pt idx="1379">
                  <c:v>3.30450000002</c:v>
                </c:pt>
                <c:pt idx="1380">
                  <c:v>3.30475000002</c:v>
                </c:pt>
                <c:pt idx="1381">
                  <c:v>3.30925000002</c:v>
                </c:pt>
                <c:pt idx="1382">
                  <c:v>3.30950000002</c:v>
                </c:pt>
                <c:pt idx="1383">
                  <c:v>3.31400000002</c:v>
                </c:pt>
                <c:pt idx="1384">
                  <c:v>3.31425000002</c:v>
                </c:pt>
                <c:pt idx="1385">
                  <c:v>3.31875000002</c:v>
                </c:pt>
                <c:pt idx="1386">
                  <c:v>3.31900000002</c:v>
                </c:pt>
                <c:pt idx="1387">
                  <c:v>3.32350000002</c:v>
                </c:pt>
                <c:pt idx="1388">
                  <c:v>3.32375000002</c:v>
                </c:pt>
                <c:pt idx="1389">
                  <c:v>3.32825000002</c:v>
                </c:pt>
                <c:pt idx="1390">
                  <c:v>3.32850000002</c:v>
                </c:pt>
                <c:pt idx="1391">
                  <c:v>3.33300000002</c:v>
                </c:pt>
                <c:pt idx="1392">
                  <c:v>3.33325000002</c:v>
                </c:pt>
                <c:pt idx="1393">
                  <c:v>3.33775000002</c:v>
                </c:pt>
                <c:pt idx="1394">
                  <c:v>3.33800000002</c:v>
                </c:pt>
                <c:pt idx="1395">
                  <c:v>3.34250000002</c:v>
                </c:pt>
                <c:pt idx="1396">
                  <c:v>3.34275000002</c:v>
                </c:pt>
                <c:pt idx="1397">
                  <c:v>3.34725000002</c:v>
                </c:pt>
                <c:pt idx="1398">
                  <c:v>3.34750000002</c:v>
                </c:pt>
                <c:pt idx="1399">
                  <c:v>3.35200000002</c:v>
                </c:pt>
                <c:pt idx="1400">
                  <c:v>3.35225000002</c:v>
                </c:pt>
                <c:pt idx="1401">
                  <c:v>3.35675000002</c:v>
                </c:pt>
                <c:pt idx="1402">
                  <c:v>3.35700000002</c:v>
                </c:pt>
                <c:pt idx="1403">
                  <c:v>3.36025000002</c:v>
                </c:pt>
                <c:pt idx="1404">
                  <c:v>3.36150000002</c:v>
                </c:pt>
                <c:pt idx="1405">
                  <c:v>3.36175000002</c:v>
                </c:pt>
                <c:pt idx="1406">
                  <c:v>3.36625000002</c:v>
                </c:pt>
                <c:pt idx="1407">
                  <c:v>3.36650000002</c:v>
                </c:pt>
                <c:pt idx="1408">
                  <c:v>3.37100000002</c:v>
                </c:pt>
                <c:pt idx="1409">
                  <c:v>3.37125000002</c:v>
                </c:pt>
                <c:pt idx="1410">
                  <c:v>3.37575000002</c:v>
                </c:pt>
                <c:pt idx="1411">
                  <c:v>3.37600000002</c:v>
                </c:pt>
                <c:pt idx="1412">
                  <c:v>3.38050000002</c:v>
                </c:pt>
                <c:pt idx="1413">
                  <c:v>3.38075000002</c:v>
                </c:pt>
                <c:pt idx="1414">
                  <c:v>3.38525000002</c:v>
                </c:pt>
                <c:pt idx="1415">
                  <c:v>3.38550000002</c:v>
                </c:pt>
                <c:pt idx="1416">
                  <c:v>3.39000000002</c:v>
                </c:pt>
                <c:pt idx="1417">
                  <c:v>3.39025000002</c:v>
                </c:pt>
                <c:pt idx="1418">
                  <c:v>3.39475000002</c:v>
                </c:pt>
                <c:pt idx="1419">
                  <c:v>3.39500000002</c:v>
                </c:pt>
                <c:pt idx="1420">
                  <c:v>3.39950000002</c:v>
                </c:pt>
                <c:pt idx="1421">
                  <c:v>3.39975000002</c:v>
                </c:pt>
                <c:pt idx="1422">
                  <c:v>3.40425000002</c:v>
                </c:pt>
                <c:pt idx="1423">
                  <c:v>3.40450000002</c:v>
                </c:pt>
                <c:pt idx="1424">
                  <c:v>3.40900000002</c:v>
                </c:pt>
                <c:pt idx="1425">
                  <c:v>3.40925000002</c:v>
                </c:pt>
                <c:pt idx="1426">
                  <c:v>3.41375000002</c:v>
                </c:pt>
                <c:pt idx="1427">
                  <c:v>3.41400000002</c:v>
                </c:pt>
                <c:pt idx="1428">
                  <c:v>3.41850000002</c:v>
                </c:pt>
                <c:pt idx="1429">
                  <c:v>3.41875000002</c:v>
                </c:pt>
                <c:pt idx="1430">
                  <c:v>3.42325000002</c:v>
                </c:pt>
                <c:pt idx="1431">
                  <c:v>3.42350000002</c:v>
                </c:pt>
                <c:pt idx="1432">
                  <c:v>3.42800000002</c:v>
                </c:pt>
                <c:pt idx="1433">
                  <c:v>3.42825000002</c:v>
                </c:pt>
                <c:pt idx="1434">
                  <c:v>3.43275000002</c:v>
                </c:pt>
                <c:pt idx="1435">
                  <c:v>3.43300000002</c:v>
                </c:pt>
                <c:pt idx="1436">
                  <c:v>3.43750000002</c:v>
                </c:pt>
                <c:pt idx="1437">
                  <c:v>3.43775000002</c:v>
                </c:pt>
                <c:pt idx="1438">
                  <c:v>3.44225000002</c:v>
                </c:pt>
                <c:pt idx="1439">
                  <c:v>3.44250000002</c:v>
                </c:pt>
                <c:pt idx="1440">
                  <c:v>3.44700000002</c:v>
                </c:pt>
                <c:pt idx="1441">
                  <c:v>3.44725000002</c:v>
                </c:pt>
                <c:pt idx="1442">
                  <c:v>3.45175000002</c:v>
                </c:pt>
                <c:pt idx="1443">
                  <c:v>3.45200000002</c:v>
                </c:pt>
                <c:pt idx="1444">
                  <c:v>3.45525000002</c:v>
                </c:pt>
                <c:pt idx="1445">
                  <c:v>3.45650000002</c:v>
                </c:pt>
                <c:pt idx="1446">
                  <c:v>3.45675000002</c:v>
                </c:pt>
                <c:pt idx="1447">
                  <c:v>3.46125000002</c:v>
                </c:pt>
                <c:pt idx="1448">
                  <c:v>3.46150000002</c:v>
                </c:pt>
                <c:pt idx="1449">
                  <c:v>3.46325000002</c:v>
                </c:pt>
                <c:pt idx="1450">
                  <c:v>3.46600000002</c:v>
                </c:pt>
                <c:pt idx="1451">
                  <c:v>3.46625000002</c:v>
                </c:pt>
                <c:pt idx="1452">
                  <c:v>3.47075000002</c:v>
                </c:pt>
                <c:pt idx="1453">
                  <c:v>3.47100000002</c:v>
                </c:pt>
                <c:pt idx="1454">
                  <c:v>3.47550000002</c:v>
                </c:pt>
                <c:pt idx="1455">
                  <c:v>3.47575000002</c:v>
                </c:pt>
                <c:pt idx="1456">
                  <c:v>3.48025000002</c:v>
                </c:pt>
                <c:pt idx="1457">
                  <c:v>3.48050000002</c:v>
                </c:pt>
                <c:pt idx="1458">
                  <c:v>3.48500000002</c:v>
                </c:pt>
                <c:pt idx="1459">
                  <c:v>3.48525000002</c:v>
                </c:pt>
                <c:pt idx="1460">
                  <c:v>3.48975000002</c:v>
                </c:pt>
                <c:pt idx="1461">
                  <c:v>3.49000000002</c:v>
                </c:pt>
                <c:pt idx="1462">
                  <c:v>3.49450000002</c:v>
                </c:pt>
                <c:pt idx="1463">
                  <c:v>3.49475000002</c:v>
                </c:pt>
                <c:pt idx="1464">
                  <c:v>3.49925000002</c:v>
                </c:pt>
                <c:pt idx="1465">
                  <c:v>3.49950000002</c:v>
                </c:pt>
                <c:pt idx="1466">
                  <c:v>3.50400000002</c:v>
                </c:pt>
                <c:pt idx="1467">
                  <c:v>3.50425000002</c:v>
                </c:pt>
                <c:pt idx="1468">
                  <c:v>3.50875000002</c:v>
                </c:pt>
                <c:pt idx="1469">
                  <c:v>3.50900000002</c:v>
                </c:pt>
                <c:pt idx="1470">
                  <c:v>3.51350000002</c:v>
                </c:pt>
                <c:pt idx="1471">
                  <c:v>3.51375000002</c:v>
                </c:pt>
                <c:pt idx="1472">
                  <c:v>3.51825000002</c:v>
                </c:pt>
                <c:pt idx="1473">
                  <c:v>3.51850000002</c:v>
                </c:pt>
                <c:pt idx="1474">
                  <c:v>3.52300000002</c:v>
                </c:pt>
                <c:pt idx="1475">
                  <c:v>3.52325000002</c:v>
                </c:pt>
                <c:pt idx="1476">
                  <c:v>3.52775000002</c:v>
                </c:pt>
                <c:pt idx="1477">
                  <c:v>3.52800000002</c:v>
                </c:pt>
                <c:pt idx="1478">
                  <c:v>3.53250000002</c:v>
                </c:pt>
                <c:pt idx="1479">
                  <c:v>3.53275000002</c:v>
                </c:pt>
                <c:pt idx="1480">
                  <c:v>3.53725000002</c:v>
                </c:pt>
                <c:pt idx="1481">
                  <c:v>3.53750000002</c:v>
                </c:pt>
                <c:pt idx="1482">
                  <c:v>3.54200000002</c:v>
                </c:pt>
                <c:pt idx="1483">
                  <c:v>3.54225000002</c:v>
                </c:pt>
                <c:pt idx="1484">
                  <c:v>3.54675000002</c:v>
                </c:pt>
                <c:pt idx="1485">
                  <c:v>3.54700000002</c:v>
                </c:pt>
                <c:pt idx="1486">
                  <c:v>3.55150000002</c:v>
                </c:pt>
                <c:pt idx="1487">
                  <c:v>3.55175000002</c:v>
                </c:pt>
                <c:pt idx="1488">
                  <c:v>3.55625000002</c:v>
                </c:pt>
                <c:pt idx="1489">
                  <c:v>3.55650000002</c:v>
                </c:pt>
                <c:pt idx="1490">
                  <c:v>3.56100000002</c:v>
                </c:pt>
                <c:pt idx="1491">
                  <c:v>3.56125000002</c:v>
                </c:pt>
                <c:pt idx="1492">
                  <c:v>3.56575000002</c:v>
                </c:pt>
                <c:pt idx="1493">
                  <c:v>3.56600000002</c:v>
                </c:pt>
                <c:pt idx="1494">
                  <c:v>3.57050000002</c:v>
                </c:pt>
                <c:pt idx="1495">
                  <c:v>3.57075000002</c:v>
                </c:pt>
                <c:pt idx="1496">
                  <c:v>3.57525000002</c:v>
                </c:pt>
                <c:pt idx="1497">
                  <c:v>3.57550000002</c:v>
                </c:pt>
                <c:pt idx="1498">
                  <c:v>3.58000000002</c:v>
                </c:pt>
                <c:pt idx="1499">
                  <c:v>3.58025000002</c:v>
                </c:pt>
                <c:pt idx="1500">
                  <c:v>3.58475000002</c:v>
                </c:pt>
                <c:pt idx="1501">
                  <c:v>3.58500000002</c:v>
                </c:pt>
                <c:pt idx="1502">
                  <c:v>3.58950000002</c:v>
                </c:pt>
                <c:pt idx="1503">
                  <c:v>3.58975000002</c:v>
                </c:pt>
                <c:pt idx="1504">
                  <c:v>3.59425000002</c:v>
                </c:pt>
                <c:pt idx="1505">
                  <c:v>3.59450000002</c:v>
                </c:pt>
                <c:pt idx="1506">
                  <c:v>3.59900000002</c:v>
                </c:pt>
                <c:pt idx="1507">
                  <c:v>3.59925000002</c:v>
                </c:pt>
                <c:pt idx="1508">
                  <c:v>3.60375000002</c:v>
                </c:pt>
                <c:pt idx="1509">
                  <c:v>3.60400000002</c:v>
                </c:pt>
                <c:pt idx="1510">
                  <c:v>3.60850000002</c:v>
                </c:pt>
                <c:pt idx="1511">
                  <c:v>3.60875000002</c:v>
                </c:pt>
                <c:pt idx="1512">
                  <c:v>3.61325000002</c:v>
                </c:pt>
                <c:pt idx="1513">
                  <c:v>3.61350000002</c:v>
                </c:pt>
                <c:pt idx="1514">
                  <c:v>3.61800000002</c:v>
                </c:pt>
                <c:pt idx="1515">
                  <c:v>3.61825000002</c:v>
                </c:pt>
                <c:pt idx="1516">
                  <c:v>3.62275000002</c:v>
                </c:pt>
                <c:pt idx="1517">
                  <c:v>3.62300000002</c:v>
                </c:pt>
                <c:pt idx="1518">
                  <c:v>3.62750000002</c:v>
                </c:pt>
                <c:pt idx="1519">
                  <c:v>3.62775000002</c:v>
                </c:pt>
                <c:pt idx="1520">
                  <c:v>3.63225000002</c:v>
                </c:pt>
                <c:pt idx="1521">
                  <c:v>3.63250000002</c:v>
                </c:pt>
                <c:pt idx="1522">
                  <c:v>3.63700000002</c:v>
                </c:pt>
                <c:pt idx="1523">
                  <c:v>3.63725000002</c:v>
                </c:pt>
                <c:pt idx="1524">
                  <c:v>3.64175000002</c:v>
                </c:pt>
                <c:pt idx="1525">
                  <c:v>3.64200000002</c:v>
                </c:pt>
                <c:pt idx="1526">
                  <c:v>3.64650000002</c:v>
                </c:pt>
                <c:pt idx="1527">
                  <c:v>3.64675000002</c:v>
                </c:pt>
                <c:pt idx="1528">
                  <c:v>3.65125000002</c:v>
                </c:pt>
                <c:pt idx="1529">
                  <c:v>3.65150000002</c:v>
                </c:pt>
                <c:pt idx="1530">
                  <c:v>3.65600000002</c:v>
                </c:pt>
                <c:pt idx="1531">
                  <c:v>3.65625000002</c:v>
                </c:pt>
                <c:pt idx="1532">
                  <c:v>3.66075000002</c:v>
                </c:pt>
                <c:pt idx="1533">
                  <c:v>3.66100000002</c:v>
                </c:pt>
                <c:pt idx="1534">
                  <c:v>3.66500000002</c:v>
                </c:pt>
                <c:pt idx="1535">
                  <c:v>3.66550000002</c:v>
                </c:pt>
                <c:pt idx="1536">
                  <c:v>3.66575000002</c:v>
                </c:pt>
                <c:pt idx="1537">
                  <c:v>3.67025000002</c:v>
                </c:pt>
                <c:pt idx="1538">
                  <c:v>3.67050000002</c:v>
                </c:pt>
                <c:pt idx="1539">
                  <c:v>3.67425000002</c:v>
                </c:pt>
                <c:pt idx="1540">
                  <c:v>3.67500000002</c:v>
                </c:pt>
                <c:pt idx="1541">
                  <c:v>3.67525000002</c:v>
                </c:pt>
                <c:pt idx="1542">
                  <c:v>3.67600000002</c:v>
                </c:pt>
                <c:pt idx="1543">
                  <c:v>3.67975000002</c:v>
                </c:pt>
                <c:pt idx="1544">
                  <c:v>3.68000000002</c:v>
                </c:pt>
                <c:pt idx="1545">
                  <c:v>3.68450000002</c:v>
                </c:pt>
                <c:pt idx="1546">
                  <c:v>3.68475000002</c:v>
                </c:pt>
                <c:pt idx="1547">
                  <c:v>3.68925000002</c:v>
                </c:pt>
                <c:pt idx="1548">
                  <c:v>3.68950000002</c:v>
                </c:pt>
                <c:pt idx="1549">
                  <c:v>3.69400000002</c:v>
                </c:pt>
                <c:pt idx="1550">
                  <c:v>3.69425000002</c:v>
                </c:pt>
                <c:pt idx="1551">
                  <c:v>3.69875000002</c:v>
                </c:pt>
                <c:pt idx="1552">
                  <c:v>3.69900000002</c:v>
                </c:pt>
                <c:pt idx="1553">
                  <c:v>3.70350000002</c:v>
                </c:pt>
                <c:pt idx="1554">
                  <c:v>3.70375000002</c:v>
                </c:pt>
                <c:pt idx="1555">
                  <c:v>3.70825000002</c:v>
                </c:pt>
                <c:pt idx="1556">
                  <c:v>3.70850000002</c:v>
                </c:pt>
                <c:pt idx="1557">
                  <c:v>3.71300000002</c:v>
                </c:pt>
                <c:pt idx="1558">
                  <c:v>3.71325000002</c:v>
                </c:pt>
                <c:pt idx="1559">
                  <c:v>3.71775000002</c:v>
                </c:pt>
                <c:pt idx="1560">
                  <c:v>3.71800000002</c:v>
                </c:pt>
                <c:pt idx="1561">
                  <c:v>3.72250000002</c:v>
                </c:pt>
                <c:pt idx="1562">
                  <c:v>3.72275000002</c:v>
                </c:pt>
                <c:pt idx="1563">
                  <c:v>3.72725000002</c:v>
                </c:pt>
                <c:pt idx="1564">
                  <c:v>3.72750000002</c:v>
                </c:pt>
                <c:pt idx="1565">
                  <c:v>3.73200000002</c:v>
                </c:pt>
                <c:pt idx="1566">
                  <c:v>3.73225000002</c:v>
                </c:pt>
                <c:pt idx="1567">
                  <c:v>3.73675000002</c:v>
                </c:pt>
                <c:pt idx="1568">
                  <c:v>3.73700000002</c:v>
                </c:pt>
                <c:pt idx="1569">
                  <c:v>3.74150000002</c:v>
                </c:pt>
                <c:pt idx="1570">
                  <c:v>3.74175000002</c:v>
                </c:pt>
                <c:pt idx="1571">
                  <c:v>3.74625000002</c:v>
                </c:pt>
                <c:pt idx="1572">
                  <c:v>3.74650000002</c:v>
                </c:pt>
                <c:pt idx="1573">
                  <c:v>3.75100000002</c:v>
                </c:pt>
                <c:pt idx="1574">
                  <c:v>3.75125000002</c:v>
                </c:pt>
                <c:pt idx="1575">
                  <c:v>3.75575000002</c:v>
                </c:pt>
                <c:pt idx="1576">
                  <c:v>3.75600000002</c:v>
                </c:pt>
                <c:pt idx="1577">
                  <c:v>3.76050000002</c:v>
                </c:pt>
                <c:pt idx="1578">
                  <c:v>3.76075000002</c:v>
                </c:pt>
                <c:pt idx="1579">
                  <c:v>3.76525000002</c:v>
                </c:pt>
                <c:pt idx="1580">
                  <c:v>3.76550000002</c:v>
                </c:pt>
                <c:pt idx="1581">
                  <c:v>3.77000000002</c:v>
                </c:pt>
                <c:pt idx="1582">
                  <c:v>3.77025000002</c:v>
                </c:pt>
                <c:pt idx="1583">
                  <c:v>3.77475000002</c:v>
                </c:pt>
                <c:pt idx="1584">
                  <c:v>3.77500000002</c:v>
                </c:pt>
                <c:pt idx="1585">
                  <c:v>3.77950000002</c:v>
                </c:pt>
                <c:pt idx="1586">
                  <c:v>3.77975000002</c:v>
                </c:pt>
                <c:pt idx="1587">
                  <c:v>3.78425000002</c:v>
                </c:pt>
                <c:pt idx="1588">
                  <c:v>3.78450000002</c:v>
                </c:pt>
                <c:pt idx="1589">
                  <c:v>3.78900000002</c:v>
                </c:pt>
                <c:pt idx="1590">
                  <c:v>3.78925000002</c:v>
                </c:pt>
                <c:pt idx="1591">
                  <c:v>3.79375000002</c:v>
                </c:pt>
                <c:pt idx="1592">
                  <c:v>3.79400000002</c:v>
                </c:pt>
                <c:pt idx="1593">
                  <c:v>3.79850000002</c:v>
                </c:pt>
                <c:pt idx="1594">
                  <c:v>3.79875000002</c:v>
                </c:pt>
                <c:pt idx="1595">
                  <c:v>3.80325000002</c:v>
                </c:pt>
                <c:pt idx="1596">
                  <c:v>3.80350000002</c:v>
                </c:pt>
                <c:pt idx="1597">
                  <c:v>3.80800000002</c:v>
                </c:pt>
                <c:pt idx="1598">
                  <c:v>3.80825000002</c:v>
                </c:pt>
                <c:pt idx="1599">
                  <c:v>3.81275000002</c:v>
                </c:pt>
                <c:pt idx="1600">
                  <c:v>3.81300000002</c:v>
                </c:pt>
                <c:pt idx="1601">
                  <c:v>3.81750000002</c:v>
                </c:pt>
                <c:pt idx="1602">
                  <c:v>3.81775000002</c:v>
                </c:pt>
                <c:pt idx="1603">
                  <c:v>3.82225000002</c:v>
                </c:pt>
                <c:pt idx="1604">
                  <c:v>3.82250000002</c:v>
                </c:pt>
                <c:pt idx="1605">
                  <c:v>3.82700000002</c:v>
                </c:pt>
                <c:pt idx="1606">
                  <c:v>3.82725000002</c:v>
                </c:pt>
                <c:pt idx="1607">
                  <c:v>3.83175000002</c:v>
                </c:pt>
                <c:pt idx="1608">
                  <c:v>3.83200000002</c:v>
                </c:pt>
                <c:pt idx="1609">
                  <c:v>3.83650000002</c:v>
                </c:pt>
                <c:pt idx="1610">
                  <c:v>3.83675000002</c:v>
                </c:pt>
                <c:pt idx="1611">
                  <c:v>3.84125000002</c:v>
                </c:pt>
                <c:pt idx="1612">
                  <c:v>3.84150000002</c:v>
                </c:pt>
                <c:pt idx="1613">
                  <c:v>3.84600000002</c:v>
                </c:pt>
                <c:pt idx="1614">
                  <c:v>3.84625000002</c:v>
                </c:pt>
                <c:pt idx="1615">
                  <c:v>3.84900000002</c:v>
                </c:pt>
                <c:pt idx="1616">
                  <c:v>3.85075000002</c:v>
                </c:pt>
                <c:pt idx="1617">
                  <c:v>3.85100000002</c:v>
                </c:pt>
                <c:pt idx="1618">
                  <c:v>3.85550000002</c:v>
                </c:pt>
                <c:pt idx="1619">
                  <c:v>3.85575000002</c:v>
                </c:pt>
                <c:pt idx="1620">
                  <c:v>3.86025000002</c:v>
                </c:pt>
                <c:pt idx="1621">
                  <c:v>3.86050000002</c:v>
                </c:pt>
                <c:pt idx="1622">
                  <c:v>3.86500000002</c:v>
                </c:pt>
                <c:pt idx="1623">
                  <c:v>3.86525000002</c:v>
                </c:pt>
                <c:pt idx="1624">
                  <c:v>3.86975000002</c:v>
                </c:pt>
                <c:pt idx="1625">
                  <c:v>3.87000000002</c:v>
                </c:pt>
                <c:pt idx="1626">
                  <c:v>3.87450000002</c:v>
                </c:pt>
                <c:pt idx="1627">
                  <c:v>3.87475000002</c:v>
                </c:pt>
                <c:pt idx="1628">
                  <c:v>3.87925000002</c:v>
                </c:pt>
                <c:pt idx="1629">
                  <c:v>3.87950000002</c:v>
                </c:pt>
                <c:pt idx="1630">
                  <c:v>3.88400000002</c:v>
                </c:pt>
                <c:pt idx="1631">
                  <c:v>3.88425000002</c:v>
                </c:pt>
                <c:pt idx="1632">
                  <c:v>3.88875000002</c:v>
                </c:pt>
                <c:pt idx="1633">
                  <c:v>3.88900000002</c:v>
                </c:pt>
                <c:pt idx="1634">
                  <c:v>3.89025000002</c:v>
                </c:pt>
                <c:pt idx="1635">
                  <c:v>3.89350000002</c:v>
                </c:pt>
                <c:pt idx="1636">
                  <c:v>3.89375000002</c:v>
                </c:pt>
                <c:pt idx="1637">
                  <c:v>3.89625000002</c:v>
                </c:pt>
                <c:pt idx="1638">
                  <c:v>3.89825000002</c:v>
                </c:pt>
                <c:pt idx="1639">
                  <c:v>3.89850000002</c:v>
                </c:pt>
                <c:pt idx="1640">
                  <c:v>3.90300000002</c:v>
                </c:pt>
                <c:pt idx="1641">
                  <c:v>3.90325000002</c:v>
                </c:pt>
                <c:pt idx="1642">
                  <c:v>3.90775000002</c:v>
                </c:pt>
                <c:pt idx="1643">
                  <c:v>3.90800000002</c:v>
                </c:pt>
                <c:pt idx="1644">
                  <c:v>3.91250000002</c:v>
                </c:pt>
                <c:pt idx="1645">
                  <c:v>3.91275000002</c:v>
                </c:pt>
                <c:pt idx="1646">
                  <c:v>3.91725000002</c:v>
                </c:pt>
                <c:pt idx="1647">
                  <c:v>3.91750000002</c:v>
                </c:pt>
                <c:pt idx="1648">
                  <c:v>3.92200000002</c:v>
                </c:pt>
                <c:pt idx="1649">
                  <c:v>3.92225000002</c:v>
                </c:pt>
                <c:pt idx="1650">
                  <c:v>3.92675000002</c:v>
                </c:pt>
                <c:pt idx="1651">
                  <c:v>3.92700000002</c:v>
                </c:pt>
                <c:pt idx="1652">
                  <c:v>3.93150000002</c:v>
                </c:pt>
                <c:pt idx="1653">
                  <c:v>3.93175000002</c:v>
                </c:pt>
                <c:pt idx="1654">
                  <c:v>3.93625000002</c:v>
                </c:pt>
                <c:pt idx="1655">
                  <c:v>3.93650000002</c:v>
                </c:pt>
                <c:pt idx="1656">
                  <c:v>3.94100000002</c:v>
                </c:pt>
                <c:pt idx="1657">
                  <c:v>3.94125000002</c:v>
                </c:pt>
                <c:pt idx="1658">
                  <c:v>3.94575000002</c:v>
                </c:pt>
                <c:pt idx="1659">
                  <c:v>3.94600000002</c:v>
                </c:pt>
                <c:pt idx="1660">
                  <c:v>3.95050000002</c:v>
                </c:pt>
                <c:pt idx="1661">
                  <c:v>3.95075000002</c:v>
                </c:pt>
                <c:pt idx="1662">
                  <c:v>3.95525000002</c:v>
                </c:pt>
                <c:pt idx="1663">
                  <c:v>3.95550000002</c:v>
                </c:pt>
                <c:pt idx="1664">
                  <c:v>3.96000000002</c:v>
                </c:pt>
                <c:pt idx="1665">
                  <c:v>3.96025000002</c:v>
                </c:pt>
                <c:pt idx="1666">
                  <c:v>3.96475000002</c:v>
                </c:pt>
                <c:pt idx="1667">
                  <c:v>3.96500000002</c:v>
                </c:pt>
                <c:pt idx="1668">
                  <c:v>3.96950000002</c:v>
                </c:pt>
                <c:pt idx="1669">
                  <c:v>3.96975000002</c:v>
                </c:pt>
                <c:pt idx="1670">
                  <c:v>3.97425000002</c:v>
                </c:pt>
                <c:pt idx="1671">
                  <c:v>3.97450000002</c:v>
                </c:pt>
                <c:pt idx="1672">
                  <c:v>3.97900000002</c:v>
                </c:pt>
                <c:pt idx="1673">
                  <c:v>3.97925000002</c:v>
                </c:pt>
                <c:pt idx="1674">
                  <c:v>3.98375000002</c:v>
                </c:pt>
                <c:pt idx="1675">
                  <c:v>3.98400000002</c:v>
                </c:pt>
                <c:pt idx="1676">
                  <c:v>3.98850000002</c:v>
                </c:pt>
                <c:pt idx="1677">
                  <c:v>3.98875000002</c:v>
                </c:pt>
                <c:pt idx="1678">
                  <c:v>3.99325000002</c:v>
                </c:pt>
                <c:pt idx="1679">
                  <c:v>3.99350000002</c:v>
                </c:pt>
                <c:pt idx="1680">
                  <c:v>3.99800000002</c:v>
                </c:pt>
                <c:pt idx="1681">
                  <c:v>3.99825000002</c:v>
                </c:pt>
                <c:pt idx="1682">
                  <c:v>3.99950000002</c:v>
                </c:pt>
                <c:pt idx="1683">
                  <c:v>3.99975000002</c:v>
                </c:pt>
                <c:pt idx="1684">
                  <c:v>4.00000000002</c:v>
                </c:pt>
                <c:pt idx="1685">
                  <c:v>4.00025000002</c:v>
                </c:pt>
                <c:pt idx="1686">
                  <c:v>4.00050000002</c:v>
                </c:pt>
                <c:pt idx="1687">
                  <c:v>4.00275000002</c:v>
                </c:pt>
                <c:pt idx="1688">
                  <c:v>4.00300000002</c:v>
                </c:pt>
                <c:pt idx="1689">
                  <c:v>4.00750000002</c:v>
                </c:pt>
                <c:pt idx="1690">
                  <c:v>4.00775000002</c:v>
                </c:pt>
                <c:pt idx="1691">
                  <c:v>4.01225000002</c:v>
                </c:pt>
                <c:pt idx="1692">
                  <c:v>4.01250000002</c:v>
                </c:pt>
                <c:pt idx="1693">
                  <c:v>4.01700000002</c:v>
                </c:pt>
                <c:pt idx="1694">
                  <c:v>4.01725000002</c:v>
                </c:pt>
                <c:pt idx="1695">
                  <c:v>4.02175000002</c:v>
                </c:pt>
                <c:pt idx="1696">
                  <c:v>4.02200000002</c:v>
                </c:pt>
                <c:pt idx="1697">
                  <c:v>4.02650000002</c:v>
                </c:pt>
                <c:pt idx="1698">
                  <c:v>4.02675000002</c:v>
                </c:pt>
                <c:pt idx="1699">
                  <c:v>4.03125000002</c:v>
                </c:pt>
                <c:pt idx="1700">
                  <c:v>4.03150000002</c:v>
                </c:pt>
                <c:pt idx="1701">
                  <c:v>4.03600000002</c:v>
                </c:pt>
                <c:pt idx="1702">
                  <c:v>4.03625000002</c:v>
                </c:pt>
                <c:pt idx="1703">
                  <c:v>4.04075000002</c:v>
                </c:pt>
                <c:pt idx="1704">
                  <c:v>4.04100000002</c:v>
                </c:pt>
                <c:pt idx="1705">
                  <c:v>4.04550000002</c:v>
                </c:pt>
                <c:pt idx="1706">
                  <c:v>4.04575000002</c:v>
                </c:pt>
                <c:pt idx="1707">
                  <c:v>4.05025000002</c:v>
                </c:pt>
                <c:pt idx="1708">
                  <c:v>4.05050000002</c:v>
                </c:pt>
                <c:pt idx="1709">
                  <c:v>4.05500000002</c:v>
                </c:pt>
                <c:pt idx="1710">
                  <c:v>4.05525000002</c:v>
                </c:pt>
                <c:pt idx="1711">
                  <c:v>4.05975000002</c:v>
                </c:pt>
                <c:pt idx="1712">
                  <c:v>4.06000000002</c:v>
                </c:pt>
                <c:pt idx="1713">
                  <c:v>4.06450000002</c:v>
                </c:pt>
                <c:pt idx="1714">
                  <c:v>4.06475000002</c:v>
                </c:pt>
                <c:pt idx="1715">
                  <c:v>4.06925000002</c:v>
                </c:pt>
                <c:pt idx="1716">
                  <c:v>4.06950000002</c:v>
                </c:pt>
                <c:pt idx="1717">
                  <c:v>4.07400000002</c:v>
                </c:pt>
                <c:pt idx="1718">
                  <c:v>4.07425000002</c:v>
                </c:pt>
                <c:pt idx="1719">
                  <c:v>4.07875000002</c:v>
                </c:pt>
                <c:pt idx="1720">
                  <c:v>4.07900000002</c:v>
                </c:pt>
                <c:pt idx="1721">
                  <c:v>4.08350000002</c:v>
                </c:pt>
                <c:pt idx="1722">
                  <c:v>4.08375000002</c:v>
                </c:pt>
                <c:pt idx="1723">
                  <c:v>4.08825000002</c:v>
                </c:pt>
                <c:pt idx="1724">
                  <c:v>4.08850000002</c:v>
                </c:pt>
                <c:pt idx="1725">
                  <c:v>4.09300000002</c:v>
                </c:pt>
                <c:pt idx="1726">
                  <c:v>4.09325000002</c:v>
                </c:pt>
                <c:pt idx="1727">
                  <c:v>4.09775000002</c:v>
                </c:pt>
                <c:pt idx="1728">
                  <c:v>4.09800000002</c:v>
                </c:pt>
                <c:pt idx="1729">
                  <c:v>4.10250000002</c:v>
                </c:pt>
                <c:pt idx="1730">
                  <c:v>4.10275000002</c:v>
                </c:pt>
                <c:pt idx="1731">
                  <c:v>4.10725000002</c:v>
                </c:pt>
                <c:pt idx="1732">
                  <c:v>4.10750000002</c:v>
                </c:pt>
                <c:pt idx="1733">
                  <c:v>4.10825000002</c:v>
                </c:pt>
                <c:pt idx="1734">
                  <c:v>4.11200000002</c:v>
                </c:pt>
                <c:pt idx="1735">
                  <c:v>4.11225000002</c:v>
                </c:pt>
                <c:pt idx="1736">
                  <c:v>4.11550000002</c:v>
                </c:pt>
                <c:pt idx="1737">
                  <c:v>4.11650000002</c:v>
                </c:pt>
                <c:pt idx="1738">
                  <c:v>4.11675000002</c:v>
                </c:pt>
                <c:pt idx="1739">
                  <c:v>4.11700000002</c:v>
                </c:pt>
                <c:pt idx="1740">
                  <c:v>4.12150000002</c:v>
                </c:pt>
                <c:pt idx="1741">
                  <c:v>4.12175000002</c:v>
                </c:pt>
                <c:pt idx="1742">
                  <c:v>4.12625000002</c:v>
                </c:pt>
                <c:pt idx="1743">
                  <c:v>4.12650000002</c:v>
                </c:pt>
                <c:pt idx="1744">
                  <c:v>4.13100000002</c:v>
                </c:pt>
                <c:pt idx="1745">
                  <c:v>4.13125000002</c:v>
                </c:pt>
                <c:pt idx="1746">
                  <c:v>4.13575000002</c:v>
                </c:pt>
                <c:pt idx="1747">
                  <c:v>4.13600000002</c:v>
                </c:pt>
                <c:pt idx="1748">
                  <c:v>4.14050000002</c:v>
                </c:pt>
                <c:pt idx="1749">
                  <c:v>4.14075000002</c:v>
                </c:pt>
                <c:pt idx="1750">
                  <c:v>4.14525000002</c:v>
                </c:pt>
                <c:pt idx="1751">
                  <c:v>4.14550000002</c:v>
                </c:pt>
                <c:pt idx="1752">
                  <c:v>4.15000000002</c:v>
                </c:pt>
                <c:pt idx="1753">
                  <c:v>4.15025000002</c:v>
                </c:pt>
                <c:pt idx="1754">
                  <c:v>4.15475000002</c:v>
                </c:pt>
                <c:pt idx="1755">
                  <c:v>4.15500000002</c:v>
                </c:pt>
                <c:pt idx="1756">
                  <c:v>4.15950000002</c:v>
                </c:pt>
                <c:pt idx="1757">
                  <c:v>4.15975000002</c:v>
                </c:pt>
                <c:pt idx="1758">
                  <c:v>4.16425000002</c:v>
                </c:pt>
                <c:pt idx="1759">
                  <c:v>4.16450000002</c:v>
                </c:pt>
                <c:pt idx="1760">
                  <c:v>4.16900000002</c:v>
                </c:pt>
                <c:pt idx="1761">
                  <c:v>4.16925000002</c:v>
                </c:pt>
                <c:pt idx="1762">
                  <c:v>4.17375000002</c:v>
                </c:pt>
                <c:pt idx="1763">
                  <c:v>4.17400000002</c:v>
                </c:pt>
                <c:pt idx="1764">
                  <c:v>4.17850000002</c:v>
                </c:pt>
                <c:pt idx="1765">
                  <c:v>4.17875000002</c:v>
                </c:pt>
                <c:pt idx="1766">
                  <c:v>4.18325000002</c:v>
                </c:pt>
                <c:pt idx="1767">
                  <c:v>4.18350000002</c:v>
                </c:pt>
                <c:pt idx="1768">
                  <c:v>4.18800000002</c:v>
                </c:pt>
                <c:pt idx="1769">
                  <c:v>4.18825000002</c:v>
                </c:pt>
                <c:pt idx="1770">
                  <c:v>4.19275000002</c:v>
                </c:pt>
                <c:pt idx="1771">
                  <c:v>4.19300000002</c:v>
                </c:pt>
                <c:pt idx="1772">
                  <c:v>4.19750000002</c:v>
                </c:pt>
                <c:pt idx="1773">
                  <c:v>4.19775000002</c:v>
                </c:pt>
                <c:pt idx="1774">
                  <c:v>4.20225000002</c:v>
                </c:pt>
                <c:pt idx="1775">
                  <c:v>4.20250000002</c:v>
                </c:pt>
                <c:pt idx="1776">
                  <c:v>4.20700000002</c:v>
                </c:pt>
                <c:pt idx="1777">
                  <c:v>4.20725000002</c:v>
                </c:pt>
                <c:pt idx="1778">
                  <c:v>4.21175000002</c:v>
                </c:pt>
                <c:pt idx="1779">
                  <c:v>4.21200000002</c:v>
                </c:pt>
                <c:pt idx="1780">
                  <c:v>4.21650000002</c:v>
                </c:pt>
                <c:pt idx="1781">
                  <c:v>4.21675000002</c:v>
                </c:pt>
                <c:pt idx="1782">
                  <c:v>4.22125000002</c:v>
                </c:pt>
                <c:pt idx="1783">
                  <c:v>4.22150000002</c:v>
                </c:pt>
                <c:pt idx="1784">
                  <c:v>4.22600000002</c:v>
                </c:pt>
                <c:pt idx="1785">
                  <c:v>4.22625000002</c:v>
                </c:pt>
                <c:pt idx="1786">
                  <c:v>4.23075000002</c:v>
                </c:pt>
                <c:pt idx="1787">
                  <c:v>4.23100000002</c:v>
                </c:pt>
                <c:pt idx="1788">
                  <c:v>4.23550000002</c:v>
                </c:pt>
                <c:pt idx="1789">
                  <c:v>4.23575000002</c:v>
                </c:pt>
                <c:pt idx="1790">
                  <c:v>4.24025000002</c:v>
                </c:pt>
                <c:pt idx="1791">
                  <c:v>4.24050000002</c:v>
                </c:pt>
                <c:pt idx="1792">
                  <c:v>4.24500000002</c:v>
                </c:pt>
                <c:pt idx="1793">
                  <c:v>4.24525000002</c:v>
                </c:pt>
                <c:pt idx="1794">
                  <c:v>4.24975000002</c:v>
                </c:pt>
                <c:pt idx="1795">
                  <c:v>4.25000000002</c:v>
                </c:pt>
                <c:pt idx="1796">
                  <c:v>4.25450000002</c:v>
                </c:pt>
                <c:pt idx="1797">
                  <c:v>4.25475000002</c:v>
                </c:pt>
                <c:pt idx="1798">
                  <c:v>4.25925000002</c:v>
                </c:pt>
                <c:pt idx="1799">
                  <c:v>4.25950000002</c:v>
                </c:pt>
                <c:pt idx="1800">
                  <c:v>4.26400000002</c:v>
                </c:pt>
                <c:pt idx="1801">
                  <c:v>4.26425000002</c:v>
                </c:pt>
                <c:pt idx="1802">
                  <c:v>4.26875000002</c:v>
                </c:pt>
                <c:pt idx="1803">
                  <c:v>4.26900000002</c:v>
                </c:pt>
                <c:pt idx="1804">
                  <c:v>4.27325000002</c:v>
                </c:pt>
                <c:pt idx="1805">
                  <c:v>4.27350000002</c:v>
                </c:pt>
                <c:pt idx="1806">
                  <c:v>4.27375000002</c:v>
                </c:pt>
                <c:pt idx="1807">
                  <c:v>4.27825000002</c:v>
                </c:pt>
                <c:pt idx="1808">
                  <c:v>4.27850000002</c:v>
                </c:pt>
                <c:pt idx="1809">
                  <c:v>4.28300000002</c:v>
                </c:pt>
                <c:pt idx="1810">
                  <c:v>4.28325000002</c:v>
                </c:pt>
                <c:pt idx="1811">
                  <c:v>4.28775000002</c:v>
                </c:pt>
                <c:pt idx="1812">
                  <c:v>4.28800000002</c:v>
                </c:pt>
                <c:pt idx="1813">
                  <c:v>4.29250000002</c:v>
                </c:pt>
                <c:pt idx="1814">
                  <c:v>4.29275000002</c:v>
                </c:pt>
                <c:pt idx="1815">
                  <c:v>4.29725000002</c:v>
                </c:pt>
                <c:pt idx="1816">
                  <c:v>4.29750000002</c:v>
                </c:pt>
                <c:pt idx="1817">
                  <c:v>4.30200000002</c:v>
                </c:pt>
                <c:pt idx="1818">
                  <c:v>4.30225000002</c:v>
                </c:pt>
                <c:pt idx="1819">
                  <c:v>4.30675000002</c:v>
                </c:pt>
                <c:pt idx="1820">
                  <c:v>4.30700000002</c:v>
                </c:pt>
                <c:pt idx="1821">
                  <c:v>4.31150000002</c:v>
                </c:pt>
                <c:pt idx="1822">
                  <c:v>4.31175000002</c:v>
                </c:pt>
                <c:pt idx="1823">
                  <c:v>4.31625000002</c:v>
                </c:pt>
                <c:pt idx="1824">
                  <c:v>4.31650000002</c:v>
                </c:pt>
                <c:pt idx="1825">
                  <c:v>4.32100000002</c:v>
                </c:pt>
                <c:pt idx="1826">
                  <c:v>4.32125000002</c:v>
                </c:pt>
                <c:pt idx="1827">
                  <c:v>4.32575000002</c:v>
                </c:pt>
                <c:pt idx="1828">
                  <c:v>4.32600000002</c:v>
                </c:pt>
                <c:pt idx="1829">
                  <c:v>4.33050000002</c:v>
                </c:pt>
                <c:pt idx="1830">
                  <c:v>4.33075000002</c:v>
                </c:pt>
                <c:pt idx="1831">
                  <c:v>4.33150000002</c:v>
                </c:pt>
                <c:pt idx="1832">
                  <c:v>4.33525000002</c:v>
                </c:pt>
                <c:pt idx="1833">
                  <c:v>4.33550000002</c:v>
                </c:pt>
                <c:pt idx="1834">
                  <c:v>4.33650000002</c:v>
                </c:pt>
                <c:pt idx="1835">
                  <c:v>4.34000000002</c:v>
                </c:pt>
                <c:pt idx="1836">
                  <c:v>4.34025000002</c:v>
                </c:pt>
                <c:pt idx="1837">
                  <c:v>4.34475000002</c:v>
                </c:pt>
                <c:pt idx="1838">
                  <c:v>4.34500000002</c:v>
                </c:pt>
                <c:pt idx="1839">
                  <c:v>4.34950000002</c:v>
                </c:pt>
                <c:pt idx="1840">
                  <c:v>4.34975000002</c:v>
                </c:pt>
                <c:pt idx="1841">
                  <c:v>4.35425000002</c:v>
                </c:pt>
                <c:pt idx="1842">
                  <c:v>4.35450000002</c:v>
                </c:pt>
                <c:pt idx="1843">
                  <c:v>4.35900000002</c:v>
                </c:pt>
                <c:pt idx="1844">
                  <c:v>4.35925000002</c:v>
                </c:pt>
                <c:pt idx="1845">
                  <c:v>4.36375000002</c:v>
                </c:pt>
                <c:pt idx="1846">
                  <c:v>4.36400000002</c:v>
                </c:pt>
                <c:pt idx="1847">
                  <c:v>4.36850000002</c:v>
                </c:pt>
                <c:pt idx="1848">
                  <c:v>4.36875000002</c:v>
                </c:pt>
                <c:pt idx="1849">
                  <c:v>4.37325000002</c:v>
                </c:pt>
                <c:pt idx="1850">
                  <c:v>4.37350000002</c:v>
                </c:pt>
                <c:pt idx="1851">
                  <c:v>4.37800000002</c:v>
                </c:pt>
                <c:pt idx="1852">
                  <c:v>4.37825000002</c:v>
                </c:pt>
                <c:pt idx="1853">
                  <c:v>4.38275000002</c:v>
                </c:pt>
                <c:pt idx="1854">
                  <c:v>4.38300000002</c:v>
                </c:pt>
                <c:pt idx="1855">
                  <c:v>4.38750000002</c:v>
                </c:pt>
                <c:pt idx="1856">
                  <c:v>4.38775000002</c:v>
                </c:pt>
                <c:pt idx="1857">
                  <c:v>4.39225000002</c:v>
                </c:pt>
                <c:pt idx="1858">
                  <c:v>4.39250000002</c:v>
                </c:pt>
                <c:pt idx="1859">
                  <c:v>4.39700000002</c:v>
                </c:pt>
                <c:pt idx="1860">
                  <c:v>4.39725000002</c:v>
                </c:pt>
                <c:pt idx="1861">
                  <c:v>4.40175000002</c:v>
                </c:pt>
                <c:pt idx="1862">
                  <c:v>4.40200000002</c:v>
                </c:pt>
                <c:pt idx="1863">
                  <c:v>4.40650000002</c:v>
                </c:pt>
                <c:pt idx="1864">
                  <c:v>4.40675000002</c:v>
                </c:pt>
                <c:pt idx="1865">
                  <c:v>4.41125000002</c:v>
                </c:pt>
                <c:pt idx="1866">
                  <c:v>4.41150000002</c:v>
                </c:pt>
                <c:pt idx="1867">
                  <c:v>4.41600000002</c:v>
                </c:pt>
                <c:pt idx="1868">
                  <c:v>4.41625000002</c:v>
                </c:pt>
                <c:pt idx="1869">
                  <c:v>4.42075000002</c:v>
                </c:pt>
                <c:pt idx="1870">
                  <c:v>4.42100000002</c:v>
                </c:pt>
                <c:pt idx="1871">
                  <c:v>4.42550000002</c:v>
                </c:pt>
                <c:pt idx="1872">
                  <c:v>4.42575000002</c:v>
                </c:pt>
                <c:pt idx="1873">
                  <c:v>4.43025000002</c:v>
                </c:pt>
                <c:pt idx="1874">
                  <c:v>4.43050000002</c:v>
                </c:pt>
                <c:pt idx="1875">
                  <c:v>4.43500000002</c:v>
                </c:pt>
                <c:pt idx="1876">
                  <c:v>4.43525000002</c:v>
                </c:pt>
                <c:pt idx="1877">
                  <c:v>4.43975000002</c:v>
                </c:pt>
                <c:pt idx="1878">
                  <c:v>4.44000000002</c:v>
                </c:pt>
                <c:pt idx="1879">
                  <c:v>4.44450000002</c:v>
                </c:pt>
                <c:pt idx="1880">
                  <c:v>4.44475000002</c:v>
                </c:pt>
                <c:pt idx="1881">
                  <c:v>4.44925000002</c:v>
                </c:pt>
                <c:pt idx="1882">
                  <c:v>4.44950000002</c:v>
                </c:pt>
                <c:pt idx="1883">
                  <c:v>4.45400000002</c:v>
                </c:pt>
                <c:pt idx="1884">
                  <c:v>4.45425000002</c:v>
                </c:pt>
                <c:pt idx="1885">
                  <c:v>4.45875000002</c:v>
                </c:pt>
                <c:pt idx="1886">
                  <c:v>4.45900000002</c:v>
                </c:pt>
                <c:pt idx="1887">
                  <c:v>4.46350000002</c:v>
                </c:pt>
                <c:pt idx="1888">
                  <c:v>4.46375000002</c:v>
                </c:pt>
                <c:pt idx="1889">
                  <c:v>4.46825000002</c:v>
                </c:pt>
                <c:pt idx="1890">
                  <c:v>4.46850000002</c:v>
                </c:pt>
                <c:pt idx="1891">
                  <c:v>4.47300000002</c:v>
                </c:pt>
                <c:pt idx="1892">
                  <c:v>4.47325000002</c:v>
                </c:pt>
                <c:pt idx="1893">
                  <c:v>4.47775000002</c:v>
                </c:pt>
                <c:pt idx="1894">
                  <c:v>4.47800000002</c:v>
                </c:pt>
                <c:pt idx="1895">
                  <c:v>4.48250000002</c:v>
                </c:pt>
                <c:pt idx="1896">
                  <c:v>4.48275000002</c:v>
                </c:pt>
                <c:pt idx="1897">
                  <c:v>4.48725000002</c:v>
                </c:pt>
                <c:pt idx="1898">
                  <c:v>4.48750000002</c:v>
                </c:pt>
                <c:pt idx="1899">
                  <c:v>4.49200000002</c:v>
                </c:pt>
                <c:pt idx="1900">
                  <c:v>4.49225000002</c:v>
                </c:pt>
                <c:pt idx="1901">
                  <c:v>4.49675000002</c:v>
                </c:pt>
                <c:pt idx="1902">
                  <c:v>4.49700000002</c:v>
                </c:pt>
                <c:pt idx="1903">
                  <c:v>4.50150000002</c:v>
                </c:pt>
                <c:pt idx="1904">
                  <c:v>4.50175000002</c:v>
                </c:pt>
                <c:pt idx="1905">
                  <c:v>4.50625000002</c:v>
                </c:pt>
                <c:pt idx="1906">
                  <c:v>4.50650000002</c:v>
                </c:pt>
                <c:pt idx="1907">
                  <c:v>4.51100000002</c:v>
                </c:pt>
                <c:pt idx="1908">
                  <c:v>4.51125000002</c:v>
                </c:pt>
                <c:pt idx="1909">
                  <c:v>4.51575000002</c:v>
                </c:pt>
                <c:pt idx="1910">
                  <c:v>4.51600000002</c:v>
                </c:pt>
                <c:pt idx="1911">
                  <c:v>4.52050000002</c:v>
                </c:pt>
                <c:pt idx="1912">
                  <c:v>4.52075000002</c:v>
                </c:pt>
                <c:pt idx="1913">
                  <c:v>4.52525000002</c:v>
                </c:pt>
                <c:pt idx="1914">
                  <c:v>4.52550000002</c:v>
                </c:pt>
                <c:pt idx="1915">
                  <c:v>4.53000000002</c:v>
                </c:pt>
                <c:pt idx="1916">
                  <c:v>4.53025000002</c:v>
                </c:pt>
                <c:pt idx="1917">
                  <c:v>4.53475000002</c:v>
                </c:pt>
                <c:pt idx="1918">
                  <c:v>4.53500000002</c:v>
                </c:pt>
                <c:pt idx="1919">
                  <c:v>4.53950000002</c:v>
                </c:pt>
                <c:pt idx="1920">
                  <c:v>4.53975000002</c:v>
                </c:pt>
                <c:pt idx="1921">
                  <c:v>4.54425000002</c:v>
                </c:pt>
                <c:pt idx="1922">
                  <c:v>4.54450000002</c:v>
                </c:pt>
                <c:pt idx="1923">
                  <c:v>4.54900000002</c:v>
                </c:pt>
                <c:pt idx="1924">
                  <c:v>4.54925000002</c:v>
                </c:pt>
                <c:pt idx="1925">
                  <c:v>4.55375000002</c:v>
                </c:pt>
                <c:pt idx="1926">
                  <c:v>4.55400000002</c:v>
                </c:pt>
                <c:pt idx="1927">
                  <c:v>4.55625000002</c:v>
                </c:pt>
                <c:pt idx="1928">
                  <c:v>4.55650000002</c:v>
                </c:pt>
                <c:pt idx="1929">
                  <c:v>4.55850000002</c:v>
                </c:pt>
                <c:pt idx="1930">
                  <c:v>4.55875000002</c:v>
                </c:pt>
                <c:pt idx="1931">
                  <c:v>4.56025000002</c:v>
                </c:pt>
                <c:pt idx="1932">
                  <c:v>4.56325000002</c:v>
                </c:pt>
                <c:pt idx="1933">
                  <c:v>4.56350000002</c:v>
                </c:pt>
                <c:pt idx="1934">
                  <c:v>4.56800000002</c:v>
                </c:pt>
                <c:pt idx="1935">
                  <c:v>4.56825000002</c:v>
                </c:pt>
                <c:pt idx="1936">
                  <c:v>4.57275000002</c:v>
                </c:pt>
                <c:pt idx="1937">
                  <c:v>4.57300000002</c:v>
                </c:pt>
                <c:pt idx="1938">
                  <c:v>4.57750000002</c:v>
                </c:pt>
                <c:pt idx="1939">
                  <c:v>4.57775000002</c:v>
                </c:pt>
                <c:pt idx="1940">
                  <c:v>4.58225000002</c:v>
                </c:pt>
                <c:pt idx="1941">
                  <c:v>4.58250000002</c:v>
                </c:pt>
                <c:pt idx="1942">
                  <c:v>4.58700000002</c:v>
                </c:pt>
                <c:pt idx="1943">
                  <c:v>4.58725000002</c:v>
                </c:pt>
                <c:pt idx="1944">
                  <c:v>4.59175000002</c:v>
                </c:pt>
                <c:pt idx="1945">
                  <c:v>4.59200000002</c:v>
                </c:pt>
                <c:pt idx="1946">
                  <c:v>4.59650000002</c:v>
                </c:pt>
                <c:pt idx="1947">
                  <c:v>4.59675000002</c:v>
                </c:pt>
                <c:pt idx="1948">
                  <c:v>4.60125000002</c:v>
                </c:pt>
                <c:pt idx="1949">
                  <c:v>4.60150000002</c:v>
                </c:pt>
                <c:pt idx="1950">
                  <c:v>4.60600000002</c:v>
                </c:pt>
                <c:pt idx="1951">
                  <c:v>4.60625000002</c:v>
                </c:pt>
                <c:pt idx="1952">
                  <c:v>4.61075000002</c:v>
                </c:pt>
                <c:pt idx="1953">
                  <c:v>4.61100000002</c:v>
                </c:pt>
                <c:pt idx="1954">
                  <c:v>4.61550000002</c:v>
                </c:pt>
                <c:pt idx="1955">
                  <c:v>4.61575000002</c:v>
                </c:pt>
                <c:pt idx="1956">
                  <c:v>4.62025000002</c:v>
                </c:pt>
                <c:pt idx="1957">
                  <c:v>4.62050000002</c:v>
                </c:pt>
                <c:pt idx="1958">
                  <c:v>4.62500000002</c:v>
                </c:pt>
                <c:pt idx="1959">
                  <c:v>4.62525000002</c:v>
                </c:pt>
                <c:pt idx="1960">
                  <c:v>4.62975000002</c:v>
                </c:pt>
                <c:pt idx="1961">
                  <c:v>4.63000000002</c:v>
                </c:pt>
                <c:pt idx="1962">
                  <c:v>4.63450000002</c:v>
                </c:pt>
                <c:pt idx="1963">
                  <c:v>4.63475000002</c:v>
                </c:pt>
                <c:pt idx="1964">
                  <c:v>4.63925000002</c:v>
                </c:pt>
                <c:pt idx="1965">
                  <c:v>4.63950000002</c:v>
                </c:pt>
                <c:pt idx="1966">
                  <c:v>4.64400000002</c:v>
                </c:pt>
                <c:pt idx="1967">
                  <c:v>4.64425000002</c:v>
                </c:pt>
                <c:pt idx="1968">
                  <c:v>4.64875000002</c:v>
                </c:pt>
                <c:pt idx="1969">
                  <c:v>4.64900000002</c:v>
                </c:pt>
                <c:pt idx="1970">
                  <c:v>4.65350000002</c:v>
                </c:pt>
                <c:pt idx="1971">
                  <c:v>4.65375000002</c:v>
                </c:pt>
                <c:pt idx="1972">
                  <c:v>4.65825000002</c:v>
                </c:pt>
                <c:pt idx="1973">
                  <c:v>4.65850000002</c:v>
                </c:pt>
                <c:pt idx="1974">
                  <c:v>4.66300000002</c:v>
                </c:pt>
                <c:pt idx="1975">
                  <c:v>4.66325000002</c:v>
                </c:pt>
                <c:pt idx="1976">
                  <c:v>4.66775000002</c:v>
                </c:pt>
                <c:pt idx="1977">
                  <c:v>4.66800000002</c:v>
                </c:pt>
                <c:pt idx="1978">
                  <c:v>4.67225000002</c:v>
                </c:pt>
                <c:pt idx="1979">
                  <c:v>4.67250000002</c:v>
                </c:pt>
                <c:pt idx="1980">
                  <c:v>4.67275000002</c:v>
                </c:pt>
                <c:pt idx="1981">
                  <c:v>4.67325000002</c:v>
                </c:pt>
                <c:pt idx="1982">
                  <c:v>4.67725000002</c:v>
                </c:pt>
                <c:pt idx="1983">
                  <c:v>4.67750000002</c:v>
                </c:pt>
                <c:pt idx="1984">
                  <c:v>4.68200000002</c:v>
                </c:pt>
                <c:pt idx="1985">
                  <c:v>4.68225000002</c:v>
                </c:pt>
                <c:pt idx="1986">
                  <c:v>4.68675000002</c:v>
                </c:pt>
                <c:pt idx="1987">
                  <c:v>4.68700000002</c:v>
                </c:pt>
                <c:pt idx="1988">
                  <c:v>4.69150000002</c:v>
                </c:pt>
                <c:pt idx="1989">
                  <c:v>4.69175000002</c:v>
                </c:pt>
                <c:pt idx="1990">
                  <c:v>4.69625000002</c:v>
                </c:pt>
                <c:pt idx="1991">
                  <c:v>4.69650000002</c:v>
                </c:pt>
                <c:pt idx="1992">
                  <c:v>4.70100000002</c:v>
                </c:pt>
                <c:pt idx="1993">
                  <c:v>4.70125000002</c:v>
                </c:pt>
                <c:pt idx="1994">
                  <c:v>4.70575000002</c:v>
                </c:pt>
                <c:pt idx="1995">
                  <c:v>4.70600000002</c:v>
                </c:pt>
                <c:pt idx="1996">
                  <c:v>4.71050000002</c:v>
                </c:pt>
                <c:pt idx="1997">
                  <c:v>4.71075000002</c:v>
                </c:pt>
                <c:pt idx="1998">
                  <c:v>4.71525000002</c:v>
                </c:pt>
                <c:pt idx="1999">
                  <c:v>4.71550000002</c:v>
                </c:pt>
                <c:pt idx="2000">
                  <c:v>4.72000000002</c:v>
                </c:pt>
                <c:pt idx="2001">
                  <c:v>4.72025000002</c:v>
                </c:pt>
                <c:pt idx="2002">
                  <c:v>4.72475000002</c:v>
                </c:pt>
                <c:pt idx="2003">
                  <c:v>4.72500000002</c:v>
                </c:pt>
                <c:pt idx="2004">
                  <c:v>4.72950000002</c:v>
                </c:pt>
                <c:pt idx="2005">
                  <c:v>4.72975000002</c:v>
                </c:pt>
                <c:pt idx="2006">
                  <c:v>4.73425000002</c:v>
                </c:pt>
                <c:pt idx="2007">
                  <c:v>4.73450000002</c:v>
                </c:pt>
                <c:pt idx="2008">
                  <c:v>4.73900000002</c:v>
                </c:pt>
                <c:pt idx="2009">
                  <c:v>4.73925000002</c:v>
                </c:pt>
                <c:pt idx="2010">
                  <c:v>4.74375000002</c:v>
                </c:pt>
                <c:pt idx="2011">
                  <c:v>4.74400000002</c:v>
                </c:pt>
                <c:pt idx="2012">
                  <c:v>4.74850000002</c:v>
                </c:pt>
                <c:pt idx="2013">
                  <c:v>4.74875000002</c:v>
                </c:pt>
                <c:pt idx="2014">
                  <c:v>4.75325000002</c:v>
                </c:pt>
                <c:pt idx="2015">
                  <c:v>4.75350000002</c:v>
                </c:pt>
                <c:pt idx="2016">
                  <c:v>4.75800000002</c:v>
                </c:pt>
                <c:pt idx="2017">
                  <c:v>4.75825000002</c:v>
                </c:pt>
                <c:pt idx="2018">
                  <c:v>4.76275000002</c:v>
                </c:pt>
                <c:pt idx="2019">
                  <c:v>4.76300000002</c:v>
                </c:pt>
                <c:pt idx="2020">
                  <c:v>4.76750000002</c:v>
                </c:pt>
                <c:pt idx="2021">
                  <c:v>4.76775000002</c:v>
                </c:pt>
                <c:pt idx="2022">
                  <c:v>4.77225000002</c:v>
                </c:pt>
                <c:pt idx="2023">
                  <c:v>4.77250000002</c:v>
                </c:pt>
                <c:pt idx="2024">
                  <c:v>4.77300000002</c:v>
                </c:pt>
                <c:pt idx="2025">
                  <c:v>4.77625000002</c:v>
                </c:pt>
                <c:pt idx="2026">
                  <c:v>4.77700000002</c:v>
                </c:pt>
                <c:pt idx="2027">
                  <c:v>4.77725000002</c:v>
                </c:pt>
                <c:pt idx="2028">
                  <c:v>4.78175000002</c:v>
                </c:pt>
                <c:pt idx="2029">
                  <c:v>4.78200000002</c:v>
                </c:pt>
                <c:pt idx="2030">
                  <c:v>4.78650000002</c:v>
                </c:pt>
                <c:pt idx="2031">
                  <c:v>4.78675000002</c:v>
                </c:pt>
                <c:pt idx="2032">
                  <c:v>4.79125000002</c:v>
                </c:pt>
                <c:pt idx="2033">
                  <c:v>4.79150000002</c:v>
                </c:pt>
                <c:pt idx="2034">
                  <c:v>4.79600000002</c:v>
                </c:pt>
                <c:pt idx="2035">
                  <c:v>4.79625000002</c:v>
                </c:pt>
                <c:pt idx="2036">
                  <c:v>4.80075000002</c:v>
                </c:pt>
                <c:pt idx="2037">
                  <c:v>4.80100000002</c:v>
                </c:pt>
                <c:pt idx="2038">
                  <c:v>4.80550000002</c:v>
                </c:pt>
                <c:pt idx="2039">
                  <c:v>4.80575000002</c:v>
                </c:pt>
                <c:pt idx="2040">
                  <c:v>4.81025000002</c:v>
                </c:pt>
                <c:pt idx="2041">
                  <c:v>4.81050000002</c:v>
                </c:pt>
                <c:pt idx="2042">
                  <c:v>4.81500000002</c:v>
                </c:pt>
                <c:pt idx="2043">
                  <c:v>4.81525000002</c:v>
                </c:pt>
                <c:pt idx="2044">
                  <c:v>4.81975000002</c:v>
                </c:pt>
                <c:pt idx="2045">
                  <c:v>4.82000000002</c:v>
                </c:pt>
                <c:pt idx="2046">
                  <c:v>4.82450000002</c:v>
                </c:pt>
                <c:pt idx="2047">
                  <c:v>4.82475000002</c:v>
                </c:pt>
                <c:pt idx="2048">
                  <c:v>4.82925000002</c:v>
                </c:pt>
                <c:pt idx="2049">
                  <c:v>4.82950000002</c:v>
                </c:pt>
                <c:pt idx="2050">
                  <c:v>4.83400000002</c:v>
                </c:pt>
                <c:pt idx="2051">
                  <c:v>4.83425000002</c:v>
                </c:pt>
                <c:pt idx="2052">
                  <c:v>4.83875000002</c:v>
                </c:pt>
                <c:pt idx="2053">
                  <c:v>4.83900000002</c:v>
                </c:pt>
                <c:pt idx="2054">
                  <c:v>4.84350000002</c:v>
                </c:pt>
                <c:pt idx="2055">
                  <c:v>4.84375000002</c:v>
                </c:pt>
                <c:pt idx="2056">
                  <c:v>4.84825000002</c:v>
                </c:pt>
                <c:pt idx="2057">
                  <c:v>4.84850000002</c:v>
                </c:pt>
                <c:pt idx="2058">
                  <c:v>4.85300000002</c:v>
                </c:pt>
                <c:pt idx="2059">
                  <c:v>4.85325000002</c:v>
                </c:pt>
                <c:pt idx="2060">
                  <c:v>4.85775000002</c:v>
                </c:pt>
                <c:pt idx="2061">
                  <c:v>4.85800000002</c:v>
                </c:pt>
                <c:pt idx="2062">
                  <c:v>4.86250000002</c:v>
                </c:pt>
                <c:pt idx="2063">
                  <c:v>4.86275000002</c:v>
                </c:pt>
                <c:pt idx="2064">
                  <c:v>4.86725000002</c:v>
                </c:pt>
                <c:pt idx="2065">
                  <c:v>4.86750000002</c:v>
                </c:pt>
                <c:pt idx="2066">
                  <c:v>4.87200000002</c:v>
                </c:pt>
                <c:pt idx="2067">
                  <c:v>4.87225000002</c:v>
                </c:pt>
                <c:pt idx="2068">
                  <c:v>4.87675000002</c:v>
                </c:pt>
                <c:pt idx="2069">
                  <c:v>4.87700000002</c:v>
                </c:pt>
                <c:pt idx="2070">
                  <c:v>4.88150000002</c:v>
                </c:pt>
                <c:pt idx="2071">
                  <c:v>4.88175000002</c:v>
                </c:pt>
                <c:pt idx="2072">
                  <c:v>4.88625000002</c:v>
                </c:pt>
                <c:pt idx="2073">
                  <c:v>4.88650000002</c:v>
                </c:pt>
                <c:pt idx="2074">
                  <c:v>4.89100000002</c:v>
                </c:pt>
                <c:pt idx="2075">
                  <c:v>4.89125000002</c:v>
                </c:pt>
                <c:pt idx="2076">
                  <c:v>4.89575000002</c:v>
                </c:pt>
                <c:pt idx="2077">
                  <c:v>4.89600000002</c:v>
                </c:pt>
                <c:pt idx="2078">
                  <c:v>4.90050000002</c:v>
                </c:pt>
                <c:pt idx="2079">
                  <c:v>4.90075000002</c:v>
                </c:pt>
                <c:pt idx="2080">
                  <c:v>4.90525000002</c:v>
                </c:pt>
                <c:pt idx="2081">
                  <c:v>4.90550000002</c:v>
                </c:pt>
                <c:pt idx="2082">
                  <c:v>4.91000000002</c:v>
                </c:pt>
                <c:pt idx="2083">
                  <c:v>4.91025000002</c:v>
                </c:pt>
                <c:pt idx="2084">
                  <c:v>4.91475000002</c:v>
                </c:pt>
                <c:pt idx="2085">
                  <c:v>4.91500000002</c:v>
                </c:pt>
                <c:pt idx="2086">
                  <c:v>4.91950000002</c:v>
                </c:pt>
                <c:pt idx="2087">
                  <c:v>4.91975000002</c:v>
                </c:pt>
                <c:pt idx="2088">
                  <c:v>4.92425000002</c:v>
                </c:pt>
                <c:pt idx="2089">
                  <c:v>4.92450000002</c:v>
                </c:pt>
                <c:pt idx="2090">
                  <c:v>4.92900000002</c:v>
                </c:pt>
                <c:pt idx="2091">
                  <c:v>4.92925000002</c:v>
                </c:pt>
                <c:pt idx="2092">
                  <c:v>4.93375000002</c:v>
                </c:pt>
                <c:pt idx="2093">
                  <c:v>4.93400000002</c:v>
                </c:pt>
                <c:pt idx="2094">
                  <c:v>4.93850000002</c:v>
                </c:pt>
                <c:pt idx="2095">
                  <c:v>4.93875000002</c:v>
                </c:pt>
                <c:pt idx="2096">
                  <c:v>4.94325000002</c:v>
                </c:pt>
                <c:pt idx="2097">
                  <c:v>4.94350000002</c:v>
                </c:pt>
                <c:pt idx="2098">
                  <c:v>4.94800000002</c:v>
                </c:pt>
                <c:pt idx="2099">
                  <c:v>4.94825000002</c:v>
                </c:pt>
                <c:pt idx="2100">
                  <c:v>4.95275000002</c:v>
                </c:pt>
                <c:pt idx="2101">
                  <c:v>4.95300000002</c:v>
                </c:pt>
                <c:pt idx="2102">
                  <c:v>4.95750000002</c:v>
                </c:pt>
                <c:pt idx="2103">
                  <c:v>4.95775000002</c:v>
                </c:pt>
                <c:pt idx="2104">
                  <c:v>4.96225000002</c:v>
                </c:pt>
                <c:pt idx="2105">
                  <c:v>4.96250000002</c:v>
                </c:pt>
                <c:pt idx="2106">
                  <c:v>4.96700000002</c:v>
                </c:pt>
                <c:pt idx="2107">
                  <c:v>4.96725000002</c:v>
                </c:pt>
                <c:pt idx="2108">
                  <c:v>4.97175000002</c:v>
                </c:pt>
                <c:pt idx="2109">
                  <c:v>4.97200000002</c:v>
                </c:pt>
                <c:pt idx="2110">
                  <c:v>4.97650000002</c:v>
                </c:pt>
                <c:pt idx="2111">
                  <c:v>4.97675000002</c:v>
                </c:pt>
                <c:pt idx="2112">
                  <c:v>4.98125000002</c:v>
                </c:pt>
                <c:pt idx="2113">
                  <c:v>4.98150000002</c:v>
                </c:pt>
                <c:pt idx="2114">
                  <c:v>4.98600000002</c:v>
                </c:pt>
                <c:pt idx="2115">
                  <c:v>4.98625000002</c:v>
                </c:pt>
                <c:pt idx="2116">
                  <c:v>4.99075000002</c:v>
                </c:pt>
                <c:pt idx="2117">
                  <c:v>4.99100000002</c:v>
                </c:pt>
                <c:pt idx="2118">
                  <c:v>4.99550000002</c:v>
                </c:pt>
                <c:pt idx="2119">
                  <c:v>4.99575000002</c:v>
                </c:pt>
                <c:pt idx="2120">
                  <c:v>4.99625000002</c:v>
                </c:pt>
                <c:pt idx="2121">
                  <c:v>4.99725000002</c:v>
                </c:pt>
                <c:pt idx="2122">
                  <c:v>5.00025000002</c:v>
                </c:pt>
                <c:pt idx="2123">
                  <c:v>5.00050000002</c:v>
                </c:pt>
                <c:pt idx="2124">
                  <c:v>5.00500000002</c:v>
                </c:pt>
                <c:pt idx="2125">
                  <c:v>5.00525000002</c:v>
                </c:pt>
                <c:pt idx="2126">
                  <c:v>5.00975000002</c:v>
                </c:pt>
                <c:pt idx="2127">
                  <c:v>5.01000000002</c:v>
                </c:pt>
                <c:pt idx="2128">
                  <c:v>5.01450000002</c:v>
                </c:pt>
                <c:pt idx="2129">
                  <c:v>5.01475000002</c:v>
                </c:pt>
                <c:pt idx="2130">
                  <c:v>5.01925000002</c:v>
                </c:pt>
                <c:pt idx="2131">
                  <c:v>5.01950000002</c:v>
                </c:pt>
                <c:pt idx="2132">
                  <c:v>5.02400000002</c:v>
                </c:pt>
                <c:pt idx="2133">
                  <c:v>5.02425000002</c:v>
                </c:pt>
                <c:pt idx="2134">
                  <c:v>5.02875000002</c:v>
                </c:pt>
                <c:pt idx="2135">
                  <c:v>5.02900000002</c:v>
                </c:pt>
                <c:pt idx="2136">
                  <c:v>5.03350000002</c:v>
                </c:pt>
                <c:pt idx="2137">
                  <c:v>5.03375000002</c:v>
                </c:pt>
                <c:pt idx="2138">
                  <c:v>5.03825000002</c:v>
                </c:pt>
                <c:pt idx="2139">
                  <c:v>5.03850000002</c:v>
                </c:pt>
                <c:pt idx="2140">
                  <c:v>5.04300000002</c:v>
                </c:pt>
                <c:pt idx="2141">
                  <c:v>5.04325000002</c:v>
                </c:pt>
                <c:pt idx="2142">
                  <c:v>5.04775000002</c:v>
                </c:pt>
                <c:pt idx="2143">
                  <c:v>5.04800000002</c:v>
                </c:pt>
                <c:pt idx="2144">
                  <c:v>5.05250000002</c:v>
                </c:pt>
                <c:pt idx="2145">
                  <c:v>5.05275000002</c:v>
                </c:pt>
                <c:pt idx="2146">
                  <c:v>5.05725000002</c:v>
                </c:pt>
                <c:pt idx="2147">
                  <c:v>5.05750000002</c:v>
                </c:pt>
                <c:pt idx="2148">
                  <c:v>5.06200000002</c:v>
                </c:pt>
                <c:pt idx="2149">
                  <c:v>5.06225000002</c:v>
                </c:pt>
                <c:pt idx="2150">
                  <c:v>5.06675000002</c:v>
                </c:pt>
                <c:pt idx="2151">
                  <c:v>5.06700000002</c:v>
                </c:pt>
                <c:pt idx="2152">
                  <c:v>5.07150000002</c:v>
                </c:pt>
                <c:pt idx="2153">
                  <c:v>5.07175000002</c:v>
                </c:pt>
                <c:pt idx="2154">
                  <c:v>5.07625000002</c:v>
                </c:pt>
                <c:pt idx="2155">
                  <c:v>5.07650000002</c:v>
                </c:pt>
                <c:pt idx="2156">
                  <c:v>5.08100000002</c:v>
                </c:pt>
                <c:pt idx="2157">
                  <c:v>5.08125000002</c:v>
                </c:pt>
                <c:pt idx="2158">
                  <c:v>5.08575000002</c:v>
                </c:pt>
                <c:pt idx="2159">
                  <c:v>5.08600000002</c:v>
                </c:pt>
                <c:pt idx="2160">
                  <c:v>5.09050000002</c:v>
                </c:pt>
                <c:pt idx="2161">
                  <c:v>5.09075000002</c:v>
                </c:pt>
                <c:pt idx="2162">
                  <c:v>5.09525000002</c:v>
                </c:pt>
                <c:pt idx="2163">
                  <c:v>5.09550000002</c:v>
                </c:pt>
                <c:pt idx="2164">
                  <c:v>5.10000000002</c:v>
                </c:pt>
                <c:pt idx="2165">
                  <c:v>5.10025000002</c:v>
                </c:pt>
                <c:pt idx="2166">
                  <c:v>5.10475000002</c:v>
                </c:pt>
                <c:pt idx="2167">
                  <c:v>5.10500000002</c:v>
                </c:pt>
                <c:pt idx="2168">
                  <c:v>5.10950000002</c:v>
                </c:pt>
                <c:pt idx="2169">
                  <c:v>5.10975000002</c:v>
                </c:pt>
                <c:pt idx="2170">
                  <c:v>5.11425000002</c:v>
                </c:pt>
                <c:pt idx="2171">
                  <c:v>5.11450000002</c:v>
                </c:pt>
                <c:pt idx="2172">
                  <c:v>5.11900000002</c:v>
                </c:pt>
                <c:pt idx="2173">
                  <c:v>5.11925000002</c:v>
                </c:pt>
                <c:pt idx="2174">
                  <c:v>5.12375000002</c:v>
                </c:pt>
                <c:pt idx="2175">
                  <c:v>5.12400000002</c:v>
                </c:pt>
                <c:pt idx="2176">
                  <c:v>5.12850000002</c:v>
                </c:pt>
                <c:pt idx="2177">
                  <c:v>5.12875000002</c:v>
                </c:pt>
                <c:pt idx="2178">
                  <c:v>5.13325000002</c:v>
                </c:pt>
                <c:pt idx="2179">
                  <c:v>5.13350000002</c:v>
                </c:pt>
                <c:pt idx="2180">
                  <c:v>5.13800000002</c:v>
                </c:pt>
                <c:pt idx="2181">
                  <c:v>5.13825000002</c:v>
                </c:pt>
                <c:pt idx="2182">
                  <c:v>5.14275000002</c:v>
                </c:pt>
                <c:pt idx="2183">
                  <c:v>5.14300000002</c:v>
                </c:pt>
                <c:pt idx="2184">
                  <c:v>5.14750000002</c:v>
                </c:pt>
                <c:pt idx="2185">
                  <c:v>5.14775000002</c:v>
                </c:pt>
                <c:pt idx="2186">
                  <c:v>5.15225000002</c:v>
                </c:pt>
                <c:pt idx="2187">
                  <c:v>5.15250000002</c:v>
                </c:pt>
                <c:pt idx="2188">
                  <c:v>5.15700000002</c:v>
                </c:pt>
                <c:pt idx="2189">
                  <c:v>5.15725000002</c:v>
                </c:pt>
                <c:pt idx="2190">
                  <c:v>5.16175000002</c:v>
                </c:pt>
                <c:pt idx="2191">
                  <c:v>5.16200000002</c:v>
                </c:pt>
                <c:pt idx="2192">
                  <c:v>5.16650000002</c:v>
                </c:pt>
                <c:pt idx="2193">
                  <c:v>5.16675000002</c:v>
                </c:pt>
                <c:pt idx="2194">
                  <c:v>5.17125000002</c:v>
                </c:pt>
                <c:pt idx="2195">
                  <c:v>5.17150000002</c:v>
                </c:pt>
                <c:pt idx="2196">
                  <c:v>5.17600000002</c:v>
                </c:pt>
                <c:pt idx="2197">
                  <c:v>5.17625000002</c:v>
                </c:pt>
                <c:pt idx="2198">
                  <c:v>5.18075000002</c:v>
                </c:pt>
                <c:pt idx="2199">
                  <c:v>5.18100000002</c:v>
                </c:pt>
                <c:pt idx="2200">
                  <c:v>5.18550000002</c:v>
                </c:pt>
                <c:pt idx="2201">
                  <c:v>5.18575000002</c:v>
                </c:pt>
                <c:pt idx="2202">
                  <c:v>5.19025000002</c:v>
                </c:pt>
                <c:pt idx="2203">
                  <c:v>5.19050000002</c:v>
                </c:pt>
                <c:pt idx="2204">
                  <c:v>5.19500000002</c:v>
                </c:pt>
                <c:pt idx="2205">
                  <c:v>5.19525000002</c:v>
                </c:pt>
                <c:pt idx="2206">
                  <c:v>5.19975000002</c:v>
                </c:pt>
                <c:pt idx="2207">
                  <c:v>5.20000000002</c:v>
                </c:pt>
                <c:pt idx="2208">
                  <c:v>5.20450000002</c:v>
                </c:pt>
                <c:pt idx="2209">
                  <c:v>5.20475000002</c:v>
                </c:pt>
                <c:pt idx="2210">
                  <c:v>5.20925000002</c:v>
                </c:pt>
                <c:pt idx="2211">
                  <c:v>5.20950000002</c:v>
                </c:pt>
                <c:pt idx="2212">
                  <c:v>5.21400000002</c:v>
                </c:pt>
                <c:pt idx="2213">
                  <c:v>5.21425000002</c:v>
                </c:pt>
                <c:pt idx="2214">
                  <c:v>5.21450000002</c:v>
                </c:pt>
                <c:pt idx="2215">
                  <c:v>5.21625000002</c:v>
                </c:pt>
                <c:pt idx="2216">
                  <c:v>5.21875000002</c:v>
                </c:pt>
                <c:pt idx="2217">
                  <c:v>5.21900000002</c:v>
                </c:pt>
                <c:pt idx="2218">
                  <c:v>5.22350000002</c:v>
                </c:pt>
                <c:pt idx="2219">
                  <c:v>5.22375000002</c:v>
                </c:pt>
                <c:pt idx="2220">
                  <c:v>5.22825000002</c:v>
                </c:pt>
                <c:pt idx="2221">
                  <c:v>5.22850000002</c:v>
                </c:pt>
                <c:pt idx="2222">
                  <c:v>5.23300000002</c:v>
                </c:pt>
                <c:pt idx="2223">
                  <c:v>5.23325000002</c:v>
                </c:pt>
                <c:pt idx="2224">
                  <c:v>5.23775000003</c:v>
                </c:pt>
                <c:pt idx="2225">
                  <c:v>5.23800000003</c:v>
                </c:pt>
                <c:pt idx="2226">
                  <c:v>5.24250000003</c:v>
                </c:pt>
                <c:pt idx="2227">
                  <c:v>5.24275000003</c:v>
                </c:pt>
                <c:pt idx="2228">
                  <c:v>5.24725000003</c:v>
                </c:pt>
                <c:pt idx="2229">
                  <c:v>5.24750000003</c:v>
                </c:pt>
                <c:pt idx="2230">
                  <c:v>5.25200000003</c:v>
                </c:pt>
                <c:pt idx="2231">
                  <c:v>5.25225000003</c:v>
                </c:pt>
                <c:pt idx="2232">
                  <c:v>5.25675000003</c:v>
                </c:pt>
                <c:pt idx="2233">
                  <c:v>5.25700000003</c:v>
                </c:pt>
                <c:pt idx="2234">
                  <c:v>5.26150000003</c:v>
                </c:pt>
                <c:pt idx="2235">
                  <c:v>5.26175000003</c:v>
                </c:pt>
                <c:pt idx="2236">
                  <c:v>5.26625000003</c:v>
                </c:pt>
                <c:pt idx="2237">
                  <c:v>5.26650000003</c:v>
                </c:pt>
                <c:pt idx="2238">
                  <c:v>5.27100000003</c:v>
                </c:pt>
                <c:pt idx="2239">
                  <c:v>5.27125000003</c:v>
                </c:pt>
                <c:pt idx="2240">
                  <c:v>5.27575000003</c:v>
                </c:pt>
                <c:pt idx="2241">
                  <c:v>5.27600000003</c:v>
                </c:pt>
                <c:pt idx="2242">
                  <c:v>5.28050000003</c:v>
                </c:pt>
                <c:pt idx="2243">
                  <c:v>5.28075000003</c:v>
                </c:pt>
                <c:pt idx="2244">
                  <c:v>5.28525000003</c:v>
                </c:pt>
                <c:pt idx="2245">
                  <c:v>5.28550000003</c:v>
                </c:pt>
                <c:pt idx="2246">
                  <c:v>5.29000000003</c:v>
                </c:pt>
                <c:pt idx="2247">
                  <c:v>5.29025000003</c:v>
                </c:pt>
                <c:pt idx="2248">
                  <c:v>5.29475000003</c:v>
                </c:pt>
                <c:pt idx="2249">
                  <c:v>5.29500000003</c:v>
                </c:pt>
                <c:pt idx="2250">
                  <c:v>5.29950000003</c:v>
                </c:pt>
                <c:pt idx="2251">
                  <c:v>5.29975000003</c:v>
                </c:pt>
                <c:pt idx="2252">
                  <c:v>5.30425000003</c:v>
                </c:pt>
                <c:pt idx="2253">
                  <c:v>5.30450000003</c:v>
                </c:pt>
                <c:pt idx="2254">
                  <c:v>5.30900000003</c:v>
                </c:pt>
                <c:pt idx="2255">
                  <c:v>5.30925000003</c:v>
                </c:pt>
                <c:pt idx="2256">
                  <c:v>5.31375000003</c:v>
                </c:pt>
                <c:pt idx="2257">
                  <c:v>5.31400000003</c:v>
                </c:pt>
                <c:pt idx="2258">
                  <c:v>5.31850000003</c:v>
                </c:pt>
                <c:pt idx="2259">
                  <c:v>5.31875000003</c:v>
                </c:pt>
                <c:pt idx="2260">
                  <c:v>5.32300000003</c:v>
                </c:pt>
                <c:pt idx="2261">
                  <c:v>5.32325000003</c:v>
                </c:pt>
                <c:pt idx="2262">
                  <c:v>5.32350000003</c:v>
                </c:pt>
                <c:pt idx="2263">
                  <c:v>5.32375000003</c:v>
                </c:pt>
                <c:pt idx="2264">
                  <c:v>5.32800000003</c:v>
                </c:pt>
                <c:pt idx="2265">
                  <c:v>5.32825000003</c:v>
                </c:pt>
                <c:pt idx="2266">
                  <c:v>5.33275000003</c:v>
                </c:pt>
                <c:pt idx="2267">
                  <c:v>5.33300000003</c:v>
                </c:pt>
                <c:pt idx="2268">
                  <c:v>5.33725000003</c:v>
                </c:pt>
                <c:pt idx="2269">
                  <c:v>5.33750000003</c:v>
                </c:pt>
                <c:pt idx="2270">
                  <c:v>5.33775000003</c:v>
                </c:pt>
                <c:pt idx="2271">
                  <c:v>5.33800000003</c:v>
                </c:pt>
                <c:pt idx="2272">
                  <c:v>5.33925000003</c:v>
                </c:pt>
                <c:pt idx="2273">
                  <c:v>5.34225000003</c:v>
                </c:pt>
                <c:pt idx="2274">
                  <c:v>5.34250000003</c:v>
                </c:pt>
                <c:pt idx="2275">
                  <c:v>5.34675000003</c:v>
                </c:pt>
                <c:pt idx="2276">
                  <c:v>5.34700000003</c:v>
                </c:pt>
                <c:pt idx="2277">
                  <c:v>5.34725000003</c:v>
                </c:pt>
                <c:pt idx="2278">
                  <c:v>5.34775000003</c:v>
                </c:pt>
                <c:pt idx="2279">
                  <c:v>5.35175000003</c:v>
                </c:pt>
                <c:pt idx="2280">
                  <c:v>5.35200000003</c:v>
                </c:pt>
                <c:pt idx="2281">
                  <c:v>5.35625000003</c:v>
                </c:pt>
                <c:pt idx="2282">
                  <c:v>5.35650000003</c:v>
                </c:pt>
                <c:pt idx="2283">
                  <c:v>5.35675000003</c:v>
                </c:pt>
                <c:pt idx="2284">
                  <c:v>5.35700000003</c:v>
                </c:pt>
                <c:pt idx="2285">
                  <c:v>5.36125000003</c:v>
                </c:pt>
                <c:pt idx="2286">
                  <c:v>5.36150000003</c:v>
                </c:pt>
                <c:pt idx="2287">
                  <c:v>5.36600000003</c:v>
                </c:pt>
                <c:pt idx="2288">
                  <c:v>5.36625000003</c:v>
                </c:pt>
                <c:pt idx="2289">
                  <c:v>5.37075000003</c:v>
                </c:pt>
                <c:pt idx="2290">
                  <c:v>5.37100000003</c:v>
                </c:pt>
                <c:pt idx="2291">
                  <c:v>5.37550000003</c:v>
                </c:pt>
                <c:pt idx="2292">
                  <c:v>5.37575000003</c:v>
                </c:pt>
                <c:pt idx="2293">
                  <c:v>5.38025000003</c:v>
                </c:pt>
                <c:pt idx="2294">
                  <c:v>5.38050000003</c:v>
                </c:pt>
                <c:pt idx="2295">
                  <c:v>5.38500000003</c:v>
                </c:pt>
                <c:pt idx="2296">
                  <c:v>5.38525000003</c:v>
                </c:pt>
                <c:pt idx="2297">
                  <c:v>5.38975000003</c:v>
                </c:pt>
                <c:pt idx="2298">
                  <c:v>5.39000000003</c:v>
                </c:pt>
                <c:pt idx="2299">
                  <c:v>5.39450000003</c:v>
                </c:pt>
                <c:pt idx="2300">
                  <c:v>5.39475000003</c:v>
                </c:pt>
                <c:pt idx="2301">
                  <c:v>5.39925000003</c:v>
                </c:pt>
                <c:pt idx="2302">
                  <c:v>5.39950000003</c:v>
                </c:pt>
                <c:pt idx="2303">
                  <c:v>5.40400000003</c:v>
                </c:pt>
                <c:pt idx="2304">
                  <c:v>5.40425000003</c:v>
                </c:pt>
                <c:pt idx="2305">
                  <c:v>5.40875000003</c:v>
                </c:pt>
                <c:pt idx="2306">
                  <c:v>5.40900000003</c:v>
                </c:pt>
                <c:pt idx="2307">
                  <c:v>5.41350000003</c:v>
                </c:pt>
                <c:pt idx="2308">
                  <c:v>5.41375000003</c:v>
                </c:pt>
                <c:pt idx="2309">
                  <c:v>5.41825000003</c:v>
                </c:pt>
                <c:pt idx="2310">
                  <c:v>5.41850000003</c:v>
                </c:pt>
                <c:pt idx="2311">
                  <c:v>5.42300000003</c:v>
                </c:pt>
                <c:pt idx="2312">
                  <c:v>5.42325000003</c:v>
                </c:pt>
                <c:pt idx="2313">
                  <c:v>5.42775000003</c:v>
                </c:pt>
                <c:pt idx="2314">
                  <c:v>5.42800000003</c:v>
                </c:pt>
                <c:pt idx="2315">
                  <c:v>5.43250000003</c:v>
                </c:pt>
                <c:pt idx="2316">
                  <c:v>5.43275000003</c:v>
                </c:pt>
                <c:pt idx="2317">
                  <c:v>5.43625000003</c:v>
                </c:pt>
                <c:pt idx="2318">
                  <c:v>5.43725000003</c:v>
                </c:pt>
                <c:pt idx="2319">
                  <c:v>5.43750000003</c:v>
                </c:pt>
                <c:pt idx="2320">
                  <c:v>5.43775000003</c:v>
                </c:pt>
                <c:pt idx="2321">
                  <c:v>5.44200000003</c:v>
                </c:pt>
                <c:pt idx="2322">
                  <c:v>5.44225000003</c:v>
                </c:pt>
                <c:pt idx="2323">
                  <c:v>5.44675000003</c:v>
                </c:pt>
                <c:pt idx="2324">
                  <c:v>5.44700000003</c:v>
                </c:pt>
                <c:pt idx="2325">
                  <c:v>5.45150000003</c:v>
                </c:pt>
                <c:pt idx="2326">
                  <c:v>5.45175000003</c:v>
                </c:pt>
                <c:pt idx="2327">
                  <c:v>5.45625000003</c:v>
                </c:pt>
                <c:pt idx="2328">
                  <c:v>5.45650000003</c:v>
                </c:pt>
                <c:pt idx="2329">
                  <c:v>5.46100000003</c:v>
                </c:pt>
                <c:pt idx="2330">
                  <c:v>5.46125000003</c:v>
                </c:pt>
                <c:pt idx="2331">
                  <c:v>5.46575000003</c:v>
                </c:pt>
                <c:pt idx="2332">
                  <c:v>5.46600000003</c:v>
                </c:pt>
                <c:pt idx="2333">
                  <c:v>5.47050000003</c:v>
                </c:pt>
                <c:pt idx="2334">
                  <c:v>5.47075000003</c:v>
                </c:pt>
                <c:pt idx="2335">
                  <c:v>5.47525000003</c:v>
                </c:pt>
                <c:pt idx="2336">
                  <c:v>5.47550000003</c:v>
                </c:pt>
                <c:pt idx="2337">
                  <c:v>5.48000000003</c:v>
                </c:pt>
                <c:pt idx="2338">
                  <c:v>5.48025000003</c:v>
                </c:pt>
                <c:pt idx="2339">
                  <c:v>5.48475000003</c:v>
                </c:pt>
                <c:pt idx="2340">
                  <c:v>5.48500000003</c:v>
                </c:pt>
                <c:pt idx="2341">
                  <c:v>5.48950000003</c:v>
                </c:pt>
                <c:pt idx="2342">
                  <c:v>5.48975000003</c:v>
                </c:pt>
                <c:pt idx="2343">
                  <c:v>5.49425000003</c:v>
                </c:pt>
                <c:pt idx="2344">
                  <c:v>5.49450000003</c:v>
                </c:pt>
                <c:pt idx="2345">
                  <c:v>5.49900000003</c:v>
                </c:pt>
                <c:pt idx="2346">
                  <c:v>5.49925000003</c:v>
                </c:pt>
                <c:pt idx="2347">
                  <c:v>5.50375000003</c:v>
                </c:pt>
                <c:pt idx="2348">
                  <c:v>5.50400000003</c:v>
                </c:pt>
                <c:pt idx="2349">
                  <c:v>5.50850000003</c:v>
                </c:pt>
                <c:pt idx="2350">
                  <c:v>5.50875000003</c:v>
                </c:pt>
                <c:pt idx="2351">
                  <c:v>5.51325000003</c:v>
                </c:pt>
                <c:pt idx="2352">
                  <c:v>5.51350000003</c:v>
                </c:pt>
                <c:pt idx="2353">
                  <c:v>5.51800000003</c:v>
                </c:pt>
                <c:pt idx="2354">
                  <c:v>5.51825000003</c:v>
                </c:pt>
                <c:pt idx="2355">
                  <c:v>5.52275000003</c:v>
                </c:pt>
                <c:pt idx="2356">
                  <c:v>5.52300000003</c:v>
                </c:pt>
                <c:pt idx="2357">
                  <c:v>5.52750000003</c:v>
                </c:pt>
                <c:pt idx="2358">
                  <c:v>5.52775000003</c:v>
                </c:pt>
                <c:pt idx="2359">
                  <c:v>5.53225000003</c:v>
                </c:pt>
                <c:pt idx="2360">
                  <c:v>5.53250000003</c:v>
                </c:pt>
                <c:pt idx="2361">
                  <c:v>5.53700000003</c:v>
                </c:pt>
                <c:pt idx="2362">
                  <c:v>5.53725000003</c:v>
                </c:pt>
                <c:pt idx="2363">
                  <c:v>5.54175000003</c:v>
                </c:pt>
                <c:pt idx="2364">
                  <c:v>5.54200000003</c:v>
                </c:pt>
                <c:pt idx="2365">
                  <c:v>5.54650000003</c:v>
                </c:pt>
                <c:pt idx="2366">
                  <c:v>5.54675000003</c:v>
                </c:pt>
                <c:pt idx="2367">
                  <c:v>5.55125000003</c:v>
                </c:pt>
                <c:pt idx="2368">
                  <c:v>5.55150000003</c:v>
                </c:pt>
                <c:pt idx="2369">
                  <c:v>5.55600000003</c:v>
                </c:pt>
                <c:pt idx="2370">
                  <c:v>5.55625000003</c:v>
                </c:pt>
                <c:pt idx="2371">
                  <c:v>5.56075000003</c:v>
                </c:pt>
                <c:pt idx="2372">
                  <c:v>5.56100000003</c:v>
                </c:pt>
                <c:pt idx="2373">
                  <c:v>5.56550000003</c:v>
                </c:pt>
                <c:pt idx="2374">
                  <c:v>5.56575000003</c:v>
                </c:pt>
                <c:pt idx="2375">
                  <c:v>5.57025000003</c:v>
                </c:pt>
                <c:pt idx="2376">
                  <c:v>5.57050000003</c:v>
                </c:pt>
                <c:pt idx="2377">
                  <c:v>5.57500000003</c:v>
                </c:pt>
                <c:pt idx="2378">
                  <c:v>5.57525000003</c:v>
                </c:pt>
                <c:pt idx="2379">
                  <c:v>5.57975000003</c:v>
                </c:pt>
                <c:pt idx="2380">
                  <c:v>5.58000000003</c:v>
                </c:pt>
                <c:pt idx="2381">
                  <c:v>5.58450000003</c:v>
                </c:pt>
                <c:pt idx="2382">
                  <c:v>5.58475000003</c:v>
                </c:pt>
                <c:pt idx="2383">
                  <c:v>5.58925000003</c:v>
                </c:pt>
                <c:pt idx="2384">
                  <c:v>5.58950000003</c:v>
                </c:pt>
                <c:pt idx="2385">
                  <c:v>5.59400000003</c:v>
                </c:pt>
                <c:pt idx="2386">
                  <c:v>5.59425000003</c:v>
                </c:pt>
                <c:pt idx="2387">
                  <c:v>5.59875000003</c:v>
                </c:pt>
                <c:pt idx="2388">
                  <c:v>5.59900000003</c:v>
                </c:pt>
                <c:pt idx="2389">
                  <c:v>5.60350000003</c:v>
                </c:pt>
                <c:pt idx="2390">
                  <c:v>5.60375000003</c:v>
                </c:pt>
                <c:pt idx="2391">
                  <c:v>5.60825000003</c:v>
                </c:pt>
                <c:pt idx="2392">
                  <c:v>5.60850000003</c:v>
                </c:pt>
                <c:pt idx="2393">
                  <c:v>5.61300000003</c:v>
                </c:pt>
                <c:pt idx="2394">
                  <c:v>5.61325000003</c:v>
                </c:pt>
                <c:pt idx="2395">
                  <c:v>5.61775000003</c:v>
                </c:pt>
                <c:pt idx="2396">
                  <c:v>5.61800000003</c:v>
                </c:pt>
                <c:pt idx="2397">
                  <c:v>5.62250000003</c:v>
                </c:pt>
                <c:pt idx="2398">
                  <c:v>5.62275000003</c:v>
                </c:pt>
                <c:pt idx="2399">
                  <c:v>5.62725000003</c:v>
                </c:pt>
                <c:pt idx="2400">
                  <c:v>5.62750000003</c:v>
                </c:pt>
                <c:pt idx="2401">
                  <c:v>5.63200000003</c:v>
                </c:pt>
                <c:pt idx="2402">
                  <c:v>5.63225000003</c:v>
                </c:pt>
                <c:pt idx="2403">
                  <c:v>5.63675000003</c:v>
                </c:pt>
                <c:pt idx="2404">
                  <c:v>5.63700000003</c:v>
                </c:pt>
                <c:pt idx="2405">
                  <c:v>5.64150000003</c:v>
                </c:pt>
                <c:pt idx="2406">
                  <c:v>5.64175000003</c:v>
                </c:pt>
                <c:pt idx="2407">
                  <c:v>5.64625000003</c:v>
                </c:pt>
                <c:pt idx="2408">
                  <c:v>5.64650000003</c:v>
                </c:pt>
                <c:pt idx="2409">
                  <c:v>5.65100000003</c:v>
                </c:pt>
                <c:pt idx="2410">
                  <c:v>5.65125000003</c:v>
                </c:pt>
                <c:pt idx="2411">
                  <c:v>5.65575000003</c:v>
                </c:pt>
                <c:pt idx="2412">
                  <c:v>5.65600000003</c:v>
                </c:pt>
                <c:pt idx="2413">
                  <c:v>5.65650000003</c:v>
                </c:pt>
                <c:pt idx="2414">
                  <c:v>5.66050000003</c:v>
                </c:pt>
                <c:pt idx="2415">
                  <c:v>5.66075000003</c:v>
                </c:pt>
                <c:pt idx="2416">
                  <c:v>5.66525000003</c:v>
                </c:pt>
                <c:pt idx="2417">
                  <c:v>5.66550000003</c:v>
                </c:pt>
                <c:pt idx="2418">
                  <c:v>5.66975000003</c:v>
                </c:pt>
                <c:pt idx="2419">
                  <c:v>5.67000000003</c:v>
                </c:pt>
                <c:pt idx="2420">
                  <c:v>5.67025000003</c:v>
                </c:pt>
                <c:pt idx="2421">
                  <c:v>5.67475000003</c:v>
                </c:pt>
                <c:pt idx="2422">
                  <c:v>5.67500000003</c:v>
                </c:pt>
                <c:pt idx="2423">
                  <c:v>5.67950000003</c:v>
                </c:pt>
                <c:pt idx="2424">
                  <c:v>5.67975000003</c:v>
                </c:pt>
                <c:pt idx="2425">
                  <c:v>5.68425000003</c:v>
                </c:pt>
                <c:pt idx="2426">
                  <c:v>5.68450000003</c:v>
                </c:pt>
                <c:pt idx="2427">
                  <c:v>5.68900000003</c:v>
                </c:pt>
                <c:pt idx="2428">
                  <c:v>5.68925000003</c:v>
                </c:pt>
                <c:pt idx="2429">
                  <c:v>5.69375000003</c:v>
                </c:pt>
                <c:pt idx="2430">
                  <c:v>5.69400000003</c:v>
                </c:pt>
                <c:pt idx="2431">
                  <c:v>5.69850000003</c:v>
                </c:pt>
                <c:pt idx="2432">
                  <c:v>5.69875000003</c:v>
                </c:pt>
                <c:pt idx="2433">
                  <c:v>5.70325000003</c:v>
                </c:pt>
                <c:pt idx="2434">
                  <c:v>5.70350000003</c:v>
                </c:pt>
                <c:pt idx="2435">
                  <c:v>5.70800000003</c:v>
                </c:pt>
                <c:pt idx="2436">
                  <c:v>5.70825000003</c:v>
                </c:pt>
                <c:pt idx="2437">
                  <c:v>5.71275000003</c:v>
                </c:pt>
                <c:pt idx="2438">
                  <c:v>5.71300000003</c:v>
                </c:pt>
                <c:pt idx="2439">
                  <c:v>5.71750000003</c:v>
                </c:pt>
                <c:pt idx="2440">
                  <c:v>5.71775000003</c:v>
                </c:pt>
                <c:pt idx="2441">
                  <c:v>5.72225000003</c:v>
                </c:pt>
                <c:pt idx="2442">
                  <c:v>5.72250000003</c:v>
                </c:pt>
                <c:pt idx="2443">
                  <c:v>5.72700000003</c:v>
                </c:pt>
                <c:pt idx="2444">
                  <c:v>5.72725000003</c:v>
                </c:pt>
                <c:pt idx="2445">
                  <c:v>5.73175000003</c:v>
                </c:pt>
                <c:pt idx="2446">
                  <c:v>5.73200000003</c:v>
                </c:pt>
                <c:pt idx="2447">
                  <c:v>5.73650000003</c:v>
                </c:pt>
                <c:pt idx="2448">
                  <c:v>5.73675000003</c:v>
                </c:pt>
                <c:pt idx="2449">
                  <c:v>5.74125000003</c:v>
                </c:pt>
                <c:pt idx="2450">
                  <c:v>5.74150000003</c:v>
                </c:pt>
                <c:pt idx="2451">
                  <c:v>5.74600000003</c:v>
                </c:pt>
                <c:pt idx="2452">
                  <c:v>5.74625000003</c:v>
                </c:pt>
                <c:pt idx="2453">
                  <c:v>5.75075000003</c:v>
                </c:pt>
                <c:pt idx="2454">
                  <c:v>5.75100000003</c:v>
                </c:pt>
                <c:pt idx="2455">
                  <c:v>5.75550000003</c:v>
                </c:pt>
                <c:pt idx="2456">
                  <c:v>5.75575000003</c:v>
                </c:pt>
                <c:pt idx="2457">
                  <c:v>5.76025000003</c:v>
                </c:pt>
                <c:pt idx="2458">
                  <c:v>5.76050000003</c:v>
                </c:pt>
                <c:pt idx="2459">
                  <c:v>5.76500000003</c:v>
                </c:pt>
                <c:pt idx="2460">
                  <c:v>5.76525000003</c:v>
                </c:pt>
                <c:pt idx="2461">
                  <c:v>5.76975000003</c:v>
                </c:pt>
                <c:pt idx="2462">
                  <c:v>5.77000000003</c:v>
                </c:pt>
                <c:pt idx="2463">
                  <c:v>5.77450000003</c:v>
                </c:pt>
                <c:pt idx="2464">
                  <c:v>5.77475000003</c:v>
                </c:pt>
                <c:pt idx="2465">
                  <c:v>5.77925000003</c:v>
                </c:pt>
                <c:pt idx="2466">
                  <c:v>5.77950000003</c:v>
                </c:pt>
                <c:pt idx="2467">
                  <c:v>5.78400000003</c:v>
                </c:pt>
                <c:pt idx="2468">
                  <c:v>5.78425000003</c:v>
                </c:pt>
                <c:pt idx="2469">
                  <c:v>5.78875000003</c:v>
                </c:pt>
                <c:pt idx="2470">
                  <c:v>5.78900000003</c:v>
                </c:pt>
                <c:pt idx="2471">
                  <c:v>5.79350000003</c:v>
                </c:pt>
                <c:pt idx="2472">
                  <c:v>5.79375000003</c:v>
                </c:pt>
                <c:pt idx="2473">
                  <c:v>5.79825000003</c:v>
                </c:pt>
                <c:pt idx="2474">
                  <c:v>5.79850000003</c:v>
                </c:pt>
                <c:pt idx="2475">
                  <c:v>5.80300000003</c:v>
                </c:pt>
                <c:pt idx="2476">
                  <c:v>5.80325000003</c:v>
                </c:pt>
                <c:pt idx="2477">
                  <c:v>5.80775000003</c:v>
                </c:pt>
                <c:pt idx="2478">
                  <c:v>5.80800000003</c:v>
                </c:pt>
                <c:pt idx="2479">
                  <c:v>5.81250000003</c:v>
                </c:pt>
                <c:pt idx="2480">
                  <c:v>5.81275000003</c:v>
                </c:pt>
                <c:pt idx="2481">
                  <c:v>5.81725000003</c:v>
                </c:pt>
                <c:pt idx="2482">
                  <c:v>5.81750000003</c:v>
                </c:pt>
                <c:pt idx="2483">
                  <c:v>5.82200000003</c:v>
                </c:pt>
                <c:pt idx="2484">
                  <c:v>5.82225000003</c:v>
                </c:pt>
                <c:pt idx="2485">
                  <c:v>5.82675000003</c:v>
                </c:pt>
                <c:pt idx="2486">
                  <c:v>5.82700000003</c:v>
                </c:pt>
                <c:pt idx="2487">
                  <c:v>5.83150000003</c:v>
                </c:pt>
                <c:pt idx="2488">
                  <c:v>5.83175000003</c:v>
                </c:pt>
                <c:pt idx="2489">
                  <c:v>5.83625000003</c:v>
                </c:pt>
                <c:pt idx="2490">
                  <c:v>5.83650000003</c:v>
                </c:pt>
                <c:pt idx="2491">
                  <c:v>5.84100000003</c:v>
                </c:pt>
                <c:pt idx="2492">
                  <c:v>5.84125000003</c:v>
                </c:pt>
                <c:pt idx="2493">
                  <c:v>5.84575000003</c:v>
                </c:pt>
                <c:pt idx="2494">
                  <c:v>5.84600000003</c:v>
                </c:pt>
                <c:pt idx="2495">
                  <c:v>5.85050000003</c:v>
                </c:pt>
                <c:pt idx="2496">
                  <c:v>5.85075000003</c:v>
                </c:pt>
                <c:pt idx="2497">
                  <c:v>5.85350000003</c:v>
                </c:pt>
                <c:pt idx="2498">
                  <c:v>5.85525000003</c:v>
                </c:pt>
                <c:pt idx="2499">
                  <c:v>5.85550000003</c:v>
                </c:pt>
                <c:pt idx="2500">
                  <c:v>5.86000000003</c:v>
                </c:pt>
                <c:pt idx="2501">
                  <c:v>5.86025000003</c:v>
                </c:pt>
                <c:pt idx="2502">
                  <c:v>5.86475000003</c:v>
                </c:pt>
                <c:pt idx="2503">
                  <c:v>5.86500000003</c:v>
                </c:pt>
                <c:pt idx="2504">
                  <c:v>5.86950000003</c:v>
                </c:pt>
                <c:pt idx="2505">
                  <c:v>5.86975000003</c:v>
                </c:pt>
                <c:pt idx="2506">
                  <c:v>5.87425000003</c:v>
                </c:pt>
                <c:pt idx="2507">
                  <c:v>5.87450000003</c:v>
                </c:pt>
                <c:pt idx="2508">
                  <c:v>5.87675000003</c:v>
                </c:pt>
                <c:pt idx="2509">
                  <c:v>5.87800000003</c:v>
                </c:pt>
                <c:pt idx="2510">
                  <c:v>5.87900000003</c:v>
                </c:pt>
                <c:pt idx="2511">
                  <c:v>5.87925000003</c:v>
                </c:pt>
                <c:pt idx="2512">
                  <c:v>5.88375000003</c:v>
                </c:pt>
                <c:pt idx="2513">
                  <c:v>5.88400000003</c:v>
                </c:pt>
                <c:pt idx="2514">
                  <c:v>5.88850000003</c:v>
                </c:pt>
                <c:pt idx="2515">
                  <c:v>5.88875000003</c:v>
                </c:pt>
                <c:pt idx="2516">
                  <c:v>5.89325000003</c:v>
                </c:pt>
                <c:pt idx="2517">
                  <c:v>5.89350000003</c:v>
                </c:pt>
                <c:pt idx="2518">
                  <c:v>5.89800000003</c:v>
                </c:pt>
                <c:pt idx="2519">
                  <c:v>5.89825000003</c:v>
                </c:pt>
                <c:pt idx="2520">
                  <c:v>5.90275000003</c:v>
                </c:pt>
                <c:pt idx="2521">
                  <c:v>5.90300000003</c:v>
                </c:pt>
                <c:pt idx="2522">
                  <c:v>5.90750000003</c:v>
                </c:pt>
                <c:pt idx="2523">
                  <c:v>5.90775000003</c:v>
                </c:pt>
                <c:pt idx="2524">
                  <c:v>5.91225000003</c:v>
                </c:pt>
                <c:pt idx="2525">
                  <c:v>5.91250000003</c:v>
                </c:pt>
                <c:pt idx="2526">
                  <c:v>5.91700000003</c:v>
                </c:pt>
                <c:pt idx="2527">
                  <c:v>5.91725000003</c:v>
                </c:pt>
                <c:pt idx="2528">
                  <c:v>5.92175000003</c:v>
                </c:pt>
                <c:pt idx="2529">
                  <c:v>5.92200000003</c:v>
                </c:pt>
                <c:pt idx="2530">
                  <c:v>5.92650000003</c:v>
                </c:pt>
                <c:pt idx="2531">
                  <c:v>5.92675000003</c:v>
                </c:pt>
                <c:pt idx="2532">
                  <c:v>5.93125000003</c:v>
                </c:pt>
                <c:pt idx="2533">
                  <c:v>5.93150000003</c:v>
                </c:pt>
                <c:pt idx="2534">
                  <c:v>5.93600000003</c:v>
                </c:pt>
                <c:pt idx="2535">
                  <c:v>5.93625000003</c:v>
                </c:pt>
                <c:pt idx="2536">
                  <c:v>5.94075000003</c:v>
                </c:pt>
                <c:pt idx="2537">
                  <c:v>5.94100000003</c:v>
                </c:pt>
                <c:pt idx="2538">
                  <c:v>5.94550000003</c:v>
                </c:pt>
                <c:pt idx="2539">
                  <c:v>5.94575000003</c:v>
                </c:pt>
                <c:pt idx="2540">
                  <c:v>5.95025000003</c:v>
                </c:pt>
                <c:pt idx="2541">
                  <c:v>5.95050000003</c:v>
                </c:pt>
                <c:pt idx="2542">
                  <c:v>5.95500000003</c:v>
                </c:pt>
                <c:pt idx="2543">
                  <c:v>5.95525000003</c:v>
                </c:pt>
                <c:pt idx="2544">
                  <c:v>5.95975000003</c:v>
                </c:pt>
                <c:pt idx="2545">
                  <c:v>5.96000000003</c:v>
                </c:pt>
                <c:pt idx="2546">
                  <c:v>5.96450000003</c:v>
                </c:pt>
                <c:pt idx="2547">
                  <c:v>5.96475000003</c:v>
                </c:pt>
                <c:pt idx="2548">
                  <c:v>5.96925000003</c:v>
                </c:pt>
                <c:pt idx="2549">
                  <c:v>5.96950000003</c:v>
                </c:pt>
                <c:pt idx="2550">
                  <c:v>5.97400000003</c:v>
                </c:pt>
                <c:pt idx="2551">
                  <c:v>5.97425000003</c:v>
                </c:pt>
                <c:pt idx="2552">
                  <c:v>5.97875000003</c:v>
                </c:pt>
                <c:pt idx="2553">
                  <c:v>5.97900000003</c:v>
                </c:pt>
                <c:pt idx="2554">
                  <c:v>5.98350000003</c:v>
                </c:pt>
                <c:pt idx="2555">
                  <c:v>5.98375000003</c:v>
                </c:pt>
                <c:pt idx="2556">
                  <c:v>5.98825000003</c:v>
                </c:pt>
                <c:pt idx="2557">
                  <c:v>5.98850000003</c:v>
                </c:pt>
                <c:pt idx="2558">
                  <c:v>5.99300000003</c:v>
                </c:pt>
                <c:pt idx="2559">
                  <c:v>5.99325000003</c:v>
                </c:pt>
                <c:pt idx="2560">
                  <c:v>5.99775000003</c:v>
                </c:pt>
                <c:pt idx="2561">
                  <c:v>5.99800000003</c:v>
                </c:pt>
                <c:pt idx="2562">
                  <c:v>6.00250000003</c:v>
                </c:pt>
                <c:pt idx="2563">
                  <c:v>6.00275000003</c:v>
                </c:pt>
                <c:pt idx="2564">
                  <c:v>6.00725000003</c:v>
                </c:pt>
                <c:pt idx="2565">
                  <c:v>6.00750000003</c:v>
                </c:pt>
                <c:pt idx="2566">
                  <c:v>6.01200000003</c:v>
                </c:pt>
                <c:pt idx="2567">
                  <c:v>6.01225000003</c:v>
                </c:pt>
                <c:pt idx="2568">
                  <c:v>6.01675000003</c:v>
                </c:pt>
                <c:pt idx="2569">
                  <c:v>6.01700000003</c:v>
                </c:pt>
                <c:pt idx="2570">
                  <c:v>6.02150000003</c:v>
                </c:pt>
                <c:pt idx="2571">
                  <c:v>6.02175000003</c:v>
                </c:pt>
                <c:pt idx="2572">
                  <c:v>6.02625000003</c:v>
                </c:pt>
                <c:pt idx="2573">
                  <c:v>6.02650000003</c:v>
                </c:pt>
                <c:pt idx="2574">
                  <c:v>6.03100000003</c:v>
                </c:pt>
                <c:pt idx="2575">
                  <c:v>6.03125000003</c:v>
                </c:pt>
                <c:pt idx="2576">
                  <c:v>6.03575000003</c:v>
                </c:pt>
                <c:pt idx="2577">
                  <c:v>6.03600000003</c:v>
                </c:pt>
                <c:pt idx="2578">
                  <c:v>6.04050000003</c:v>
                </c:pt>
                <c:pt idx="2579">
                  <c:v>6.04075000003</c:v>
                </c:pt>
                <c:pt idx="2580">
                  <c:v>6.04525000003</c:v>
                </c:pt>
                <c:pt idx="2581">
                  <c:v>6.04550000003</c:v>
                </c:pt>
                <c:pt idx="2582">
                  <c:v>6.05000000003</c:v>
                </c:pt>
                <c:pt idx="2583">
                  <c:v>6.05025000003</c:v>
                </c:pt>
                <c:pt idx="2584">
                  <c:v>6.05475000003</c:v>
                </c:pt>
                <c:pt idx="2585">
                  <c:v>6.05500000003</c:v>
                </c:pt>
                <c:pt idx="2586">
                  <c:v>6.05950000003</c:v>
                </c:pt>
                <c:pt idx="2587">
                  <c:v>6.05975000003</c:v>
                </c:pt>
                <c:pt idx="2588">
                  <c:v>6.06425000003</c:v>
                </c:pt>
                <c:pt idx="2589">
                  <c:v>6.06450000003</c:v>
                </c:pt>
                <c:pt idx="2590">
                  <c:v>6.06900000003</c:v>
                </c:pt>
                <c:pt idx="2591">
                  <c:v>6.06925000003</c:v>
                </c:pt>
                <c:pt idx="2592">
                  <c:v>6.07375000003</c:v>
                </c:pt>
                <c:pt idx="2593">
                  <c:v>6.07400000003</c:v>
                </c:pt>
                <c:pt idx="2594">
                  <c:v>6.07850000003</c:v>
                </c:pt>
                <c:pt idx="2595">
                  <c:v>6.07875000003</c:v>
                </c:pt>
                <c:pt idx="2596">
                  <c:v>6.08325000003</c:v>
                </c:pt>
                <c:pt idx="2597">
                  <c:v>6.08350000003</c:v>
                </c:pt>
                <c:pt idx="2598">
                  <c:v>6.08800000003</c:v>
                </c:pt>
                <c:pt idx="2599">
                  <c:v>6.08825000003</c:v>
                </c:pt>
                <c:pt idx="2600">
                  <c:v>6.09275000003</c:v>
                </c:pt>
                <c:pt idx="2601">
                  <c:v>6.09300000003</c:v>
                </c:pt>
                <c:pt idx="2602">
                  <c:v>6.09325000003</c:v>
                </c:pt>
                <c:pt idx="2603">
                  <c:v>6.09725000003</c:v>
                </c:pt>
                <c:pt idx="2604">
                  <c:v>6.09750000003</c:v>
                </c:pt>
                <c:pt idx="2605">
                  <c:v>6.09775000003</c:v>
                </c:pt>
                <c:pt idx="2606">
                  <c:v>6.10225000003</c:v>
                </c:pt>
                <c:pt idx="2607">
                  <c:v>6.10250000003</c:v>
                </c:pt>
                <c:pt idx="2608">
                  <c:v>6.10700000003</c:v>
                </c:pt>
                <c:pt idx="2609">
                  <c:v>6.10725000003</c:v>
                </c:pt>
                <c:pt idx="2610">
                  <c:v>6.11175000003</c:v>
                </c:pt>
                <c:pt idx="2611">
                  <c:v>6.11200000003</c:v>
                </c:pt>
                <c:pt idx="2612">
                  <c:v>6.11650000003</c:v>
                </c:pt>
                <c:pt idx="2613">
                  <c:v>6.11675000003</c:v>
                </c:pt>
                <c:pt idx="2614">
                  <c:v>6.12125000003</c:v>
                </c:pt>
                <c:pt idx="2615">
                  <c:v>6.12150000003</c:v>
                </c:pt>
                <c:pt idx="2616">
                  <c:v>6.12600000003</c:v>
                </c:pt>
                <c:pt idx="2617">
                  <c:v>6.12625000003</c:v>
                </c:pt>
                <c:pt idx="2618">
                  <c:v>6.13075000003</c:v>
                </c:pt>
                <c:pt idx="2619">
                  <c:v>6.13100000003</c:v>
                </c:pt>
                <c:pt idx="2620">
                  <c:v>6.13550000003</c:v>
                </c:pt>
                <c:pt idx="2621">
                  <c:v>6.13575000003</c:v>
                </c:pt>
                <c:pt idx="2622">
                  <c:v>6.14025000003</c:v>
                </c:pt>
                <c:pt idx="2623">
                  <c:v>6.14050000003</c:v>
                </c:pt>
                <c:pt idx="2624">
                  <c:v>6.14500000003</c:v>
                </c:pt>
                <c:pt idx="2625">
                  <c:v>6.14525000003</c:v>
                </c:pt>
                <c:pt idx="2626">
                  <c:v>6.14975000003</c:v>
                </c:pt>
                <c:pt idx="2627">
                  <c:v>6.15000000003</c:v>
                </c:pt>
                <c:pt idx="2628">
                  <c:v>6.15450000003</c:v>
                </c:pt>
                <c:pt idx="2629">
                  <c:v>6.15475000003</c:v>
                </c:pt>
                <c:pt idx="2630">
                  <c:v>6.15925000003</c:v>
                </c:pt>
                <c:pt idx="2631">
                  <c:v>6.15950000003</c:v>
                </c:pt>
                <c:pt idx="2632">
                  <c:v>6.16400000003</c:v>
                </c:pt>
                <c:pt idx="2633">
                  <c:v>6.16425000003</c:v>
                </c:pt>
                <c:pt idx="2634">
                  <c:v>6.16875000003</c:v>
                </c:pt>
                <c:pt idx="2635">
                  <c:v>6.16900000003</c:v>
                </c:pt>
                <c:pt idx="2636">
                  <c:v>6.17350000003</c:v>
                </c:pt>
                <c:pt idx="2637">
                  <c:v>6.17375000003</c:v>
                </c:pt>
                <c:pt idx="2638">
                  <c:v>6.17825000003</c:v>
                </c:pt>
                <c:pt idx="2639">
                  <c:v>6.17850000003</c:v>
                </c:pt>
                <c:pt idx="2640">
                  <c:v>6.18300000003</c:v>
                </c:pt>
                <c:pt idx="2641">
                  <c:v>6.18325000003</c:v>
                </c:pt>
                <c:pt idx="2642">
                  <c:v>6.18775000003</c:v>
                </c:pt>
                <c:pt idx="2643">
                  <c:v>6.18800000003</c:v>
                </c:pt>
                <c:pt idx="2644">
                  <c:v>6.19250000003</c:v>
                </c:pt>
                <c:pt idx="2645">
                  <c:v>6.19275000003</c:v>
                </c:pt>
                <c:pt idx="2646">
                  <c:v>6.19725000003</c:v>
                </c:pt>
                <c:pt idx="2647">
                  <c:v>6.19750000003</c:v>
                </c:pt>
                <c:pt idx="2648">
                  <c:v>6.20200000003</c:v>
                </c:pt>
                <c:pt idx="2649">
                  <c:v>6.20225000003</c:v>
                </c:pt>
                <c:pt idx="2650">
                  <c:v>6.20675000003</c:v>
                </c:pt>
                <c:pt idx="2651">
                  <c:v>6.20700000003</c:v>
                </c:pt>
                <c:pt idx="2652">
                  <c:v>6.21150000003</c:v>
                </c:pt>
                <c:pt idx="2653">
                  <c:v>6.21175000003</c:v>
                </c:pt>
                <c:pt idx="2654">
                  <c:v>6.21625000003</c:v>
                </c:pt>
                <c:pt idx="2655">
                  <c:v>6.21650000003</c:v>
                </c:pt>
                <c:pt idx="2656">
                  <c:v>6.22100000003</c:v>
                </c:pt>
                <c:pt idx="2657">
                  <c:v>6.22125000003</c:v>
                </c:pt>
                <c:pt idx="2658">
                  <c:v>6.22575000003</c:v>
                </c:pt>
                <c:pt idx="2659">
                  <c:v>6.22600000003</c:v>
                </c:pt>
                <c:pt idx="2660">
                  <c:v>6.23050000003</c:v>
                </c:pt>
                <c:pt idx="2661">
                  <c:v>6.23075000003</c:v>
                </c:pt>
                <c:pt idx="2662">
                  <c:v>6.23525000003</c:v>
                </c:pt>
                <c:pt idx="2663">
                  <c:v>6.23550000003</c:v>
                </c:pt>
                <c:pt idx="2664">
                  <c:v>6.24000000003</c:v>
                </c:pt>
                <c:pt idx="2665">
                  <c:v>6.24025000003</c:v>
                </c:pt>
                <c:pt idx="2666">
                  <c:v>6.24475000003</c:v>
                </c:pt>
                <c:pt idx="2667">
                  <c:v>6.24500000003</c:v>
                </c:pt>
                <c:pt idx="2668">
                  <c:v>6.24950000003</c:v>
                </c:pt>
                <c:pt idx="2669">
                  <c:v>6.24975000003</c:v>
                </c:pt>
                <c:pt idx="2670">
                  <c:v>6.25425000003</c:v>
                </c:pt>
                <c:pt idx="2671">
                  <c:v>6.25450000003</c:v>
                </c:pt>
                <c:pt idx="2672">
                  <c:v>6.25900000003</c:v>
                </c:pt>
                <c:pt idx="2673">
                  <c:v>6.25925000003</c:v>
                </c:pt>
                <c:pt idx="2674">
                  <c:v>6.26375000003</c:v>
                </c:pt>
                <c:pt idx="2675">
                  <c:v>6.26400000003</c:v>
                </c:pt>
                <c:pt idx="2676">
                  <c:v>6.26850000003</c:v>
                </c:pt>
                <c:pt idx="2677">
                  <c:v>6.26875000003</c:v>
                </c:pt>
                <c:pt idx="2678">
                  <c:v>6.27325000003</c:v>
                </c:pt>
                <c:pt idx="2679">
                  <c:v>6.27350000003</c:v>
                </c:pt>
                <c:pt idx="2680">
                  <c:v>6.27800000003</c:v>
                </c:pt>
                <c:pt idx="2681">
                  <c:v>6.27825000003</c:v>
                </c:pt>
                <c:pt idx="2682">
                  <c:v>6.28275000003</c:v>
                </c:pt>
                <c:pt idx="2683">
                  <c:v>6.28300000003</c:v>
                </c:pt>
                <c:pt idx="2684">
                  <c:v>6.28750000003</c:v>
                </c:pt>
                <c:pt idx="2685">
                  <c:v>6.28775000003</c:v>
                </c:pt>
                <c:pt idx="2686">
                  <c:v>6.29225000003</c:v>
                </c:pt>
                <c:pt idx="2687">
                  <c:v>6.29250000003</c:v>
                </c:pt>
                <c:pt idx="2688">
                  <c:v>6.29700000003</c:v>
                </c:pt>
                <c:pt idx="2689">
                  <c:v>6.29725000003</c:v>
                </c:pt>
                <c:pt idx="2690">
                  <c:v>6.30175000003</c:v>
                </c:pt>
                <c:pt idx="2691">
                  <c:v>6.30200000003</c:v>
                </c:pt>
                <c:pt idx="2692">
                  <c:v>6.30550000003</c:v>
                </c:pt>
                <c:pt idx="2693">
                  <c:v>6.30650000003</c:v>
                </c:pt>
                <c:pt idx="2694">
                  <c:v>6.30675000003</c:v>
                </c:pt>
                <c:pt idx="2695">
                  <c:v>6.31125000003</c:v>
                </c:pt>
                <c:pt idx="2696">
                  <c:v>6.31150000003</c:v>
                </c:pt>
                <c:pt idx="2697">
                  <c:v>6.31600000003</c:v>
                </c:pt>
                <c:pt idx="2698">
                  <c:v>6.31625000003</c:v>
                </c:pt>
                <c:pt idx="2699">
                  <c:v>6.31775000003</c:v>
                </c:pt>
                <c:pt idx="2700">
                  <c:v>6.31875000003</c:v>
                </c:pt>
                <c:pt idx="2701">
                  <c:v>6.32075000003</c:v>
                </c:pt>
                <c:pt idx="2702">
                  <c:v>6.32100000003</c:v>
                </c:pt>
                <c:pt idx="2703">
                  <c:v>6.32550000003</c:v>
                </c:pt>
                <c:pt idx="2704">
                  <c:v>6.32575000003</c:v>
                </c:pt>
                <c:pt idx="2705">
                  <c:v>6.33025000003</c:v>
                </c:pt>
                <c:pt idx="2706">
                  <c:v>6.33050000003</c:v>
                </c:pt>
                <c:pt idx="2707">
                  <c:v>6.33500000003</c:v>
                </c:pt>
                <c:pt idx="2708">
                  <c:v>6.33525000003</c:v>
                </c:pt>
                <c:pt idx="2709">
                  <c:v>6.33975000003</c:v>
                </c:pt>
                <c:pt idx="2710">
                  <c:v>6.34000000003</c:v>
                </c:pt>
                <c:pt idx="2711">
                  <c:v>6.34450000003</c:v>
                </c:pt>
                <c:pt idx="2712">
                  <c:v>6.34475000003</c:v>
                </c:pt>
                <c:pt idx="2713">
                  <c:v>6.34925000003</c:v>
                </c:pt>
                <c:pt idx="2714">
                  <c:v>6.34950000003</c:v>
                </c:pt>
                <c:pt idx="2715">
                  <c:v>6.35400000003</c:v>
                </c:pt>
                <c:pt idx="2716">
                  <c:v>6.35425000003</c:v>
                </c:pt>
                <c:pt idx="2717">
                  <c:v>6.35875000003</c:v>
                </c:pt>
                <c:pt idx="2718">
                  <c:v>6.35900000003</c:v>
                </c:pt>
                <c:pt idx="2719">
                  <c:v>6.36350000003</c:v>
                </c:pt>
                <c:pt idx="2720">
                  <c:v>6.36375000003</c:v>
                </c:pt>
                <c:pt idx="2721">
                  <c:v>6.36825000003</c:v>
                </c:pt>
                <c:pt idx="2722">
                  <c:v>6.36850000003</c:v>
                </c:pt>
                <c:pt idx="2723">
                  <c:v>6.37300000003</c:v>
                </c:pt>
                <c:pt idx="2724">
                  <c:v>6.37325000003</c:v>
                </c:pt>
                <c:pt idx="2725">
                  <c:v>6.37775000003</c:v>
                </c:pt>
                <c:pt idx="2726">
                  <c:v>6.37800000003</c:v>
                </c:pt>
                <c:pt idx="2727">
                  <c:v>6.38250000003</c:v>
                </c:pt>
                <c:pt idx="2728">
                  <c:v>6.38275000003</c:v>
                </c:pt>
                <c:pt idx="2729">
                  <c:v>6.38725000003</c:v>
                </c:pt>
                <c:pt idx="2730">
                  <c:v>6.38750000003</c:v>
                </c:pt>
                <c:pt idx="2731">
                  <c:v>6.39200000003</c:v>
                </c:pt>
                <c:pt idx="2732">
                  <c:v>6.39225000003</c:v>
                </c:pt>
                <c:pt idx="2733">
                  <c:v>6.39675000003</c:v>
                </c:pt>
                <c:pt idx="2734">
                  <c:v>6.39700000003</c:v>
                </c:pt>
                <c:pt idx="2735">
                  <c:v>6.40150000003</c:v>
                </c:pt>
                <c:pt idx="2736">
                  <c:v>6.40175000003</c:v>
                </c:pt>
                <c:pt idx="2737">
                  <c:v>6.40625000003</c:v>
                </c:pt>
                <c:pt idx="2738">
                  <c:v>6.40650000003</c:v>
                </c:pt>
                <c:pt idx="2739">
                  <c:v>6.41100000003</c:v>
                </c:pt>
                <c:pt idx="2740">
                  <c:v>6.41125000003</c:v>
                </c:pt>
                <c:pt idx="2741">
                  <c:v>6.41575000003</c:v>
                </c:pt>
                <c:pt idx="2742">
                  <c:v>6.41600000003</c:v>
                </c:pt>
                <c:pt idx="2743">
                  <c:v>6.42050000003</c:v>
                </c:pt>
                <c:pt idx="2744">
                  <c:v>6.42075000003</c:v>
                </c:pt>
                <c:pt idx="2745">
                  <c:v>6.42525000003</c:v>
                </c:pt>
                <c:pt idx="2746">
                  <c:v>6.42550000003</c:v>
                </c:pt>
                <c:pt idx="2747">
                  <c:v>6.43000000003</c:v>
                </c:pt>
                <c:pt idx="2748">
                  <c:v>6.43025000003</c:v>
                </c:pt>
                <c:pt idx="2749">
                  <c:v>6.43475000003</c:v>
                </c:pt>
                <c:pt idx="2750">
                  <c:v>6.43500000003</c:v>
                </c:pt>
                <c:pt idx="2751">
                  <c:v>6.43950000003</c:v>
                </c:pt>
                <c:pt idx="2752">
                  <c:v>6.43975000003</c:v>
                </c:pt>
                <c:pt idx="2753">
                  <c:v>6.44425000003</c:v>
                </c:pt>
                <c:pt idx="2754">
                  <c:v>6.44450000003</c:v>
                </c:pt>
                <c:pt idx="2755">
                  <c:v>6.44900000003</c:v>
                </c:pt>
                <c:pt idx="2756">
                  <c:v>6.44925000003</c:v>
                </c:pt>
                <c:pt idx="2757">
                  <c:v>6.45375000003</c:v>
                </c:pt>
                <c:pt idx="2758">
                  <c:v>6.45400000003</c:v>
                </c:pt>
                <c:pt idx="2759">
                  <c:v>6.45850000003</c:v>
                </c:pt>
                <c:pt idx="2760">
                  <c:v>6.45875000003</c:v>
                </c:pt>
                <c:pt idx="2761">
                  <c:v>6.46325000003</c:v>
                </c:pt>
                <c:pt idx="2762">
                  <c:v>6.46350000003</c:v>
                </c:pt>
                <c:pt idx="2763">
                  <c:v>6.46800000003</c:v>
                </c:pt>
                <c:pt idx="2764">
                  <c:v>6.46825000003</c:v>
                </c:pt>
                <c:pt idx="2765">
                  <c:v>6.47275000003</c:v>
                </c:pt>
                <c:pt idx="2766">
                  <c:v>6.47300000003</c:v>
                </c:pt>
                <c:pt idx="2767">
                  <c:v>6.47750000003</c:v>
                </c:pt>
                <c:pt idx="2768">
                  <c:v>6.47775000003</c:v>
                </c:pt>
                <c:pt idx="2769">
                  <c:v>6.48225000003</c:v>
                </c:pt>
                <c:pt idx="2770">
                  <c:v>6.48250000003</c:v>
                </c:pt>
                <c:pt idx="2771">
                  <c:v>6.48700000003</c:v>
                </c:pt>
                <c:pt idx="2772">
                  <c:v>6.48725000003</c:v>
                </c:pt>
                <c:pt idx="2773">
                  <c:v>6.49175000003</c:v>
                </c:pt>
                <c:pt idx="2774">
                  <c:v>6.49200000003</c:v>
                </c:pt>
                <c:pt idx="2775">
                  <c:v>6.49650000003</c:v>
                </c:pt>
                <c:pt idx="2776">
                  <c:v>6.49675000003</c:v>
                </c:pt>
                <c:pt idx="2777">
                  <c:v>6.50125000003</c:v>
                </c:pt>
                <c:pt idx="2778">
                  <c:v>6.50150000003</c:v>
                </c:pt>
                <c:pt idx="2779">
                  <c:v>6.50600000003</c:v>
                </c:pt>
                <c:pt idx="2780">
                  <c:v>6.50625000003</c:v>
                </c:pt>
                <c:pt idx="2781">
                  <c:v>6.51075000003</c:v>
                </c:pt>
                <c:pt idx="2782">
                  <c:v>6.51100000003</c:v>
                </c:pt>
                <c:pt idx="2783">
                  <c:v>6.51550000003</c:v>
                </c:pt>
                <c:pt idx="2784">
                  <c:v>6.51575000003</c:v>
                </c:pt>
                <c:pt idx="2785">
                  <c:v>6.52025000003</c:v>
                </c:pt>
                <c:pt idx="2786">
                  <c:v>6.52050000003</c:v>
                </c:pt>
                <c:pt idx="2787">
                  <c:v>6.52500000003</c:v>
                </c:pt>
                <c:pt idx="2788">
                  <c:v>6.52525000003</c:v>
                </c:pt>
                <c:pt idx="2789">
                  <c:v>6.52925000003</c:v>
                </c:pt>
                <c:pt idx="2790">
                  <c:v>6.52975000003</c:v>
                </c:pt>
                <c:pt idx="2791">
                  <c:v>6.53000000003</c:v>
                </c:pt>
                <c:pt idx="2792">
                  <c:v>6.53450000003</c:v>
                </c:pt>
                <c:pt idx="2793">
                  <c:v>6.53475000003</c:v>
                </c:pt>
                <c:pt idx="2794">
                  <c:v>6.53825000003</c:v>
                </c:pt>
                <c:pt idx="2795">
                  <c:v>6.53900000003</c:v>
                </c:pt>
                <c:pt idx="2796">
                  <c:v>6.53925000003</c:v>
                </c:pt>
                <c:pt idx="2797">
                  <c:v>6.53950000003</c:v>
                </c:pt>
                <c:pt idx="2798">
                  <c:v>6.54400000003</c:v>
                </c:pt>
                <c:pt idx="2799">
                  <c:v>6.54425000003</c:v>
                </c:pt>
                <c:pt idx="2800">
                  <c:v>6.54875000003</c:v>
                </c:pt>
                <c:pt idx="2801">
                  <c:v>6.54900000003</c:v>
                </c:pt>
                <c:pt idx="2802">
                  <c:v>6.55350000003</c:v>
                </c:pt>
                <c:pt idx="2803">
                  <c:v>6.55375000003</c:v>
                </c:pt>
                <c:pt idx="2804">
                  <c:v>6.55825000003</c:v>
                </c:pt>
                <c:pt idx="2805">
                  <c:v>6.55850000003</c:v>
                </c:pt>
                <c:pt idx="2806">
                  <c:v>6.56300000003</c:v>
                </c:pt>
                <c:pt idx="2807">
                  <c:v>6.56325000003</c:v>
                </c:pt>
                <c:pt idx="2808">
                  <c:v>6.56775000003</c:v>
                </c:pt>
                <c:pt idx="2809">
                  <c:v>6.56800000003</c:v>
                </c:pt>
                <c:pt idx="2810">
                  <c:v>6.57250000003</c:v>
                </c:pt>
                <c:pt idx="2811">
                  <c:v>6.57275000003</c:v>
                </c:pt>
                <c:pt idx="2812">
                  <c:v>6.57725000003</c:v>
                </c:pt>
                <c:pt idx="2813">
                  <c:v>6.57750000003</c:v>
                </c:pt>
                <c:pt idx="2814">
                  <c:v>6.58200000003</c:v>
                </c:pt>
                <c:pt idx="2815">
                  <c:v>6.58225000003</c:v>
                </c:pt>
                <c:pt idx="2816">
                  <c:v>6.58675000003</c:v>
                </c:pt>
                <c:pt idx="2817">
                  <c:v>6.58700000003</c:v>
                </c:pt>
                <c:pt idx="2818">
                  <c:v>6.59150000003</c:v>
                </c:pt>
                <c:pt idx="2819">
                  <c:v>6.59175000003</c:v>
                </c:pt>
                <c:pt idx="2820">
                  <c:v>6.59625000003</c:v>
                </c:pt>
                <c:pt idx="2821">
                  <c:v>6.59650000003</c:v>
                </c:pt>
                <c:pt idx="2822">
                  <c:v>6.60100000003</c:v>
                </c:pt>
                <c:pt idx="2823">
                  <c:v>6.60125000003</c:v>
                </c:pt>
                <c:pt idx="2824">
                  <c:v>6.60575000003</c:v>
                </c:pt>
                <c:pt idx="2825">
                  <c:v>6.60600000003</c:v>
                </c:pt>
                <c:pt idx="2826">
                  <c:v>6.61050000003</c:v>
                </c:pt>
                <c:pt idx="2827">
                  <c:v>6.61075000003</c:v>
                </c:pt>
                <c:pt idx="2828">
                  <c:v>6.61525000003</c:v>
                </c:pt>
                <c:pt idx="2829">
                  <c:v>6.61550000003</c:v>
                </c:pt>
                <c:pt idx="2830">
                  <c:v>6.62000000003</c:v>
                </c:pt>
                <c:pt idx="2831">
                  <c:v>6.62025000003</c:v>
                </c:pt>
                <c:pt idx="2832">
                  <c:v>6.62475000003</c:v>
                </c:pt>
                <c:pt idx="2833">
                  <c:v>6.62500000003</c:v>
                </c:pt>
                <c:pt idx="2834">
                  <c:v>6.62950000003</c:v>
                </c:pt>
                <c:pt idx="2835">
                  <c:v>6.62975000003</c:v>
                </c:pt>
                <c:pt idx="2836">
                  <c:v>6.63425000003</c:v>
                </c:pt>
                <c:pt idx="2837">
                  <c:v>6.63450000003</c:v>
                </c:pt>
                <c:pt idx="2838">
                  <c:v>6.63900000003</c:v>
                </c:pt>
                <c:pt idx="2839">
                  <c:v>6.63925000003</c:v>
                </c:pt>
                <c:pt idx="2840">
                  <c:v>6.64375000003</c:v>
                </c:pt>
                <c:pt idx="2841">
                  <c:v>6.64400000003</c:v>
                </c:pt>
                <c:pt idx="2842">
                  <c:v>6.64850000003</c:v>
                </c:pt>
                <c:pt idx="2843">
                  <c:v>6.64875000003</c:v>
                </c:pt>
                <c:pt idx="2844">
                  <c:v>6.65325000003</c:v>
                </c:pt>
                <c:pt idx="2845">
                  <c:v>6.65350000003</c:v>
                </c:pt>
                <c:pt idx="2846">
                  <c:v>6.65800000003</c:v>
                </c:pt>
                <c:pt idx="2847">
                  <c:v>6.65825000003</c:v>
                </c:pt>
                <c:pt idx="2848">
                  <c:v>6.66275000003</c:v>
                </c:pt>
                <c:pt idx="2849">
                  <c:v>6.66300000003</c:v>
                </c:pt>
                <c:pt idx="2850">
                  <c:v>6.66750000003</c:v>
                </c:pt>
                <c:pt idx="2851">
                  <c:v>6.66775000003</c:v>
                </c:pt>
                <c:pt idx="2852">
                  <c:v>6.67225000003</c:v>
                </c:pt>
                <c:pt idx="2853">
                  <c:v>6.67250000003</c:v>
                </c:pt>
                <c:pt idx="2854">
                  <c:v>6.67700000003</c:v>
                </c:pt>
                <c:pt idx="2855">
                  <c:v>6.67725000003</c:v>
                </c:pt>
                <c:pt idx="2856">
                  <c:v>6.68175000003</c:v>
                </c:pt>
                <c:pt idx="2857">
                  <c:v>6.68200000003</c:v>
                </c:pt>
                <c:pt idx="2858">
                  <c:v>6.68650000003</c:v>
                </c:pt>
                <c:pt idx="2859">
                  <c:v>6.68675000003</c:v>
                </c:pt>
                <c:pt idx="2860">
                  <c:v>6.69125000003</c:v>
                </c:pt>
                <c:pt idx="2861">
                  <c:v>6.69150000003</c:v>
                </c:pt>
                <c:pt idx="2862">
                  <c:v>6.69600000003</c:v>
                </c:pt>
                <c:pt idx="2863">
                  <c:v>6.69625000003</c:v>
                </c:pt>
                <c:pt idx="2864">
                  <c:v>6.70075000003</c:v>
                </c:pt>
                <c:pt idx="2865">
                  <c:v>6.70100000003</c:v>
                </c:pt>
                <c:pt idx="2866">
                  <c:v>6.70550000003</c:v>
                </c:pt>
                <c:pt idx="2867">
                  <c:v>6.70575000003</c:v>
                </c:pt>
                <c:pt idx="2868">
                  <c:v>6.71025000003</c:v>
                </c:pt>
                <c:pt idx="2869">
                  <c:v>6.71050000003</c:v>
                </c:pt>
                <c:pt idx="2870">
                  <c:v>6.71500000003</c:v>
                </c:pt>
                <c:pt idx="2871">
                  <c:v>6.71525000003</c:v>
                </c:pt>
                <c:pt idx="2872">
                  <c:v>6.71975000003</c:v>
                </c:pt>
                <c:pt idx="2873">
                  <c:v>6.72000000003</c:v>
                </c:pt>
                <c:pt idx="2874">
                  <c:v>6.72450000003</c:v>
                </c:pt>
                <c:pt idx="2875">
                  <c:v>6.72475000003</c:v>
                </c:pt>
                <c:pt idx="2876">
                  <c:v>6.72925000003</c:v>
                </c:pt>
                <c:pt idx="2877">
                  <c:v>6.72950000003</c:v>
                </c:pt>
                <c:pt idx="2878">
                  <c:v>6.73400000003</c:v>
                </c:pt>
                <c:pt idx="2879">
                  <c:v>6.73425000003</c:v>
                </c:pt>
                <c:pt idx="2880">
                  <c:v>6.73875000003</c:v>
                </c:pt>
                <c:pt idx="2881">
                  <c:v>6.73900000003</c:v>
                </c:pt>
                <c:pt idx="2882">
                  <c:v>6.74350000003</c:v>
                </c:pt>
                <c:pt idx="2883">
                  <c:v>6.74375000003</c:v>
                </c:pt>
                <c:pt idx="2884">
                  <c:v>6.74825000003</c:v>
                </c:pt>
                <c:pt idx="2885">
                  <c:v>6.74850000003</c:v>
                </c:pt>
                <c:pt idx="2886">
                  <c:v>6.75275000003</c:v>
                </c:pt>
                <c:pt idx="2887">
                  <c:v>6.75300000003</c:v>
                </c:pt>
                <c:pt idx="2888">
                  <c:v>6.75325000003</c:v>
                </c:pt>
                <c:pt idx="2889">
                  <c:v>6.75775000003</c:v>
                </c:pt>
                <c:pt idx="2890">
                  <c:v>6.75800000003</c:v>
                </c:pt>
                <c:pt idx="2891">
                  <c:v>6.75875000003</c:v>
                </c:pt>
                <c:pt idx="2892">
                  <c:v>6.75925000003</c:v>
                </c:pt>
                <c:pt idx="2893">
                  <c:v>6.76250000003</c:v>
                </c:pt>
                <c:pt idx="2894">
                  <c:v>6.76275000003</c:v>
                </c:pt>
                <c:pt idx="2895">
                  <c:v>6.76725000003</c:v>
                </c:pt>
                <c:pt idx="2896">
                  <c:v>6.76750000003</c:v>
                </c:pt>
                <c:pt idx="2897">
                  <c:v>6.77200000003</c:v>
                </c:pt>
                <c:pt idx="2898">
                  <c:v>6.77225000003</c:v>
                </c:pt>
                <c:pt idx="2899">
                  <c:v>6.77675000003</c:v>
                </c:pt>
                <c:pt idx="2900">
                  <c:v>6.77700000003</c:v>
                </c:pt>
                <c:pt idx="2901">
                  <c:v>6.78150000003</c:v>
                </c:pt>
                <c:pt idx="2902">
                  <c:v>6.78175000003</c:v>
                </c:pt>
                <c:pt idx="2903">
                  <c:v>6.78625000003</c:v>
                </c:pt>
                <c:pt idx="2904">
                  <c:v>6.78650000003</c:v>
                </c:pt>
                <c:pt idx="2905">
                  <c:v>6.79100000003</c:v>
                </c:pt>
                <c:pt idx="2906">
                  <c:v>6.79125000003</c:v>
                </c:pt>
                <c:pt idx="2907">
                  <c:v>6.79575000003</c:v>
                </c:pt>
                <c:pt idx="2908">
                  <c:v>6.79600000003</c:v>
                </c:pt>
                <c:pt idx="2909">
                  <c:v>6.80050000003</c:v>
                </c:pt>
                <c:pt idx="2910">
                  <c:v>6.80075000003</c:v>
                </c:pt>
                <c:pt idx="2911">
                  <c:v>6.80525000003</c:v>
                </c:pt>
                <c:pt idx="2912">
                  <c:v>6.80550000003</c:v>
                </c:pt>
                <c:pt idx="2913">
                  <c:v>6.81000000003</c:v>
                </c:pt>
                <c:pt idx="2914">
                  <c:v>6.81025000003</c:v>
                </c:pt>
                <c:pt idx="2915">
                  <c:v>6.81475000003</c:v>
                </c:pt>
                <c:pt idx="2916">
                  <c:v>6.81500000003</c:v>
                </c:pt>
                <c:pt idx="2917">
                  <c:v>6.81950000003</c:v>
                </c:pt>
                <c:pt idx="2918">
                  <c:v>6.81975000003</c:v>
                </c:pt>
                <c:pt idx="2919">
                  <c:v>6.82425000003</c:v>
                </c:pt>
                <c:pt idx="2920">
                  <c:v>6.82450000003</c:v>
                </c:pt>
                <c:pt idx="2921">
                  <c:v>6.82900000003</c:v>
                </c:pt>
                <c:pt idx="2922">
                  <c:v>6.82925000003</c:v>
                </c:pt>
                <c:pt idx="2923">
                  <c:v>6.83375000003</c:v>
                </c:pt>
                <c:pt idx="2924">
                  <c:v>6.83400000003</c:v>
                </c:pt>
                <c:pt idx="2925">
                  <c:v>6.83850000003</c:v>
                </c:pt>
                <c:pt idx="2926">
                  <c:v>6.83875000003</c:v>
                </c:pt>
                <c:pt idx="2927">
                  <c:v>6.84325000003</c:v>
                </c:pt>
                <c:pt idx="2928">
                  <c:v>6.84350000003</c:v>
                </c:pt>
                <c:pt idx="2929">
                  <c:v>6.84800000003</c:v>
                </c:pt>
                <c:pt idx="2930">
                  <c:v>6.84825000003</c:v>
                </c:pt>
                <c:pt idx="2931">
                  <c:v>6.85275000003</c:v>
                </c:pt>
                <c:pt idx="2932">
                  <c:v>6.85300000003</c:v>
                </c:pt>
                <c:pt idx="2933">
                  <c:v>6.85750000003</c:v>
                </c:pt>
                <c:pt idx="2934">
                  <c:v>6.85775000003</c:v>
                </c:pt>
                <c:pt idx="2935">
                  <c:v>6.86225000003</c:v>
                </c:pt>
                <c:pt idx="2936">
                  <c:v>6.86250000003</c:v>
                </c:pt>
                <c:pt idx="2937">
                  <c:v>6.86700000003</c:v>
                </c:pt>
                <c:pt idx="2938">
                  <c:v>6.86725000003</c:v>
                </c:pt>
                <c:pt idx="2939">
                  <c:v>6.87175000003</c:v>
                </c:pt>
                <c:pt idx="2940">
                  <c:v>6.87200000003</c:v>
                </c:pt>
                <c:pt idx="2941">
                  <c:v>6.87650000003</c:v>
                </c:pt>
                <c:pt idx="2942">
                  <c:v>6.87675000003</c:v>
                </c:pt>
                <c:pt idx="2943">
                  <c:v>6.88125000003</c:v>
                </c:pt>
                <c:pt idx="2944">
                  <c:v>6.88150000003</c:v>
                </c:pt>
                <c:pt idx="2945">
                  <c:v>6.88600000003</c:v>
                </c:pt>
                <c:pt idx="2946">
                  <c:v>6.88625000003</c:v>
                </c:pt>
                <c:pt idx="2947">
                  <c:v>6.89075000003</c:v>
                </c:pt>
                <c:pt idx="2948">
                  <c:v>6.89100000003</c:v>
                </c:pt>
                <c:pt idx="2949">
                  <c:v>6.89550000003</c:v>
                </c:pt>
                <c:pt idx="2950">
                  <c:v>6.89575000003</c:v>
                </c:pt>
                <c:pt idx="2951">
                  <c:v>6.90025000003</c:v>
                </c:pt>
                <c:pt idx="2952">
                  <c:v>6.90050000003</c:v>
                </c:pt>
                <c:pt idx="2953">
                  <c:v>6.90500000003</c:v>
                </c:pt>
                <c:pt idx="2954">
                  <c:v>6.90525000003</c:v>
                </c:pt>
                <c:pt idx="2955">
                  <c:v>6.90975000003</c:v>
                </c:pt>
                <c:pt idx="2956">
                  <c:v>6.91000000003</c:v>
                </c:pt>
                <c:pt idx="2957">
                  <c:v>6.91450000003</c:v>
                </c:pt>
                <c:pt idx="2958">
                  <c:v>6.91475000003</c:v>
                </c:pt>
                <c:pt idx="2959">
                  <c:v>6.91925000003</c:v>
                </c:pt>
                <c:pt idx="2960">
                  <c:v>6.91950000003</c:v>
                </c:pt>
                <c:pt idx="2961">
                  <c:v>6.92400000003</c:v>
                </c:pt>
                <c:pt idx="2962">
                  <c:v>6.92425000003</c:v>
                </c:pt>
                <c:pt idx="2963">
                  <c:v>6.92875000003</c:v>
                </c:pt>
                <c:pt idx="2964">
                  <c:v>6.92900000003</c:v>
                </c:pt>
                <c:pt idx="2965">
                  <c:v>6.93350000003</c:v>
                </c:pt>
                <c:pt idx="2966">
                  <c:v>6.93375000003</c:v>
                </c:pt>
                <c:pt idx="2967">
                  <c:v>6.93825000003</c:v>
                </c:pt>
                <c:pt idx="2968">
                  <c:v>6.93850000003</c:v>
                </c:pt>
                <c:pt idx="2969">
                  <c:v>6.94300000003</c:v>
                </c:pt>
                <c:pt idx="2970">
                  <c:v>6.94325000003</c:v>
                </c:pt>
                <c:pt idx="2971">
                  <c:v>6.94775000003</c:v>
                </c:pt>
                <c:pt idx="2972">
                  <c:v>6.94800000003</c:v>
                </c:pt>
                <c:pt idx="2973">
                  <c:v>6.95250000003</c:v>
                </c:pt>
                <c:pt idx="2974">
                  <c:v>6.95275000003</c:v>
                </c:pt>
                <c:pt idx="2975">
                  <c:v>6.95725000003</c:v>
                </c:pt>
                <c:pt idx="2976">
                  <c:v>6.95750000003</c:v>
                </c:pt>
                <c:pt idx="2977">
                  <c:v>6.96200000003</c:v>
                </c:pt>
                <c:pt idx="2978">
                  <c:v>6.96225000003</c:v>
                </c:pt>
                <c:pt idx="2979">
                  <c:v>6.96675000003</c:v>
                </c:pt>
                <c:pt idx="2980">
                  <c:v>6.96700000003</c:v>
                </c:pt>
                <c:pt idx="2981">
                  <c:v>6.96900000003</c:v>
                </c:pt>
                <c:pt idx="2982">
                  <c:v>6.97150000003</c:v>
                </c:pt>
                <c:pt idx="2983">
                  <c:v>6.97175000003</c:v>
                </c:pt>
                <c:pt idx="2984">
                  <c:v>6.97625000003</c:v>
                </c:pt>
                <c:pt idx="2985">
                  <c:v>6.97650000003</c:v>
                </c:pt>
                <c:pt idx="2986">
                  <c:v>6.97925000003</c:v>
                </c:pt>
                <c:pt idx="2987">
                  <c:v>6.98050000003</c:v>
                </c:pt>
                <c:pt idx="2988">
                  <c:v>6.98100000003</c:v>
                </c:pt>
                <c:pt idx="2989">
                  <c:v>6.98125000003</c:v>
                </c:pt>
                <c:pt idx="2990">
                  <c:v>6.98575000003</c:v>
                </c:pt>
                <c:pt idx="2991">
                  <c:v>6.98600000003</c:v>
                </c:pt>
                <c:pt idx="2992">
                  <c:v>6.99050000003</c:v>
                </c:pt>
                <c:pt idx="2993">
                  <c:v>6.99075000003</c:v>
                </c:pt>
                <c:pt idx="2994">
                  <c:v>6.99525000003</c:v>
                </c:pt>
                <c:pt idx="2995">
                  <c:v>6.99550000003</c:v>
                </c:pt>
                <c:pt idx="2996">
                  <c:v>6.99950000003</c:v>
                </c:pt>
                <c:pt idx="2997">
                  <c:v>6.99975000003</c:v>
                </c:pt>
                <c:pt idx="2998">
                  <c:v>7.00000000003</c:v>
                </c:pt>
              </c:numCache>
            </c:numRef>
          </c:xVal>
          <c:yVal>
            <c:numRef>
              <c:f>'Chart Data'!$B$2:$B$3000</c:f>
              <c:numCache>
                <c:formatCode>0.0</c:formatCode>
                <c:ptCount val="2999"/>
                <c:pt idx="0">
                  <c:v>6.89511042876</c:v>
                </c:pt>
                <c:pt idx="1">
                  <c:v>6.8961356254</c:v>
                </c:pt>
                <c:pt idx="2">
                  <c:v>6.89613858864</c:v>
                </c:pt>
                <c:pt idx="3">
                  <c:v>6.89619263707</c:v>
                </c:pt>
                <c:pt idx="4">
                  <c:v>6.8961953138</c:v>
                </c:pt>
                <c:pt idx="5">
                  <c:v>6.89624275088</c:v>
                </c:pt>
                <c:pt idx="6">
                  <c:v>6.8962451064</c:v>
                </c:pt>
                <c:pt idx="7">
                  <c:v>6.89628994418</c:v>
                </c:pt>
                <c:pt idx="8">
                  <c:v>6.89629236208</c:v>
                </c:pt>
                <c:pt idx="9">
                  <c:v>6.89634044615</c:v>
                </c:pt>
                <c:pt idx="10">
                  <c:v>6.89634300861</c:v>
                </c:pt>
                <c:pt idx="11">
                  <c:v>6.89639000225</c:v>
                </c:pt>
                <c:pt idx="12">
                  <c:v>6.89639230856</c:v>
                </c:pt>
                <c:pt idx="13">
                  <c:v>6.89643307773</c:v>
                </c:pt>
                <c:pt idx="14">
                  <c:v>6.89643508324</c:v>
                </c:pt>
                <c:pt idx="15">
                  <c:v>6.89647319598</c:v>
                </c:pt>
                <c:pt idx="16">
                  <c:v>6.89647527338</c:v>
                </c:pt>
                <c:pt idx="17">
                  <c:v>6.89651666306</c:v>
                </c:pt>
                <c:pt idx="18">
                  <c:v>6.89651892216</c:v>
                </c:pt>
                <c:pt idx="19">
                  <c:v>6.89655992343</c:v>
                </c:pt>
                <c:pt idx="20">
                  <c:v>6.89656192428</c:v>
                </c:pt>
                <c:pt idx="21">
                  <c:v>6.89659653179</c:v>
                </c:pt>
                <c:pt idx="22">
                  <c:v>6.89659825861</c:v>
                </c:pt>
                <c:pt idx="23">
                  <c:v>6.89663122434</c:v>
                </c:pt>
                <c:pt idx="24">
                  <c:v>6.8966330112</c:v>
                </c:pt>
                <c:pt idx="25">
                  <c:v>6.89666915059</c:v>
                </c:pt>
                <c:pt idx="26">
                  <c:v>6.89667112356</c:v>
                </c:pt>
                <c:pt idx="27">
                  <c:v>6.89670729912</c:v>
                </c:pt>
                <c:pt idx="28">
                  <c:v>6.89670907492</c:v>
                </c:pt>
                <c:pt idx="29">
                  <c:v>6.89673960058</c:v>
                </c:pt>
                <c:pt idx="30">
                  <c:v>6.89674107903</c:v>
                </c:pt>
                <c:pt idx="31">
                  <c:v>6.89676955369</c:v>
                </c:pt>
                <c:pt idx="32">
                  <c:v>6.89677115558</c:v>
                </c:pt>
                <c:pt idx="33">
                  <c:v>6.89680379637</c:v>
                </c:pt>
                <c:pt idx="34">
                  <c:v>6.89680557469</c:v>
                </c:pt>
                <c:pt idx="35">
                  <c:v>6.89683856125</c:v>
                </c:pt>
                <c:pt idx="36">
                  <c:v>6.89684017305</c:v>
                </c:pt>
                <c:pt idx="37">
                  <c:v>6.89686799448</c:v>
                </c:pt>
                <c:pt idx="38">
                  <c:v>6.89686935576</c:v>
                </c:pt>
                <c:pt idx="39">
                  <c:v>6.89689600709</c:v>
                </c:pt>
                <c:pt idx="40">
                  <c:v>6.89689751643</c:v>
                </c:pt>
                <c:pt idx="41">
                  <c:v>6.89692892732</c:v>
                </c:pt>
                <c:pt idx="42">
                  <c:v>6.89693065103</c:v>
                </c:pt>
                <c:pt idx="43">
                  <c:v>6.89696270627</c:v>
                </c:pt>
                <c:pt idx="44">
                  <c:v>6.89696429558</c:v>
                </c:pt>
                <c:pt idx="45">
                  <c:v>6.89699198305</c:v>
                </c:pt>
                <c:pt idx="46">
                  <c:v>6.89699334905</c:v>
                </c:pt>
                <c:pt idx="47">
                  <c:v>6.89702006126</c:v>
                </c:pt>
                <c:pt idx="48">
                  <c:v>6.89702160789</c:v>
                </c:pt>
                <c:pt idx="49">
                  <c:v>6.89705345755</c:v>
                </c:pt>
                <c:pt idx="50">
                  <c:v>6.89705524598</c:v>
                </c:pt>
                <c:pt idx="51">
                  <c:v>6.89708816961</c:v>
                </c:pt>
                <c:pt idx="52">
                  <c:v>6.89708981367</c:v>
                </c:pt>
                <c:pt idx="53">
                  <c:v>6.89711884794</c:v>
                </c:pt>
                <c:pt idx="54">
                  <c:v>6.89712030051</c:v>
                </c:pt>
                <c:pt idx="55">
                  <c:v>6.89714871564</c:v>
                </c:pt>
                <c:pt idx="56">
                  <c:v>6.89715032319</c:v>
                </c:pt>
                <c:pt idx="57">
                  <c:v>6.89718433032</c:v>
                </c:pt>
                <c:pt idx="58">
                  <c:v>6.89718625193</c:v>
                </c:pt>
                <c:pt idx="59">
                  <c:v>6.89722202397</c:v>
                </c:pt>
                <c:pt idx="60">
                  <c:v>6.8972237924</c:v>
                </c:pt>
                <c:pt idx="61">
                  <c:v>6.89725561242</c:v>
                </c:pt>
                <c:pt idx="62">
                  <c:v>6.89725722858</c:v>
                </c:pt>
                <c:pt idx="63">
                  <c:v>6.89728950231</c:v>
                </c:pt>
                <c:pt idx="64">
                  <c:v>6.89729133344</c:v>
                </c:pt>
                <c:pt idx="65">
                  <c:v>6.89732892169</c:v>
                </c:pt>
                <c:pt idx="66">
                  <c:v>6.89733101808</c:v>
                </c:pt>
                <c:pt idx="67">
                  <c:v>6.89737112857</c:v>
                </c:pt>
                <c:pt idx="68">
                  <c:v>6.89737316509</c:v>
                </c:pt>
                <c:pt idx="69">
                  <c:v>6.89740948893</c:v>
                </c:pt>
                <c:pt idx="70">
                  <c:v>6.8974113298</c:v>
                </c:pt>
                <c:pt idx="71">
                  <c:v>6.89744838848</c:v>
                </c:pt>
                <c:pt idx="72">
                  <c:v>6.89745047969</c:v>
                </c:pt>
                <c:pt idx="73">
                  <c:v>6.89749330981</c:v>
                </c:pt>
                <c:pt idx="74">
                  <c:v>6.89749569274</c:v>
                </c:pt>
                <c:pt idx="75">
                  <c:v>6.89754090616</c:v>
                </c:pt>
                <c:pt idx="76">
                  <c:v>6.89754322457</c:v>
                </c:pt>
                <c:pt idx="77">
                  <c:v>6.89758541171</c:v>
                </c:pt>
                <c:pt idx="78">
                  <c:v>6.89758757644</c:v>
                </c:pt>
                <c:pt idx="79">
                  <c:v>6.8976301076</c:v>
                </c:pt>
                <c:pt idx="80">
                  <c:v>6.89763251127</c:v>
                </c:pt>
                <c:pt idx="81">
                  <c:v>6.89768165972</c:v>
                </c:pt>
                <c:pt idx="82">
                  <c:v>6.89768437944</c:v>
                </c:pt>
                <c:pt idx="83">
                  <c:v>6.89773574917</c:v>
                </c:pt>
                <c:pt idx="84">
                  <c:v>6.89773839072</c:v>
                </c:pt>
                <c:pt idx="85">
                  <c:v>6.89778695129</c:v>
                </c:pt>
                <c:pt idx="86">
                  <c:v>6.89778945966</c:v>
                </c:pt>
                <c:pt idx="87">
                  <c:v>6.89783843792</c:v>
                </c:pt>
                <c:pt idx="88">
                  <c:v>6.89784115248</c:v>
                </c:pt>
                <c:pt idx="89">
                  <c:v>6.89789638904</c:v>
                </c:pt>
                <c:pt idx="90">
                  <c:v>6.89789943726</c:v>
                </c:pt>
                <c:pt idx="91">
                  <c:v>6.89795734434</c:v>
                </c:pt>
                <c:pt idx="92">
                  <c:v>6.89796031779</c:v>
                </c:pt>
                <c:pt idx="93">
                  <c:v>6.89801502537</c:v>
                </c:pt>
                <c:pt idx="94">
                  <c:v>6.8980178733</c:v>
                </c:pt>
                <c:pt idx="95">
                  <c:v>6.89807357288</c:v>
                </c:pt>
                <c:pt idx="96">
                  <c:v>6.89807664331</c:v>
                </c:pt>
                <c:pt idx="97">
                  <c:v>6.89813821206</c:v>
                </c:pt>
                <c:pt idx="98">
                  <c:v>6.89814157865</c:v>
                </c:pt>
                <c:pt idx="99">
                  <c:v>6.89820582171</c:v>
                </c:pt>
                <c:pt idx="100">
                  <c:v>6.89820913148</c:v>
                </c:pt>
                <c:pt idx="101">
                  <c:v>6.89827001218</c:v>
                </c:pt>
                <c:pt idx="102">
                  <c:v>6.89827314944</c:v>
                </c:pt>
                <c:pt idx="103">
                  <c:v>6.89833457391</c:v>
                </c:pt>
                <c:pt idx="104">
                  <c:v>6.89833796184</c:v>
                </c:pt>
                <c:pt idx="105">
                  <c:v>6.89840576419</c:v>
                </c:pt>
                <c:pt idx="106">
                  <c:v>6.89840943842</c:v>
                </c:pt>
                <c:pt idx="107">
                  <c:v>6.89847886547</c:v>
                </c:pt>
                <c:pt idx="108">
                  <c:v>6.89848245513</c:v>
                </c:pt>
                <c:pt idx="109">
                  <c:v>6.89854895265</c:v>
                </c:pt>
                <c:pt idx="110">
                  <c:v>6.89855240768</c:v>
                </c:pt>
                <c:pt idx="111">
                  <c:v>6.89861914504</c:v>
                </c:pt>
                <c:pt idx="112">
                  <c:v>6.89862278312</c:v>
                </c:pt>
                <c:pt idx="113">
                  <c:v>6.89869440176</c:v>
                </c:pt>
                <c:pt idx="114">
                  <c:v>6.89869832321</c:v>
                </c:pt>
                <c:pt idx="115">
                  <c:v>6.89877263823</c:v>
                </c:pt>
                <c:pt idx="116">
                  <c:v>6.89877647471</c:v>
                </c:pt>
                <c:pt idx="117">
                  <c:v>6.89884678974</c:v>
                </c:pt>
                <c:pt idx="118">
                  <c:v>6.89885040957</c:v>
                </c:pt>
                <c:pt idx="119">
                  <c:v>6.89892044003</c:v>
                </c:pt>
                <c:pt idx="120">
                  <c:v>6.89892426731</c:v>
                </c:pt>
                <c:pt idx="121">
                  <c:v>6.89900017645</c:v>
                </c:pt>
                <c:pt idx="122">
                  <c:v>6.89900424506</c:v>
                </c:pt>
                <c:pt idx="123">
                  <c:v>6.89908091124</c:v>
                </c:pt>
                <c:pt idx="124">
                  <c:v>6.8990848622</c:v>
                </c:pt>
                <c:pt idx="125">
                  <c:v>6.8991577843</c:v>
                </c:pt>
                <c:pt idx="126">
                  <c:v>6.89916153376</c:v>
                </c:pt>
                <c:pt idx="127">
                  <c:v>6.89923371389</c:v>
                </c:pt>
                <c:pt idx="128">
                  <c:v>6.89923763007</c:v>
                </c:pt>
                <c:pt idx="129">
                  <c:v>6.89931436009</c:v>
                </c:pt>
                <c:pt idx="130">
                  <c:v>6.89931848328</c:v>
                </c:pt>
                <c:pt idx="131">
                  <c:v>6.89939613249</c:v>
                </c:pt>
                <c:pt idx="132">
                  <c:v>6.8994001038</c:v>
                </c:pt>
                <c:pt idx="133">
                  <c:v>6.89947326796</c:v>
                </c:pt>
                <c:pt idx="134">
                  <c:v>6.89947702562</c:v>
                </c:pt>
                <c:pt idx="135">
                  <c:v>6.89954878352</c:v>
                </c:pt>
                <c:pt idx="136">
                  <c:v>6.89955265222</c:v>
                </c:pt>
                <c:pt idx="137">
                  <c:v>6.89962875472</c:v>
                </c:pt>
                <c:pt idx="138">
                  <c:v>6.89963286907</c:v>
                </c:pt>
                <c:pt idx="139">
                  <c:v>6.8997095376</c:v>
                </c:pt>
                <c:pt idx="140">
                  <c:v>6.89971342192</c:v>
                </c:pt>
                <c:pt idx="141">
                  <c:v>6.89978467057</c:v>
                </c:pt>
                <c:pt idx="142">
                  <c:v>6.89978834285</c:v>
                </c:pt>
                <c:pt idx="143">
                  <c:v>6.89985835332</c:v>
                </c:pt>
                <c:pt idx="144">
                  <c:v>6.89986209924</c:v>
                </c:pt>
                <c:pt idx="145">
                  <c:v>6.89993549534</c:v>
                </c:pt>
                <c:pt idx="146">
                  <c:v>6.89993944224</c:v>
                </c:pt>
                <c:pt idx="147">
                  <c:v>6.90001316591</c:v>
                </c:pt>
                <c:pt idx="148">
                  <c:v>6.9000169132</c:v>
                </c:pt>
                <c:pt idx="149">
                  <c:v>6.90008494924</c:v>
                </c:pt>
                <c:pt idx="150">
                  <c:v>6.90008839818</c:v>
                </c:pt>
                <c:pt idx="151">
                  <c:v>6.90015486488</c:v>
                </c:pt>
                <c:pt idx="152">
                  <c:v>6.90015844948</c:v>
                </c:pt>
                <c:pt idx="153">
                  <c:v>6.90022808367</c:v>
                </c:pt>
                <c:pt idx="154">
                  <c:v>6.90023179758</c:v>
                </c:pt>
                <c:pt idx="155">
                  <c:v>6.90030110135</c:v>
                </c:pt>
                <c:pt idx="156">
                  <c:v>6.90030462481</c:v>
                </c:pt>
                <c:pt idx="157">
                  <c:v>6.90036822231</c:v>
                </c:pt>
                <c:pt idx="158">
                  <c:v>6.90037144197</c:v>
                </c:pt>
                <c:pt idx="159">
                  <c:v>6.90043269802</c:v>
                </c:pt>
                <c:pt idx="160">
                  <c:v>6.90043599411</c:v>
                </c:pt>
                <c:pt idx="161">
                  <c:v>6.90050066864</c:v>
                </c:pt>
                <c:pt idx="162">
                  <c:v>6.90050410254</c:v>
                </c:pt>
                <c:pt idx="163">
                  <c:v>6.90056770027</c:v>
                </c:pt>
                <c:pt idx="164">
                  <c:v>6.90057091449</c:v>
                </c:pt>
                <c:pt idx="165">
                  <c:v>6.90062921963</c:v>
                </c:pt>
                <c:pt idx="166">
                  <c:v>6.90063216672</c:v>
                </c:pt>
                <c:pt idx="167">
                  <c:v>6.90068756329</c:v>
                </c:pt>
                <c:pt idx="168">
                  <c:v>6.90069053048</c:v>
                </c:pt>
                <c:pt idx="169">
                  <c:v>6.90074893529</c:v>
                </c:pt>
                <c:pt idx="170">
                  <c:v>6.90075208821</c:v>
                </c:pt>
                <c:pt idx="171">
                  <c:v>6.90081004389</c:v>
                </c:pt>
                <c:pt idx="172">
                  <c:v>6.90081292609</c:v>
                </c:pt>
                <c:pt idx="173">
                  <c:v>6.90086421615</c:v>
                </c:pt>
                <c:pt idx="174">
                  <c:v>6.90086680614</c:v>
                </c:pt>
                <c:pt idx="175">
                  <c:v>6.90091611004</c:v>
                </c:pt>
                <c:pt idx="176">
                  <c:v>6.90091875468</c:v>
                </c:pt>
                <c:pt idx="177">
                  <c:v>6.9009705395</c:v>
                </c:pt>
                <c:pt idx="178">
                  <c:v>6.90097330147</c:v>
                </c:pt>
                <c:pt idx="179">
                  <c:v>6.90102460182</c:v>
                </c:pt>
                <c:pt idx="180">
                  <c:v>6.90102715656</c:v>
                </c:pt>
                <c:pt idx="181">
                  <c:v>6.90107213877</c:v>
                </c:pt>
                <c:pt idx="182">
                  <c:v>6.90107436466</c:v>
                </c:pt>
                <c:pt idx="183">
                  <c:v>6.90111719383</c:v>
                </c:pt>
                <c:pt idx="184">
                  <c:v>6.90111952502</c:v>
                </c:pt>
                <c:pt idx="185">
                  <c:v>6.90116489391</c:v>
                </c:pt>
                <c:pt idx="186">
                  <c:v>6.90116731685</c:v>
                </c:pt>
                <c:pt idx="187">
                  <c:v>6.90121213909</c:v>
                </c:pt>
                <c:pt idx="188">
                  <c:v>6.90121437797</c:v>
                </c:pt>
                <c:pt idx="189">
                  <c:v>6.90125376459</c:v>
                </c:pt>
                <c:pt idx="190">
                  <c:v>6.90125569262</c:v>
                </c:pt>
                <c:pt idx="191">
                  <c:v>6.90129207939</c:v>
                </c:pt>
                <c:pt idx="192">
                  <c:v>6.90129408076</c:v>
                </c:pt>
                <c:pt idx="193">
                  <c:v>6.90133406172</c:v>
                </c:pt>
                <c:pt idx="194">
                  <c:v>6.90133619401</c:v>
                </c:pt>
                <c:pt idx="195">
                  <c:v>6.90137512491</c:v>
                </c:pt>
                <c:pt idx="196">
                  <c:v>6.90137703395</c:v>
                </c:pt>
                <c:pt idx="197">
                  <c:v>6.90141078412</c:v>
                </c:pt>
                <c:pt idx="198">
                  <c:v>6.90141242098</c:v>
                </c:pt>
                <c:pt idx="199">
                  <c:v>6.90144371505</c:v>
                </c:pt>
                <c:pt idx="200">
                  <c:v>6.9014454303</c:v>
                </c:pt>
                <c:pt idx="201">
                  <c:v>6.90148055699</c:v>
                </c:pt>
                <c:pt idx="202">
                  <c:v>6.9014824877</c:v>
                </c:pt>
                <c:pt idx="203">
                  <c:v>6.90151758515</c:v>
                </c:pt>
                <c:pt idx="204">
                  <c:v>6.90151926422</c:v>
                </c:pt>
                <c:pt idx="205">
                  <c:v>6.90154799895</c:v>
                </c:pt>
                <c:pt idx="206">
                  <c:v>6.90154946038</c:v>
                </c:pt>
                <c:pt idx="207">
                  <c:v>6.90157771766</c:v>
                </c:pt>
                <c:pt idx="208">
                  <c:v>6.9015792564</c:v>
                </c:pt>
                <c:pt idx="209">
                  <c:v>6.90161001172</c:v>
                </c:pt>
                <c:pt idx="210">
                  <c:v>6.90161172104</c:v>
                </c:pt>
                <c:pt idx="211">
                  <c:v>6.9016434877</c:v>
                </c:pt>
                <c:pt idx="212">
                  <c:v>6.90164507494</c:v>
                </c:pt>
                <c:pt idx="213">
                  <c:v>6.90167230982</c:v>
                </c:pt>
                <c:pt idx="214">
                  <c:v>6.90167362067</c:v>
                </c:pt>
                <c:pt idx="215">
                  <c:v>6.90169920188</c:v>
                </c:pt>
                <c:pt idx="216">
                  <c:v>6.90170068033</c:v>
                </c:pt>
                <c:pt idx="217">
                  <c:v>6.9017309077</c:v>
                </c:pt>
                <c:pt idx="218">
                  <c:v>6.90173256101</c:v>
                </c:pt>
                <c:pt idx="219">
                  <c:v>6.90176318497</c:v>
                </c:pt>
                <c:pt idx="220">
                  <c:v>6.90176469786</c:v>
                </c:pt>
                <c:pt idx="221">
                  <c:v>6.9017911914</c:v>
                </c:pt>
                <c:pt idx="222">
                  <c:v>6.9017924802</c:v>
                </c:pt>
                <c:pt idx="223">
                  <c:v>6.90181813529</c:v>
                </c:pt>
                <c:pt idx="224">
                  <c:v>6.90181959658</c:v>
                </c:pt>
                <c:pt idx="225">
                  <c:v>6.90185016463</c:v>
                </c:pt>
                <c:pt idx="226">
                  <c:v>6.9018518627</c:v>
                </c:pt>
                <c:pt idx="227">
                  <c:v>6.90188339539</c:v>
                </c:pt>
                <c:pt idx="228">
                  <c:v>6.90188497939</c:v>
                </c:pt>
                <c:pt idx="229">
                  <c:v>6.90191283351</c:v>
                </c:pt>
                <c:pt idx="230">
                  <c:v>6.90191423814</c:v>
                </c:pt>
                <c:pt idx="231">
                  <c:v>6.90194140074</c:v>
                </c:pt>
                <c:pt idx="232">
                  <c:v>6.90194294169</c:v>
                </c:pt>
                <c:pt idx="233">
                  <c:v>6.90197541113</c:v>
                </c:pt>
                <c:pt idx="234">
                  <c:v>6.9019772335</c:v>
                </c:pt>
                <c:pt idx="235">
                  <c:v>6.90201105346</c:v>
                </c:pt>
                <c:pt idx="236">
                  <c:v>6.90201273044</c:v>
                </c:pt>
                <c:pt idx="237">
                  <c:v>6.90204302022</c:v>
                </c:pt>
                <c:pt idx="238">
                  <c:v>6.90204457959</c:v>
                </c:pt>
                <c:pt idx="239">
                  <c:v>6.90207532089</c:v>
                </c:pt>
                <c:pt idx="240">
                  <c:v>6.90207705479</c:v>
                </c:pt>
                <c:pt idx="241">
                  <c:v>6.90211254772</c:v>
                </c:pt>
                <c:pt idx="242">
                  <c:v>6.90211453001</c:v>
                </c:pt>
                <c:pt idx="243">
                  <c:v>6.90215259768</c:v>
                </c:pt>
                <c:pt idx="244">
                  <c:v>6.90215451401</c:v>
                </c:pt>
                <c:pt idx="245">
                  <c:v>6.90218882888</c:v>
                </c:pt>
                <c:pt idx="246">
                  <c:v>6.90219057694</c:v>
                </c:pt>
                <c:pt idx="247">
                  <c:v>6.90222572117</c:v>
                </c:pt>
                <c:pt idx="248">
                  <c:v>6.90222769346</c:v>
                </c:pt>
                <c:pt idx="249">
                  <c:v>6.90226814083</c:v>
                </c:pt>
                <c:pt idx="250">
                  <c:v>6.90227038533</c:v>
                </c:pt>
                <c:pt idx="251">
                  <c:v>6.90231302254</c:v>
                </c:pt>
                <c:pt idx="252">
                  <c:v>6.90231522704</c:v>
                </c:pt>
                <c:pt idx="253">
                  <c:v>6.90235522935</c:v>
                </c:pt>
                <c:pt idx="254">
                  <c:v>6.90235724948</c:v>
                </c:pt>
                <c:pt idx="255">
                  <c:v>6.90239718753</c:v>
                </c:pt>
                <c:pt idx="256">
                  <c:v>6.90239944389</c:v>
                </c:pt>
                <c:pt idx="257">
                  <c:v>6.90244568231</c:v>
                </c:pt>
                <c:pt idx="258">
                  <c:v>6.9024482288</c:v>
                </c:pt>
                <c:pt idx="259">
                  <c:v>6.90249631007</c:v>
                </c:pt>
                <c:pt idx="260">
                  <c:v>6.90249876971</c:v>
                </c:pt>
                <c:pt idx="261">
                  <c:v>6.90254438171</c:v>
                </c:pt>
                <c:pt idx="262">
                  <c:v>6.90254676744</c:v>
                </c:pt>
                <c:pt idx="263">
                  <c:v>6.90259283635</c:v>
                </c:pt>
                <c:pt idx="264">
                  <c:v>6.90259539807</c:v>
                </c:pt>
                <c:pt idx="265">
                  <c:v>6.90264718882</c:v>
                </c:pt>
                <c:pt idx="266">
                  <c:v>6.90265005438</c:v>
                </c:pt>
                <c:pt idx="267">
                  <c:v>6.90270430633</c:v>
                </c:pt>
                <c:pt idx="268">
                  <c:v>6.90270709982</c:v>
                </c:pt>
                <c:pt idx="269">
                  <c:v>6.90275834683</c:v>
                </c:pt>
                <c:pt idx="270">
                  <c:v>6.90276099301</c:v>
                </c:pt>
                <c:pt idx="271">
                  <c:v>6.90281315739</c:v>
                </c:pt>
                <c:pt idx="272">
                  <c:v>6.90281602604</c:v>
                </c:pt>
                <c:pt idx="273">
                  <c:v>6.9028736174</c:v>
                </c:pt>
                <c:pt idx="274">
                  <c:v>6.90287677576</c:v>
                </c:pt>
                <c:pt idx="275">
                  <c:v>6.90293693101</c:v>
                </c:pt>
                <c:pt idx="276">
                  <c:v>6.90294000523</c:v>
                </c:pt>
                <c:pt idx="277">
                  <c:v>6.90299694312</c:v>
                </c:pt>
                <c:pt idx="278">
                  <c:v>6.90299990722</c:v>
                </c:pt>
                <c:pt idx="279">
                  <c:v>6.90305759313</c:v>
                </c:pt>
                <c:pt idx="280">
                  <c:v>6.90306075198</c:v>
                </c:pt>
                <c:pt idx="281">
                  <c:v>6.90312369951</c:v>
                </c:pt>
                <c:pt idx="282">
                  <c:v>6.90312713759</c:v>
                </c:pt>
                <c:pt idx="283">
                  <c:v>6.90319222815</c:v>
                </c:pt>
                <c:pt idx="284">
                  <c:v>6.90319559521</c:v>
                </c:pt>
                <c:pt idx="285">
                  <c:v>6.90325764345</c:v>
                </c:pt>
                <c:pt idx="286">
                  <c:v>6.90326084105</c:v>
                </c:pt>
                <c:pt idx="287">
                  <c:v>6.90332312518</c:v>
                </c:pt>
                <c:pt idx="288">
                  <c:v>6.90332653539</c:v>
                </c:pt>
                <c:pt idx="289">
                  <c:v>6.9033938697</c:v>
                </c:pt>
                <c:pt idx="290">
                  <c:v>6.90339751052</c:v>
                </c:pt>
                <c:pt idx="291">
                  <c:v>6.90346680287</c:v>
                </c:pt>
                <c:pt idx="292">
                  <c:v>6.90347038282</c:v>
                </c:pt>
                <c:pt idx="293">
                  <c:v>6.90353607929</c:v>
                </c:pt>
                <c:pt idx="294">
                  <c:v>6.90353946358</c:v>
                </c:pt>
                <c:pt idx="295">
                  <c:v>6.90360498949</c:v>
                </c:pt>
                <c:pt idx="296">
                  <c:v>6.9036085771</c:v>
                </c:pt>
                <c:pt idx="297">
                  <c:v>6.90367939259</c:v>
                </c:pt>
                <c:pt idx="298">
                  <c:v>6.90368321025</c:v>
                </c:pt>
                <c:pt idx="299">
                  <c:v>6.90375474833</c:v>
                </c:pt>
                <c:pt idx="300">
                  <c:v>6.90375845393</c:v>
                </c:pt>
                <c:pt idx="301">
                  <c:v>6.9038268122</c:v>
                </c:pt>
                <c:pt idx="302">
                  <c:v>6.90383033845</c:v>
                </c:pt>
                <c:pt idx="303">
                  <c:v>6.90389770981</c:v>
                </c:pt>
                <c:pt idx="304">
                  <c:v>6.90390133921</c:v>
                </c:pt>
                <c:pt idx="305">
                  <c:v>6.90397330574</c:v>
                </c:pt>
                <c:pt idx="306">
                  <c:v>6.9039771897</c:v>
                </c:pt>
                <c:pt idx="307">
                  <c:v>6.90405021385</c:v>
                </c:pt>
                <c:pt idx="308">
                  <c:v>6.90405391363</c:v>
                </c:pt>
                <c:pt idx="309">
                  <c:v>6.90412222343</c:v>
                </c:pt>
                <c:pt idx="310">
                  <c:v>6.90412574268</c:v>
                </c:pt>
                <c:pt idx="311">
                  <c:v>6.90419331047</c:v>
                </c:pt>
                <c:pt idx="312">
                  <c:v>6.90419698184</c:v>
                </c:pt>
                <c:pt idx="313">
                  <c:v>6.90426820585</c:v>
                </c:pt>
                <c:pt idx="314">
                  <c:v>6.90427202549</c:v>
                </c:pt>
                <c:pt idx="315">
                  <c:v>6.90434380078</c:v>
                </c:pt>
                <c:pt idx="316">
                  <c:v>6.90434748681</c:v>
                </c:pt>
                <c:pt idx="317">
                  <c:v>6.90441442033</c:v>
                </c:pt>
                <c:pt idx="318">
                  <c:v>6.90441784982</c:v>
                </c:pt>
                <c:pt idx="319">
                  <c:v>6.9044834017</c:v>
                </c:pt>
                <c:pt idx="320">
                  <c:v>6.90448693374</c:v>
                </c:pt>
                <c:pt idx="321">
                  <c:v>6.90455619192</c:v>
                </c:pt>
                <c:pt idx="322">
                  <c:v>6.90455988977</c:v>
                </c:pt>
                <c:pt idx="323">
                  <c:v>6.90462878703</c:v>
                </c:pt>
                <c:pt idx="324">
                  <c:v>6.90463229956</c:v>
                </c:pt>
                <c:pt idx="325">
                  <c:v>6.9046968203</c:v>
                </c:pt>
                <c:pt idx="326">
                  <c:v>6.90470010146</c:v>
                </c:pt>
                <c:pt idx="327">
                  <c:v>6.90476245104</c:v>
                </c:pt>
                <c:pt idx="328">
                  <c:v>6.90476578606</c:v>
                </c:pt>
                <c:pt idx="329">
                  <c:v>6.90483139381</c:v>
                </c:pt>
                <c:pt idx="330">
                  <c:v>6.90483491518</c:v>
                </c:pt>
                <c:pt idx="331">
                  <c:v>6.90490036746</c:v>
                </c:pt>
                <c:pt idx="332">
                  <c:v>6.90490367548</c:v>
                </c:pt>
                <c:pt idx="333">
                  <c:v>6.90496335241</c:v>
                </c:pt>
                <c:pt idx="334">
                  <c:v>6.90496638166</c:v>
                </c:pt>
                <c:pt idx="335">
                  <c:v>6.90502450837</c:v>
                </c:pt>
                <c:pt idx="336">
                  <c:v>6.905027636</c:v>
                </c:pt>
                <c:pt idx="337">
                  <c:v>6.90508808898</c:v>
                </c:pt>
                <c:pt idx="338">
                  <c:v>6.90509129715</c:v>
                </c:pt>
                <c:pt idx="339">
                  <c:v>6.90515166842</c:v>
                </c:pt>
                <c:pt idx="340">
                  <c:v>6.90515472829</c:v>
                </c:pt>
                <c:pt idx="341">
                  <c:v>6.90520956826</c:v>
                </c:pt>
                <c:pt idx="342">
                  <c:v>6.90521232239</c:v>
                </c:pt>
                <c:pt idx="343">
                  <c:v>6.9052646836</c:v>
                </c:pt>
                <c:pt idx="344">
                  <c:v>6.90526751906</c:v>
                </c:pt>
                <c:pt idx="345">
                  <c:v>6.90532297652</c:v>
                </c:pt>
                <c:pt idx="346">
                  <c:v>6.90532595799</c:v>
                </c:pt>
                <c:pt idx="347">
                  <c:v>6.90538022117</c:v>
                </c:pt>
                <c:pt idx="348">
                  <c:v>6.90538293776</c:v>
                </c:pt>
                <c:pt idx="349">
                  <c:v>6.9054319876</c:v>
                </c:pt>
                <c:pt idx="350">
                  <c:v>6.90543446505</c:v>
                </c:pt>
                <c:pt idx="351">
                  <c:v>6.90548117744</c:v>
                </c:pt>
                <c:pt idx="352">
                  <c:v>6.90548365518</c:v>
                </c:pt>
                <c:pt idx="353">
                  <c:v>6.90553274441</c:v>
                </c:pt>
                <c:pt idx="354">
                  <c:v>6.90553539513</c:v>
                </c:pt>
                <c:pt idx="355">
                  <c:v>6.90558444903</c:v>
                </c:pt>
                <c:pt idx="356">
                  <c:v>6.90558686535</c:v>
                </c:pt>
                <c:pt idx="357">
                  <c:v>6.9056295503</c:v>
                </c:pt>
                <c:pt idx="358">
                  <c:v>6.90563169337</c:v>
                </c:pt>
                <c:pt idx="359">
                  <c:v>6.90567272073</c:v>
                </c:pt>
                <c:pt idx="360">
                  <c:v>6.90567494325</c:v>
                </c:pt>
                <c:pt idx="361">
                  <c:v>6.90571830156</c:v>
                </c:pt>
                <c:pt idx="362">
                  <c:v>6.90572059021</c:v>
                </c:pt>
                <c:pt idx="363">
                  <c:v>6.90576326591</c:v>
                </c:pt>
                <c:pt idx="364">
                  <c:v>6.9057653944</c:v>
                </c:pt>
                <c:pt idx="365">
                  <c:v>6.90580281924</c:v>
                </c:pt>
                <c:pt idx="366">
                  <c:v>6.90580465672</c:v>
                </c:pt>
                <c:pt idx="367">
                  <c:v>6.90583941806</c:v>
                </c:pt>
                <c:pt idx="368">
                  <c:v>6.90584132507</c:v>
                </c:pt>
                <c:pt idx="369">
                  <c:v>6.90587958411</c:v>
                </c:pt>
                <c:pt idx="370">
                  <c:v>6.90588164272</c:v>
                </c:pt>
                <c:pt idx="371">
                  <c:v>6.90591890834</c:v>
                </c:pt>
                <c:pt idx="372">
                  <c:v>6.9059207507</c:v>
                </c:pt>
                <c:pt idx="373">
                  <c:v>6.90595289591</c:v>
                </c:pt>
                <c:pt idx="374">
                  <c:v>6.90595446847</c:v>
                </c:pt>
                <c:pt idx="375">
                  <c:v>6.90598489297</c:v>
                </c:pt>
                <c:pt idx="376">
                  <c:v>6.90598655135</c:v>
                </c:pt>
                <c:pt idx="377">
                  <c:v>6.90601973528</c:v>
                </c:pt>
                <c:pt idx="378">
                  <c:v>6.90602155081</c:v>
                </c:pt>
                <c:pt idx="379">
                  <c:v>6.90605496578</c:v>
                </c:pt>
                <c:pt idx="380">
                  <c:v>6.90605659711</c:v>
                </c:pt>
                <c:pt idx="381">
                  <c:v>6.90608495672</c:v>
                </c:pt>
                <c:pt idx="382">
                  <c:v>6.90608635587</c:v>
                </c:pt>
                <c:pt idx="383">
                  <c:v>6.90611307924</c:v>
                </c:pt>
                <c:pt idx="384">
                  <c:v>6.90611455863</c:v>
                </c:pt>
                <c:pt idx="385">
                  <c:v>6.90614469957</c:v>
                </c:pt>
                <c:pt idx="386">
                  <c:v>6.90614636162</c:v>
                </c:pt>
                <c:pt idx="387">
                  <c:v>6.90617652055</c:v>
                </c:pt>
                <c:pt idx="388">
                  <c:v>6.906177997</c:v>
                </c:pt>
                <c:pt idx="389">
                  <c:v>6.90620327713</c:v>
                </c:pt>
                <c:pt idx="390">
                  <c:v>6.90620445143</c:v>
                </c:pt>
                <c:pt idx="391">
                  <c:v>6.90622690178</c:v>
                </c:pt>
                <c:pt idx="392">
                  <c:v>6.90622847063</c:v>
                </c:pt>
                <c:pt idx="393">
                  <c:v>6.90623009123</c:v>
                </c:pt>
                <c:pt idx="394">
                  <c:v>6.90623539732</c:v>
                </c:pt>
                <c:pt idx="395">
                  <c:v>6.90624361792</c:v>
                </c:pt>
                <c:pt idx="396">
                  <c:v>6.90624837549</c:v>
                </c:pt>
                <c:pt idx="397">
                  <c:v>6.90622602344</c:v>
                </c:pt>
                <c:pt idx="398">
                  <c:v>6.90054766452</c:v>
                </c:pt>
                <c:pt idx="399">
                  <c:v>6.89946146618</c:v>
                </c:pt>
                <c:pt idx="400">
                  <c:v>6.844976494</c:v>
                </c:pt>
                <c:pt idx="401">
                  <c:v>6.83998617708</c:v>
                </c:pt>
                <c:pt idx="402">
                  <c:v>6.70637288257</c:v>
                </c:pt>
                <c:pt idx="403">
                  <c:v>6.69749192203</c:v>
                </c:pt>
                <c:pt idx="404">
                  <c:v>6.54270765854</c:v>
                </c:pt>
                <c:pt idx="405">
                  <c:v>6.49419183359</c:v>
                </c:pt>
                <c:pt idx="406">
                  <c:v>6.48156302868</c:v>
                </c:pt>
                <c:pt idx="407">
                  <c:v>6.21316162452</c:v>
                </c:pt>
                <c:pt idx="408">
                  <c:v>6.19823208755</c:v>
                </c:pt>
                <c:pt idx="409">
                  <c:v>5.9229326572</c:v>
                </c:pt>
                <c:pt idx="410">
                  <c:v>5.90920000294</c:v>
                </c:pt>
                <c:pt idx="411">
                  <c:v>5.66032556313</c:v>
                </c:pt>
                <c:pt idx="412">
                  <c:v>5.6477750362</c:v>
                </c:pt>
                <c:pt idx="413">
                  <c:v>5.42441387326</c:v>
                </c:pt>
                <c:pt idx="414">
                  <c:v>5.41361442606</c:v>
                </c:pt>
                <c:pt idx="415">
                  <c:v>5.22456848836</c:v>
                </c:pt>
                <c:pt idx="416">
                  <c:v>5.21527801603</c:v>
                </c:pt>
                <c:pt idx="417">
                  <c:v>5.04933130312</c:v>
                </c:pt>
                <c:pt idx="418">
                  <c:v>5.04123555656</c:v>
                </c:pt>
                <c:pt idx="419">
                  <c:v>4.89974115104</c:v>
                </c:pt>
                <c:pt idx="420">
                  <c:v>4.89281414715</c:v>
                </c:pt>
                <c:pt idx="421">
                  <c:v>4.76751294439</c:v>
                </c:pt>
                <c:pt idx="422">
                  <c:v>4.76127429604</c:v>
                </c:pt>
                <c:pt idx="423">
                  <c:v>4.65142147586</c:v>
                </c:pt>
                <c:pt idx="424">
                  <c:v>4.64607057118</c:v>
                </c:pt>
                <c:pt idx="425">
                  <c:v>4.54978641149</c:v>
                </c:pt>
                <c:pt idx="426">
                  <c:v>4.5449740699</c:v>
                </c:pt>
                <c:pt idx="427">
                  <c:v>4.46001112791</c:v>
                </c:pt>
                <c:pt idx="428">
                  <c:v>4.45591463719</c:v>
                </c:pt>
                <c:pt idx="429">
                  <c:v>4.38388586206</c:v>
                </c:pt>
                <c:pt idx="430">
                  <c:v>4.38034705699</c:v>
                </c:pt>
                <c:pt idx="431">
                  <c:v>4.31820820072</c:v>
                </c:pt>
                <c:pt idx="432">
                  <c:v>4.31524938415</c:v>
                </c:pt>
                <c:pt idx="433">
                  <c:v>4.26487746258</c:v>
                </c:pt>
                <c:pt idx="434">
                  <c:v>4.26248731878</c:v>
                </c:pt>
                <c:pt idx="435">
                  <c:v>4.22128462489</c:v>
                </c:pt>
                <c:pt idx="436">
                  <c:v>4.21936036371</c:v>
                </c:pt>
                <c:pt idx="437">
                  <c:v>4.18799398128</c:v>
                </c:pt>
                <c:pt idx="438">
                  <c:v>4.18659434818</c:v>
                </c:pt>
                <c:pt idx="439">
                  <c:v>4.16371644236</c:v>
                </c:pt>
                <c:pt idx="440">
                  <c:v>4.1627055036</c:v>
                </c:pt>
                <c:pt idx="441">
                  <c:v>4.14772186002</c:v>
                </c:pt>
                <c:pt idx="442">
                  <c:v>4.14715594078</c:v>
                </c:pt>
                <c:pt idx="443">
                  <c:v>4.13985884379</c:v>
                </c:pt>
                <c:pt idx="444">
                  <c:v>4.13963922997</c:v>
                </c:pt>
                <c:pt idx="445">
                  <c:v>4.13833222858</c:v>
                </c:pt>
                <c:pt idx="446">
                  <c:v>4.13856313287</c:v>
                </c:pt>
                <c:pt idx="447">
                  <c:v>4.13878749053</c:v>
                </c:pt>
                <c:pt idx="448">
                  <c:v>4.13892765937</c:v>
                </c:pt>
                <c:pt idx="449">
                  <c:v>4.1447556976</c:v>
                </c:pt>
                <c:pt idx="450">
                  <c:v>4.14520821009</c:v>
                </c:pt>
                <c:pt idx="451">
                  <c:v>4.15634307097</c:v>
                </c:pt>
                <c:pt idx="452">
                  <c:v>4.1570695797</c:v>
                </c:pt>
                <c:pt idx="453">
                  <c:v>4.17348839659</c:v>
                </c:pt>
                <c:pt idx="454">
                  <c:v>4.17447451385</c:v>
                </c:pt>
                <c:pt idx="455">
                  <c:v>4.1950688175</c:v>
                </c:pt>
                <c:pt idx="456">
                  <c:v>4.19624989464</c:v>
                </c:pt>
                <c:pt idx="457">
                  <c:v>4.22060012587</c:v>
                </c:pt>
                <c:pt idx="458">
                  <c:v>4.22197551054</c:v>
                </c:pt>
                <c:pt idx="459">
                  <c:v>4.24947345333</c:v>
                </c:pt>
                <c:pt idx="460">
                  <c:v>4.25098622876</c:v>
                </c:pt>
                <c:pt idx="461">
                  <c:v>4.2810164601</c:v>
                </c:pt>
                <c:pt idx="462">
                  <c:v>4.28266466267</c:v>
                </c:pt>
                <c:pt idx="463">
                  <c:v>4.31501797556</c:v>
                </c:pt>
                <c:pt idx="464">
                  <c:v>4.31676735985</c:v>
                </c:pt>
                <c:pt idx="465">
                  <c:v>4.35083294702</c:v>
                </c:pt>
                <c:pt idx="466">
                  <c:v>4.35267130801</c:v>
                </c:pt>
                <c:pt idx="467">
                  <c:v>4.38837151865</c:v>
                </c:pt>
                <c:pt idx="468">
                  <c:v>4.3902843446</c:v>
                </c:pt>
                <c:pt idx="469">
                  <c:v>4.42714035768</c:v>
                </c:pt>
                <c:pt idx="470">
                  <c:v>4.42910792932</c:v>
                </c:pt>
                <c:pt idx="471">
                  <c:v>4.46702016901</c:v>
                </c:pt>
                <c:pt idx="472">
                  <c:v>4.4690397053</c:v>
                </c:pt>
                <c:pt idx="473">
                  <c:v>4.50772017659</c:v>
                </c:pt>
                <c:pt idx="474">
                  <c:v>4.50977100616</c:v>
                </c:pt>
                <c:pt idx="475">
                  <c:v>4.54903865447</c:v>
                </c:pt>
                <c:pt idx="476">
                  <c:v>4.55112002988</c:v>
                </c:pt>
                <c:pt idx="477">
                  <c:v>4.59083133113</c:v>
                </c:pt>
                <c:pt idx="478">
                  <c:v>4.59292747028</c:v>
                </c:pt>
                <c:pt idx="479">
                  <c:v>4.63286076661</c:v>
                </c:pt>
                <c:pt idx="480">
                  <c:v>4.63496838531</c:v>
                </c:pt>
                <c:pt idx="481">
                  <c:v>4.6750610166</c:v>
                </c:pt>
                <c:pt idx="482">
                  <c:v>4.67717099987</c:v>
                </c:pt>
                <c:pt idx="483">
                  <c:v>4.71721948202</c:v>
                </c:pt>
                <c:pt idx="484">
                  <c:v>4.7193253084</c:v>
                </c:pt>
                <c:pt idx="485">
                  <c:v>4.75928193058</c:v>
                </c:pt>
                <c:pt idx="486">
                  <c:v>4.76138025283</c:v>
                </c:pt>
                <c:pt idx="487">
                  <c:v>4.80110853179</c:v>
                </c:pt>
                <c:pt idx="488">
                  <c:v>4.80319201899</c:v>
                </c:pt>
                <c:pt idx="489">
                  <c:v>4.84263466729</c:v>
                </c:pt>
                <c:pt idx="490">
                  <c:v>4.84470214171</c:v>
                </c:pt>
                <c:pt idx="491">
                  <c:v>4.88377803542</c:v>
                </c:pt>
                <c:pt idx="492">
                  <c:v>4.88582306718</c:v>
                </c:pt>
                <c:pt idx="493">
                  <c:v>4.92445992098</c:v>
                </c:pt>
                <c:pt idx="494">
                  <c:v>4.92648180897</c:v>
                </c:pt>
                <c:pt idx="495">
                  <c:v>4.93657238409</c:v>
                </c:pt>
                <c:pt idx="496">
                  <c:v>4.96464747448</c:v>
                </c:pt>
                <c:pt idx="497">
                  <c:v>4.96664224432</c:v>
                </c:pt>
                <c:pt idx="498">
                  <c:v>5.00426859389</c:v>
                </c:pt>
                <c:pt idx="499">
                  <c:v>5.00623458208</c:v>
                </c:pt>
                <c:pt idx="500">
                  <c:v>5.0433037735</c:v>
                </c:pt>
                <c:pt idx="501">
                  <c:v>5.04523901181</c:v>
                </c:pt>
                <c:pt idx="502">
                  <c:v>5.08169787125</c:v>
                </c:pt>
                <c:pt idx="503">
                  <c:v>5.08360051872</c:v>
                </c:pt>
                <c:pt idx="504">
                  <c:v>5.11944079109</c:v>
                </c:pt>
                <c:pt idx="505">
                  <c:v>5.12131052469</c:v>
                </c:pt>
                <c:pt idx="506">
                  <c:v>5.15650469899</c:v>
                </c:pt>
                <c:pt idx="507">
                  <c:v>5.15833950735</c:v>
                </c:pt>
                <c:pt idx="508">
                  <c:v>5.19287182283</c:v>
                </c:pt>
                <c:pt idx="509">
                  <c:v>5.1946718427</c:v>
                </c:pt>
                <c:pt idx="510">
                  <c:v>5.22853260593</c:v>
                </c:pt>
                <c:pt idx="511">
                  <c:v>5.23029676403</c:v>
                </c:pt>
                <c:pt idx="512">
                  <c:v>5.26347721992</c:v>
                </c:pt>
                <c:pt idx="513">
                  <c:v>5.26520589914</c:v>
                </c:pt>
                <c:pt idx="514">
                  <c:v>5.29771120756</c:v>
                </c:pt>
                <c:pt idx="515">
                  <c:v>5.29940395692</c:v>
                </c:pt>
                <c:pt idx="516">
                  <c:v>5.33122473651</c:v>
                </c:pt>
                <c:pt idx="517">
                  <c:v>5.33288161841</c:v>
                </c:pt>
                <c:pt idx="518">
                  <c:v>5.36402627714</c:v>
                </c:pt>
                <c:pt idx="519">
                  <c:v>5.36564778858</c:v>
                </c:pt>
                <c:pt idx="520">
                  <c:v>5.39612073552</c:v>
                </c:pt>
                <c:pt idx="521">
                  <c:v>5.39770713714</c:v>
                </c:pt>
                <c:pt idx="522">
                  <c:v>5.42752128908</c:v>
                </c:pt>
                <c:pt idx="523">
                  <c:v>5.42907322402</c:v>
                </c:pt>
                <c:pt idx="524">
                  <c:v>5.45823448653</c:v>
                </c:pt>
                <c:pt idx="525">
                  <c:v>5.45975220124</c:v>
                </c:pt>
                <c:pt idx="526">
                  <c:v>5.48827215067</c:v>
                </c:pt>
                <c:pt idx="527">
                  <c:v>5.48975675703</c:v>
                </c:pt>
                <c:pt idx="528">
                  <c:v>5.51765447789</c:v>
                </c:pt>
                <c:pt idx="529">
                  <c:v>5.51910664768</c:v>
                </c:pt>
                <c:pt idx="530">
                  <c:v>5.5463957627</c:v>
                </c:pt>
                <c:pt idx="531">
                  <c:v>5.54781628895</c:v>
                </c:pt>
                <c:pt idx="532">
                  <c:v>5.57451287464</c:v>
                </c:pt>
                <c:pt idx="533">
                  <c:v>5.57590256926</c:v>
                </c:pt>
                <c:pt idx="534">
                  <c:v>5.60202187396</c:v>
                </c:pt>
                <c:pt idx="535">
                  <c:v>5.60338185164</c:v>
                </c:pt>
                <c:pt idx="536">
                  <c:v>5.62894769235</c:v>
                </c:pt>
                <c:pt idx="537">
                  <c:v>5.63027907352</c:v>
                </c:pt>
                <c:pt idx="538">
                  <c:v>5.65530929042</c:v>
                </c:pt>
                <c:pt idx="539">
                  <c:v>5.65661279728</c:v>
                </c:pt>
                <c:pt idx="540">
                  <c:v>5.68112454237</c:v>
                </c:pt>
                <c:pt idx="541">
                  <c:v>5.68240133268</c:v>
                </c:pt>
                <c:pt idx="542">
                  <c:v>5.70641483417</c:v>
                </c:pt>
                <c:pt idx="543">
                  <c:v>5.70766601171</c:v>
                </c:pt>
                <c:pt idx="544">
                  <c:v>5.73120317896</c:v>
                </c:pt>
                <c:pt idx="545">
                  <c:v>5.73242989415</c:v>
                </c:pt>
                <c:pt idx="546">
                  <c:v>5.75551259828</c:v>
                </c:pt>
                <c:pt idx="547">
                  <c:v>5.75671571487</c:v>
                </c:pt>
                <c:pt idx="548">
                  <c:v>5.77935949997</c:v>
                </c:pt>
                <c:pt idx="549">
                  <c:v>5.7805400639</c:v>
                </c:pt>
                <c:pt idx="550">
                  <c:v>5.80276557958</c:v>
                </c:pt>
                <c:pt idx="551">
                  <c:v>5.80392477759</c:v>
                </c:pt>
                <c:pt idx="552">
                  <c:v>5.82575368916</c:v>
                </c:pt>
                <c:pt idx="553">
                  <c:v>5.82689252038</c:v>
                </c:pt>
                <c:pt idx="554">
                  <c:v>5.84834454372</c:v>
                </c:pt>
                <c:pt idx="555">
                  <c:v>5.84946392866</c:v>
                </c:pt>
                <c:pt idx="556">
                  <c:v>5.8705538038</c:v>
                </c:pt>
                <c:pt idx="557">
                  <c:v>5.87165453114</c:v>
                </c:pt>
                <c:pt idx="558">
                  <c:v>5.89239992989</c:v>
                </c:pt>
                <c:pt idx="559">
                  <c:v>5.8934830988</c:v>
                </c:pt>
                <c:pt idx="560">
                  <c:v>5.91389887064</c:v>
                </c:pt>
                <c:pt idx="561">
                  <c:v>5.91496484018</c:v>
                </c:pt>
                <c:pt idx="562">
                  <c:v>5.93505556789</c:v>
                </c:pt>
                <c:pt idx="563">
                  <c:v>5.93610436033</c:v>
                </c:pt>
                <c:pt idx="564">
                  <c:v>5.95586938349</c:v>
                </c:pt>
                <c:pt idx="565">
                  <c:v>5.95690100483</c:v>
                </c:pt>
                <c:pt idx="566">
                  <c:v>5.97633906629</c:v>
                </c:pt>
                <c:pt idx="567">
                  <c:v>5.97735368702</c:v>
                </c:pt>
                <c:pt idx="568">
                  <c:v>5.99647267153</c:v>
                </c:pt>
                <c:pt idx="569">
                  <c:v>5.9974707106</c:v>
                </c:pt>
                <c:pt idx="570">
                  <c:v>6.0162778148</c:v>
                </c:pt>
                <c:pt idx="571">
                  <c:v>6.01725949556</c:v>
                </c:pt>
                <c:pt idx="572">
                  <c:v>6.03576192251</c:v>
                </c:pt>
                <c:pt idx="573">
                  <c:v>6.03672794902</c:v>
                </c:pt>
                <c:pt idx="574">
                  <c:v>6.0549391012</c:v>
                </c:pt>
                <c:pt idx="575">
                  <c:v>6.05589019535</c:v>
                </c:pt>
                <c:pt idx="576">
                  <c:v>6.07382314138</c:v>
                </c:pt>
                <c:pt idx="577">
                  <c:v>6.07475988089</c:v>
                </c:pt>
                <c:pt idx="578">
                  <c:v>6.09242578288</c:v>
                </c:pt>
                <c:pt idx="579">
                  <c:v>6.09334858517</c:v>
                </c:pt>
                <c:pt idx="580">
                  <c:v>6.11075354642</c:v>
                </c:pt>
                <c:pt idx="581">
                  <c:v>6.11166286194</c:v>
                </c:pt>
                <c:pt idx="582">
                  <c:v>6.12881633898</c:v>
                </c:pt>
                <c:pt idx="583">
                  <c:v>6.12971282666</c:v>
                </c:pt>
                <c:pt idx="584">
                  <c:v>6.14662604256</c:v>
                </c:pt>
                <c:pt idx="585">
                  <c:v>6.14751000657</c:v>
                </c:pt>
                <c:pt idx="586">
                  <c:v>6.16418827443</c:v>
                </c:pt>
                <c:pt idx="587">
                  <c:v>6.16505990719</c:v>
                </c:pt>
                <c:pt idx="588">
                  <c:v>6.18150708404</c:v>
                </c:pt>
                <c:pt idx="589">
                  <c:v>6.18236673846</c:v>
                </c:pt>
                <c:pt idx="590">
                  <c:v>6.1985890716</c:v>
                </c:pt>
                <c:pt idx="591">
                  <c:v>6.19943717763</c:v>
                </c:pt>
                <c:pt idx="592">
                  <c:v>6.21544213195</c:v>
                </c:pt>
                <c:pt idx="593">
                  <c:v>6.21627885854</c:v>
                </c:pt>
                <c:pt idx="594">
                  <c:v>6.23207018086</c:v>
                </c:pt>
                <c:pt idx="595">
                  <c:v>6.23289564121</c:v>
                </c:pt>
                <c:pt idx="596">
                  <c:v>6.24847388398</c:v>
                </c:pt>
                <c:pt idx="597">
                  <c:v>6.24928822567</c:v>
                </c:pt>
                <c:pt idx="598">
                  <c:v>6.26465714599</c:v>
                </c:pt>
                <c:pt idx="599">
                  <c:v>6.26546069945</c:v>
                </c:pt>
                <c:pt idx="600">
                  <c:v>6.2798325509</c:v>
                </c:pt>
                <c:pt idx="601">
                  <c:v>6.28062589724</c:v>
                </c:pt>
                <c:pt idx="602">
                  <c:v>6.29481416321</c:v>
                </c:pt>
                <c:pt idx="603">
                  <c:v>6.29559721011</c:v>
                </c:pt>
                <c:pt idx="604">
                  <c:v>6.3096008522</c:v>
                </c:pt>
                <c:pt idx="605">
                  <c:v>6.31037369239</c:v>
                </c:pt>
                <c:pt idx="606">
                  <c:v>6.32419264336</c:v>
                </c:pt>
                <c:pt idx="607">
                  <c:v>6.32495537603</c:v>
                </c:pt>
                <c:pt idx="608">
                  <c:v>6.33859325114</c:v>
                </c:pt>
                <c:pt idx="609">
                  <c:v>6.33934586687</c:v>
                </c:pt>
                <c:pt idx="610">
                  <c:v>6.35280129616</c:v>
                </c:pt>
                <c:pt idx="611">
                  <c:v>6.35354358842</c:v>
                </c:pt>
                <c:pt idx="612">
                  <c:v>6.36681189032</c:v>
                </c:pt>
                <c:pt idx="613">
                  <c:v>6.3675438498</c:v>
                </c:pt>
                <c:pt idx="614">
                  <c:v>6.3806253724</c:v>
                </c:pt>
                <c:pt idx="615">
                  <c:v>6.38134694313</c:v>
                </c:pt>
                <c:pt idx="616">
                  <c:v>6.39424044905</c:v>
                </c:pt>
                <c:pt idx="617">
                  <c:v>6.39495154379</c:v>
                </c:pt>
                <c:pt idx="618">
                  <c:v>6.40765676875</c:v>
                </c:pt>
                <c:pt idx="619">
                  <c:v>6.40835724496</c:v>
                </c:pt>
                <c:pt idx="620">
                  <c:v>6.42086878081</c:v>
                </c:pt>
                <c:pt idx="621">
                  <c:v>6.42155840545</c:v>
                </c:pt>
                <c:pt idx="622">
                  <c:v>6.43387260573</c:v>
                </c:pt>
                <c:pt idx="623">
                  <c:v>6.43455131776</c:v>
                </c:pt>
                <c:pt idx="624">
                  <c:v>6.44666833813</c:v>
                </c:pt>
                <c:pt idx="625">
                  <c:v>6.44733592366</c:v>
                </c:pt>
                <c:pt idx="626">
                  <c:v>6.45925221543</c:v>
                </c:pt>
                <c:pt idx="627">
                  <c:v>6.45990842342</c:v>
                </c:pt>
                <c:pt idx="628">
                  <c:v>6.4716066401</c:v>
                </c:pt>
                <c:pt idx="629">
                  <c:v>6.47224988781</c:v>
                </c:pt>
                <c:pt idx="630">
                  <c:v>6.48369471606</c:v>
                </c:pt>
                <c:pt idx="631">
                  <c:v>6.48432295527</c:v>
                </c:pt>
                <c:pt idx="632">
                  <c:v>6.49548389076</c:v>
                </c:pt>
                <c:pt idx="633">
                  <c:v>6.49609538868</c:v>
                </c:pt>
                <c:pt idx="634">
                  <c:v>6.50693845522</c:v>
                </c:pt>
                <c:pt idx="635">
                  <c:v>6.50753138791</c:v>
                </c:pt>
                <c:pt idx="636">
                  <c:v>6.51803304641</c:v>
                </c:pt>
                <c:pt idx="637">
                  <c:v>6.51860702212</c:v>
                </c:pt>
                <c:pt idx="638">
                  <c:v>6.52877030582</c:v>
                </c:pt>
                <c:pt idx="639">
                  <c:v>6.52932574129</c:v>
                </c:pt>
                <c:pt idx="640">
                  <c:v>6.53916261173</c:v>
                </c:pt>
                <c:pt idx="641">
                  <c:v>6.53970035958</c:v>
                </c:pt>
                <c:pt idx="642">
                  <c:v>6.5492319816</c:v>
                </c:pt>
                <c:pt idx="643">
                  <c:v>6.54975338862</c:v>
                </c:pt>
                <c:pt idx="644">
                  <c:v>6.55899617037</c:v>
                </c:pt>
                <c:pt idx="645">
                  <c:v>6.55950191046</c:v>
                </c:pt>
                <c:pt idx="646">
                  <c:v>6.56846932028</c:v>
                </c:pt>
                <c:pt idx="647">
                  <c:v>6.56896022583</c:v>
                </c:pt>
                <c:pt idx="648">
                  <c:v>6.57766897871</c:v>
                </c:pt>
                <c:pt idx="649">
                  <c:v>6.57814576943</c:v>
                </c:pt>
                <c:pt idx="650">
                  <c:v>6.58660760395</c:v>
                </c:pt>
                <c:pt idx="651">
                  <c:v>6.58707108932</c:v>
                </c:pt>
                <c:pt idx="652">
                  <c:v>6.59529693016</c:v>
                </c:pt>
                <c:pt idx="653">
                  <c:v>6.59574753962</c:v>
                </c:pt>
                <c:pt idx="654">
                  <c:v>6.60374278556</c:v>
                </c:pt>
                <c:pt idx="655">
                  <c:v>6.60418067149</c:v>
                </c:pt>
                <c:pt idx="656">
                  <c:v>6.61195408657</c:v>
                </c:pt>
                <c:pt idx="657">
                  <c:v>6.61237998636</c:v>
                </c:pt>
                <c:pt idx="658">
                  <c:v>6.61994321988</c:v>
                </c:pt>
                <c:pt idx="659">
                  <c:v>6.6203576533</c:v>
                </c:pt>
                <c:pt idx="660">
                  <c:v>6.62771632811</c:v>
                </c:pt>
                <c:pt idx="661">
                  <c:v>6.62811967353</c:v>
                </c:pt>
                <c:pt idx="662">
                  <c:v>6.63528059809</c:v>
                </c:pt>
                <c:pt idx="663">
                  <c:v>6.6356729894</c:v>
                </c:pt>
                <c:pt idx="664">
                  <c:v>6.64264198118</c:v>
                </c:pt>
                <c:pt idx="665">
                  <c:v>6.64302395426</c:v>
                </c:pt>
                <c:pt idx="666">
                  <c:v>6.64981134489</c:v>
                </c:pt>
                <c:pt idx="667">
                  <c:v>6.65018358323</c:v>
                </c:pt>
                <c:pt idx="668">
                  <c:v>6.65679646716</c:v>
                </c:pt>
                <c:pt idx="669">
                  <c:v>6.65715907487</c:v>
                </c:pt>
                <c:pt idx="670">
                  <c:v>6.6636003869</c:v>
                </c:pt>
                <c:pt idx="671">
                  <c:v>6.66395357745</c:v>
                </c:pt>
                <c:pt idx="672">
                  <c:v>6.67023033612</c:v>
                </c:pt>
                <c:pt idx="673">
                  <c:v>6.67057452965</c:v>
                </c:pt>
                <c:pt idx="674">
                  <c:v>6.67669294206</c:v>
                </c:pt>
                <c:pt idx="675">
                  <c:v>6.67702867454</c:v>
                </c:pt>
                <c:pt idx="676">
                  <c:v>6.68299627691</c:v>
                </c:pt>
                <c:pt idx="677">
                  <c:v>6.68332372766</c:v>
                </c:pt>
                <c:pt idx="678">
                  <c:v>6.68914328093</c:v>
                </c:pt>
                <c:pt idx="679">
                  <c:v>6.68946246443</c:v>
                </c:pt>
                <c:pt idx="680">
                  <c:v>6.69513715877</c:v>
                </c:pt>
                <c:pt idx="681">
                  <c:v>6.6954484943</c:v>
                </c:pt>
                <c:pt idx="682">
                  <c:v>6.70098563382</c:v>
                </c:pt>
                <c:pt idx="683">
                  <c:v>6.70128959632</c:v>
                </c:pt>
                <c:pt idx="684">
                  <c:v>6.70669488022</c:v>
                </c:pt>
                <c:pt idx="685">
                  <c:v>6.70699160727</c:v>
                </c:pt>
                <c:pt idx="686">
                  <c:v>6.71226766744</c:v>
                </c:pt>
                <c:pt idx="687">
                  <c:v>6.71255714339</c:v>
                </c:pt>
                <c:pt idx="688">
                  <c:v>6.71770481808</c:v>
                </c:pt>
                <c:pt idx="689">
                  <c:v>6.71798712327</c:v>
                </c:pt>
                <c:pt idx="690">
                  <c:v>6.72299628094</c:v>
                </c:pt>
                <c:pt idx="691">
                  <c:v>6.72327034556</c:v>
                </c:pt>
                <c:pt idx="692">
                  <c:v>6.72811738917</c:v>
                </c:pt>
                <c:pt idx="693">
                  <c:v>6.72838170722</c:v>
                </c:pt>
                <c:pt idx="694">
                  <c:v>6.73303897215</c:v>
                </c:pt>
                <c:pt idx="695">
                  <c:v>6.73329175852</c:v>
                </c:pt>
                <c:pt idx="696">
                  <c:v>6.73772630296</c:v>
                </c:pt>
                <c:pt idx="697">
                  <c:v>6.73796606579</c:v>
                </c:pt>
                <c:pt idx="698">
                  <c:v>6.74216443926</c:v>
                </c:pt>
                <c:pt idx="699">
                  <c:v>6.7423912866</c:v>
                </c:pt>
                <c:pt idx="700">
                  <c:v>6.74635939361</c:v>
                </c:pt>
                <c:pt idx="701">
                  <c:v>6.74657350339</c:v>
                </c:pt>
                <c:pt idx="702">
                  <c:v>6.75031716091</c:v>
                </c:pt>
                <c:pt idx="703">
                  <c:v>6.75051908895</c:v>
                </c:pt>
                <c:pt idx="704">
                  <c:v>6.75405229195</c:v>
                </c:pt>
                <c:pt idx="705">
                  <c:v>6.75424301024</c:v>
                </c:pt>
                <c:pt idx="706">
                  <c:v>6.75757975893</c:v>
                </c:pt>
                <c:pt idx="707">
                  <c:v>6.75776004332</c:v>
                </c:pt>
                <c:pt idx="708">
                  <c:v>6.76091692444</c:v>
                </c:pt>
                <c:pt idx="709">
                  <c:v>6.76108761118</c:v>
                </c:pt>
                <c:pt idx="710">
                  <c:v>6.76407833795</c:v>
                </c:pt>
                <c:pt idx="711">
                  <c:v>6.76423991142</c:v>
                </c:pt>
                <c:pt idx="712">
                  <c:v>6.76707187634</c:v>
                </c:pt>
                <c:pt idx="713">
                  <c:v>6.76722503875</c:v>
                </c:pt>
                <c:pt idx="714">
                  <c:v>6.76991022463</c:v>
                </c:pt>
                <c:pt idx="715">
                  <c:v>6.77005558135</c:v>
                </c:pt>
                <c:pt idx="716">
                  <c:v>6.77260585866</c:v>
                </c:pt>
                <c:pt idx="717">
                  <c:v>6.77274398352</c:v>
                </c:pt>
                <c:pt idx="718">
                  <c:v>6.77517038591</c:v>
                </c:pt>
                <c:pt idx="719">
                  <c:v>6.77530186242</c:v>
                </c:pt>
                <c:pt idx="720">
                  <c:v>6.77761249958</c:v>
                </c:pt>
                <c:pt idx="721">
                  <c:v>6.77773784839</c:v>
                </c:pt>
                <c:pt idx="722">
                  <c:v>6.77994223439</c:v>
                </c:pt>
                <c:pt idx="723">
                  <c:v>6.78006204529</c:v>
                </c:pt>
                <c:pt idx="724">
                  <c:v>6.7821736036</c:v>
                </c:pt>
                <c:pt idx="725">
                  <c:v>6.78228848209</c:v>
                </c:pt>
                <c:pt idx="726">
                  <c:v>6.78431782257</c:v>
                </c:pt>
                <c:pt idx="727">
                  <c:v>6.7844284274</c:v>
                </c:pt>
                <c:pt idx="728">
                  <c:v>6.78638450848</c:v>
                </c:pt>
                <c:pt idx="729">
                  <c:v>6.78649134624</c:v>
                </c:pt>
                <c:pt idx="730">
                  <c:v>6.78838247578</c:v>
                </c:pt>
                <c:pt idx="731">
                  <c:v>6.78848600235</c:v>
                </c:pt>
                <c:pt idx="732">
                  <c:v>6.79032478563</c:v>
                </c:pt>
                <c:pt idx="733">
                  <c:v>6.79042566398</c:v>
                </c:pt>
                <c:pt idx="734">
                  <c:v>6.79222316204</c:v>
                </c:pt>
                <c:pt idx="735">
                  <c:v>6.79232199113</c:v>
                </c:pt>
                <c:pt idx="736">
                  <c:v>6.79408570635</c:v>
                </c:pt>
                <c:pt idx="737">
                  <c:v>6.79418295378</c:v>
                </c:pt>
                <c:pt idx="738">
                  <c:v>6.795920684</c:v>
                </c:pt>
                <c:pt idx="739">
                  <c:v>6.79601669025</c:v>
                </c:pt>
                <c:pt idx="740">
                  <c:v>6.79773842698</c:v>
                </c:pt>
                <c:pt idx="741">
                  <c:v>6.79783379367</c:v>
                </c:pt>
                <c:pt idx="742">
                  <c:v>6.79955033124</c:v>
                </c:pt>
                <c:pt idx="743">
                  <c:v>6.79964567836</c:v>
                </c:pt>
                <c:pt idx="744">
                  <c:v>6.8013634343</c:v>
                </c:pt>
                <c:pt idx="745">
                  <c:v>6.80145903141</c:v>
                </c:pt>
                <c:pt idx="746">
                  <c:v>6.8031835232</c:v>
                </c:pt>
                <c:pt idx="747">
                  <c:v>6.80327969333</c:v>
                </c:pt>
                <c:pt idx="748">
                  <c:v>6.80501983819</c:v>
                </c:pt>
                <c:pt idx="749">
                  <c:v>6.80511702184</c:v>
                </c:pt>
                <c:pt idx="750">
                  <c:v>6.80688137456</c:v>
                </c:pt>
                <c:pt idx="751">
                  <c:v>6.80698020806</c:v>
                </c:pt>
                <c:pt idx="752">
                  <c:v>6.8087743107</c:v>
                </c:pt>
                <c:pt idx="753">
                  <c:v>6.80887493726</c:v>
                </c:pt>
                <c:pt idx="754">
                  <c:v>6.81070245967</c:v>
                </c:pt>
                <c:pt idx="755">
                  <c:v>6.81080499221</c:v>
                </c:pt>
                <c:pt idx="756">
                  <c:v>6.8126718975</c:v>
                </c:pt>
                <c:pt idx="757">
                  <c:v>6.81277682488</c:v>
                </c:pt>
                <c:pt idx="758">
                  <c:v>6.81469047133</c:v>
                </c:pt>
                <c:pt idx="759">
                  <c:v>6.81479816264</c:v>
                </c:pt>
                <c:pt idx="760">
                  <c:v>6.81676203654</c:v>
                </c:pt>
                <c:pt idx="761">
                  <c:v>6.81687265983</c:v>
                </c:pt>
                <c:pt idx="762">
                  <c:v>6.81888903968</c:v>
                </c:pt>
                <c:pt idx="763">
                  <c:v>6.81900252842</c:v>
                </c:pt>
                <c:pt idx="764">
                  <c:v>6.8210737579</c:v>
                </c:pt>
                <c:pt idx="765">
                  <c:v>6.82119036318</c:v>
                </c:pt>
                <c:pt idx="766">
                  <c:v>6.82332157001</c:v>
                </c:pt>
                <c:pt idx="767">
                  <c:v>6.82344176714</c:v>
                </c:pt>
                <c:pt idx="768">
                  <c:v>6.82502079078</c:v>
                </c:pt>
                <c:pt idx="769">
                  <c:v>6.82563623826</c:v>
                </c:pt>
                <c:pt idx="770">
                  <c:v>6.82575991675</c:v>
                </c:pt>
                <c:pt idx="771">
                  <c:v>6.82801555637</c:v>
                </c:pt>
                <c:pt idx="772">
                  <c:v>6.82814254317</c:v>
                </c:pt>
                <c:pt idx="773">
                  <c:v>6.83046087902</c:v>
                </c:pt>
                <c:pt idx="774">
                  <c:v>6.83059143267</c:v>
                </c:pt>
                <c:pt idx="775">
                  <c:v>6.83297466742</c:v>
                </c:pt>
                <c:pt idx="776">
                  <c:v>6.83310892735</c:v>
                </c:pt>
                <c:pt idx="777">
                  <c:v>6.83555782366</c:v>
                </c:pt>
                <c:pt idx="778">
                  <c:v>6.83569573063</c:v>
                </c:pt>
                <c:pt idx="779">
                  <c:v>6.83820851996</c:v>
                </c:pt>
                <c:pt idx="780">
                  <c:v>6.83834973734</c:v>
                </c:pt>
                <c:pt idx="781">
                  <c:v>6.84092247684</c:v>
                </c:pt>
                <c:pt idx="782">
                  <c:v>6.84106705687</c:v>
                </c:pt>
                <c:pt idx="783">
                  <c:v>6.84370116226</c:v>
                </c:pt>
                <c:pt idx="784">
                  <c:v>6.84384927039</c:v>
                </c:pt>
                <c:pt idx="785">
                  <c:v>6.84654370956</c:v>
                </c:pt>
                <c:pt idx="786">
                  <c:v>6.84669500419</c:v>
                </c:pt>
                <c:pt idx="787">
                  <c:v>6.84944491644</c:v>
                </c:pt>
                <c:pt idx="788">
                  <c:v>6.84959910038</c:v>
                </c:pt>
                <c:pt idx="789">
                  <c:v>6.85240057753</c:v>
                </c:pt>
                <c:pt idx="790">
                  <c:v>6.85255756014</c:v>
                </c:pt>
                <c:pt idx="791">
                  <c:v>6.85540804354</c:v>
                </c:pt>
                <c:pt idx="792">
                  <c:v>6.85556778085</c:v>
                </c:pt>
                <c:pt idx="793">
                  <c:v>6.85846494628</c:v>
                </c:pt>
                <c:pt idx="794">
                  <c:v>6.85862713057</c:v>
                </c:pt>
                <c:pt idx="795">
                  <c:v>6.86156600609</c:v>
                </c:pt>
                <c:pt idx="796">
                  <c:v>6.86173021959</c:v>
                </c:pt>
                <c:pt idx="797">
                  <c:v>6.86470327877</c:v>
                </c:pt>
                <c:pt idx="798">
                  <c:v>6.8648693064</c:v>
                </c:pt>
                <c:pt idx="799">
                  <c:v>6.86787208468</c:v>
                </c:pt>
                <c:pt idx="800">
                  <c:v>6.86803966653</c:v>
                </c:pt>
                <c:pt idx="801">
                  <c:v>6.87105807777</c:v>
                </c:pt>
                <c:pt idx="802">
                  <c:v>6.87122552888</c:v>
                </c:pt>
                <c:pt idx="803">
                  <c:v>6.87422237305</c:v>
                </c:pt>
                <c:pt idx="804">
                  <c:v>6.87438748991</c:v>
                </c:pt>
                <c:pt idx="805">
                  <c:v>6.87732472078</c:v>
                </c:pt>
                <c:pt idx="806">
                  <c:v>6.87748547123</c:v>
                </c:pt>
                <c:pt idx="807">
                  <c:v>6.88032209402</c:v>
                </c:pt>
                <c:pt idx="808">
                  <c:v>6.88047630597</c:v>
                </c:pt>
                <c:pt idx="809">
                  <c:v>6.88318653336</c:v>
                </c:pt>
                <c:pt idx="810">
                  <c:v>6.8833335049</c:v>
                </c:pt>
                <c:pt idx="811">
                  <c:v>6.88591435861</c:v>
                </c:pt>
                <c:pt idx="812">
                  <c:v>6.88605401445</c:v>
                </c:pt>
                <c:pt idx="813">
                  <c:v>6.8885042763</c:v>
                </c:pt>
                <c:pt idx="814">
                  <c:v>6.88863699454</c:v>
                </c:pt>
                <c:pt idx="815">
                  <c:v>6.89096913726</c:v>
                </c:pt>
                <c:pt idx="816">
                  <c:v>6.89109574379</c:v>
                </c:pt>
                <c:pt idx="817">
                  <c:v>6.89332202171</c:v>
                </c:pt>
                <c:pt idx="818">
                  <c:v>6.89344290839</c:v>
                </c:pt>
                <c:pt idx="819">
                  <c:v>6.89557371507</c:v>
                </c:pt>
                <c:pt idx="820">
                  <c:v>6.89568956386</c:v>
                </c:pt>
                <c:pt idx="821">
                  <c:v>6.89773149576</c:v>
                </c:pt>
                <c:pt idx="822">
                  <c:v>6.897842525</c:v>
                </c:pt>
                <c:pt idx="823">
                  <c:v>6.89979900157</c:v>
                </c:pt>
                <c:pt idx="824">
                  <c:v>6.89990551428</c:v>
                </c:pt>
                <c:pt idx="825">
                  <c:v>6.90178549973</c:v>
                </c:pt>
                <c:pt idx="826">
                  <c:v>6.90188789193</c:v>
                </c:pt>
                <c:pt idx="827">
                  <c:v>6.90369491279</c:v>
                </c:pt>
                <c:pt idx="828">
                  <c:v>6.90379324248</c:v>
                </c:pt>
                <c:pt idx="829">
                  <c:v>6.90552880738</c:v>
                </c:pt>
                <c:pt idx="830">
                  <c:v>6.90562336007</c:v>
                </c:pt>
                <c:pt idx="831">
                  <c:v>6.90729001818</c:v>
                </c:pt>
                <c:pt idx="832">
                  <c:v>6.90738079039</c:v>
                </c:pt>
                <c:pt idx="833">
                  <c:v>6.9089830002</c:v>
                </c:pt>
                <c:pt idx="834">
                  <c:v>6.90907027647</c:v>
                </c:pt>
                <c:pt idx="835">
                  <c:v>6.9106133694</c:v>
                </c:pt>
                <c:pt idx="836">
                  <c:v>6.91069745844</c:v>
                </c:pt>
                <c:pt idx="837">
                  <c:v>6.91218215535</c:v>
                </c:pt>
                <c:pt idx="838">
                  <c:v>6.91226309392</c:v>
                </c:pt>
                <c:pt idx="839">
                  <c:v>6.91369115287</c:v>
                </c:pt>
                <c:pt idx="840">
                  <c:v>6.9137690368</c:v>
                </c:pt>
                <c:pt idx="841">
                  <c:v>6.91514498096</c:v>
                </c:pt>
                <c:pt idx="842">
                  <c:v>6.91521999601</c:v>
                </c:pt>
                <c:pt idx="843">
                  <c:v>6.91654796244</c:v>
                </c:pt>
                <c:pt idx="844">
                  <c:v>6.91662045251</c:v>
                </c:pt>
                <c:pt idx="845">
                  <c:v>6.91790229146</c:v>
                </c:pt>
                <c:pt idx="846">
                  <c:v>6.91797226369</c:v>
                </c:pt>
                <c:pt idx="847">
                  <c:v>6.91920778726</c:v>
                </c:pt>
                <c:pt idx="848">
                  <c:v>6.91927520585</c:v>
                </c:pt>
                <c:pt idx="849">
                  <c:v>6.92046796682</c:v>
                </c:pt>
                <c:pt idx="850">
                  <c:v>6.9205330724</c:v>
                </c:pt>
                <c:pt idx="851">
                  <c:v>6.92168707437</c:v>
                </c:pt>
                <c:pt idx="852">
                  <c:v>6.92175015916</c:v>
                </c:pt>
                <c:pt idx="853">
                  <c:v>6.92286677158</c:v>
                </c:pt>
                <c:pt idx="854">
                  <c:v>6.92292780403</c:v>
                </c:pt>
                <c:pt idx="855">
                  <c:v>6.9240065644</c:v>
                </c:pt>
                <c:pt idx="856">
                  <c:v>6.92406546185</c:v>
                </c:pt>
                <c:pt idx="857">
                  <c:v>6.92510871864</c:v>
                </c:pt>
                <c:pt idx="858">
                  <c:v>6.9251656849</c:v>
                </c:pt>
                <c:pt idx="859">
                  <c:v>6.92617695449</c:v>
                </c:pt>
                <c:pt idx="860">
                  <c:v>6.9262323177</c:v>
                </c:pt>
                <c:pt idx="861">
                  <c:v>6.9272133994</c:v>
                </c:pt>
                <c:pt idx="862">
                  <c:v>6.92726712432</c:v>
                </c:pt>
                <c:pt idx="863">
                  <c:v>6.92785118637</c:v>
                </c:pt>
                <c:pt idx="864">
                  <c:v>6.92821704361</c:v>
                </c:pt>
                <c:pt idx="865">
                  <c:v>6.92826892072</c:v>
                </c:pt>
                <c:pt idx="866">
                  <c:v>6.92918894604</c:v>
                </c:pt>
                <c:pt idx="867">
                  <c:v>6.92923924394</c:v>
                </c:pt>
                <c:pt idx="868">
                  <c:v>6.93013306095</c:v>
                </c:pt>
                <c:pt idx="869">
                  <c:v>6.93018206389</c:v>
                </c:pt>
                <c:pt idx="870">
                  <c:v>6.9310509332</c:v>
                </c:pt>
                <c:pt idx="871">
                  <c:v>6.93109854164</c:v>
                </c:pt>
                <c:pt idx="872">
                  <c:v>6.93194172115</c:v>
                </c:pt>
                <c:pt idx="873">
                  <c:v>6.93198780622</c:v>
                </c:pt>
                <c:pt idx="874">
                  <c:v>6.93280569923</c:v>
                </c:pt>
                <c:pt idx="875">
                  <c:v>6.93285042543</c:v>
                </c:pt>
                <c:pt idx="876">
                  <c:v>6.93364584124</c:v>
                </c:pt>
                <c:pt idx="877">
                  <c:v>6.93368948712</c:v>
                </c:pt>
                <c:pt idx="878">
                  <c:v>6.93446488048</c:v>
                </c:pt>
                <c:pt idx="879">
                  <c:v>6.93450742991</c:v>
                </c:pt>
                <c:pt idx="880">
                  <c:v>6.93526114797</c:v>
                </c:pt>
                <c:pt idx="881">
                  <c:v>6.93530234646</c:v>
                </c:pt>
                <c:pt idx="882">
                  <c:v>6.93603409088</c:v>
                </c:pt>
                <c:pt idx="883">
                  <c:v>6.93607405407</c:v>
                </c:pt>
                <c:pt idx="884">
                  <c:v>6.93677571823</c:v>
                </c:pt>
                <c:pt idx="885">
                  <c:v>6.93681347843</c:v>
                </c:pt>
                <c:pt idx="886">
                  <c:v>6.93745878329</c:v>
                </c:pt>
                <c:pt idx="887">
                  <c:v>6.93749250091</c:v>
                </c:pt>
                <c:pt idx="888">
                  <c:v>6.93804998158</c:v>
                </c:pt>
                <c:pt idx="889">
                  <c:v>6.93807776999</c:v>
                </c:pt>
                <c:pt idx="890">
                  <c:v>6.93851093729</c:v>
                </c:pt>
                <c:pt idx="891">
                  <c:v>6.93853095681</c:v>
                </c:pt>
                <c:pt idx="892">
                  <c:v>6.93881740211</c:v>
                </c:pt>
                <c:pt idx="893">
                  <c:v>6.93882929294</c:v>
                </c:pt>
                <c:pt idx="894">
                  <c:v>6.93896992893</c:v>
                </c:pt>
                <c:pt idx="895">
                  <c:v>6.93897374779</c:v>
                </c:pt>
                <c:pt idx="896">
                  <c:v>6.93898953676</c:v>
                </c:pt>
                <c:pt idx="897">
                  <c:v>6.93897305071</c:v>
                </c:pt>
                <c:pt idx="898">
                  <c:v>6.93896923035</c:v>
                </c:pt>
                <c:pt idx="899">
                  <c:v>6.93883985143</c:v>
                </c:pt>
                <c:pt idx="900">
                  <c:v>6.93882937185</c:v>
                </c:pt>
                <c:pt idx="901">
                  <c:v>6.93858631539</c:v>
                </c:pt>
                <c:pt idx="902">
                  <c:v>6.93857000681</c:v>
                </c:pt>
                <c:pt idx="903">
                  <c:v>6.93822982323</c:v>
                </c:pt>
                <c:pt idx="904">
                  <c:v>6.93820850969</c:v>
                </c:pt>
                <c:pt idx="905">
                  <c:v>6.93778379043</c:v>
                </c:pt>
                <c:pt idx="906">
                  <c:v>6.93775791188</c:v>
                </c:pt>
                <c:pt idx="907">
                  <c:v>6.93725658785</c:v>
                </c:pt>
                <c:pt idx="908">
                  <c:v>6.93722684642</c:v>
                </c:pt>
                <c:pt idx="909">
                  <c:v>6.93666057793</c:v>
                </c:pt>
                <c:pt idx="910">
                  <c:v>6.93662758798</c:v>
                </c:pt>
                <c:pt idx="911">
                  <c:v>6.93600680151</c:v>
                </c:pt>
                <c:pt idx="912">
                  <c:v>6.93597097297</c:v>
                </c:pt>
                <c:pt idx="913">
                  <c:v>6.93530568064</c:v>
                </c:pt>
                <c:pt idx="914">
                  <c:v>6.93526754811</c:v>
                </c:pt>
                <c:pt idx="915">
                  <c:v>6.93456399748</c:v>
                </c:pt>
                <c:pt idx="916">
                  <c:v>6.9345240178</c:v>
                </c:pt>
                <c:pt idx="917">
                  <c:v>6.93379084639</c:v>
                </c:pt>
                <c:pt idx="918">
                  <c:v>6.93374957199</c:v>
                </c:pt>
                <c:pt idx="919">
                  <c:v>6.93299874523</c:v>
                </c:pt>
                <c:pt idx="920">
                  <c:v>6.93295669703</c:v>
                </c:pt>
                <c:pt idx="921">
                  <c:v>6.93219706138</c:v>
                </c:pt>
                <c:pt idx="922">
                  <c:v>6.93215469788</c:v>
                </c:pt>
                <c:pt idx="923">
                  <c:v>6.93139354211</c:v>
                </c:pt>
                <c:pt idx="924">
                  <c:v>6.93135137649</c:v>
                </c:pt>
                <c:pt idx="925">
                  <c:v>6.93059583681</c:v>
                </c:pt>
                <c:pt idx="926">
                  <c:v>6.93055426198</c:v>
                </c:pt>
                <c:pt idx="927">
                  <c:v>6.92981507469</c:v>
                </c:pt>
                <c:pt idx="928">
                  <c:v>6.92977461388</c:v>
                </c:pt>
                <c:pt idx="929">
                  <c:v>6.92906066615</c:v>
                </c:pt>
                <c:pt idx="930">
                  <c:v>6.9290217994</c:v>
                </c:pt>
                <c:pt idx="931">
                  <c:v>6.92833867333</c:v>
                </c:pt>
                <c:pt idx="932">
                  <c:v>6.92830172173</c:v>
                </c:pt>
                <c:pt idx="933">
                  <c:v>6.92765541577</c:v>
                </c:pt>
                <c:pt idx="934">
                  <c:v>6.927620719</c:v>
                </c:pt>
                <c:pt idx="935">
                  <c:v>6.92701971512</c:v>
                </c:pt>
                <c:pt idx="936">
                  <c:v>6.92698769042</c:v>
                </c:pt>
                <c:pt idx="937">
                  <c:v>6.92643997508</c:v>
                </c:pt>
                <c:pt idx="938">
                  <c:v>6.92641110139</c:v>
                </c:pt>
                <c:pt idx="939">
                  <c:v>6.92592115457</c:v>
                </c:pt>
                <c:pt idx="940">
                  <c:v>6.9258956601</c:v>
                </c:pt>
                <c:pt idx="941">
                  <c:v>6.92546725332</c:v>
                </c:pt>
                <c:pt idx="942">
                  <c:v>6.9254452948</c:v>
                </c:pt>
                <c:pt idx="943">
                  <c:v>6.92508486863</c:v>
                </c:pt>
                <c:pt idx="944">
                  <c:v>6.92506680762</c:v>
                </c:pt>
                <c:pt idx="945">
                  <c:v>6.92478138286</c:v>
                </c:pt>
                <c:pt idx="946">
                  <c:v>6.92476765955</c:v>
                </c:pt>
                <c:pt idx="947">
                  <c:v>6.9245594568</c:v>
                </c:pt>
                <c:pt idx="948">
                  <c:v>6.92455014535</c:v>
                </c:pt>
                <c:pt idx="949">
                  <c:v>6.92442162309</c:v>
                </c:pt>
                <c:pt idx="950">
                  <c:v>6.92441673456</c:v>
                </c:pt>
                <c:pt idx="951">
                  <c:v>6.92437169524</c:v>
                </c:pt>
                <c:pt idx="952">
                  <c:v>6.92437155443</c:v>
                </c:pt>
                <c:pt idx="953">
                  <c:v>6.92441436219</c:v>
                </c:pt>
                <c:pt idx="954">
                  <c:v>6.92441923091</c:v>
                </c:pt>
                <c:pt idx="955">
                  <c:v>6.92455174223</c:v>
                </c:pt>
                <c:pt idx="956">
                  <c:v>6.92456163561</c:v>
                </c:pt>
                <c:pt idx="957">
                  <c:v>6.9247831145</c:v>
                </c:pt>
                <c:pt idx="958">
                  <c:v>6.92479789649</c:v>
                </c:pt>
                <c:pt idx="959">
                  <c:v>6.92497841028</c:v>
                </c:pt>
                <c:pt idx="960">
                  <c:v>6.92511023233</c:v>
                </c:pt>
                <c:pt idx="961">
                  <c:v>6.92513008816</c:v>
                </c:pt>
                <c:pt idx="962">
                  <c:v>6.92553577874</c:v>
                </c:pt>
                <c:pt idx="963">
                  <c:v>6.92556097364</c:v>
                </c:pt>
                <c:pt idx="964">
                  <c:v>6.92606049216</c:v>
                </c:pt>
                <c:pt idx="965">
                  <c:v>6.92609086049</c:v>
                </c:pt>
                <c:pt idx="966">
                  <c:v>6.92668125367</c:v>
                </c:pt>
                <c:pt idx="967">
                  <c:v>6.92671651099</c:v>
                </c:pt>
                <c:pt idx="968">
                  <c:v>6.92739663381</c:v>
                </c:pt>
                <c:pt idx="969">
                  <c:v>6.92743688842</c:v>
                </c:pt>
                <c:pt idx="970">
                  <c:v>6.92820754783</c:v>
                </c:pt>
                <c:pt idx="971">
                  <c:v>6.92825289702</c:v>
                </c:pt>
                <c:pt idx="972">
                  <c:v>6.92911255124</c:v>
                </c:pt>
                <c:pt idx="973">
                  <c:v>6.92916277692</c:v>
                </c:pt>
                <c:pt idx="974">
                  <c:v>6.93010761844</c:v>
                </c:pt>
                <c:pt idx="975">
                  <c:v>6.93016233157</c:v>
                </c:pt>
                <c:pt idx="976">
                  <c:v>6.93118795909</c:v>
                </c:pt>
                <c:pt idx="977">
                  <c:v>6.93124712705</c:v>
                </c:pt>
                <c:pt idx="978">
                  <c:v>6.93235323244</c:v>
                </c:pt>
                <c:pt idx="979">
                  <c:v>6.93241694076</c:v>
                </c:pt>
                <c:pt idx="980">
                  <c:v>6.93360067692</c:v>
                </c:pt>
                <c:pt idx="981">
                  <c:v>6.93366851368</c:v>
                </c:pt>
                <c:pt idx="982">
                  <c:v>6.93492352231</c:v>
                </c:pt>
                <c:pt idx="983">
                  <c:v>6.93499507597</c:v>
                </c:pt>
                <c:pt idx="984">
                  <c:v>6.93631671795</c:v>
                </c:pt>
                <c:pt idx="985">
                  <c:v>6.93639186282</c:v>
                </c:pt>
                <c:pt idx="986">
                  <c:v>6.93777574299</c:v>
                </c:pt>
                <c:pt idx="987">
                  <c:v>6.93785435929</c:v>
                </c:pt>
                <c:pt idx="988">
                  <c:v>6.93929764997</c:v>
                </c:pt>
                <c:pt idx="989">
                  <c:v>6.9393793804</c:v>
                </c:pt>
                <c:pt idx="990">
                  <c:v>6.94087389633</c:v>
                </c:pt>
                <c:pt idx="991">
                  <c:v>6.94095799602</c:v>
                </c:pt>
                <c:pt idx="992">
                  <c:v>6.94248387775</c:v>
                </c:pt>
                <c:pt idx="993">
                  <c:v>6.94256891607</c:v>
                </c:pt>
                <c:pt idx="994">
                  <c:v>6.94409420361</c:v>
                </c:pt>
                <c:pt idx="995">
                  <c:v>6.94417839746</c:v>
                </c:pt>
                <c:pt idx="996">
                  <c:v>6.94567118445</c:v>
                </c:pt>
                <c:pt idx="997">
                  <c:v>6.94575253958</c:v>
                </c:pt>
                <c:pt idx="998">
                  <c:v>6.94717611181</c:v>
                </c:pt>
                <c:pt idx="999">
                  <c:v>6.94725263276</c:v>
                </c:pt>
                <c:pt idx="1000">
                  <c:v>6.94858223485</c:v>
                </c:pt>
                <c:pt idx="1001">
                  <c:v>6.94865342925</c:v>
                </c:pt>
                <c:pt idx="1002">
                  <c:v>6.94988783138</c:v>
                </c:pt>
                <c:pt idx="1003">
                  <c:v>6.94995389761</c:v>
                </c:pt>
                <c:pt idx="1004">
                  <c:v>6.95097466774</c:v>
                </c:pt>
                <c:pt idx="1005">
                  <c:v>6.9510977867</c:v>
                </c:pt>
                <c:pt idx="1006">
                  <c:v>6.95115897642</c:v>
                </c:pt>
                <c:pt idx="1007">
                  <c:v>6.95222192691</c:v>
                </c:pt>
                <c:pt idx="1008">
                  <c:v>6.95227880442</c:v>
                </c:pt>
                <c:pt idx="1009">
                  <c:v>6.95326763899</c:v>
                </c:pt>
                <c:pt idx="1010">
                  <c:v>6.95332065391</c:v>
                </c:pt>
                <c:pt idx="1011">
                  <c:v>6.95424333316</c:v>
                </c:pt>
                <c:pt idx="1012">
                  <c:v>6.95429303238</c:v>
                </c:pt>
                <c:pt idx="1013">
                  <c:v>6.95515911116</c:v>
                </c:pt>
                <c:pt idx="1014">
                  <c:v>6.95520570449</c:v>
                </c:pt>
                <c:pt idx="1015">
                  <c:v>6.95601891726</c:v>
                </c:pt>
                <c:pt idx="1016">
                  <c:v>6.95606262532</c:v>
                </c:pt>
                <c:pt idx="1017">
                  <c:v>6.95682511524</c:v>
                </c:pt>
                <c:pt idx="1018">
                  <c:v>6.95686613027</c:v>
                </c:pt>
                <c:pt idx="1019">
                  <c:v>6.95757993759</c:v>
                </c:pt>
                <c:pt idx="1020">
                  <c:v>6.95761837901</c:v>
                </c:pt>
                <c:pt idx="1021">
                  <c:v>6.95828860854</c:v>
                </c:pt>
                <c:pt idx="1022">
                  <c:v>6.95832469364</c:v>
                </c:pt>
                <c:pt idx="1023">
                  <c:v>6.95895446265</c:v>
                </c:pt>
                <c:pt idx="1024">
                  <c:v>6.95898825934</c:v>
                </c:pt>
                <c:pt idx="1025">
                  <c:v>6.95957773052</c:v>
                </c:pt>
                <c:pt idx="1026">
                  <c:v>6.95960943379</c:v>
                </c:pt>
                <c:pt idx="1027">
                  <c:v>6.96016030084</c:v>
                </c:pt>
                <c:pt idx="1028">
                  <c:v>6.96018994566</c:v>
                </c:pt>
                <c:pt idx="1029">
                  <c:v>6.96070660673</c:v>
                </c:pt>
                <c:pt idx="1030">
                  <c:v>6.96073440501</c:v>
                </c:pt>
                <c:pt idx="1031">
                  <c:v>6.9612207027</c:v>
                </c:pt>
                <c:pt idx="1032">
                  <c:v>6.96124685919</c:v>
                </c:pt>
                <c:pt idx="1033">
                  <c:v>6.9617023975</c:v>
                </c:pt>
                <c:pt idx="1034">
                  <c:v>6.96172691885</c:v>
                </c:pt>
                <c:pt idx="1035">
                  <c:v>6.96215304748</c:v>
                </c:pt>
                <c:pt idx="1036">
                  <c:v>6.96217599428</c:v>
                </c:pt>
                <c:pt idx="1037">
                  <c:v>6.96257618946</c:v>
                </c:pt>
                <c:pt idx="1038">
                  <c:v>6.96259770631</c:v>
                </c:pt>
                <c:pt idx="1039">
                  <c:v>6.96297514129</c:v>
                </c:pt>
                <c:pt idx="1040">
                  <c:v>6.96299545609</c:v>
                </c:pt>
                <c:pt idx="1041">
                  <c:v>6.96335038959</c:v>
                </c:pt>
                <c:pt idx="1042">
                  <c:v>6.96336951876</c:v>
                </c:pt>
                <c:pt idx="1043">
                  <c:v>6.96370159847</c:v>
                </c:pt>
                <c:pt idx="1044">
                  <c:v>6.96371949514</c:v>
                </c:pt>
                <c:pt idx="1045">
                  <c:v>6.96403176641</c:v>
                </c:pt>
                <c:pt idx="1046">
                  <c:v>6.9640485545</c:v>
                </c:pt>
                <c:pt idx="1047">
                  <c:v>6.96423057091</c:v>
                </c:pt>
                <c:pt idx="1048">
                  <c:v>6.96434344151</c:v>
                </c:pt>
                <c:pt idx="1049">
                  <c:v>6.96435938819</c:v>
                </c:pt>
                <c:pt idx="1050">
                  <c:v>6.96463827006</c:v>
                </c:pt>
                <c:pt idx="1051">
                  <c:v>6.96465334155</c:v>
                </c:pt>
                <c:pt idx="1052">
                  <c:v>6.96491446627</c:v>
                </c:pt>
                <c:pt idx="1053">
                  <c:v>6.96492849936</c:v>
                </c:pt>
                <c:pt idx="1054">
                  <c:v>6.96517411865</c:v>
                </c:pt>
                <c:pt idx="1055">
                  <c:v>6.96518733843</c:v>
                </c:pt>
                <c:pt idx="1056">
                  <c:v>6.96534404761</c:v>
                </c:pt>
                <c:pt idx="1057">
                  <c:v>6.96542059385</c:v>
                </c:pt>
                <c:pt idx="1058">
                  <c:v>6.9654332285</c:v>
                </c:pt>
                <c:pt idx="1059">
                  <c:v>6.96565413497</c:v>
                </c:pt>
                <c:pt idx="1060">
                  <c:v>6.96566609997</c:v>
                </c:pt>
                <c:pt idx="1061">
                  <c:v>6.96587374472</c:v>
                </c:pt>
                <c:pt idx="1062">
                  <c:v>6.96588489512</c:v>
                </c:pt>
                <c:pt idx="1063">
                  <c:v>6.96608030008</c:v>
                </c:pt>
                <c:pt idx="1064">
                  <c:v>6.9660908426</c:v>
                </c:pt>
                <c:pt idx="1065">
                  <c:v>6.96627745889</c:v>
                </c:pt>
                <c:pt idx="1066">
                  <c:v>6.9662875976</c:v>
                </c:pt>
                <c:pt idx="1067">
                  <c:v>6.96646497194</c:v>
                </c:pt>
                <c:pt idx="1068">
                  <c:v>6.96647462167</c:v>
                </c:pt>
                <c:pt idx="1069">
                  <c:v>6.96664250852</c:v>
                </c:pt>
                <c:pt idx="1070">
                  <c:v>6.9666515095</c:v>
                </c:pt>
                <c:pt idx="1071">
                  <c:v>6.96680807307</c:v>
                </c:pt>
                <c:pt idx="1072">
                  <c:v>6.9668162461</c:v>
                </c:pt>
                <c:pt idx="1073">
                  <c:v>6.96694814075</c:v>
                </c:pt>
                <c:pt idx="1074">
                  <c:v>6.96695433534</c:v>
                </c:pt>
                <c:pt idx="1075">
                  <c:v>6.9670344523</c:v>
                </c:pt>
                <c:pt idx="1076">
                  <c:v>6.96703696395</c:v>
                </c:pt>
                <c:pt idx="1077">
                  <c:v>6.96704741502</c:v>
                </c:pt>
                <c:pt idx="1078">
                  <c:v>6.96703393298</c:v>
                </c:pt>
                <c:pt idx="1079">
                  <c:v>6.96703074878</c:v>
                </c:pt>
                <c:pt idx="1080">
                  <c:v>6.96691146778</c:v>
                </c:pt>
                <c:pt idx="1081">
                  <c:v>6.96690116653</c:v>
                </c:pt>
                <c:pt idx="1082">
                  <c:v>6.96665093177</c:v>
                </c:pt>
                <c:pt idx="1083">
                  <c:v>6.96663351402</c:v>
                </c:pt>
                <c:pt idx="1084">
                  <c:v>6.96625576067</c:v>
                </c:pt>
                <c:pt idx="1085">
                  <c:v>6.96623130448</c:v>
                </c:pt>
                <c:pt idx="1086">
                  <c:v>6.96572952686</c:v>
                </c:pt>
                <c:pt idx="1087">
                  <c:v>6.96569841089</c:v>
                </c:pt>
                <c:pt idx="1088">
                  <c:v>6.96508635392</c:v>
                </c:pt>
                <c:pt idx="1089">
                  <c:v>6.96504948835</c:v>
                </c:pt>
                <c:pt idx="1090">
                  <c:v>6.96433985383</c:v>
                </c:pt>
                <c:pt idx="1091">
                  <c:v>6.96429802859</c:v>
                </c:pt>
                <c:pt idx="1092">
                  <c:v>6.9635046035</c:v>
                </c:pt>
                <c:pt idx="1093">
                  <c:v>6.96345845335</c:v>
                </c:pt>
                <c:pt idx="1094">
                  <c:v>6.96259151693</c:v>
                </c:pt>
                <c:pt idx="1095">
                  <c:v>6.96254134427</c:v>
                </c:pt>
                <c:pt idx="1096">
                  <c:v>6.9616072435</c:v>
                </c:pt>
                <c:pt idx="1097">
                  <c:v>6.96155369715</c:v>
                </c:pt>
                <c:pt idx="1098">
                  <c:v>6.96056351085</c:v>
                </c:pt>
                <c:pt idx="1099">
                  <c:v>6.96050716968</c:v>
                </c:pt>
                <c:pt idx="1100">
                  <c:v>6.95946978611</c:v>
                </c:pt>
                <c:pt idx="1101">
                  <c:v>6.95941100475</c:v>
                </c:pt>
                <c:pt idx="1102">
                  <c:v>6.95869705217</c:v>
                </c:pt>
                <c:pt idx="1103">
                  <c:v>6.95833440004</c:v>
                </c:pt>
                <c:pt idx="1104">
                  <c:v>6.95827354158</c:v>
                </c:pt>
                <c:pt idx="1105">
                  <c:v>6.95716330362</c:v>
                </c:pt>
                <c:pt idx="1106">
                  <c:v>6.95710081229</c:v>
                </c:pt>
                <c:pt idx="1107">
                  <c:v>6.95596559947</c:v>
                </c:pt>
                <c:pt idx="1108">
                  <c:v>6.95590212895</c:v>
                </c:pt>
                <c:pt idx="1109">
                  <c:v>6.9547528377</c:v>
                </c:pt>
                <c:pt idx="1110">
                  <c:v>6.95468872483</c:v>
                </c:pt>
                <c:pt idx="1111">
                  <c:v>6.95353210735</c:v>
                </c:pt>
                <c:pt idx="1112">
                  <c:v>6.95346770299</c:v>
                </c:pt>
                <c:pt idx="1113">
                  <c:v>6.95231029446</c:v>
                </c:pt>
                <c:pt idx="1114">
                  <c:v>6.95224611537</c:v>
                </c:pt>
                <c:pt idx="1115">
                  <c:v>6.95109539676</c:v>
                </c:pt>
                <c:pt idx="1116">
                  <c:v>6.95103187138</c:v>
                </c:pt>
                <c:pt idx="1117">
                  <c:v>6.94989762629</c:v>
                </c:pt>
                <c:pt idx="1118">
                  <c:v>6.9498352136</c:v>
                </c:pt>
                <c:pt idx="1119">
                  <c:v>6.94872496996</c:v>
                </c:pt>
                <c:pt idx="1120">
                  <c:v>6.9486639919</c:v>
                </c:pt>
                <c:pt idx="1121">
                  <c:v>6.94758262777</c:v>
                </c:pt>
                <c:pt idx="1122">
                  <c:v>6.94752351202</c:v>
                </c:pt>
                <c:pt idx="1123">
                  <c:v>6.94647769751</c:v>
                </c:pt>
                <c:pt idx="1124">
                  <c:v>6.94642080062</c:v>
                </c:pt>
                <c:pt idx="1125">
                  <c:v>6.94541918211</c:v>
                </c:pt>
                <c:pt idx="1126">
                  <c:v>6.94536486227</c:v>
                </c:pt>
                <c:pt idx="1127">
                  <c:v>6.94441428363</c:v>
                </c:pt>
                <c:pt idx="1128">
                  <c:v>6.9443629238</c:v>
                </c:pt>
                <c:pt idx="1129">
                  <c:v>6.94346698578</c:v>
                </c:pt>
                <c:pt idx="1130">
                  <c:v>6.9434188219</c:v>
                </c:pt>
                <c:pt idx="1131">
                  <c:v>6.94258191663</c:v>
                </c:pt>
                <c:pt idx="1132">
                  <c:v>6.94253724962</c:v>
                </c:pt>
                <c:pt idx="1133">
                  <c:v>6.94176682498</c:v>
                </c:pt>
                <c:pt idx="1134">
                  <c:v>6.94172593063</c:v>
                </c:pt>
                <c:pt idx="1135">
                  <c:v>6.9410271699</c:v>
                </c:pt>
                <c:pt idx="1136">
                  <c:v>6.94099037376</c:v>
                </c:pt>
                <c:pt idx="1137">
                  <c:v>6.94036594325</c:v>
                </c:pt>
                <c:pt idx="1138">
                  <c:v>6.94033343379</c:v>
                </c:pt>
                <c:pt idx="1139">
                  <c:v>6.93978617962</c:v>
                </c:pt>
                <c:pt idx="1140">
                  <c:v>6.93975802344</c:v>
                </c:pt>
                <c:pt idx="1141">
                  <c:v>6.93929242242</c:v>
                </c:pt>
                <c:pt idx="1142">
                  <c:v>6.93926885828</c:v>
                </c:pt>
                <c:pt idx="1143">
                  <c:v>6.93888928906</c:v>
                </c:pt>
                <c:pt idx="1144">
                  <c:v>6.93887059892</c:v>
                </c:pt>
                <c:pt idx="1145">
                  <c:v>6.93869796531</c:v>
                </c:pt>
                <c:pt idx="1146">
                  <c:v>6.93857824605</c:v>
                </c:pt>
                <c:pt idx="1147">
                  <c:v>6.93856448509</c:v>
                </c:pt>
                <c:pt idx="1148">
                  <c:v>6.93835930178</c:v>
                </c:pt>
                <c:pt idx="1149">
                  <c:v>6.93835037957</c:v>
                </c:pt>
                <c:pt idx="1150">
                  <c:v>6.93823517967</c:v>
                </c:pt>
                <c:pt idx="1151">
                  <c:v>6.93823128958</c:v>
                </c:pt>
                <c:pt idx="1152">
                  <c:v>6.93820613743</c:v>
                </c:pt>
                <c:pt idx="1153">
                  <c:v>6.93820869937</c:v>
                </c:pt>
                <c:pt idx="1154">
                  <c:v>6.93821002146</c:v>
                </c:pt>
                <c:pt idx="1155">
                  <c:v>6.93824249938</c:v>
                </c:pt>
                <c:pt idx="1156">
                  <c:v>6.93827987654</c:v>
                </c:pt>
                <c:pt idx="1157">
                  <c:v>6.93828633984</c:v>
                </c:pt>
                <c:pt idx="1158">
                  <c:v>6.93844680559</c:v>
                </c:pt>
                <c:pt idx="1159">
                  <c:v>6.93845821629</c:v>
                </c:pt>
                <c:pt idx="1160">
                  <c:v>6.93870924822</c:v>
                </c:pt>
                <c:pt idx="1161">
                  <c:v>6.93872568646</c:v>
                </c:pt>
                <c:pt idx="1162">
                  <c:v>6.93906899297</c:v>
                </c:pt>
                <c:pt idx="1163">
                  <c:v>6.9390906204</c:v>
                </c:pt>
                <c:pt idx="1164">
                  <c:v>6.93952403718</c:v>
                </c:pt>
                <c:pt idx="1165">
                  <c:v>6.93955059603</c:v>
                </c:pt>
                <c:pt idx="1166">
                  <c:v>6.94007009301</c:v>
                </c:pt>
                <c:pt idx="1167">
                  <c:v>6.94010129883</c:v>
                </c:pt>
                <c:pt idx="1168">
                  <c:v>6.94070545331</c:v>
                </c:pt>
                <c:pt idx="1169">
                  <c:v>6.94074130089</c:v>
                </c:pt>
                <c:pt idx="1170">
                  <c:v>6.94142889231</c:v>
                </c:pt>
                <c:pt idx="1171">
                  <c:v>6.94146941913</c:v>
                </c:pt>
                <c:pt idx="1172">
                  <c:v>6.94223804073</c:v>
                </c:pt>
                <c:pt idx="1173">
                  <c:v>6.94228293529</c:v>
                </c:pt>
                <c:pt idx="1174">
                  <c:v>6.94312736641</c:v>
                </c:pt>
                <c:pt idx="1175">
                  <c:v>6.94317625604</c:v>
                </c:pt>
                <c:pt idx="1176">
                  <c:v>6.94409204955</c:v>
                </c:pt>
                <c:pt idx="1177">
                  <c:v>6.944144818</c:v>
                </c:pt>
                <c:pt idx="1178">
                  <c:v>6.94513017326</c:v>
                </c:pt>
                <c:pt idx="1179">
                  <c:v>6.94518683095</c:v>
                </c:pt>
                <c:pt idx="1180">
                  <c:v>6.94623747973</c:v>
                </c:pt>
                <c:pt idx="1181">
                  <c:v>6.94629761306</c:v>
                </c:pt>
                <c:pt idx="1182">
                  <c:v>6.94740750605</c:v>
                </c:pt>
                <c:pt idx="1183">
                  <c:v>6.94747062203</c:v>
                </c:pt>
                <c:pt idx="1184">
                  <c:v>6.94863333419</c:v>
                </c:pt>
                <c:pt idx="1185">
                  <c:v>6.9486992932</c:v>
                </c:pt>
                <c:pt idx="1186">
                  <c:v>6.94991148108</c:v>
                </c:pt>
                <c:pt idx="1187">
                  <c:v>6.94998018048</c:v>
                </c:pt>
                <c:pt idx="1188">
                  <c:v>6.95123762599</c:v>
                </c:pt>
                <c:pt idx="1189">
                  <c:v>6.95130863564</c:v>
                </c:pt>
                <c:pt idx="1190">
                  <c:v>6.9526033223</c:v>
                </c:pt>
                <c:pt idx="1191">
                  <c:v>6.95267607743</c:v>
                </c:pt>
                <c:pt idx="1192">
                  <c:v>6.95399542716</c:v>
                </c:pt>
                <c:pt idx="1193">
                  <c:v>6.95406889785</c:v>
                </c:pt>
                <c:pt idx="1194">
                  <c:v>6.95538672723</c:v>
                </c:pt>
                <c:pt idx="1195">
                  <c:v>6.95545946269</c:v>
                </c:pt>
                <c:pt idx="1196">
                  <c:v>6.95674892327</c:v>
                </c:pt>
                <c:pt idx="1197">
                  <c:v>6.95681921731</c:v>
                </c:pt>
                <c:pt idx="1198">
                  <c:v>6.95804873621</c:v>
                </c:pt>
                <c:pt idx="1199">
                  <c:v>6.95811472172</c:v>
                </c:pt>
                <c:pt idx="1200">
                  <c:v>6.9592581714</c:v>
                </c:pt>
                <c:pt idx="1201">
                  <c:v>6.95931920309</c:v>
                </c:pt>
                <c:pt idx="1202">
                  <c:v>6.95968006128</c:v>
                </c:pt>
                <c:pt idx="1203">
                  <c:v>6.96037382232</c:v>
                </c:pt>
                <c:pt idx="1204">
                  <c:v>6.96043004182</c:v>
                </c:pt>
                <c:pt idx="1205">
                  <c:v>6.96139897823</c:v>
                </c:pt>
                <c:pt idx="1206">
                  <c:v>6.96145055626</c:v>
                </c:pt>
                <c:pt idx="1207">
                  <c:v>6.96234141193</c:v>
                </c:pt>
                <c:pt idx="1208">
                  <c:v>6.96238878774</c:v>
                </c:pt>
                <c:pt idx="1209">
                  <c:v>6.96320810509</c:v>
                </c:pt>
                <c:pt idx="1210">
                  <c:v>6.96325179688</c:v>
                </c:pt>
                <c:pt idx="1211">
                  <c:v>6.96400802429</c:v>
                </c:pt>
                <c:pt idx="1212">
                  <c:v>6.96404854387</c:v>
                </c:pt>
                <c:pt idx="1213">
                  <c:v>6.96475051325</c:v>
                </c:pt>
                <c:pt idx="1214">
                  <c:v>6.96478807236</c:v>
                </c:pt>
                <c:pt idx="1215">
                  <c:v>6.96543971158</c:v>
                </c:pt>
                <c:pt idx="1216">
                  <c:v>6.96547451747</c:v>
                </c:pt>
                <c:pt idx="1217">
                  <c:v>6.9660785242</c:v>
                </c:pt>
                <c:pt idx="1218">
                  <c:v>6.96611076625</c:v>
                </c:pt>
                <c:pt idx="1219">
                  <c:v>6.96666876296</c:v>
                </c:pt>
                <c:pt idx="1220">
                  <c:v>6.96669866372</c:v>
                </c:pt>
                <c:pt idx="1221">
                  <c:v>6.96721637989</c:v>
                </c:pt>
                <c:pt idx="1222">
                  <c:v>6.96724407777</c:v>
                </c:pt>
                <c:pt idx="1223">
                  <c:v>6.9677239828</c:v>
                </c:pt>
                <c:pt idx="1224">
                  <c:v>6.96774954415</c:v>
                </c:pt>
                <c:pt idx="1225">
                  <c:v>6.96819180424</c:v>
                </c:pt>
                <c:pt idx="1226">
                  <c:v>6.96821540288</c:v>
                </c:pt>
                <c:pt idx="1227">
                  <c:v>6.96862237353</c:v>
                </c:pt>
                <c:pt idx="1228">
                  <c:v>6.96864412824</c:v>
                </c:pt>
                <c:pt idx="1229">
                  <c:v>6.96901977764</c:v>
                </c:pt>
                <c:pt idx="1230">
                  <c:v>6.96903979888</c:v>
                </c:pt>
                <c:pt idx="1231">
                  <c:v>6.96938743623</c:v>
                </c:pt>
                <c:pt idx="1232">
                  <c:v>6.96940593561</c:v>
                </c:pt>
                <c:pt idx="1233">
                  <c:v>6.96972577243</c:v>
                </c:pt>
                <c:pt idx="1234">
                  <c:v>6.96974281431</c:v>
                </c:pt>
                <c:pt idx="1235">
                  <c:v>6.97003585643</c:v>
                </c:pt>
                <c:pt idx="1236">
                  <c:v>6.97005148619</c:v>
                </c:pt>
                <c:pt idx="1237">
                  <c:v>6.97032126285</c:v>
                </c:pt>
                <c:pt idx="1238">
                  <c:v>6.97033565332</c:v>
                </c:pt>
                <c:pt idx="1239">
                  <c:v>6.97058547508</c:v>
                </c:pt>
                <c:pt idx="1240">
                  <c:v>6.97059874828</c:v>
                </c:pt>
                <c:pt idx="1241">
                  <c:v>6.97082784036</c:v>
                </c:pt>
                <c:pt idx="1242">
                  <c:v>6.97084005394</c:v>
                </c:pt>
                <c:pt idx="1243">
                  <c:v>6.97104911445</c:v>
                </c:pt>
                <c:pt idx="1244">
                  <c:v>6.97106021732</c:v>
                </c:pt>
                <c:pt idx="1245">
                  <c:v>6.97122093789</c:v>
                </c:pt>
                <c:pt idx="1246">
                  <c:v>6.97125197554</c:v>
                </c:pt>
                <c:pt idx="1247">
                  <c:v>6.97126215343</c:v>
                </c:pt>
                <c:pt idx="1248">
                  <c:v>6.97143914823</c:v>
                </c:pt>
                <c:pt idx="1249">
                  <c:v>6.97144855907</c:v>
                </c:pt>
                <c:pt idx="1250">
                  <c:v>6.97161097989</c:v>
                </c:pt>
                <c:pt idx="1251">
                  <c:v>6.97161964111</c:v>
                </c:pt>
                <c:pt idx="1252">
                  <c:v>6.97168700359</c:v>
                </c:pt>
                <c:pt idx="1253">
                  <c:v>6.9717673747</c:v>
                </c:pt>
                <c:pt idx="1254">
                  <c:v>6.97177520161</c:v>
                </c:pt>
                <c:pt idx="1255">
                  <c:v>6.97190959543</c:v>
                </c:pt>
                <c:pt idx="1256">
                  <c:v>6.97191670962</c:v>
                </c:pt>
                <c:pt idx="1257">
                  <c:v>6.97204157872</c:v>
                </c:pt>
                <c:pt idx="1258">
                  <c:v>6.97204825438</c:v>
                </c:pt>
                <c:pt idx="1259">
                  <c:v>6.97216068838</c:v>
                </c:pt>
                <c:pt idx="1260">
                  <c:v>6.97216640759</c:v>
                </c:pt>
                <c:pt idx="1261">
                  <c:v>6.97224936608</c:v>
                </c:pt>
                <c:pt idx="1262">
                  <c:v>6.972252699</c:v>
                </c:pt>
                <c:pt idx="1263">
                  <c:v>6.97228299373</c:v>
                </c:pt>
                <c:pt idx="1264">
                  <c:v>6.97228269063</c:v>
                </c:pt>
                <c:pt idx="1265">
                  <c:v>6.97223479342</c:v>
                </c:pt>
                <c:pt idx="1266">
                  <c:v>6.97222947212</c:v>
                </c:pt>
                <c:pt idx="1267">
                  <c:v>6.97207645141</c:v>
                </c:pt>
                <c:pt idx="1268">
                  <c:v>6.97206469723</c:v>
                </c:pt>
                <c:pt idx="1269">
                  <c:v>6.97179137011</c:v>
                </c:pt>
                <c:pt idx="1270">
                  <c:v>6.97177283822</c:v>
                </c:pt>
                <c:pt idx="1271">
                  <c:v>6.97138052486</c:v>
                </c:pt>
                <c:pt idx="1272">
                  <c:v>6.97135544631</c:v>
                </c:pt>
                <c:pt idx="1273">
                  <c:v>6.97085028952</c:v>
                </c:pt>
                <c:pt idx="1274">
                  <c:v>6.97081932427</c:v>
                </c:pt>
                <c:pt idx="1275">
                  <c:v>6.97021218464</c:v>
                </c:pt>
                <c:pt idx="1276">
                  <c:v>6.97017583818</c:v>
                </c:pt>
                <c:pt idx="1277">
                  <c:v>6.96947434466</c:v>
                </c:pt>
                <c:pt idx="1278">
                  <c:v>6.96943284094</c:v>
                </c:pt>
                <c:pt idx="1279">
                  <c:v>6.96864551869</c:v>
                </c:pt>
                <c:pt idx="1280">
                  <c:v>6.96859957247</c:v>
                </c:pt>
                <c:pt idx="1281">
                  <c:v>6.96827233684</c:v>
                </c:pt>
                <c:pt idx="1282">
                  <c:v>6.96773710618</c:v>
                </c:pt>
                <c:pt idx="1283">
                  <c:v>6.96768728611</c:v>
                </c:pt>
                <c:pt idx="1284">
                  <c:v>6.96675711615</c:v>
                </c:pt>
                <c:pt idx="1285">
                  <c:v>6.96670370171</c:v>
                </c:pt>
                <c:pt idx="1286">
                  <c:v>6.96571095512</c:v>
                </c:pt>
                <c:pt idx="1287">
                  <c:v>6.96565411389</c:v>
                </c:pt>
                <c:pt idx="1288">
                  <c:v>6.96460450621</c:v>
                </c:pt>
                <c:pt idx="1289">
                  <c:v>6.96454471632</c:v>
                </c:pt>
                <c:pt idx="1290">
                  <c:v>6.96344629222</c:v>
                </c:pt>
                <c:pt idx="1291">
                  <c:v>6.96338414439</c:v>
                </c:pt>
                <c:pt idx="1292">
                  <c:v>6.96224514624</c:v>
                </c:pt>
                <c:pt idx="1293">
                  <c:v>6.9621808818</c:v>
                </c:pt>
                <c:pt idx="1294">
                  <c:v>6.96100682973</c:v>
                </c:pt>
                <c:pt idx="1295">
                  <c:v>6.96094070248</c:v>
                </c:pt>
                <c:pt idx="1296">
                  <c:v>6.959737801</c:v>
                </c:pt>
                <c:pt idx="1297">
                  <c:v>6.95967029165</c:v>
                </c:pt>
                <c:pt idx="1298">
                  <c:v>6.95844673415</c:v>
                </c:pt>
                <c:pt idx="1299">
                  <c:v>6.95837841909</c:v>
                </c:pt>
                <c:pt idx="1300">
                  <c:v>6.95714279914</c:v>
                </c:pt>
                <c:pt idx="1301">
                  <c:v>6.95707397022</c:v>
                </c:pt>
                <c:pt idx="1302">
                  <c:v>6.95583279108</c:v>
                </c:pt>
                <c:pt idx="1303">
                  <c:v>6.95576370044</c:v>
                </c:pt>
                <c:pt idx="1304">
                  <c:v>6.95452171177</c:v>
                </c:pt>
                <c:pt idx="1305">
                  <c:v>6.95445283869</c:v>
                </c:pt>
                <c:pt idx="1306">
                  <c:v>6.95321854426</c:v>
                </c:pt>
                <c:pt idx="1307">
                  <c:v>6.95315041081</c:v>
                </c:pt>
                <c:pt idx="1308">
                  <c:v>6.951932314</c:v>
                </c:pt>
                <c:pt idx="1309">
                  <c:v>6.95186520461</c:v>
                </c:pt>
                <c:pt idx="1310">
                  <c:v>6.95066905396</c:v>
                </c:pt>
                <c:pt idx="1311">
                  <c:v>6.95060322835</c:v>
                </c:pt>
                <c:pt idx="1312">
                  <c:v>6.94943364505</c:v>
                </c:pt>
                <c:pt idx="1313">
                  <c:v>6.94936952463</c:v>
                </c:pt>
                <c:pt idx="1314">
                  <c:v>6.94823260628</c:v>
                </c:pt>
                <c:pt idx="1315">
                  <c:v>6.94817057542</c:v>
                </c:pt>
                <c:pt idx="1316">
                  <c:v>6.94707449442</c:v>
                </c:pt>
                <c:pt idx="1317">
                  <c:v>6.94701482561</c:v>
                </c:pt>
                <c:pt idx="1318">
                  <c:v>6.94596447097</c:v>
                </c:pt>
                <c:pt idx="1319">
                  <c:v>6.94590742527</c:v>
                </c:pt>
                <c:pt idx="1320">
                  <c:v>6.9449068455</c:v>
                </c:pt>
                <c:pt idx="1321">
                  <c:v>6.94485274237</c:v>
                </c:pt>
                <c:pt idx="1322">
                  <c:v>6.9439063317</c:v>
                </c:pt>
                <c:pt idx="1323">
                  <c:v>6.94385544368</c:v>
                </c:pt>
                <c:pt idx="1324">
                  <c:v>6.94297058644</c:v>
                </c:pt>
                <c:pt idx="1325">
                  <c:v>6.94292323328</c:v>
                </c:pt>
                <c:pt idx="1326">
                  <c:v>6.94210486453</c:v>
                </c:pt>
                <c:pt idx="1327">
                  <c:v>6.94206118377</c:v>
                </c:pt>
                <c:pt idx="1328">
                  <c:v>6.94131078687</c:v>
                </c:pt>
                <c:pt idx="1329">
                  <c:v>6.94127112051</c:v>
                </c:pt>
                <c:pt idx="1330">
                  <c:v>6.94059276188</c:v>
                </c:pt>
                <c:pt idx="1331">
                  <c:v>6.94055722516</c:v>
                </c:pt>
                <c:pt idx="1332">
                  <c:v>6.93995563276</c:v>
                </c:pt>
                <c:pt idx="1333">
                  <c:v>6.93992435692</c:v>
                </c:pt>
                <c:pt idx="1334">
                  <c:v>6.93940292879</c:v>
                </c:pt>
                <c:pt idx="1335">
                  <c:v>6.93937619672</c:v>
                </c:pt>
                <c:pt idx="1336">
                  <c:v>6.93893612682</c:v>
                </c:pt>
                <c:pt idx="1337">
                  <c:v>6.93891396791</c:v>
                </c:pt>
                <c:pt idx="1338">
                  <c:v>6.93855550476</c:v>
                </c:pt>
                <c:pt idx="1339">
                  <c:v>6.93853796218</c:v>
                </c:pt>
                <c:pt idx="1340">
                  <c:v>6.93826532387</c:v>
                </c:pt>
                <c:pt idx="1341">
                  <c:v>6.93825254957</c:v>
                </c:pt>
                <c:pt idx="1342">
                  <c:v>6.93815997801</c:v>
                </c:pt>
                <c:pt idx="1343">
                  <c:v>6.93806748289</c:v>
                </c:pt>
                <c:pt idx="1344">
                  <c:v>6.93805961594</c:v>
                </c:pt>
                <c:pt idx="1345">
                  <c:v>6.93796194129</c:v>
                </c:pt>
                <c:pt idx="1346">
                  <c:v>6.93795895695</c:v>
                </c:pt>
                <c:pt idx="1347">
                  <c:v>6.93794200956</c:v>
                </c:pt>
                <c:pt idx="1348">
                  <c:v>6.93794720707</c:v>
                </c:pt>
                <c:pt idx="1349">
                  <c:v>6.93794899067</c:v>
                </c:pt>
                <c:pt idx="1350">
                  <c:v>6.93795328508</c:v>
                </c:pt>
                <c:pt idx="1351">
                  <c:v>6.9380244862</c:v>
                </c:pt>
                <c:pt idx="1352">
                  <c:v>6.93803107835</c:v>
                </c:pt>
                <c:pt idx="1353">
                  <c:v>6.93819518528</c:v>
                </c:pt>
                <c:pt idx="1354">
                  <c:v>6.93820669536</c:v>
                </c:pt>
                <c:pt idx="1355">
                  <c:v>6.93845679499</c:v>
                </c:pt>
                <c:pt idx="1356">
                  <c:v>6.93847311123</c:v>
                </c:pt>
                <c:pt idx="1357">
                  <c:v>6.93880700178</c:v>
                </c:pt>
                <c:pt idx="1358">
                  <c:v>6.93882785546</c:v>
                </c:pt>
                <c:pt idx="1359">
                  <c:v>6.9392445084</c:v>
                </c:pt>
                <c:pt idx="1360">
                  <c:v>6.93926989616</c:v>
                </c:pt>
                <c:pt idx="1361">
                  <c:v>6.93976836939</c:v>
                </c:pt>
                <c:pt idx="1362">
                  <c:v>6.93979831672</c:v>
                </c:pt>
                <c:pt idx="1363">
                  <c:v>6.94037679859</c:v>
                </c:pt>
                <c:pt idx="1364">
                  <c:v>6.94041108323</c:v>
                </c:pt>
                <c:pt idx="1365">
                  <c:v>6.94106332748</c:v>
                </c:pt>
                <c:pt idx="1366">
                  <c:v>6.9411015647</c:v>
                </c:pt>
                <c:pt idx="1367">
                  <c:v>6.94182580063</c:v>
                </c:pt>
                <c:pt idx="1368">
                  <c:v>6.94186794332</c:v>
                </c:pt>
                <c:pt idx="1369">
                  <c:v>6.9426626997</c:v>
                </c:pt>
                <c:pt idx="1370">
                  <c:v>6.94270876902</c:v>
                </c:pt>
                <c:pt idx="1371">
                  <c:v>6.94356914247</c:v>
                </c:pt>
                <c:pt idx="1372">
                  <c:v>6.9436187043</c:v>
                </c:pt>
                <c:pt idx="1373">
                  <c:v>6.94453951898</c:v>
                </c:pt>
                <c:pt idx="1374">
                  <c:v>6.94459224921</c:v>
                </c:pt>
                <c:pt idx="1375">
                  <c:v>6.94556902932</c:v>
                </c:pt>
                <c:pt idx="1376">
                  <c:v>6.94562470982</c:v>
                </c:pt>
                <c:pt idx="1377">
                  <c:v>6.94665419342</c:v>
                </c:pt>
                <c:pt idx="1378">
                  <c:v>6.94671281948</c:v>
                </c:pt>
                <c:pt idx="1379">
                  <c:v>6.94779113751</c:v>
                </c:pt>
                <c:pt idx="1380">
                  <c:v>6.94785231986</c:v>
                </c:pt>
                <c:pt idx="1381">
                  <c:v>6.94897204984</c:v>
                </c:pt>
                <c:pt idx="1382">
                  <c:v>6.949035251</c:v>
                </c:pt>
                <c:pt idx="1383">
                  <c:v>6.95019071232</c:v>
                </c:pt>
                <c:pt idx="1384">
                  <c:v>6.95025579824</c:v>
                </c:pt>
                <c:pt idx="1385">
                  <c:v>6.95144364625</c:v>
                </c:pt>
                <c:pt idx="1386">
                  <c:v>6.95151049289</c:v>
                </c:pt>
                <c:pt idx="1387">
                  <c:v>6.95272496697</c:v>
                </c:pt>
                <c:pt idx="1388">
                  <c:v>6.9527930773</c:v>
                </c:pt>
                <c:pt idx="1389">
                  <c:v>6.95402725386</c:v>
                </c:pt>
                <c:pt idx="1390">
                  <c:v>6.95409618992</c:v>
                </c:pt>
                <c:pt idx="1391">
                  <c:v>6.9553436075</c:v>
                </c:pt>
                <c:pt idx="1392">
                  <c:v>6.9554131409</c:v>
                </c:pt>
                <c:pt idx="1393">
                  <c:v>6.95666868134</c:v>
                </c:pt>
                <c:pt idx="1394">
                  <c:v>6.95673863132</c:v>
                </c:pt>
                <c:pt idx="1395">
                  <c:v>6.95799399238</c:v>
                </c:pt>
                <c:pt idx="1396">
                  <c:v>6.95806338229</c:v>
                </c:pt>
                <c:pt idx="1397">
                  <c:v>6.95929648815</c:v>
                </c:pt>
                <c:pt idx="1398">
                  <c:v>6.95936387202</c:v>
                </c:pt>
                <c:pt idx="1399">
                  <c:v>6.96055215483</c:v>
                </c:pt>
                <c:pt idx="1400">
                  <c:v>6.96061654228</c:v>
                </c:pt>
                <c:pt idx="1401">
                  <c:v>6.96174016481</c:v>
                </c:pt>
                <c:pt idx="1402">
                  <c:v>6.96180048558</c:v>
                </c:pt>
                <c:pt idx="1403">
                  <c:v>6.96256187795</c:v>
                </c:pt>
                <c:pt idx="1404">
                  <c:v>6.96284386615</c:v>
                </c:pt>
                <c:pt idx="1405">
                  <c:v>6.96289954835</c:v>
                </c:pt>
                <c:pt idx="1406">
                  <c:v>6.96386068229</c:v>
                </c:pt>
                <c:pt idx="1407">
                  <c:v>6.9639117328</c:v>
                </c:pt>
                <c:pt idx="1408">
                  <c:v>6.96479138279</c:v>
                </c:pt>
                <c:pt idx="1409">
                  <c:v>6.96483807987</c:v>
                </c:pt>
                <c:pt idx="1410">
                  <c:v>6.96564382508</c:v>
                </c:pt>
                <c:pt idx="1411">
                  <c:v>6.96568683763</c:v>
                </c:pt>
                <c:pt idx="1412">
                  <c:v>6.96642910833</c:v>
                </c:pt>
                <c:pt idx="1413">
                  <c:v>6.96646868185</c:v>
                </c:pt>
                <c:pt idx="1414">
                  <c:v>6.96715274695</c:v>
                </c:pt>
                <c:pt idx="1415">
                  <c:v>6.96718915794</c:v>
                </c:pt>
                <c:pt idx="1416">
                  <c:v>6.9678195563</c:v>
                </c:pt>
                <c:pt idx="1417">
                  <c:v>6.96785316367</c:v>
                </c:pt>
                <c:pt idx="1418">
                  <c:v>6.9684342719</c:v>
                </c:pt>
                <c:pt idx="1419">
                  <c:v>6.96846533597</c:v>
                </c:pt>
                <c:pt idx="1420">
                  <c:v>6.96900269603</c:v>
                </c:pt>
                <c:pt idx="1421">
                  <c:v>6.96903139599</c:v>
                </c:pt>
                <c:pt idx="1422">
                  <c:v>6.96952795636</c:v>
                </c:pt>
                <c:pt idx="1423">
                  <c:v>6.96955436349</c:v>
                </c:pt>
                <c:pt idx="1424">
                  <c:v>6.97001074675</c:v>
                </c:pt>
                <c:pt idx="1425">
                  <c:v>6.97003505141</c:v>
                </c:pt>
                <c:pt idx="1426">
                  <c:v>6.97045380044</c:v>
                </c:pt>
                <c:pt idx="1427">
                  <c:v>6.97047613349</c:v>
                </c:pt>
                <c:pt idx="1428">
                  <c:v>6.97086121057</c:v>
                </c:pt>
                <c:pt idx="1429">
                  <c:v>6.97088170859</c:v>
                </c:pt>
                <c:pt idx="1430">
                  <c:v>6.97123619753</c:v>
                </c:pt>
                <c:pt idx="1431">
                  <c:v>6.97125499833</c:v>
                </c:pt>
                <c:pt idx="1432">
                  <c:v>6.97157916217</c:v>
                </c:pt>
                <c:pt idx="1433">
                  <c:v>6.9715963806</c:v>
                </c:pt>
                <c:pt idx="1434">
                  <c:v>6.97189170703</c:v>
                </c:pt>
                <c:pt idx="1435">
                  <c:v>6.97190745162</c:v>
                </c:pt>
                <c:pt idx="1436">
                  <c:v>6.97217824783</c:v>
                </c:pt>
                <c:pt idx="1437">
                  <c:v>6.97219260047</c:v>
                </c:pt>
                <c:pt idx="1438">
                  <c:v>6.9724411115</c:v>
                </c:pt>
                <c:pt idx="1439">
                  <c:v>6.97245426582</c:v>
                </c:pt>
                <c:pt idx="1440">
                  <c:v>6.97267985107</c:v>
                </c:pt>
                <c:pt idx="1441">
                  <c:v>6.97269164809</c:v>
                </c:pt>
                <c:pt idx="1442">
                  <c:v>6.97288385327</c:v>
                </c:pt>
                <c:pt idx="1443">
                  <c:v>6.97289335385</c:v>
                </c:pt>
                <c:pt idx="1444">
                  <c:v>6.97300268523</c:v>
                </c:pt>
                <c:pt idx="1445">
                  <c:v>6.97303726298</c:v>
                </c:pt>
                <c:pt idx="1446">
                  <c:v>6.97304355335</c:v>
                </c:pt>
                <c:pt idx="1447">
                  <c:v>6.97312092673</c:v>
                </c:pt>
                <c:pt idx="1448">
                  <c:v>6.97312293525</c:v>
                </c:pt>
                <c:pt idx="1449">
                  <c:v>6.97312952921</c:v>
                </c:pt>
                <c:pt idx="1450">
                  <c:v>6.97311092768</c:v>
                </c:pt>
                <c:pt idx="1451">
                  <c:v>6.97310750401</c:v>
                </c:pt>
                <c:pt idx="1452">
                  <c:v>6.97299290726</c:v>
                </c:pt>
                <c:pt idx="1453">
                  <c:v>6.97298368505</c:v>
                </c:pt>
                <c:pt idx="1454">
                  <c:v>6.9727656732</c:v>
                </c:pt>
                <c:pt idx="1455">
                  <c:v>6.97275065886</c:v>
                </c:pt>
                <c:pt idx="1456">
                  <c:v>6.97243197212</c:v>
                </c:pt>
                <c:pt idx="1457">
                  <c:v>6.97241157199</c:v>
                </c:pt>
                <c:pt idx="1458">
                  <c:v>6.97199729269</c:v>
                </c:pt>
                <c:pt idx="1459">
                  <c:v>6.9719717436</c:v>
                </c:pt>
                <c:pt idx="1460">
                  <c:v>6.97146531941</c:v>
                </c:pt>
                <c:pt idx="1461">
                  <c:v>6.97143474963</c:v>
                </c:pt>
                <c:pt idx="1462">
                  <c:v>6.97084349868</c:v>
                </c:pt>
                <c:pt idx="1463">
                  <c:v>6.97080836925</c:v>
                </c:pt>
                <c:pt idx="1464">
                  <c:v>6.97013868372</c:v>
                </c:pt>
                <c:pt idx="1465">
                  <c:v>6.97009935941</c:v>
                </c:pt>
                <c:pt idx="1466">
                  <c:v>6.96935524414</c:v>
                </c:pt>
                <c:pt idx="1467">
                  <c:v>6.96931197528</c:v>
                </c:pt>
                <c:pt idx="1468">
                  <c:v>6.96849690902</c:v>
                </c:pt>
                <c:pt idx="1469">
                  <c:v>6.96844967336</c:v>
                </c:pt>
                <c:pt idx="1470">
                  <c:v>6.96756717724</c:v>
                </c:pt>
                <c:pt idx="1471">
                  <c:v>6.96751637129</c:v>
                </c:pt>
                <c:pt idx="1472">
                  <c:v>6.96657446937</c:v>
                </c:pt>
                <c:pt idx="1473">
                  <c:v>6.96652057929</c:v>
                </c:pt>
                <c:pt idx="1474">
                  <c:v>6.96552256076</c:v>
                </c:pt>
                <c:pt idx="1475">
                  <c:v>6.9654656656</c:v>
                </c:pt>
                <c:pt idx="1476">
                  <c:v>6.96441552319</c:v>
                </c:pt>
                <c:pt idx="1477">
                  <c:v>6.96435582878</c:v>
                </c:pt>
                <c:pt idx="1478">
                  <c:v>6.96325937924</c:v>
                </c:pt>
                <c:pt idx="1479">
                  <c:v>6.96319723438</c:v>
                </c:pt>
                <c:pt idx="1480">
                  <c:v>6.96206086158</c:v>
                </c:pt>
                <c:pt idx="1481">
                  <c:v>6.96199681617</c:v>
                </c:pt>
                <c:pt idx="1482">
                  <c:v>6.96082808107</c:v>
                </c:pt>
                <c:pt idx="1483">
                  <c:v>6.96076236152</c:v>
                </c:pt>
                <c:pt idx="1484">
                  <c:v>6.95956448125</c:v>
                </c:pt>
                <c:pt idx="1485">
                  <c:v>6.95949718271</c:v>
                </c:pt>
                <c:pt idx="1486">
                  <c:v>6.95827593723</c:v>
                </c:pt>
                <c:pt idx="1487">
                  <c:v>6.95820757134</c:v>
                </c:pt>
                <c:pt idx="1488">
                  <c:v>6.95697082137</c:v>
                </c:pt>
                <c:pt idx="1489">
                  <c:v>6.95690185348</c:v>
                </c:pt>
                <c:pt idx="1490">
                  <c:v>6.95565627966</c:v>
                </c:pt>
                <c:pt idx="1491">
                  <c:v>6.95558695779</c:v>
                </c:pt>
                <c:pt idx="1492">
                  <c:v>6.95433686232</c:v>
                </c:pt>
                <c:pt idx="1493">
                  <c:v>6.95426733369</c:v>
                </c:pt>
                <c:pt idx="1494">
                  <c:v>6.95301842713</c:v>
                </c:pt>
                <c:pt idx="1495">
                  <c:v>6.95294916999</c:v>
                </c:pt>
                <c:pt idx="1496">
                  <c:v>6.95170856411</c:v>
                </c:pt>
                <c:pt idx="1497">
                  <c:v>6.95164006738</c:v>
                </c:pt>
                <c:pt idx="1498">
                  <c:v>6.95041469252</c:v>
                </c:pt>
                <c:pt idx="1499">
                  <c:v>6.95034717405</c:v>
                </c:pt>
                <c:pt idx="1500">
                  <c:v>6.94914212034</c:v>
                </c:pt>
                <c:pt idx="1501">
                  <c:v>6.94907571962</c:v>
                </c:pt>
                <c:pt idx="1502">
                  <c:v>6.94789431157</c:v>
                </c:pt>
                <c:pt idx="1503">
                  <c:v>6.9478294348</c:v>
                </c:pt>
                <c:pt idx="1504">
                  <c:v>6.94667904916</c:v>
                </c:pt>
                <c:pt idx="1505">
                  <c:v>6.94661617312</c:v>
                </c:pt>
                <c:pt idx="1506">
                  <c:v>6.94550292537</c:v>
                </c:pt>
                <c:pt idx="1507">
                  <c:v>6.94544219635</c:v>
                </c:pt>
                <c:pt idx="1508">
                  <c:v>6.94437045544</c:v>
                </c:pt>
                <c:pt idx="1509">
                  <c:v>6.94431208274</c:v>
                </c:pt>
                <c:pt idx="1510">
                  <c:v>6.94328579374</c:v>
                </c:pt>
                <c:pt idx="1511">
                  <c:v>6.94323014093</c:v>
                </c:pt>
                <c:pt idx="1512">
                  <c:v>6.94225372947</c:v>
                </c:pt>
                <c:pt idx="1513">
                  <c:v>6.94220107319</c:v>
                </c:pt>
                <c:pt idx="1514">
                  <c:v>6.94128184254</c:v>
                </c:pt>
                <c:pt idx="1515">
                  <c:v>6.94123242665</c:v>
                </c:pt>
                <c:pt idx="1516">
                  <c:v>6.94037345313</c:v>
                </c:pt>
                <c:pt idx="1517">
                  <c:v>6.94032736396</c:v>
                </c:pt>
                <c:pt idx="1518">
                  <c:v>6.93953024255</c:v>
                </c:pt>
                <c:pt idx="1519">
                  <c:v>6.93948775766</c:v>
                </c:pt>
                <c:pt idx="1520">
                  <c:v>6.93875703899</c:v>
                </c:pt>
                <c:pt idx="1521">
                  <c:v>6.93871844831</c:v>
                </c:pt>
                <c:pt idx="1522">
                  <c:v>6.93805851812</c:v>
                </c:pt>
                <c:pt idx="1523">
                  <c:v>6.9380238734</c:v>
                </c:pt>
                <c:pt idx="1524">
                  <c:v>6.93743780053</c:v>
                </c:pt>
                <c:pt idx="1525">
                  <c:v>6.93740727091</c:v>
                </c:pt>
                <c:pt idx="1526">
                  <c:v>6.93689631725</c:v>
                </c:pt>
                <c:pt idx="1527">
                  <c:v>6.9368700315</c:v>
                </c:pt>
                <c:pt idx="1528">
                  <c:v>6.93643470416</c:v>
                </c:pt>
                <c:pt idx="1529">
                  <c:v>6.93641275536</c:v>
                </c:pt>
                <c:pt idx="1530">
                  <c:v>6.93605806496</c:v>
                </c:pt>
                <c:pt idx="1531">
                  <c:v>6.93604060464</c:v>
                </c:pt>
                <c:pt idx="1532">
                  <c:v>6.93576727303</c:v>
                </c:pt>
                <c:pt idx="1533">
                  <c:v>6.93575427561</c:v>
                </c:pt>
                <c:pt idx="1534">
                  <c:v>6.93557930407</c:v>
                </c:pt>
                <c:pt idx="1535">
                  <c:v>6.93556171235</c:v>
                </c:pt>
                <c:pt idx="1536">
                  <c:v>6.93555330585</c:v>
                </c:pt>
                <c:pt idx="1537">
                  <c:v>6.93544188725</c:v>
                </c:pt>
                <c:pt idx="1538">
                  <c:v>6.93543802624</c:v>
                </c:pt>
                <c:pt idx="1539">
                  <c:v>6.93540837747</c:v>
                </c:pt>
                <c:pt idx="1540">
                  <c:v>6.93540903904</c:v>
                </c:pt>
                <c:pt idx="1541">
                  <c:v>6.9354096878</c:v>
                </c:pt>
                <c:pt idx="1542">
                  <c:v>6.93541329977</c:v>
                </c:pt>
                <c:pt idx="1543">
                  <c:v>6.93546423594</c:v>
                </c:pt>
                <c:pt idx="1544">
                  <c:v>6.93546952727</c:v>
                </c:pt>
                <c:pt idx="1545">
                  <c:v>6.93560535946</c:v>
                </c:pt>
                <c:pt idx="1546">
                  <c:v>6.93561514843</c:v>
                </c:pt>
                <c:pt idx="1547">
                  <c:v>6.9358300384</c:v>
                </c:pt>
                <c:pt idx="1548">
                  <c:v>6.93584422322</c:v>
                </c:pt>
                <c:pt idx="1549">
                  <c:v>6.93613883924</c:v>
                </c:pt>
                <c:pt idx="1550">
                  <c:v>6.93615735236</c:v>
                </c:pt>
                <c:pt idx="1551">
                  <c:v>6.93653061334</c:v>
                </c:pt>
                <c:pt idx="1552">
                  <c:v>6.93655347998</c:v>
                </c:pt>
                <c:pt idx="1553">
                  <c:v>6.937002623</c:v>
                </c:pt>
                <c:pt idx="1554">
                  <c:v>6.93702963882</c:v>
                </c:pt>
                <c:pt idx="1555">
                  <c:v>6.93755050079</c:v>
                </c:pt>
                <c:pt idx="1556">
                  <c:v>6.93758144506</c:v>
                </c:pt>
                <c:pt idx="1557">
                  <c:v>6.93817338969</c:v>
                </c:pt>
                <c:pt idx="1558">
                  <c:v>6.93820814836</c:v>
                </c:pt>
                <c:pt idx="1559">
                  <c:v>6.93886888145</c:v>
                </c:pt>
                <c:pt idx="1560">
                  <c:v>6.93890740115</c:v>
                </c:pt>
                <c:pt idx="1561">
                  <c:v>6.93963263243</c:v>
                </c:pt>
                <c:pt idx="1562">
                  <c:v>6.93967470505</c:v>
                </c:pt>
                <c:pt idx="1563">
                  <c:v>6.94045983</c:v>
                </c:pt>
                <c:pt idx="1564">
                  <c:v>6.94050498614</c:v>
                </c:pt>
                <c:pt idx="1565">
                  <c:v>6.94134560771</c:v>
                </c:pt>
                <c:pt idx="1566">
                  <c:v>6.9413937964</c:v>
                </c:pt>
                <c:pt idx="1567">
                  <c:v>6.94228909983</c:v>
                </c:pt>
                <c:pt idx="1568">
                  <c:v>6.94234027234</c:v>
                </c:pt>
                <c:pt idx="1569">
                  <c:v>6.94328437273</c:v>
                </c:pt>
                <c:pt idx="1570">
                  <c:v>6.94333809509</c:v>
                </c:pt>
                <c:pt idx="1571">
                  <c:v>6.94432523945</c:v>
                </c:pt>
                <c:pt idx="1572">
                  <c:v>6.94438121541</c:v>
                </c:pt>
                <c:pt idx="1573">
                  <c:v>6.94540717535</c:v>
                </c:pt>
                <c:pt idx="1574">
                  <c:v>6.94546509129</c:v>
                </c:pt>
                <c:pt idx="1575">
                  <c:v>6.94652579308</c:v>
                </c:pt>
                <c:pt idx="1576">
                  <c:v>6.94658565297</c:v>
                </c:pt>
                <c:pt idx="1577">
                  <c:v>6.94767709373</c:v>
                </c:pt>
                <c:pt idx="1578">
                  <c:v>6.94773849335</c:v>
                </c:pt>
                <c:pt idx="1579">
                  <c:v>6.94885287694</c:v>
                </c:pt>
                <c:pt idx="1580">
                  <c:v>6.94891526249</c:v>
                </c:pt>
                <c:pt idx="1581">
                  <c:v>6.95004731156</c:v>
                </c:pt>
                <c:pt idx="1582">
                  <c:v>6.95011060338</c:v>
                </c:pt>
                <c:pt idx="1583">
                  <c:v>6.95125692339</c:v>
                </c:pt>
                <c:pt idx="1584">
                  <c:v>6.95132092991</c:v>
                </c:pt>
                <c:pt idx="1585">
                  <c:v>6.95247557063</c:v>
                </c:pt>
                <c:pt idx="1586">
                  <c:v>6.95253990642</c:v>
                </c:pt>
                <c:pt idx="1587">
                  <c:v>6.95369660637</c:v>
                </c:pt>
                <c:pt idx="1588">
                  <c:v>6.953760741</c:v>
                </c:pt>
                <c:pt idx="1589">
                  <c:v>6.9549126711</c:v>
                </c:pt>
                <c:pt idx="1590">
                  <c:v>6.95497641076</c:v>
                </c:pt>
                <c:pt idx="1591">
                  <c:v>6.95612001904</c:v>
                </c:pt>
                <c:pt idx="1592">
                  <c:v>6.9561833124</c:v>
                </c:pt>
                <c:pt idx="1593">
                  <c:v>6.95731417165</c:v>
                </c:pt>
                <c:pt idx="1594">
                  <c:v>6.95737653265</c:v>
                </c:pt>
                <c:pt idx="1595">
                  <c:v>6.95848752977</c:v>
                </c:pt>
                <c:pt idx="1596">
                  <c:v>6.95854853443</c:v>
                </c:pt>
                <c:pt idx="1597">
                  <c:v>6.95963401589</c:v>
                </c:pt>
                <c:pt idx="1598">
                  <c:v>6.95969349679</c:v>
                </c:pt>
                <c:pt idx="1599">
                  <c:v>6.96074942193</c:v>
                </c:pt>
                <c:pt idx="1600">
                  <c:v>6.96080723492</c:v>
                </c:pt>
                <c:pt idx="1601">
                  <c:v>6.96183004095</c:v>
                </c:pt>
                <c:pt idx="1602">
                  <c:v>6.96188587801</c:v>
                </c:pt>
                <c:pt idx="1603">
                  <c:v>6.96286929004</c:v>
                </c:pt>
                <c:pt idx="1604">
                  <c:v>6.96292264054</c:v>
                </c:pt>
                <c:pt idx="1605">
                  <c:v>6.96386076595</c:v>
                </c:pt>
                <c:pt idx="1606">
                  <c:v>6.96391155265</c:v>
                </c:pt>
                <c:pt idx="1607">
                  <c:v>6.96480102201</c:v>
                </c:pt>
                <c:pt idx="1608">
                  <c:v>6.96484909019</c:v>
                </c:pt>
                <c:pt idx="1609">
                  <c:v>6.96568688312</c:v>
                </c:pt>
                <c:pt idx="1610">
                  <c:v>6.9657319113</c:v>
                </c:pt>
                <c:pt idx="1611">
                  <c:v>6.96651351243</c:v>
                </c:pt>
                <c:pt idx="1612">
                  <c:v>6.96655519788</c:v>
                </c:pt>
                <c:pt idx="1613">
                  <c:v>6.96727521525</c:v>
                </c:pt>
                <c:pt idx="1614">
                  <c:v>6.9673134136</c:v>
                </c:pt>
                <c:pt idx="1615">
                  <c:v>6.9677212596</c:v>
                </c:pt>
                <c:pt idx="1616">
                  <c:v>6.96796888371</c:v>
                </c:pt>
                <c:pt idx="1617">
                  <c:v>6.96800357852</c:v>
                </c:pt>
                <c:pt idx="1618">
                  <c:v>6.96859362019</c:v>
                </c:pt>
                <c:pt idx="1619">
                  <c:v>6.9686245002</c:v>
                </c:pt>
                <c:pt idx="1620">
                  <c:v>6.96914543666</c:v>
                </c:pt>
                <c:pt idx="1621">
                  <c:v>6.96917234327</c:v>
                </c:pt>
                <c:pt idx="1622">
                  <c:v>6.9696204116</c:v>
                </c:pt>
                <c:pt idx="1623">
                  <c:v>6.96964323857</c:v>
                </c:pt>
                <c:pt idx="1624">
                  <c:v>6.97001618138</c:v>
                </c:pt>
                <c:pt idx="1625">
                  <c:v>6.97003486572</c:v>
                </c:pt>
                <c:pt idx="1626">
                  <c:v>6.97033277537</c:v>
                </c:pt>
                <c:pt idx="1627">
                  <c:v>6.97034721738</c:v>
                </c:pt>
                <c:pt idx="1628">
                  <c:v>6.97056881461</c:v>
                </c:pt>
                <c:pt idx="1629">
                  <c:v>6.97057888087</c:v>
                </c:pt>
                <c:pt idx="1630">
                  <c:v>6.97072101186</c:v>
                </c:pt>
                <c:pt idx="1631">
                  <c:v>6.9707267085</c:v>
                </c:pt>
                <c:pt idx="1632">
                  <c:v>6.9707892118</c:v>
                </c:pt>
                <c:pt idx="1633">
                  <c:v>6.97079054517</c:v>
                </c:pt>
                <c:pt idx="1634">
                  <c:v>6.97079340234</c:v>
                </c:pt>
                <c:pt idx="1635">
                  <c:v>6.97077400167</c:v>
                </c:pt>
                <c:pt idx="1636">
                  <c:v>6.97077086472</c:v>
                </c:pt>
                <c:pt idx="1637">
                  <c:v>6.97072730614</c:v>
                </c:pt>
                <c:pt idx="1638">
                  <c:v>6.97067607332</c:v>
                </c:pt>
                <c:pt idx="1639">
                  <c:v>6.97066859456</c:v>
                </c:pt>
                <c:pt idx="1640">
                  <c:v>6.97049464637</c:v>
                </c:pt>
                <c:pt idx="1641">
                  <c:v>6.97048279027</c:v>
                </c:pt>
                <c:pt idx="1642">
                  <c:v>6.97022863628</c:v>
                </c:pt>
                <c:pt idx="1643">
                  <c:v>6.97021239195</c:v>
                </c:pt>
                <c:pt idx="1644">
                  <c:v>6.96988187352</c:v>
                </c:pt>
                <c:pt idx="1645">
                  <c:v>6.96986139167</c:v>
                </c:pt>
                <c:pt idx="1646">
                  <c:v>6.96945632451</c:v>
                </c:pt>
                <c:pt idx="1647">
                  <c:v>6.96943169927</c:v>
                </c:pt>
                <c:pt idx="1648">
                  <c:v>6.96895190028</c:v>
                </c:pt>
                <c:pt idx="1649">
                  <c:v>6.96892327814</c:v>
                </c:pt>
                <c:pt idx="1650">
                  <c:v>6.96837086182</c:v>
                </c:pt>
                <c:pt idx="1651">
                  <c:v>6.96833821931</c:v>
                </c:pt>
                <c:pt idx="1652">
                  <c:v>6.96771591334</c:v>
                </c:pt>
                <c:pt idx="1653">
                  <c:v>6.96767943935</c:v>
                </c:pt>
                <c:pt idx="1654">
                  <c:v>6.96699215395</c:v>
                </c:pt>
                <c:pt idx="1655">
                  <c:v>6.96695217155</c:v>
                </c:pt>
                <c:pt idx="1656">
                  <c:v>6.9662012128</c:v>
                </c:pt>
                <c:pt idx="1657">
                  <c:v>6.96615777964</c:v>
                </c:pt>
                <c:pt idx="1658">
                  <c:v>6.96534499103</c:v>
                </c:pt>
                <c:pt idx="1659">
                  <c:v>6.96529824805</c:v>
                </c:pt>
                <c:pt idx="1660">
                  <c:v>6.96442891498</c:v>
                </c:pt>
                <c:pt idx="1661">
                  <c:v>6.96437907274</c:v>
                </c:pt>
                <c:pt idx="1662">
                  <c:v>6.96345732092</c:v>
                </c:pt>
                <c:pt idx="1663">
                  <c:v>6.96340472692</c:v>
                </c:pt>
                <c:pt idx="1664">
                  <c:v>6.96243472792</c:v>
                </c:pt>
                <c:pt idx="1665">
                  <c:v>6.96237961351</c:v>
                </c:pt>
                <c:pt idx="1666">
                  <c:v>6.96136393971</c:v>
                </c:pt>
                <c:pt idx="1667">
                  <c:v>6.96130631374</c:v>
                </c:pt>
                <c:pt idx="1668">
                  <c:v>6.96024965293</c:v>
                </c:pt>
                <c:pt idx="1669">
                  <c:v>6.96018988932</c:v>
                </c:pt>
                <c:pt idx="1670">
                  <c:v>6.95909950215</c:v>
                </c:pt>
                <c:pt idx="1671">
                  <c:v>6.959038097</c:v>
                </c:pt>
                <c:pt idx="1672">
                  <c:v>6.95791774915</c:v>
                </c:pt>
                <c:pt idx="1673">
                  <c:v>6.95785478212</c:v>
                </c:pt>
                <c:pt idx="1674">
                  <c:v>6.95670802151</c:v>
                </c:pt>
                <c:pt idx="1675">
                  <c:v>6.95664368117</c:v>
                </c:pt>
                <c:pt idx="1676">
                  <c:v>6.95547627201</c:v>
                </c:pt>
                <c:pt idx="1677">
                  <c:v>6.95541090472</c:v>
                </c:pt>
                <c:pt idx="1678">
                  <c:v>6.95422921434</c:v>
                </c:pt>
                <c:pt idx="1679">
                  <c:v>6.95416327691</c:v>
                </c:pt>
                <c:pt idx="1680">
                  <c:v>6.95297249305</c:v>
                </c:pt>
                <c:pt idx="1681">
                  <c:v>6.95290623316</c:v>
                </c:pt>
                <c:pt idx="1682">
                  <c:v>6.95257440849</c:v>
                </c:pt>
                <c:pt idx="1683">
                  <c:v>6.95250807302</c:v>
                </c:pt>
                <c:pt idx="1684">
                  <c:v>6.95244160722</c:v>
                </c:pt>
                <c:pt idx="1685">
                  <c:v>6.95237524591</c:v>
                </c:pt>
                <c:pt idx="1686">
                  <c:v>6.95230875793</c:v>
                </c:pt>
                <c:pt idx="1687">
                  <c:v>6.9517104496</c:v>
                </c:pt>
                <c:pt idx="1688">
                  <c:v>6.95164389775</c:v>
                </c:pt>
                <c:pt idx="1689">
                  <c:v>6.9504474431</c:v>
                </c:pt>
                <c:pt idx="1690">
                  <c:v>6.95038108882</c:v>
                </c:pt>
                <c:pt idx="1691">
                  <c:v>6.94919184696</c:v>
                </c:pt>
                <c:pt idx="1692">
                  <c:v>6.94912613852</c:v>
                </c:pt>
                <c:pt idx="1693">
                  <c:v>6.94794928144</c:v>
                </c:pt>
                <c:pt idx="1694">
                  <c:v>6.94788435995</c:v>
                </c:pt>
                <c:pt idx="1695">
                  <c:v>6.94672364103</c:v>
                </c:pt>
                <c:pt idx="1696">
                  <c:v>6.94665965104</c:v>
                </c:pt>
                <c:pt idx="1697">
                  <c:v>6.94552001673</c:v>
                </c:pt>
                <c:pt idx="1698">
                  <c:v>6.94545733264</c:v>
                </c:pt>
                <c:pt idx="1699">
                  <c:v>6.94434436466</c:v>
                </c:pt>
                <c:pt idx="1700">
                  <c:v>6.94428344768</c:v>
                </c:pt>
                <c:pt idx="1701">
                  <c:v>6.94320324551</c:v>
                </c:pt>
                <c:pt idx="1702">
                  <c:v>6.94314425041</c:v>
                </c:pt>
                <c:pt idx="1703">
                  <c:v>6.94210030533</c:v>
                </c:pt>
                <c:pt idx="1704">
                  <c:v>6.94204331578</c:v>
                </c:pt>
                <c:pt idx="1705">
                  <c:v>6.9410391273</c:v>
                </c:pt>
                <c:pt idx="1706">
                  <c:v>6.94098451158</c:v>
                </c:pt>
                <c:pt idx="1707">
                  <c:v>6.94002550549</c:v>
                </c:pt>
                <c:pt idx="1708">
                  <c:v>6.93997366181</c:v>
                </c:pt>
                <c:pt idx="1709">
                  <c:v>6.93906556358</c:v>
                </c:pt>
                <c:pt idx="1710">
                  <c:v>6.93901660499</c:v>
                </c:pt>
                <c:pt idx="1711">
                  <c:v>6.93816194344</c:v>
                </c:pt>
                <c:pt idx="1712">
                  <c:v>6.93811591717</c:v>
                </c:pt>
                <c:pt idx="1713">
                  <c:v>6.93731680177</c:v>
                </c:pt>
                <c:pt idx="1714">
                  <c:v>6.93727401339</c:v>
                </c:pt>
                <c:pt idx="1715">
                  <c:v>6.93653496138</c:v>
                </c:pt>
                <c:pt idx="1716">
                  <c:v>6.9364957239</c:v>
                </c:pt>
                <c:pt idx="1717">
                  <c:v>6.93582129177</c:v>
                </c:pt>
                <c:pt idx="1718">
                  <c:v>6.93578569639</c:v>
                </c:pt>
                <c:pt idx="1719">
                  <c:v>6.93517779224</c:v>
                </c:pt>
                <c:pt idx="1720">
                  <c:v>6.93514581408</c:v>
                </c:pt>
                <c:pt idx="1721">
                  <c:v>6.93460522433</c:v>
                </c:pt>
                <c:pt idx="1722">
                  <c:v>6.93457713205</c:v>
                </c:pt>
                <c:pt idx="1723">
                  <c:v>6.93410710065</c:v>
                </c:pt>
                <c:pt idx="1724">
                  <c:v>6.93408305911</c:v>
                </c:pt>
                <c:pt idx="1725">
                  <c:v>6.93368625592</c:v>
                </c:pt>
                <c:pt idx="1726">
                  <c:v>6.93366625893</c:v>
                </c:pt>
                <c:pt idx="1727">
                  <c:v>6.93334424681</c:v>
                </c:pt>
                <c:pt idx="1728">
                  <c:v>6.93332838011</c:v>
                </c:pt>
                <c:pt idx="1729">
                  <c:v>6.93308086693</c:v>
                </c:pt>
                <c:pt idx="1730">
                  <c:v>6.93306917751</c:v>
                </c:pt>
                <c:pt idx="1731">
                  <c:v>6.93289623749</c:v>
                </c:pt>
                <c:pt idx="1732">
                  <c:v>6.93288883517</c:v>
                </c:pt>
                <c:pt idx="1733">
                  <c:v>6.93286776456</c:v>
                </c:pt>
                <c:pt idx="1734">
                  <c:v>6.93279334275</c:v>
                </c:pt>
                <c:pt idx="1735">
                  <c:v>6.93279016652</c:v>
                </c:pt>
                <c:pt idx="1736">
                  <c:v>6.93276975634</c:v>
                </c:pt>
                <c:pt idx="1737">
                  <c:v>6.93277104893</c:v>
                </c:pt>
                <c:pt idx="1738">
                  <c:v>6.9327719773</c:v>
                </c:pt>
                <c:pt idx="1739">
                  <c:v>6.93277302313</c:v>
                </c:pt>
                <c:pt idx="1740">
                  <c:v>6.93282997652</c:v>
                </c:pt>
                <c:pt idx="1741">
                  <c:v>6.93283523578</c:v>
                </c:pt>
                <c:pt idx="1742">
                  <c:v>6.93296672954</c:v>
                </c:pt>
                <c:pt idx="1743">
                  <c:v>6.9329761689</c:v>
                </c:pt>
                <c:pt idx="1744">
                  <c:v>6.93318272186</c:v>
                </c:pt>
                <c:pt idx="1745">
                  <c:v>6.93319624691</c:v>
                </c:pt>
                <c:pt idx="1746">
                  <c:v>6.93347720007</c:v>
                </c:pt>
                <c:pt idx="1747">
                  <c:v>6.93349475978</c:v>
                </c:pt>
                <c:pt idx="1748">
                  <c:v>6.93384682169</c:v>
                </c:pt>
                <c:pt idx="1749">
                  <c:v>6.93386834489</c:v>
                </c:pt>
                <c:pt idx="1750">
                  <c:v>6.93428918893</c:v>
                </c:pt>
                <c:pt idx="1751">
                  <c:v>6.93431447052</c:v>
                </c:pt>
                <c:pt idx="1752">
                  <c:v>6.93480283905</c:v>
                </c:pt>
                <c:pt idx="1753">
                  <c:v>6.93483181522</c:v>
                </c:pt>
                <c:pt idx="1754">
                  <c:v>6.93538661472</c:v>
                </c:pt>
                <c:pt idx="1755">
                  <c:v>6.93541916458</c:v>
                </c:pt>
                <c:pt idx="1756">
                  <c:v>6.93603575613</c:v>
                </c:pt>
                <c:pt idx="1757">
                  <c:v>6.93607171287</c:v>
                </c:pt>
                <c:pt idx="1758">
                  <c:v>6.93674609099</c:v>
                </c:pt>
                <c:pt idx="1759">
                  <c:v>6.93678514133</c:v>
                </c:pt>
                <c:pt idx="1760">
                  <c:v>6.93751541587</c:v>
                </c:pt>
                <c:pt idx="1761">
                  <c:v>6.93755743952</c:v>
                </c:pt>
                <c:pt idx="1762">
                  <c:v>6.93834087993</c:v>
                </c:pt>
                <c:pt idx="1763">
                  <c:v>6.93838578633</c:v>
                </c:pt>
                <c:pt idx="1764">
                  <c:v>6.93921769896</c:v>
                </c:pt>
                <c:pt idx="1765">
                  <c:v>6.93926521673</c:v>
                </c:pt>
                <c:pt idx="1766">
                  <c:v>6.94014007677</c:v>
                </c:pt>
                <c:pt idx="1767">
                  <c:v>6.94018982612</c:v>
                </c:pt>
                <c:pt idx="1768">
                  <c:v>6.94110470005</c:v>
                </c:pt>
                <c:pt idx="1769">
                  <c:v>6.94115652246</c:v>
                </c:pt>
                <c:pt idx="1770">
                  <c:v>6.94210827298</c:v>
                </c:pt>
                <c:pt idx="1771">
                  <c:v>6.94216207249</c:v>
                </c:pt>
                <c:pt idx="1772">
                  <c:v>6.94314511133</c:v>
                </c:pt>
                <c:pt idx="1773">
                  <c:v>6.94320054345</c:v>
                </c:pt>
                <c:pt idx="1774">
                  <c:v>6.94420906538</c:v>
                </c:pt>
                <c:pt idx="1775">
                  <c:v>6.94426571163</c:v>
                </c:pt>
                <c:pt idx="1776">
                  <c:v>6.94529499258</c:v>
                </c:pt>
                <c:pt idx="1777">
                  <c:v>6.94535263151</c:v>
                </c:pt>
                <c:pt idx="1778">
                  <c:v>6.94639940517</c:v>
                </c:pt>
                <c:pt idx="1779">
                  <c:v>6.94645797223</c:v>
                </c:pt>
                <c:pt idx="1780">
                  <c:v>6.94751691141</c:v>
                </c:pt>
                <c:pt idx="1781">
                  <c:v>6.94757602694</c:v>
                </c:pt>
                <c:pt idx="1782">
                  <c:v>6.94864053032</c:v>
                </c:pt>
                <c:pt idx="1783">
                  <c:v>6.94869967791</c:v>
                </c:pt>
                <c:pt idx="1784">
                  <c:v>6.94976482124</c:v>
                </c:pt>
                <c:pt idx="1785">
                  <c:v>6.94982390083</c:v>
                </c:pt>
                <c:pt idx="1786">
                  <c:v>6.95088645202</c:v>
                </c:pt>
                <c:pt idx="1787">
                  <c:v>6.95094534289</c:v>
                </c:pt>
                <c:pt idx="1788">
                  <c:v>6.95200061396</c:v>
                </c:pt>
                <c:pt idx="1789">
                  <c:v>6.95205896291</c:v>
                </c:pt>
                <c:pt idx="1790">
                  <c:v>6.95309963336</c:v>
                </c:pt>
                <c:pt idx="1791">
                  <c:v>6.95315692971</c:v>
                </c:pt>
                <c:pt idx="1792">
                  <c:v>6.95417856205</c:v>
                </c:pt>
                <c:pt idx="1793">
                  <c:v>6.95423467179</c:v>
                </c:pt>
                <c:pt idx="1794">
                  <c:v>6.95523372863</c:v>
                </c:pt>
                <c:pt idx="1795">
                  <c:v>6.95528857179</c:v>
                </c:pt>
                <c:pt idx="1796">
                  <c:v>6.95626028575</c:v>
                </c:pt>
                <c:pt idx="1797">
                  <c:v>6.95631343036</c:v>
                </c:pt>
                <c:pt idx="1798">
                  <c:v>6.95725225271</c:v>
                </c:pt>
                <c:pt idx="1799">
                  <c:v>6.95730333329</c:v>
                </c:pt>
                <c:pt idx="1800">
                  <c:v>6.95820397548</c:v>
                </c:pt>
                <c:pt idx="1801">
                  <c:v>6.95825285079</c:v>
                </c:pt>
                <c:pt idx="1802">
                  <c:v>6.95911249039</c:v>
                </c:pt>
                <c:pt idx="1803">
                  <c:v>6.95915912861</c:v>
                </c:pt>
                <c:pt idx="1804">
                  <c:v>6.95993084033</c:v>
                </c:pt>
                <c:pt idx="1805">
                  <c:v>6.95997496309</c:v>
                </c:pt>
                <c:pt idx="1806">
                  <c:v>6.96001899847</c:v>
                </c:pt>
                <c:pt idx="1807">
                  <c:v>6.96078523637</c:v>
                </c:pt>
                <c:pt idx="1808">
                  <c:v>6.9608263173</c:v>
                </c:pt>
                <c:pt idx="1809">
                  <c:v>6.96153937024</c:v>
                </c:pt>
                <c:pt idx="1810">
                  <c:v>6.96157741484</c:v>
                </c:pt>
                <c:pt idx="1811">
                  <c:v>6.96223414083</c:v>
                </c:pt>
                <c:pt idx="1812">
                  <c:v>6.96226907082</c:v>
                </c:pt>
                <c:pt idx="1813">
                  <c:v>6.96286753421</c:v>
                </c:pt>
                <c:pt idx="1814">
                  <c:v>6.96289915143</c:v>
                </c:pt>
                <c:pt idx="1815">
                  <c:v>6.96343648413</c:v>
                </c:pt>
                <c:pt idx="1816">
                  <c:v>6.96346445162</c:v>
                </c:pt>
                <c:pt idx="1817">
                  <c:v>6.96393576482</c:v>
                </c:pt>
                <c:pt idx="1818">
                  <c:v>6.96396008652</c:v>
                </c:pt>
                <c:pt idx="1819">
                  <c:v>6.96436464041</c:v>
                </c:pt>
                <c:pt idx="1820">
                  <c:v>6.96438532413</c:v>
                </c:pt>
                <c:pt idx="1821">
                  <c:v>6.96472246287</c:v>
                </c:pt>
                <c:pt idx="1822">
                  <c:v>6.96473927377</c:v>
                </c:pt>
                <c:pt idx="1823">
                  <c:v>6.96500668478</c:v>
                </c:pt>
                <c:pt idx="1824">
                  <c:v>6.9650195004</c:v>
                </c:pt>
                <c:pt idx="1825">
                  <c:v>6.96521472149</c:v>
                </c:pt>
                <c:pt idx="1826">
                  <c:v>6.96522351111</c:v>
                </c:pt>
                <c:pt idx="1827">
                  <c:v>6.96534569199</c:v>
                </c:pt>
                <c:pt idx="1828">
                  <c:v>6.96535054865</c:v>
                </c:pt>
                <c:pt idx="1829">
                  <c:v>6.9654011836</c:v>
                </c:pt>
                <c:pt idx="1830">
                  <c:v>6.96540199444</c:v>
                </c:pt>
                <c:pt idx="1831">
                  <c:v>6.9654032057</c:v>
                </c:pt>
                <c:pt idx="1832">
                  <c:v>6.96538049859</c:v>
                </c:pt>
                <c:pt idx="1833">
                  <c:v>6.96537720112</c:v>
                </c:pt>
                <c:pt idx="1834">
                  <c:v>6.96536208871</c:v>
                </c:pt>
                <c:pt idx="1835">
                  <c:v>6.96528176577</c:v>
                </c:pt>
                <c:pt idx="1836">
                  <c:v>6.96527442607</c:v>
                </c:pt>
                <c:pt idx="1837">
                  <c:v>6.96510571173</c:v>
                </c:pt>
                <c:pt idx="1838">
                  <c:v>6.96509439638</c:v>
                </c:pt>
                <c:pt idx="1839">
                  <c:v>6.9648542934</c:v>
                </c:pt>
                <c:pt idx="1840">
                  <c:v>6.96483898375</c:v>
                </c:pt>
                <c:pt idx="1841">
                  <c:v>6.9645291489</c:v>
                </c:pt>
                <c:pt idx="1842">
                  <c:v>6.96450991573</c:v>
                </c:pt>
                <c:pt idx="1843">
                  <c:v>6.96412980297</c:v>
                </c:pt>
                <c:pt idx="1844">
                  <c:v>6.96410681205</c:v>
                </c:pt>
                <c:pt idx="1845">
                  <c:v>6.96365794487</c:v>
                </c:pt>
                <c:pt idx="1846">
                  <c:v>6.96363120473</c:v>
                </c:pt>
                <c:pt idx="1847">
                  <c:v>6.96311708295</c:v>
                </c:pt>
                <c:pt idx="1848">
                  <c:v>6.9630867379</c:v>
                </c:pt>
                <c:pt idx="1849">
                  <c:v>6.96251017359</c:v>
                </c:pt>
                <c:pt idx="1850">
                  <c:v>6.96247639908</c:v>
                </c:pt>
                <c:pt idx="1851">
                  <c:v>6.96183859025</c:v>
                </c:pt>
                <c:pt idx="1852">
                  <c:v>6.96180149955</c:v>
                </c:pt>
                <c:pt idx="1853">
                  <c:v>6.96110448316</c:v>
                </c:pt>
                <c:pt idx="1854">
                  <c:v>6.96106423154</c:v>
                </c:pt>
                <c:pt idx="1855">
                  <c:v>6.96031240748</c:v>
                </c:pt>
                <c:pt idx="1856">
                  <c:v>6.96026917476</c:v>
                </c:pt>
                <c:pt idx="1857">
                  <c:v>6.95946686006</c:v>
                </c:pt>
                <c:pt idx="1858">
                  <c:v>6.95942089508</c:v>
                </c:pt>
                <c:pt idx="1859">
                  <c:v>6.95857008754</c:v>
                </c:pt>
                <c:pt idx="1860">
                  <c:v>6.9585215782</c:v>
                </c:pt>
                <c:pt idx="1861">
                  <c:v>6.95762510254</c:v>
                </c:pt>
                <c:pt idx="1862">
                  <c:v>6.95757415555</c:v>
                </c:pt>
                <c:pt idx="1863">
                  <c:v>6.95663770592</c:v>
                </c:pt>
                <c:pt idx="1864">
                  <c:v>6.95658459007</c:v>
                </c:pt>
                <c:pt idx="1865">
                  <c:v>6.95561290448</c:v>
                </c:pt>
                <c:pt idx="1866">
                  <c:v>6.9555580133</c:v>
                </c:pt>
                <c:pt idx="1867">
                  <c:v>6.95455475777</c:v>
                </c:pt>
                <c:pt idx="1868">
                  <c:v>6.9544982559</c:v>
                </c:pt>
                <c:pt idx="1869">
                  <c:v>6.95346664543</c:v>
                </c:pt>
                <c:pt idx="1870">
                  <c:v>6.95340865109</c:v>
                </c:pt>
                <c:pt idx="1871">
                  <c:v>6.95235376843</c:v>
                </c:pt>
                <c:pt idx="1872">
                  <c:v>6.95229459354</c:v>
                </c:pt>
                <c:pt idx="1873">
                  <c:v>6.95122339392</c:v>
                </c:pt>
                <c:pt idx="1874">
                  <c:v>6.95116348423</c:v>
                </c:pt>
                <c:pt idx="1875">
                  <c:v>6.95007955442</c:v>
                </c:pt>
                <c:pt idx="1876">
                  <c:v>6.95001911118</c:v>
                </c:pt>
                <c:pt idx="1877">
                  <c:v>6.94892628345</c:v>
                </c:pt>
                <c:pt idx="1878">
                  <c:v>6.94886540266</c:v>
                </c:pt>
                <c:pt idx="1879">
                  <c:v>6.94776898742</c:v>
                </c:pt>
                <c:pt idx="1880">
                  <c:v>6.94770805072</c:v>
                </c:pt>
                <c:pt idx="1881">
                  <c:v>6.94661426095</c:v>
                </c:pt>
                <c:pt idx="1882">
                  <c:v>6.94655369012</c:v>
                </c:pt>
                <c:pt idx="1883">
                  <c:v>6.94546700001</c:v>
                </c:pt>
                <c:pt idx="1884">
                  <c:v>6.94540693442</c:v>
                </c:pt>
                <c:pt idx="1885">
                  <c:v>6.94433065845</c:v>
                </c:pt>
                <c:pt idx="1886">
                  <c:v>6.94427123533</c:v>
                </c:pt>
                <c:pt idx="1887">
                  <c:v>6.94321041022</c:v>
                </c:pt>
                <c:pt idx="1888">
                  <c:v>6.943151943</c:v>
                </c:pt>
                <c:pt idx="1889">
                  <c:v>6.94211220083</c:v>
                </c:pt>
                <c:pt idx="1890">
                  <c:v>6.94205514887</c:v>
                </c:pt>
                <c:pt idx="1891">
                  <c:v>6.9410415333</c:v>
                </c:pt>
                <c:pt idx="1892">
                  <c:v>6.9409860645</c:v>
                </c:pt>
                <c:pt idx="1893">
                  <c:v>6.94000132873</c:v>
                </c:pt>
                <c:pt idx="1894">
                  <c:v>6.93994742241</c:v>
                </c:pt>
                <c:pt idx="1895">
                  <c:v>6.93899517078</c:v>
                </c:pt>
                <c:pt idx="1896">
                  <c:v>6.93894325202</c:v>
                </c:pt>
                <c:pt idx="1897">
                  <c:v>6.93802967803</c:v>
                </c:pt>
                <c:pt idx="1898">
                  <c:v>6.93798013584</c:v>
                </c:pt>
                <c:pt idx="1899">
                  <c:v>6.93710933627</c:v>
                </c:pt>
                <c:pt idx="1900">
                  <c:v>6.93706223415</c:v>
                </c:pt>
                <c:pt idx="1901">
                  <c:v>6.93623730354</c:v>
                </c:pt>
                <c:pt idx="1902">
                  <c:v>6.93619276808</c:v>
                </c:pt>
                <c:pt idx="1903">
                  <c:v>6.93541639827</c:v>
                </c:pt>
                <c:pt idx="1904">
                  <c:v>6.93537463288</c:v>
                </c:pt>
                <c:pt idx="1905">
                  <c:v>6.93465118797</c:v>
                </c:pt>
                <c:pt idx="1906">
                  <c:v>6.93461264014</c:v>
                </c:pt>
                <c:pt idx="1907">
                  <c:v>6.93394657934</c:v>
                </c:pt>
                <c:pt idx="1908">
                  <c:v>6.93391121753</c:v>
                </c:pt>
                <c:pt idx="1909">
                  <c:v>6.93330334733</c:v>
                </c:pt>
                <c:pt idx="1910">
                  <c:v>6.93327115939</c:v>
                </c:pt>
                <c:pt idx="1911">
                  <c:v>6.93272375334</c:v>
                </c:pt>
                <c:pt idx="1912">
                  <c:v>6.93269507291</c:v>
                </c:pt>
                <c:pt idx="1913">
                  <c:v>6.93221108586</c:v>
                </c:pt>
                <c:pt idx="1914">
                  <c:v>6.93218605915</c:v>
                </c:pt>
                <c:pt idx="1915">
                  <c:v>6.93176802406</c:v>
                </c:pt>
                <c:pt idx="1916">
                  <c:v>6.9317467129</c:v>
                </c:pt>
                <c:pt idx="1917">
                  <c:v>6.93139645593</c:v>
                </c:pt>
                <c:pt idx="1918">
                  <c:v>6.93137879656</c:v>
                </c:pt>
                <c:pt idx="1919">
                  <c:v>6.93109540242</c:v>
                </c:pt>
                <c:pt idx="1920">
                  <c:v>6.93108152538</c:v>
                </c:pt>
                <c:pt idx="1921">
                  <c:v>6.93086701245</c:v>
                </c:pt>
                <c:pt idx="1922">
                  <c:v>6.9308571353</c:v>
                </c:pt>
                <c:pt idx="1923">
                  <c:v>6.93071385852</c:v>
                </c:pt>
                <c:pt idx="1924">
                  <c:v>6.93070787997</c:v>
                </c:pt>
                <c:pt idx="1925">
                  <c:v>6.93063521838</c:v>
                </c:pt>
                <c:pt idx="1926">
                  <c:v>6.93063305961</c:v>
                </c:pt>
                <c:pt idx="1927">
                  <c:v>6.93062324072</c:v>
                </c:pt>
                <c:pt idx="1928">
                  <c:v>6.93062311238</c:v>
                </c:pt>
                <c:pt idx="1929">
                  <c:v>6.93062963265</c:v>
                </c:pt>
                <c:pt idx="1930">
                  <c:v>6.93063134908</c:v>
                </c:pt>
                <c:pt idx="1931">
                  <c:v>6.93064591912</c:v>
                </c:pt>
                <c:pt idx="1932">
                  <c:v>6.93069738973</c:v>
                </c:pt>
                <c:pt idx="1933">
                  <c:v>6.93070304581</c:v>
                </c:pt>
                <c:pt idx="1934">
                  <c:v>6.93083922834</c:v>
                </c:pt>
                <c:pt idx="1935">
                  <c:v>6.93084871798</c:v>
                </c:pt>
                <c:pt idx="1936">
                  <c:v>6.9310539145</c:v>
                </c:pt>
                <c:pt idx="1937">
                  <c:v>6.93106712663</c:v>
                </c:pt>
                <c:pt idx="1938">
                  <c:v>6.93133899838</c:v>
                </c:pt>
                <c:pt idx="1939">
                  <c:v>6.93135592903</c:v>
                </c:pt>
                <c:pt idx="1940">
                  <c:v>6.93169237163</c:v>
                </c:pt>
                <c:pt idx="1941">
                  <c:v>6.93171291527</c:v>
                </c:pt>
                <c:pt idx="1942">
                  <c:v>6.93211404084</c:v>
                </c:pt>
                <c:pt idx="1943">
                  <c:v>6.93213806697</c:v>
                </c:pt>
                <c:pt idx="1944">
                  <c:v>6.93260210105</c:v>
                </c:pt>
                <c:pt idx="1945">
                  <c:v>6.93262948863</c:v>
                </c:pt>
                <c:pt idx="1946">
                  <c:v>6.93315209285</c:v>
                </c:pt>
                <c:pt idx="1947">
                  <c:v>6.93318272432</c:v>
                </c:pt>
                <c:pt idx="1948">
                  <c:v>6.93376124587</c:v>
                </c:pt>
                <c:pt idx="1949">
                  <c:v>6.93379496843</c:v>
                </c:pt>
                <c:pt idx="1950">
                  <c:v>6.93442798737</c:v>
                </c:pt>
                <c:pt idx="1951">
                  <c:v>6.93446458648</c:v>
                </c:pt>
                <c:pt idx="1952">
                  <c:v>6.93514939745</c:v>
                </c:pt>
                <c:pt idx="1953">
                  <c:v>6.93518875574</c:v>
                </c:pt>
                <c:pt idx="1954">
                  <c:v>6.93592072289</c:v>
                </c:pt>
                <c:pt idx="1955">
                  <c:v>6.93596264924</c:v>
                </c:pt>
                <c:pt idx="1956">
                  <c:v>6.93673740682</c:v>
                </c:pt>
                <c:pt idx="1957">
                  <c:v>6.93678162948</c:v>
                </c:pt>
                <c:pt idx="1958">
                  <c:v>6.93759677157</c:v>
                </c:pt>
                <c:pt idx="1959">
                  <c:v>6.93764308595</c:v>
                </c:pt>
                <c:pt idx="1960">
                  <c:v>6.93849573552</c:v>
                </c:pt>
                <c:pt idx="1961">
                  <c:v>6.93854402619</c:v>
                </c:pt>
                <c:pt idx="1962">
                  <c:v>6.93942863519</c:v>
                </c:pt>
                <c:pt idx="1963">
                  <c:v>6.93947860404</c:v>
                </c:pt>
                <c:pt idx="1964">
                  <c:v>6.94039011128</c:v>
                </c:pt>
                <c:pt idx="1965">
                  <c:v>6.94044145665</c:v>
                </c:pt>
                <c:pt idx="1966">
                  <c:v>6.94137634612</c:v>
                </c:pt>
                <c:pt idx="1967">
                  <c:v>6.94142884619</c:v>
                </c:pt>
                <c:pt idx="1968">
                  <c:v>6.94238434109</c:v>
                </c:pt>
                <c:pt idx="1969">
                  <c:v>6.94243786625</c:v>
                </c:pt>
                <c:pt idx="1970">
                  <c:v>6.94340812963</c:v>
                </c:pt>
                <c:pt idx="1971">
                  <c:v>6.94346236554</c:v>
                </c:pt>
                <c:pt idx="1972">
                  <c:v>6.94444131685</c:v>
                </c:pt>
                <c:pt idx="1973">
                  <c:v>6.94449585947</c:v>
                </c:pt>
                <c:pt idx="1974">
                  <c:v>6.94547992105</c:v>
                </c:pt>
                <c:pt idx="1975">
                  <c:v>6.94553460726</c:v>
                </c:pt>
                <c:pt idx="1976">
                  <c:v>6.94651971022</c:v>
                </c:pt>
                <c:pt idx="1977">
                  <c:v>6.94657441246</c:v>
                </c:pt>
                <c:pt idx="1978">
                  <c:v>6.94750174774</c:v>
                </c:pt>
                <c:pt idx="1979">
                  <c:v>6.94755603928</c:v>
                </c:pt>
                <c:pt idx="1980">
                  <c:v>6.94761042083</c:v>
                </c:pt>
                <c:pt idx="1981">
                  <c:v>6.94771897059</c:v>
                </c:pt>
                <c:pt idx="1982">
                  <c:v>6.94858216266</c:v>
                </c:pt>
                <c:pt idx="1983">
                  <c:v>6.94863578416</c:v>
                </c:pt>
                <c:pt idx="1984">
                  <c:v>6.94959401635</c:v>
                </c:pt>
                <c:pt idx="1985">
                  <c:v>6.94964676041</c:v>
                </c:pt>
                <c:pt idx="1986">
                  <c:v>6.95058826051</c:v>
                </c:pt>
                <c:pt idx="1987">
                  <c:v>6.95064003273</c:v>
                </c:pt>
                <c:pt idx="1988">
                  <c:v>6.95156025339</c:v>
                </c:pt>
                <c:pt idx="1989">
                  <c:v>6.95161073992</c:v>
                </c:pt>
                <c:pt idx="1990">
                  <c:v>6.95250425646</c:v>
                </c:pt>
                <c:pt idx="1991">
                  <c:v>6.95255303649</c:v>
                </c:pt>
                <c:pt idx="1992">
                  <c:v>6.95341537867</c:v>
                </c:pt>
                <c:pt idx="1993">
                  <c:v>6.9534623014</c:v>
                </c:pt>
                <c:pt idx="1994">
                  <c:v>6.954290928</c:v>
                </c:pt>
                <c:pt idx="1995">
                  <c:v>6.9543360015</c:v>
                </c:pt>
                <c:pt idx="1996">
                  <c:v>6.95512737001</c:v>
                </c:pt>
                <c:pt idx="1997">
                  <c:v>6.9551702437</c:v>
                </c:pt>
                <c:pt idx="1998">
                  <c:v>6.95591874471</c:v>
                </c:pt>
                <c:pt idx="1999">
                  <c:v>6.95595902648</c:v>
                </c:pt>
                <c:pt idx="2000">
                  <c:v>6.9566608906</c:v>
                </c:pt>
                <c:pt idx="2001">
                  <c:v>6.95669850757</c:v>
                </c:pt>
                <c:pt idx="2002">
                  <c:v>6.95735200524</c:v>
                </c:pt>
                <c:pt idx="2003">
                  <c:v>6.95738695967</c:v>
                </c:pt>
                <c:pt idx="2004">
                  <c:v>6.95798922339</c:v>
                </c:pt>
                <c:pt idx="2005">
                  <c:v>6.95802123206</c:v>
                </c:pt>
                <c:pt idx="2006">
                  <c:v>6.95856869085</c:v>
                </c:pt>
                <c:pt idx="2007">
                  <c:v>6.95859745256</c:v>
                </c:pt>
                <c:pt idx="2008">
                  <c:v>6.95908653991</c:v>
                </c:pt>
                <c:pt idx="2009">
                  <c:v>6.95911201844</c:v>
                </c:pt>
                <c:pt idx="2010">
                  <c:v>6.95954166168</c:v>
                </c:pt>
                <c:pt idx="2011">
                  <c:v>6.95956393966</c:v>
                </c:pt>
                <c:pt idx="2012">
                  <c:v>6.95993318404</c:v>
                </c:pt>
                <c:pt idx="2013">
                  <c:v>6.95995199769</c:v>
                </c:pt>
                <c:pt idx="2014">
                  <c:v>6.96025789261</c:v>
                </c:pt>
                <c:pt idx="2015">
                  <c:v>6.9602730076</c:v>
                </c:pt>
                <c:pt idx="2016">
                  <c:v>6.96051353138</c:v>
                </c:pt>
                <c:pt idx="2017">
                  <c:v>6.9605250337</c:v>
                </c:pt>
                <c:pt idx="2018">
                  <c:v>6.96069956175</c:v>
                </c:pt>
                <c:pt idx="2019">
                  <c:v>6.96070747962</c:v>
                </c:pt>
                <c:pt idx="2020">
                  <c:v>6.96081647046</c:v>
                </c:pt>
                <c:pt idx="2021">
                  <c:v>6.9608207145</c:v>
                </c:pt>
                <c:pt idx="2022">
                  <c:v>6.96086328346</c:v>
                </c:pt>
                <c:pt idx="2023">
                  <c:v>6.96086370413</c:v>
                </c:pt>
                <c:pt idx="2024">
                  <c:v>6.96086405887</c:v>
                </c:pt>
                <c:pt idx="2025">
                  <c:v>6.96084660926</c:v>
                </c:pt>
                <c:pt idx="2026">
                  <c:v>6.96083778731</c:v>
                </c:pt>
                <c:pt idx="2027">
                  <c:v>6.96083444812</c:v>
                </c:pt>
                <c:pt idx="2028">
                  <c:v>6.960740996</c:v>
                </c:pt>
                <c:pt idx="2029">
                  <c:v>6.96073401361</c:v>
                </c:pt>
                <c:pt idx="2030">
                  <c:v>6.96057512824</c:v>
                </c:pt>
                <c:pt idx="2031">
                  <c:v>6.96056448559</c:v>
                </c:pt>
                <c:pt idx="2032">
                  <c:v>6.96033998076</c:v>
                </c:pt>
                <c:pt idx="2033">
                  <c:v>6.96032560182</c:v>
                </c:pt>
                <c:pt idx="2034">
                  <c:v>6.96003508154</c:v>
                </c:pt>
                <c:pt idx="2035">
                  <c:v>6.96001713124</c:v>
                </c:pt>
                <c:pt idx="2036">
                  <c:v>6.9596624037</c:v>
                </c:pt>
                <c:pt idx="2037">
                  <c:v>6.95964105929</c:v>
                </c:pt>
                <c:pt idx="2038">
                  <c:v>6.95922518725</c:v>
                </c:pt>
                <c:pt idx="2039">
                  <c:v>6.95920037395</c:v>
                </c:pt>
                <c:pt idx="2040">
                  <c:v>6.9587246974</c:v>
                </c:pt>
                <c:pt idx="2041">
                  <c:v>6.95869659139</c:v>
                </c:pt>
                <c:pt idx="2042">
                  <c:v>6.95816246873</c:v>
                </c:pt>
                <c:pt idx="2043">
                  <c:v>6.95813118555</c:v>
                </c:pt>
                <c:pt idx="2044">
                  <c:v>6.95754011053</c:v>
                </c:pt>
                <c:pt idx="2045">
                  <c:v>6.95750583448</c:v>
                </c:pt>
                <c:pt idx="2046">
                  <c:v>6.95686265721</c:v>
                </c:pt>
                <c:pt idx="2047">
                  <c:v>6.9568255241</c:v>
                </c:pt>
                <c:pt idx="2048">
                  <c:v>6.95613319034</c:v>
                </c:pt>
                <c:pt idx="2049">
                  <c:v>6.95609331819</c:v>
                </c:pt>
                <c:pt idx="2050">
                  <c:v>6.95535309005</c:v>
                </c:pt>
                <c:pt idx="2051">
                  <c:v>6.95531074736</c:v>
                </c:pt>
                <c:pt idx="2052">
                  <c:v>6.95452627746</c:v>
                </c:pt>
                <c:pt idx="2053">
                  <c:v>6.95448157611</c:v>
                </c:pt>
                <c:pt idx="2054">
                  <c:v>6.95365695585</c:v>
                </c:pt>
                <c:pt idx="2055">
                  <c:v>6.95361008595</c:v>
                </c:pt>
                <c:pt idx="2056">
                  <c:v>6.95275018932</c:v>
                </c:pt>
                <c:pt idx="2057">
                  <c:v>6.95270141943</c:v>
                </c:pt>
                <c:pt idx="2058">
                  <c:v>6.95180818786</c:v>
                </c:pt>
                <c:pt idx="2059">
                  <c:v>6.9517577656</c:v>
                </c:pt>
                <c:pt idx="2060">
                  <c:v>6.95083529931</c:v>
                </c:pt>
                <c:pt idx="2061">
                  <c:v>6.95078334593</c:v>
                </c:pt>
                <c:pt idx="2062">
                  <c:v>6.94983629025</c:v>
                </c:pt>
                <c:pt idx="2063">
                  <c:v>6.9497830506</c:v>
                </c:pt>
                <c:pt idx="2064">
                  <c:v>6.94881712169</c:v>
                </c:pt>
                <c:pt idx="2065">
                  <c:v>6.94876299402</c:v>
                </c:pt>
                <c:pt idx="2066">
                  <c:v>6.94778159129</c:v>
                </c:pt>
                <c:pt idx="2067">
                  <c:v>6.94772670549</c:v>
                </c:pt>
                <c:pt idx="2068">
                  <c:v>6.94673225043</c:v>
                </c:pt>
                <c:pt idx="2069">
                  <c:v>6.9466767797</c:v>
                </c:pt>
                <c:pt idx="2070">
                  <c:v>6.94567572447</c:v>
                </c:pt>
                <c:pt idx="2071">
                  <c:v>6.94561998106</c:v>
                </c:pt>
                <c:pt idx="2072">
                  <c:v>6.94461719714</c:v>
                </c:pt>
                <c:pt idx="2073">
                  <c:v>6.94456149891</c:v>
                </c:pt>
                <c:pt idx="2074">
                  <c:v>6.943561109</c:v>
                </c:pt>
                <c:pt idx="2075">
                  <c:v>6.94350574056</c:v>
                </c:pt>
                <c:pt idx="2076">
                  <c:v>6.94251100915</c:v>
                </c:pt>
                <c:pt idx="2077">
                  <c:v>6.94245592566</c:v>
                </c:pt>
                <c:pt idx="2078">
                  <c:v>6.94147161881</c:v>
                </c:pt>
                <c:pt idx="2079">
                  <c:v>6.94141733143</c:v>
                </c:pt>
                <c:pt idx="2080">
                  <c:v>6.94044990831</c:v>
                </c:pt>
                <c:pt idx="2081">
                  <c:v>6.94039666644</c:v>
                </c:pt>
                <c:pt idx="2082">
                  <c:v>6.9394485299</c:v>
                </c:pt>
                <c:pt idx="2083">
                  <c:v>6.93939655409</c:v>
                </c:pt>
                <c:pt idx="2084">
                  <c:v>6.93847215372</c:v>
                </c:pt>
                <c:pt idx="2085">
                  <c:v>6.93842153444</c:v>
                </c:pt>
                <c:pt idx="2086">
                  <c:v>6.93752423937</c:v>
                </c:pt>
                <c:pt idx="2087">
                  <c:v>6.93747512319</c:v>
                </c:pt>
                <c:pt idx="2088">
                  <c:v>6.93661035928</c:v>
                </c:pt>
                <c:pt idx="2089">
                  <c:v>6.93656336273</c:v>
                </c:pt>
                <c:pt idx="2090">
                  <c:v>6.93573559162</c:v>
                </c:pt>
                <c:pt idx="2091">
                  <c:v>6.93569067834</c:v>
                </c:pt>
                <c:pt idx="2092">
                  <c:v>6.93490052186</c:v>
                </c:pt>
                <c:pt idx="2093">
                  <c:v>6.93485775666</c:v>
                </c:pt>
                <c:pt idx="2094">
                  <c:v>6.93411077721</c:v>
                </c:pt>
                <c:pt idx="2095">
                  <c:v>6.9340704808</c:v>
                </c:pt>
                <c:pt idx="2096">
                  <c:v>6.93336954405</c:v>
                </c:pt>
                <c:pt idx="2097">
                  <c:v>6.93333198911</c:v>
                </c:pt>
                <c:pt idx="2098">
                  <c:v>6.93268124727</c:v>
                </c:pt>
                <c:pt idx="2099">
                  <c:v>6.93264657414</c:v>
                </c:pt>
                <c:pt idx="2100">
                  <c:v>6.93204723339</c:v>
                </c:pt>
                <c:pt idx="2101">
                  <c:v>6.93201533561</c:v>
                </c:pt>
                <c:pt idx="2102">
                  <c:v>6.9314688356</c:v>
                </c:pt>
                <c:pt idx="2103">
                  <c:v>6.93143999755</c:v>
                </c:pt>
                <c:pt idx="2104">
                  <c:v>6.93095115148</c:v>
                </c:pt>
                <c:pt idx="2105">
                  <c:v>6.93092566878</c:v>
                </c:pt>
                <c:pt idx="2106">
                  <c:v>6.93049576141</c:v>
                </c:pt>
                <c:pt idx="2107">
                  <c:v>6.93047356751</c:v>
                </c:pt>
                <c:pt idx="2108">
                  <c:v>6.93010416246</c:v>
                </c:pt>
                <c:pt idx="2109">
                  <c:v>6.93008527269</c:v>
                </c:pt>
                <c:pt idx="2110">
                  <c:v>6.92977684236</c:v>
                </c:pt>
                <c:pt idx="2111">
                  <c:v>6.92976138785</c:v>
                </c:pt>
                <c:pt idx="2112">
                  <c:v>6.92951561204</c:v>
                </c:pt>
                <c:pt idx="2113">
                  <c:v>6.92950379725</c:v>
                </c:pt>
                <c:pt idx="2114">
                  <c:v>6.9293231158</c:v>
                </c:pt>
                <c:pt idx="2115">
                  <c:v>6.92931490442</c:v>
                </c:pt>
                <c:pt idx="2116">
                  <c:v>6.92919855731</c:v>
                </c:pt>
                <c:pt idx="2117">
                  <c:v>6.92919380038</c:v>
                </c:pt>
                <c:pt idx="2118">
                  <c:v>6.92914094295</c:v>
                </c:pt>
                <c:pt idx="2119">
                  <c:v>6.92913976191</c:v>
                </c:pt>
                <c:pt idx="2120">
                  <c:v>6.92913798983</c:v>
                </c:pt>
                <c:pt idx="2121">
                  <c:v>6.929136753</c:v>
                </c:pt>
                <c:pt idx="2122">
                  <c:v>6.92915146437</c:v>
                </c:pt>
                <c:pt idx="2123">
                  <c:v>6.92915399005</c:v>
                </c:pt>
                <c:pt idx="2124">
                  <c:v>6.92923106388</c:v>
                </c:pt>
                <c:pt idx="2125">
                  <c:v>6.92923715716</c:v>
                </c:pt>
                <c:pt idx="2126">
                  <c:v>6.92937801479</c:v>
                </c:pt>
                <c:pt idx="2127">
                  <c:v>6.92938750288</c:v>
                </c:pt>
                <c:pt idx="2128">
                  <c:v>6.92959015377</c:v>
                </c:pt>
                <c:pt idx="2129">
                  <c:v>6.9296031145</c:v>
                </c:pt>
                <c:pt idx="2130">
                  <c:v>6.92986702929</c:v>
                </c:pt>
                <c:pt idx="2131">
                  <c:v>6.92988347255</c:v>
                </c:pt>
                <c:pt idx="2132">
                  <c:v>6.93020863566</c:v>
                </c:pt>
                <c:pt idx="2133">
                  <c:v>6.93022834753</c:v>
                </c:pt>
                <c:pt idx="2134">
                  <c:v>6.93061250545</c:v>
                </c:pt>
                <c:pt idx="2135">
                  <c:v>6.93063536974</c:v>
                </c:pt>
                <c:pt idx="2136">
                  <c:v>6.93107547048</c:v>
                </c:pt>
                <c:pt idx="2137">
                  <c:v>6.93110143892</c:v>
                </c:pt>
                <c:pt idx="2138">
                  <c:v>6.93159492559</c:v>
                </c:pt>
                <c:pt idx="2139">
                  <c:v>6.93162385359</c:v>
                </c:pt>
                <c:pt idx="2140">
                  <c:v>6.93217007187</c:v>
                </c:pt>
                <c:pt idx="2141">
                  <c:v>6.93220184618</c:v>
                </c:pt>
                <c:pt idx="2142">
                  <c:v>6.93279827725</c:v>
                </c:pt>
                <c:pt idx="2143">
                  <c:v>6.9328326192</c:v>
                </c:pt>
                <c:pt idx="2144">
                  <c:v>6.93347394823</c:v>
                </c:pt>
                <c:pt idx="2145">
                  <c:v>6.93351080861</c:v>
                </c:pt>
                <c:pt idx="2146">
                  <c:v>6.93419504917</c:v>
                </c:pt>
                <c:pt idx="2147">
                  <c:v>6.93423425742</c:v>
                </c:pt>
                <c:pt idx="2148">
                  <c:v>6.93495880155</c:v>
                </c:pt>
                <c:pt idx="2149">
                  <c:v>6.9350000744</c:v>
                </c:pt>
                <c:pt idx="2150">
                  <c:v>6.93576198214</c:v>
                </c:pt>
                <c:pt idx="2151">
                  <c:v>6.93580525156</c:v>
                </c:pt>
                <c:pt idx="2152">
                  <c:v>6.93659985345</c:v>
                </c:pt>
                <c:pt idx="2153">
                  <c:v>6.93664482296</c:v>
                </c:pt>
                <c:pt idx="2154">
                  <c:v>6.93746690138</c:v>
                </c:pt>
                <c:pt idx="2155">
                  <c:v>6.9375133797</c:v>
                </c:pt>
                <c:pt idx="2156">
                  <c:v>6.93836154893</c:v>
                </c:pt>
                <c:pt idx="2157">
                  <c:v>6.9384092714</c:v>
                </c:pt>
                <c:pt idx="2158">
                  <c:v>6.93927912535</c:v>
                </c:pt>
                <c:pt idx="2159">
                  <c:v>6.93932791619</c:v>
                </c:pt>
                <c:pt idx="2160">
                  <c:v>6.94021452809</c:v>
                </c:pt>
                <c:pt idx="2161">
                  <c:v>6.94026421661</c:v>
                </c:pt>
                <c:pt idx="2162">
                  <c:v>6.94116243011</c:v>
                </c:pt>
                <c:pt idx="2163">
                  <c:v>6.94121261113</c:v>
                </c:pt>
                <c:pt idx="2164">
                  <c:v>6.94211942846</c:v>
                </c:pt>
                <c:pt idx="2165">
                  <c:v>6.94216997067</c:v>
                </c:pt>
                <c:pt idx="2166">
                  <c:v>6.94308252746</c:v>
                </c:pt>
                <c:pt idx="2167">
                  <c:v>6.94313324947</c:v>
                </c:pt>
                <c:pt idx="2168">
                  <c:v>6.94404546104</c:v>
                </c:pt>
                <c:pt idx="2169">
                  <c:v>6.94409609221</c:v>
                </c:pt>
                <c:pt idx="2170">
                  <c:v>6.94500357792</c:v>
                </c:pt>
                <c:pt idx="2171">
                  <c:v>6.94505381475</c:v>
                </c:pt>
                <c:pt idx="2172">
                  <c:v>6.94595281346</c:v>
                </c:pt>
                <c:pt idx="2173">
                  <c:v>6.94600239052</c:v>
                </c:pt>
                <c:pt idx="2174">
                  <c:v>6.94688960805</c:v>
                </c:pt>
                <c:pt idx="2175">
                  <c:v>6.94693851305</c:v>
                </c:pt>
                <c:pt idx="2176">
                  <c:v>6.94780967039</c:v>
                </c:pt>
                <c:pt idx="2177">
                  <c:v>6.94785755705</c:v>
                </c:pt>
                <c:pt idx="2178">
                  <c:v>6.94870653896</c:v>
                </c:pt>
                <c:pt idx="2179">
                  <c:v>6.94875302347</c:v>
                </c:pt>
                <c:pt idx="2180">
                  <c:v>6.94957694474</c:v>
                </c:pt>
                <c:pt idx="2181">
                  <c:v>6.94962191403</c:v>
                </c:pt>
                <c:pt idx="2182">
                  <c:v>6.95041821873</c:v>
                </c:pt>
                <c:pt idx="2183">
                  <c:v>6.95046157986</c:v>
                </c:pt>
                <c:pt idx="2184">
                  <c:v>6.95122532216</c:v>
                </c:pt>
                <c:pt idx="2185">
                  <c:v>6.95126685154</c:v>
                </c:pt>
                <c:pt idx="2186">
                  <c:v>6.9519941543</c:v>
                </c:pt>
                <c:pt idx="2187">
                  <c:v>6.95203346413</c:v>
                </c:pt>
                <c:pt idx="2188">
                  <c:v>6.952720489</c:v>
                </c:pt>
                <c:pt idx="2189">
                  <c:v>6.9527574601</c:v>
                </c:pt>
                <c:pt idx="2190">
                  <c:v>6.95340269956</c:v>
                </c:pt>
                <c:pt idx="2191">
                  <c:v>6.95343738974</c:v>
                </c:pt>
                <c:pt idx="2192">
                  <c:v>6.954038437</c:v>
                </c:pt>
                <c:pt idx="2193">
                  <c:v>6.95407053584</c:v>
                </c:pt>
                <c:pt idx="2194">
                  <c:v>6.95462211254</c:v>
                </c:pt>
                <c:pt idx="2195">
                  <c:v>6.95465131523</c:v>
                </c:pt>
                <c:pt idx="2196">
                  <c:v>6.95515191846</c:v>
                </c:pt>
                <c:pt idx="2197">
                  <c:v>6.95517823396</c:v>
                </c:pt>
                <c:pt idx="2198">
                  <c:v>6.95562632696</c:v>
                </c:pt>
                <c:pt idx="2199">
                  <c:v>6.95564973345</c:v>
                </c:pt>
                <c:pt idx="2200">
                  <c:v>6.95604303118</c:v>
                </c:pt>
                <c:pt idx="2201">
                  <c:v>6.95606338407</c:v>
                </c:pt>
                <c:pt idx="2202">
                  <c:v>6.95639996849</c:v>
                </c:pt>
                <c:pt idx="2203">
                  <c:v>6.95641698777</c:v>
                </c:pt>
                <c:pt idx="2204">
                  <c:v>6.95669403609</c:v>
                </c:pt>
                <c:pt idx="2205">
                  <c:v>6.9567077481</c:v>
                </c:pt>
                <c:pt idx="2206">
                  <c:v>6.9569255846</c:v>
                </c:pt>
                <c:pt idx="2207">
                  <c:v>6.95693609324</c:v>
                </c:pt>
                <c:pt idx="2208">
                  <c:v>6.95709446242</c:v>
                </c:pt>
                <c:pt idx="2209">
                  <c:v>6.95710159347</c:v>
                </c:pt>
                <c:pt idx="2210">
                  <c:v>6.95719819009</c:v>
                </c:pt>
                <c:pt idx="2211">
                  <c:v>6.95720179349</c:v>
                </c:pt>
                <c:pt idx="2212">
                  <c:v>6.9572361425</c:v>
                </c:pt>
                <c:pt idx="2213">
                  <c:v>6.95723625653</c:v>
                </c:pt>
                <c:pt idx="2214">
                  <c:v>6.95723625953</c:v>
                </c:pt>
                <c:pt idx="2215">
                  <c:v>6.95723100129</c:v>
                </c:pt>
                <c:pt idx="2216">
                  <c:v>6.95720849401</c:v>
                </c:pt>
                <c:pt idx="2217">
                  <c:v>6.95720531846</c:v>
                </c:pt>
                <c:pt idx="2218">
                  <c:v>6.95711701693</c:v>
                </c:pt>
                <c:pt idx="2219">
                  <c:v>6.95711044442</c:v>
                </c:pt>
                <c:pt idx="2220">
                  <c:v>6.95696129465</c:v>
                </c:pt>
                <c:pt idx="2221">
                  <c:v>6.95695121641</c:v>
                </c:pt>
                <c:pt idx="2222">
                  <c:v>6.95674015651</c:v>
                </c:pt>
                <c:pt idx="2223">
                  <c:v>6.95672675971</c:v>
                </c:pt>
                <c:pt idx="2224">
                  <c:v>6.95645617978</c:v>
                </c:pt>
                <c:pt idx="2225">
                  <c:v>6.95643958868</c:v>
                </c:pt>
                <c:pt idx="2226">
                  <c:v>6.95611154056</c:v>
                </c:pt>
                <c:pt idx="2227">
                  <c:v>6.9560917518</c:v>
                </c:pt>
                <c:pt idx="2228">
                  <c:v>6.95570696598</c:v>
                </c:pt>
                <c:pt idx="2229">
                  <c:v>6.95568394617</c:v>
                </c:pt>
                <c:pt idx="2230">
                  <c:v>6.95524313661</c:v>
                </c:pt>
                <c:pt idx="2231">
                  <c:v>6.95521714577</c:v>
                </c:pt>
                <c:pt idx="2232">
                  <c:v>6.95472285011</c:v>
                </c:pt>
                <c:pt idx="2233">
                  <c:v>6.95469401838</c:v>
                </c:pt>
                <c:pt idx="2234">
                  <c:v>6.95414967701</c:v>
                </c:pt>
                <c:pt idx="2235">
                  <c:v>6.954118103</c:v>
                </c:pt>
                <c:pt idx="2236">
                  <c:v>6.95352623538</c:v>
                </c:pt>
                <c:pt idx="2237">
                  <c:v>6.9534919923</c:v>
                </c:pt>
                <c:pt idx="2238">
                  <c:v>6.95285363519</c:v>
                </c:pt>
                <c:pt idx="2239">
                  <c:v>6.95281690365</c:v>
                </c:pt>
                <c:pt idx="2240">
                  <c:v>6.95213484596</c:v>
                </c:pt>
                <c:pt idx="2241">
                  <c:v>6.95209591679</c:v>
                </c:pt>
                <c:pt idx="2242">
                  <c:v>6.95137503898</c:v>
                </c:pt>
                <c:pt idx="2243">
                  <c:v>6.95133394508</c:v>
                </c:pt>
                <c:pt idx="2244">
                  <c:v>6.95057699214</c:v>
                </c:pt>
                <c:pt idx="2245">
                  <c:v>6.95053395258</c:v>
                </c:pt>
                <c:pt idx="2246">
                  <c:v>6.94974380263</c:v>
                </c:pt>
                <c:pt idx="2247">
                  <c:v>6.94969905308</c:v>
                </c:pt>
                <c:pt idx="2248">
                  <c:v>6.94887821559</c:v>
                </c:pt>
                <c:pt idx="2249">
                  <c:v>6.94883190199</c:v>
                </c:pt>
                <c:pt idx="2250">
                  <c:v>6.94798599679</c:v>
                </c:pt>
                <c:pt idx="2251">
                  <c:v>6.94793836219</c:v>
                </c:pt>
                <c:pt idx="2252">
                  <c:v>6.94707165317</c:v>
                </c:pt>
                <c:pt idx="2253">
                  <c:v>6.94702290421</c:v>
                </c:pt>
                <c:pt idx="2254">
                  <c:v>6.9461374167</c:v>
                </c:pt>
                <c:pt idx="2255">
                  <c:v>6.9460878192</c:v>
                </c:pt>
                <c:pt idx="2256">
                  <c:v>6.94518808719</c:v>
                </c:pt>
                <c:pt idx="2257">
                  <c:v>6.94513784705</c:v>
                </c:pt>
                <c:pt idx="2258">
                  <c:v>6.94422859599</c:v>
                </c:pt>
                <c:pt idx="2259">
                  <c:v>6.94417788882</c:v>
                </c:pt>
                <c:pt idx="2260">
                  <c:v>6.94331531756</c:v>
                </c:pt>
                <c:pt idx="2261">
                  <c:v>6.94326454274</c:v>
                </c:pt>
                <c:pt idx="2262">
                  <c:v>6.94321369279</c:v>
                </c:pt>
                <c:pt idx="2263">
                  <c:v>6.94316290539</c:v>
                </c:pt>
                <c:pt idx="2264">
                  <c:v>6.94229828565</c:v>
                </c:pt>
                <c:pt idx="2265">
                  <c:v>6.94224747664</c:v>
                </c:pt>
                <c:pt idx="2266">
                  <c:v>6.94133371499</c:v>
                </c:pt>
                <c:pt idx="2267">
                  <c:v>6.94128313505</c:v>
                </c:pt>
                <c:pt idx="2268">
                  <c:v>6.94042647497</c:v>
                </c:pt>
                <c:pt idx="2269">
                  <c:v>6.94037639225</c:v>
                </c:pt>
                <c:pt idx="2270">
                  <c:v>6.94032623392</c:v>
                </c:pt>
                <c:pt idx="2271">
                  <c:v>6.94027621383</c:v>
                </c:pt>
                <c:pt idx="2272">
                  <c:v>6.94002634065</c:v>
                </c:pt>
                <c:pt idx="2273">
                  <c:v>6.93943067007</c:v>
                </c:pt>
                <c:pt idx="2274">
                  <c:v>6.93938128476</c:v>
                </c:pt>
                <c:pt idx="2275">
                  <c:v>6.93854962717</c:v>
                </c:pt>
                <c:pt idx="2276">
                  <c:v>6.93850107245</c:v>
                </c:pt>
                <c:pt idx="2277">
                  <c:v>6.93845267625</c:v>
                </c:pt>
                <c:pt idx="2278">
                  <c:v>6.93835591986</c:v>
                </c:pt>
                <c:pt idx="2279">
                  <c:v>6.93758940331</c:v>
                </c:pt>
                <c:pt idx="2280">
                  <c:v>6.93754202346</c:v>
                </c:pt>
                <c:pt idx="2281">
                  <c:v>6.93674716873</c:v>
                </c:pt>
                <c:pt idx="2282">
                  <c:v>6.9367011689</c:v>
                </c:pt>
                <c:pt idx="2283">
                  <c:v>6.93665513593</c:v>
                </c:pt>
                <c:pt idx="2284">
                  <c:v>6.93660929472</c:v>
                </c:pt>
                <c:pt idx="2285">
                  <c:v>6.93584122464</c:v>
                </c:pt>
                <c:pt idx="2286">
                  <c:v>6.93579679213</c:v>
                </c:pt>
                <c:pt idx="2287">
                  <c:v>6.93501254824</c:v>
                </c:pt>
                <c:pt idx="2288">
                  <c:v>6.9349698936</c:v>
                </c:pt>
                <c:pt idx="2289">
                  <c:v>6.93421796475</c:v>
                </c:pt>
                <c:pt idx="2290">
                  <c:v>6.9341771545</c:v>
                </c:pt>
                <c:pt idx="2291">
                  <c:v>6.9334610258</c:v>
                </c:pt>
                <c:pt idx="2292">
                  <c:v>6.933422265</c:v>
                </c:pt>
                <c:pt idx="2293">
                  <c:v>6.93274711856</c:v>
                </c:pt>
                <c:pt idx="2294">
                  <c:v>6.93271080961</c:v>
                </c:pt>
                <c:pt idx="2295">
                  <c:v>6.93207851667</c:v>
                </c:pt>
                <c:pt idx="2296">
                  <c:v>6.93204466122</c:v>
                </c:pt>
                <c:pt idx="2297">
                  <c:v>6.93145748863</c:v>
                </c:pt>
                <c:pt idx="2298">
                  <c:v>6.93142613976</c:v>
                </c:pt>
                <c:pt idx="2299">
                  <c:v>6.93088640672</c:v>
                </c:pt>
                <c:pt idx="2300">
                  <c:v>6.93085774923</c:v>
                </c:pt>
                <c:pt idx="2301">
                  <c:v>6.93036888242</c:v>
                </c:pt>
                <c:pt idx="2302">
                  <c:v>6.93034322372</c:v>
                </c:pt>
                <c:pt idx="2303">
                  <c:v>6.92990758325</c:v>
                </c:pt>
                <c:pt idx="2304">
                  <c:v>6.92988491157</c:v>
                </c:pt>
                <c:pt idx="2305">
                  <c:v>6.92950296202</c:v>
                </c:pt>
                <c:pt idx="2306">
                  <c:v>6.92948321674</c:v>
                </c:pt>
                <c:pt idx="2307">
                  <c:v>6.92915630939</c:v>
                </c:pt>
                <c:pt idx="2308">
                  <c:v>6.92913968214</c:v>
                </c:pt>
                <c:pt idx="2309">
                  <c:v>6.92887033906</c:v>
                </c:pt>
                <c:pt idx="2310">
                  <c:v>6.92885704744</c:v>
                </c:pt>
                <c:pt idx="2311">
                  <c:v>6.92864669584</c:v>
                </c:pt>
                <c:pt idx="2312">
                  <c:v>6.9286366794</c:v>
                </c:pt>
                <c:pt idx="2313">
                  <c:v>6.92848466484</c:v>
                </c:pt>
                <c:pt idx="2314">
                  <c:v>6.92847778836</c:v>
                </c:pt>
                <c:pt idx="2315">
                  <c:v>6.92838425721</c:v>
                </c:pt>
                <c:pt idx="2316">
                  <c:v>6.92838065869</c:v>
                </c:pt>
                <c:pt idx="2317">
                  <c:v>6.92834935262</c:v>
                </c:pt>
                <c:pt idx="2318">
                  <c:v>6.92834677246</c:v>
                </c:pt>
                <c:pt idx="2319">
                  <c:v>6.92834661008</c:v>
                </c:pt>
                <c:pt idx="2320">
                  <c:v>6.92834653198</c:v>
                </c:pt>
                <c:pt idx="2321">
                  <c:v>6.92837306636</c:v>
                </c:pt>
                <c:pt idx="2322">
                  <c:v>6.92837624044</c:v>
                </c:pt>
                <c:pt idx="2323">
                  <c:v>6.92846150552</c:v>
                </c:pt>
                <c:pt idx="2324">
                  <c:v>6.92846779229</c:v>
                </c:pt>
                <c:pt idx="2325">
                  <c:v>6.92861059092</c:v>
                </c:pt>
                <c:pt idx="2326">
                  <c:v>6.92862011962</c:v>
                </c:pt>
                <c:pt idx="2327">
                  <c:v>6.92882109272</c:v>
                </c:pt>
                <c:pt idx="2328">
                  <c:v>6.92883388837</c:v>
                </c:pt>
                <c:pt idx="2329">
                  <c:v>6.92909159165</c:v>
                </c:pt>
                <c:pt idx="2330">
                  <c:v>6.92910749813</c:v>
                </c:pt>
                <c:pt idx="2331">
                  <c:v>6.92942108421</c:v>
                </c:pt>
                <c:pt idx="2332">
                  <c:v>6.92943992323</c:v>
                </c:pt>
                <c:pt idx="2333">
                  <c:v>6.92980582716</c:v>
                </c:pt>
                <c:pt idx="2334">
                  <c:v>6.92982755501</c:v>
                </c:pt>
                <c:pt idx="2335">
                  <c:v>6.93024482953</c:v>
                </c:pt>
                <c:pt idx="2336">
                  <c:v>6.93026952068</c:v>
                </c:pt>
                <c:pt idx="2337">
                  <c:v>6.93073784344</c:v>
                </c:pt>
                <c:pt idx="2338">
                  <c:v>6.93076521325</c:v>
                </c:pt>
                <c:pt idx="2339">
                  <c:v>6.93128073072</c:v>
                </c:pt>
                <c:pt idx="2340">
                  <c:v>6.93131058249</c:v>
                </c:pt>
                <c:pt idx="2341">
                  <c:v>6.931870718</c:v>
                </c:pt>
                <c:pt idx="2342">
                  <c:v>6.93190300192</c:v>
                </c:pt>
                <c:pt idx="2343">
                  <c:v>6.93250411131</c:v>
                </c:pt>
                <c:pt idx="2344">
                  <c:v>6.93253871628</c:v>
                </c:pt>
                <c:pt idx="2345">
                  <c:v>6.93318047171</c:v>
                </c:pt>
                <c:pt idx="2346">
                  <c:v>6.93321718925</c:v>
                </c:pt>
                <c:pt idx="2347">
                  <c:v>6.93389571491</c:v>
                </c:pt>
                <c:pt idx="2348">
                  <c:v>6.93393427502</c:v>
                </c:pt>
                <c:pt idx="2349">
                  <c:v>6.93464475309</c:v>
                </c:pt>
                <c:pt idx="2350">
                  <c:v>6.93468510067</c:v>
                </c:pt>
                <c:pt idx="2351">
                  <c:v>6.93542534725</c:v>
                </c:pt>
                <c:pt idx="2352">
                  <c:v>6.93546726204</c:v>
                </c:pt>
                <c:pt idx="2353">
                  <c:v>6.93623354048</c:v>
                </c:pt>
                <c:pt idx="2354">
                  <c:v>6.93627681727</c:v>
                </c:pt>
                <c:pt idx="2355">
                  <c:v>6.93706744608</c:v>
                </c:pt>
                <c:pt idx="2356">
                  <c:v>6.93711185273</c:v>
                </c:pt>
                <c:pt idx="2357">
                  <c:v>6.93792015937</c:v>
                </c:pt>
                <c:pt idx="2358">
                  <c:v>6.93796549302</c:v>
                </c:pt>
                <c:pt idx="2359">
                  <c:v>6.93878797806</c:v>
                </c:pt>
                <c:pt idx="2360">
                  <c:v>6.93883408362</c:v>
                </c:pt>
                <c:pt idx="2361">
                  <c:v>6.93966847636</c:v>
                </c:pt>
                <c:pt idx="2362">
                  <c:v>6.93971502357</c:v>
                </c:pt>
                <c:pt idx="2363">
                  <c:v>6.94055683751</c:v>
                </c:pt>
                <c:pt idx="2364">
                  <c:v>6.94060372658</c:v>
                </c:pt>
                <c:pt idx="2365">
                  <c:v>6.94144848532</c:v>
                </c:pt>
                <c:pt idx="2366">
                  <c:v>6.94149542329</c:v>
                </c:pt>
                <c:pt idx="2367">
                  <c:v>6.94233823753</c:v>
                </c:pt>
                <c:pt idx="2368">
                  <c:v>6.9423850094</c:v>
                </c:pt>
                <c:pt idx="2369">
                  <c:v>6.94322368981</c:v>
                </c:pt>
                <c:pt idx="2370">
                  <c:v>6.94327006653</c:v>
                </c:pt>
                <c:pt idx="2371">
                  <c:v>6.94410119697</c:v>
                </c:pt>
                <c:pt idx="2372">
                  <c:v>6.94414700578</c:v>
                </c:pt>
                <c:pt idx="2373">
                  <c:v>6.94496592445</c:v>
                </c:pt>
                <c:pt idx="2374">
                  <c:v>6.94501105127</c:v>
                </c:pt>
                <c:pt idx="2375">
                  <c:v>6.94581302927</c:v>
                </c:pt>
                <c:pt idx="2376">
                  <c:v>6.94585708368</c:v>
                </c:pt>
                <c:pt idx="2377">
                  <c:v>6.94663956726</c:v>
                </c:pt>
                <c:pt idx="2378">
                  <c:v>6.94668240884</c:v>
                </c:pt>
                <c:pt idx="2379">
                  <c:v>6.94744259464</c:v>
                </c:pt>
                <c:pt idx="2380">
                  <c:v>6.94748413118</c:v>
                </c:pt>
                <c:pt idx="2381">
                  <c:v>6.94821783727</c:v>
                </c:pt>
                <c:pt idx="2382">
                  <c:v>6.9482578288</c:v>
                </c:pt>
                <c:pt idx="2383">
                  <c:v>6.94896066914</c:v>
                </c:pt>
                <c:pt idx="2384">
                  <c:v>6.94899882208</c:v>
                </c:pt>
                <c:pt idx="2385">
                  <c:v>6.94966831198</c:v>
                </c:pt>
                <c:pt idx="2386">
                  <c:v>6.94970448984</c:v>
                </c:pt>
                <c:pt idx="2387">
                  <c:v>6.9503385585</c:v>
                </c:pt>
                <c:pt idx="2388">
                  <c:v>6.95037271926</c:v>
                </c:pt>
                <c:pt idx="2389">
                  <c:v>6.95096742937</c:v>
                </c:pt>
                <c:pt idx="2390">
                  <c:v>6.95099935429</c:v>
                </c:pt>
                <c:pt idx="2391">
                  <c:v>6.95155124005</c:v>
                </c:pt>
                <c:pt idx="2392">
                  <c:v>6.95158065526</c:v>
                </c:pt>
                <c:pt idx="2393">
                  <c:v>6.95208718113</c:v>
                </c:pt>
                <c:pt idx="2394">
                  <c:v>6.95211398921</c:v>
                </c:pt>
                <c:pt idx="2395">
                  <c:v>6.95257446447</c:v>
                </c:pt>
                <c:pt idx="2396">
                  <c:v>6.95259874829</c:v>
                </c:pt>
                <c:pt idx="2397">
                  <c:v>6.95301084505</c:v>
                </c:pt>
                <c:pt idx="2398">
                  <c:v>6.95303236423</c:v>
                </c:pt>
                <c:pt idx="2399">
                  <c:v>6.95339258906</c:v>
                </c:pt>
                <c:pt idx="2400">
                  <c:v>6.9534111104</c:v>
                </c:pt>
                <c:pt idx="2401">
                  <c:v>6.95371827984</c:v>
                </c:pt>
                <c:pt idx="2402">
                  <c:v>6.95373382914</c:v>
                </c:pt>
                <c:pt idx="2403">
                  <c:v>6.95398774214</c:v>
                </c:pt>
                <c:pt idx="2404">
                  <c:v>6.9540003843</c:v>
                </c:pt>
                <c:pt idx="2405">
                  <c:v>6.95419983554</c:v>
                </c:pt>
                <c:pt idx="2406">
                  <c:v>6.95420944342</c:v>
                </c:pt>
                <c:pt idx="2407">
                  <c:v>6.95435266163</c:v>
                </c:pt>
                <c:pt idx="2408">
                  <c:v>6.95435897871</c:v>
                </c:pt>
                <c:pt idx="2409">
                  <c:v>6.95444513371</c:v>
                </c:pt>
                <c:pt idx="2410">
                  <c:v>6.95444828411</c:v>
                </c:pt>
                <c:pt idx="2411">
                  <c:v>6.95447786651</c:v>
                </c:pt>
                <c:pt idx="2412">
                  <c:v>6.95447799954</c:v>
                </c:pt>
                <c:pt idx="2413">
                  <c:v>6.95447769333</c:v>
                </c:pt>
                <c:pt idx="2414">
                  <c:v>6.95445158282</c:v>
                </c:pt>
                <c:pt idx="2415">
                  <c:v>6.95444858616</c:v>
                </c:pt>
                <c:pt idx="2416">
                  <c:v>6.95436495236</c:v>
                </c:pt>
                <c:pt idx="2417">
                  <c:v>6.95435866473</c:v>
                </c:pt>
                <c:pt idx="2418">
                  <c:v>6.9542272232</c:v>
                </c:pt>
                <c:pt idx="2419">
                  <c:v>6.95421804362</c:v>
                </c:pt>
                <c:pt idx="2420">
                  <c:v>6.95420863479</c:v>
                </c:pt>
                <c:pt idx="2421">
                  <c:v>6.9540129266</c:v>
                </c:pt>
                <c:pt idx="2422">
                  <c:v>6.95400057737</c:v>
                </c:pt>
                <c:pt idx="2423">
                  <c:v>6.95375054352</c:v>
                </c:pt>
                <c:pt idx="2424">
                  <c:v>6.95373520498</c:v>
                </c:pt>
                <c:pt idx="2425">
                  <c:v>6.95343208976</c:v>
                </c:pt>
                <c:pt idx="2426">
                  <c:v>6.9534137199</c:v>
                </c:pt>
                <c:pt idx="2427">
                  <c:v>6.95305730078</c:v>
                </c:pt>
                <c:pt idx="2428">
                  <c:v>6.953036035</c:v>
                </c:pt>
                <c:pt idx="2429">
                  <c:v>6.95262889702</c:v>
                </c:pt>
                <c:pt idx="2430">
                  <c:v>6.95260501038</c:v>
                </c:pt>
                <c:pt idx="2431">
                  <c:v>6.95215080207</c:v>
                </c:pt>
                <c:pt idx="2432">
                  <c:v>6.95212428417</c:v>
                </c:pt>
                <c:pt idx="2433">
                  <c:v>6.95162311574</c:v>
                </c:pt>
                <c:pt idx="2434">
                  <c:v>6.95159395163</c:v>
                </c:pt>
                <c:pt idx="2435">
                  <c:v>6.95104827713</c:v>
                </c:pt>
                <c:pt idx="2436">
                  <c:v>6.95101674146</c:v>
                </c:pt>
                <c:pt idx="2437">
                  <c:v>6.95042908781</c:v>
                </c:pt>
                <c:pt idx="2438">
                  <c:v>6.95039539111</c:v>
                </c:pt>
                <c:pt idx="2439">
                  <c:v>6.94976940648</c:v>
                </c:pt>
                <c:pt idx="2440">
                  <c:v>6.94973362521</c:v>
                </c:pt>
                <c:pt idx="2441">
                  <c:v>6.9490719734</c:v>
                </c:pt>
                <c:pt idx="2442">
                  <c:v>6.94903419032</c:v>
                </c:pt>
                <c:pt idx="2443">
                  <c:v>6.94833849256</c:v>
                </c:pt>
                <c:pt idx="2444">
                  <c:v>6.94829897191</c:v>
                </c:pt>
                <c:pt idx="2445">
                  <c:v>6.94757307024</c:v>
                </c:pt>
                <c:pt idx="2446">
                  <c:v>6.94753202862</c:v>
                </c:pt>
                <c:pt idx="2447">
                  <c:v>6.94678005152</c:v>
                </c:pt>
                <c:pt idx="2448">
                  <c:v>6.94673762126</c:v>
                </c:pt>
                <c:pt idx="2449">
                  <c:v>6.94596373943</c:v>
                </c:pt>
                <c:pt idx="2450">
                  <c:v>6.94592009458</c:v>
                </c:pt>
                <c:pt idx="2451">
                  <c:v>6.94512554288</c:v>
                </c:pt>
                <c:pt idx="2452">
                  <c:v>6.94508090798</c:v>
                </c:pt>
                <c:pt idx="2453">
                  <c:v>6.944269566</c:v>
                </c:pt>
                <c:pt idx="2454">
                  <c:v>6.94422421182</c:v>
                </c:pt>
                <c:pt idx="2455">
                  <c:v>6.94340155523</c:v>
                </c:pt>
                <c:pt idx="2456">
                  <c:v>6.94335556511</c:v>
                </c:pt>
                <c:pt idx="2457">
                  <c:v>6.94252478677</c:v>
                </c:pt>
                <c:pt idx="2458">
                  <c:v>6.94247841746</c:v>
                </c:pt>
                <c:pt idx="2459">
                  <c:v>6.94164255912</c:v>
                </c:pt>
                <c:pt idx="2460">
                  <c:v>6.94159604519</c:v>
                </c:pt>
                <c:pt idx="2461">
                  <c:v>6.9407581934</c:v>
                </c:pt>
                <c:pt idx="2462">
                  <c:v>6.9407117738</c:v>
                </c:pt>
                <c:pt idx="2463">
                  <c:v>6.93987800229</c:v>
                </c:pt>
                <c:pt idx="2464">
                  <c:v>6.93983182848</c:v>
                </c:pt>
                <c:pt idx="2465">
                  <c:v>6.93900512249</c:v>
                </c:pt>
                <c:pt idx="2466">
                  <c:v>6.93895939837</c:v>
                </c:pt>
                <c:pt idx="2467">
                  <c:v>6.93814325967</c:v>
                </c:pt>
                <c:pt idx="2468">
                  <c:v>6.93809832292</c:v>
                </c:pt>
                <c:pt idx="2469">
                  <c:v>6.93729538602</c:v>
                </c:pt>
                <c:pt idx="2470">
                  <c:v>6.93725124227</c:v>
                </c:pt>
                <c:pt idx="2471">
                  <c:v>6.93646585684</c:v>
                </c:pt>
                <c:pt idx="2472">
                  <c:v>6.93642277849</c:v>
                </c:pt>
                <c:pt idx="2473">
                  <c:v>6.93565986838</c:v>
                </c:pt>
                <c:pt idx="2474">
                  <c:v>6.93561809012</c:v>
                </c:pt>
                <c:pt idx="2475">
                  <c:v>6.93487888025</c:v>
                </c:pt>
                <c:pt idx="2476">
                  <c:v>6.93483854767</c:v>
                </c:pt>
                <c:pt idx="2477">
                  <c:v>6.93412651747</c:v>
                </c:pt>
                <c:pt idx="2478">
                  <c:v>6.9340878336</c:v>
                </c:pt>
                <c:pt idx="2479">
                  <c:v>6.93340667038</c:v>
                </c:pt>
                <c:pt idx="2480">
                  <c:v>6.93336968217</c:v>
                </c:pt>
                <c:pt idx="2481">
                  <c:v>6.93272335833</c:v>
                </c:pt>
                <c:pt idx="2482">
                  <c:v>6.93268850304</c:v>
                </c:pt>
                <c:pt idx="2483">
                  <c:v>6.93207979599</c:v>
                </c:pt>
                <c:pt idx="2484">
                  <c:v>6.93204709876</c:v>
                </c:pt>
                <c:pt idx="2485">
                  <c:v>6.93147697176</c:v>
                </c:pt>
                <c:pt idx="2486">
                  <c:v>6.9314464447</c:v>
                </c:pt>
                <c:pt idx="2487">
                  <c:v>6.93091854654</c:v>
                </c:pt>
                <c:pt idx="2488">
                  <c:v>6.93089038717</c:v>
                </c:pt>
                <c:pt idx="2489">
                  <c:v>6.93040774961</c:v>
                </c:pt>
                <c:pt idx="2490">
                  <c:v>6.93038220486</c:v>
                </c:pt>
                <c:pt idx="2491">
                  <c:v>6.92994613365</c:v>
                </c:pt>
                <c:pt idx="2492">
                  <c:v>6.9299232952</c:v>
                </c:pt>
                <c:pt idx="2493">
                  <c:v>6.92953496872</c:v>
                </c:pt>
                <c:pt idx="2494">
                  <c:v>6.92951472368</c:v>
                </c:pt>
                <c:pt idx="2495">
                  <c:v>6.92917586548</c:v>
                </c:pt>
                <c:pt idx="2496">
                  <c:v>6.92915842924</c:v>
                </c:pt>
                <c:pt idx="2497">
                  <c:v>6.9289775625</c:v>
                </c:pt>
                <c:pt idx="2498">
                  <c:v>6.92887221148</c:v>
                </c:pt>
                <c:pt idx="2499">
                  <c:v>6.92885779399</c:v>
                </c:pt>
                <c:pt idx="2500">
                  <c:v>6.92862417898</c:v>
                </c:pt>
                <c:pt idx="2501">
                  <c:v>6.92861272457</c:v>
                </c:pt>
                <c:pt idx="2502">
                  <c:v>6.92843231147</c:v>
                </c:pt>
                <c:pt idx="2503">
                  <c:v>6.92842375786</c:v>
                </c:pt>
                <c:pt idx="2504">
                  <c:v>6.92829690292</c:v>
                </c:pt>
                <c:pt idx="2505">
                  <c:v>6.9282913113</c:v>
                </c:pt>
                <c:pt idx="2506">
                  <c:v>6.92821941096</c:v>
                </c:pt>
                <c:pt idx="2507">
                  <c:v>6.92821699934</c:v>
                </c:pt>
                <c:pt idx="2508">
                  <c:v>6.92820235557</c:v>
                </c:pt>
                <c:pt idx="2509">
                  <c:v>6.92819991489</c:v>
                </c:pt>
                <c:pt idx="2510">
                  <c:v>6.92820086152</c:v>
                </c:pt>
                <c:pt idx="2511">
                  <c:v>6.92820154341</c:v>
                </c:pt>
                <c:pt idx="2512">
                  <c:v>6.92823930927</c:v>
                </c:pt>
                <c:pt idx="2513">
                  <c:v>6.92824284659</c:v>
                </c:pt>
                <c:pt idx="2514">
                  <c:v>6.92833433443</c:v>
                </c:pt>
                <c:pt idx="2515">
                  <c:v>6.92834087151</c:v>
                </c:pt>
                <c:pt idx="2516">
                  <c:v>6.92848639722</c:v>
                </c:pt>
                <c:pt idx="2517">
                  <c:v>6.92849601362</c:v>
                </c:pt>
                <c:pt idx="2518">
                  <c:v>6.92869499848</c:v>
                </c:pt>
                <c:pt idx="2519">
                  <c:v>6.92870757463</c:v>
                </c:pt>
                <c:pt idx="2520">
                  <c:v>6.92895838833</c:v>
                </c:pt>
                <c:pt idx="2521">
                  <c:v>6.92897365498</c:v>
                </c:pt>
                <c:pt idx="2522">
                  <c:v>6.92927383013</c:v>
                </c:pt>
                <c:pt idx="2523">
                  <c:v>6.92929182856</c:v>
                </c:pt>
                <c:pt idx="2524">
                  <c:v>6.92964129882</c:v>
                </c:pt>
                <c:pt idx="2525">
                  <c:v>6.92966214325</c:v>
                </c:pt>
                <c:pt idx="2526">
                  <c:v>6.93006010663</c:v>
                </c:pt>
                <c:pt idx="2527">
                  <c:v>6.93008350766</c:v>
                </c:pt>
                <c:pt idx="2528">
                  <c:v>6.93052624751</c:v>
                </c:pt>
                <c:pt idx="2529">
                  <c:v>6.93055199712</c:v>
                </c:pt>
                <c:pt idx="2530">
                  <c:v>6.93103743307</c:v>
                </c:pt>
                <c:pt idx="2531">
                  <c:v>6.93106552653</c:v>
                </c:pt>
                <c:pt idx="2532">
                  <c:v>6.93159173458</c:v>
                </c:pt>
                <c:pt idx="2533">
                  <c:v>6.93162212006</c:v>
                </c:pt>
                <c:pt idx="2534">
                  <c:v>6.93218750984</c:v>
                </c:pt>
                <c:pt idx="2535">
                  <c:v>6.93221999056</c:v>
                </c:pt>
                <c:pt idx="2536">
                  <c:v>6.93282163871</c:v>
                </c:pt>
                <c:pt idx="2537">
                  <c:v>6.93285592802</c:v>
                </c:pt>
                <c:pt idx="2538">
                  <c:v>6.93348957156</c:v>
                </c:pt>
                <c:pt idx="2539">
                  <c:v>6.93352560111</c:v>
                </c:pt>
                <c:pt idx="2540">
                  <c:v>6.93418915759</c:v>
                </c:pt>
                <c:pt idx="2541">
                  <c:v>6.9342268819</c:v>
                </c:pt>
                <c:pt idx="2542">
                  <c:v>6.93491790127</c:v>
                </c:pt>
                <c:pt idx="2543">
                  <c:v>6.93495699279</c:v>
                </c:pt>
                <c:pt idx="2544">
                  <c:v>6.93567170905</c:v>
                </c:pt>
                <c:pt idx="2545">
                  <c:v>6.93571194263</c:v>
                </c:pt>
                <c:pt idx="2546">
                  <c:v>6.93644621267</c:v>
                </c:pt>
                <c:pt idx="2547">
                  <c:v>6.93648748286</c:v>
                </c:pt>
                <c:pt idx="2548">
                  <c:v>6.93723795152</c:v>
                </c:pt>
                <c:pt idx="2549">
                  <c:v>6.93728011028</c:v>
                </c:pt>
                <c:pt idx="2550">
                  <c:v>6.93804495848</c:v>
                </c:pt>
                <c:pt idx="2551">
                  <c:v>6.93808777285</c:v>
                </c:pt>
                <c:pt idx="2552">
                  <c:v>6.93886314588</c:v>
                </c:pt>
                <c:pt idx="2553">
                  <c:v>6.93890635288</c:v>
                </c:pt>
                <c:pt idx="2554">
                  <c:v>6.93968725128</c:v>
                </c:pt>
                <c:pt idx="2555">
                  <c:v>6.93973074415</c:v>
                </c:pt>
                <c:pt idx="2556">
                  <c:v>6.94051369468</c:v>
                </c:pt>
                <c:pt idx="2557">
                  <c:v>6.94055725686</c:v>
                </c:pt>
                <c:pt idx="2558">
                  <c:v>6.94133970149</c:v>
                </c:pt>
                <c:pt idx="2559">
                  <c:v>6.94138306563</c:v>
                </c:pt>
                <c:pt idx="2560">
                  <c:v>6.9421614138</c:v>
                </c:pt>
                <c:pt idx="2561">
                  <c:v>6.94220440696</c:v>
                </c:pt>
                <c:pt idx="2562">
                  <c:v>6.94297419516</c:v>
                </c:pt>
                <c:pt idx="2563">
                  <c:v>6.94301664413</c:v>
                </c:pt>
                <c:pt idx="2564">
                  <c:v>6.94377357919</c:v>
                </c:pt>
                <c:pt idx="2565">
                  <c:v>6.94381529934</c:v>
                </c:pt>
                <c:pt idx="2566">
                  <c:v>6.94455731996</c:v>
                </c:pt>
                <c:pt idx="2567">
                  <c:v>6.94459804784</c:v>
                </c:pt>
                <c:pt idx="2568">
                  <c:v>6.94532243708</c:v>
                </c:pt>
                <c:pt idx="2569">
                  <c:v>6.94536208185</c:v>
                </c:pt>
                <c:pt idx="2570">
                  <c:v>6.94606428085</c:v>
                </c:pt>
                <c:pt idx="2571">
                  <c:v>6.9461026264</c:v>
                </c:pt>
                <c:pt idx="2572">
                  <c:v>6.94677876758</c:v>
                </c:pt>
                <c:pt idx="2573">
                  <c:v>6.94681559582</c:v>
                </c:pt>
                <c:pt idx="2574">
                  <c:v>6.94746383227</c:v>
                </c:pt>
                <c:pt idx="2575">
                  <c:v>6.94749898152</c:v>
                </c:pt>
                <c:pt idx="2576">
                  <c:v>6.94811686649</c:v>
                </c:pt>
                <c:pt idx="2577">
                  <c:v>6.9481502479</c:v>
                </c:pt>
                <c:pt idx="2578">
                  <c:v>6.9487335057</c:v>
                </c:pt>
                <c:pt idx="2579">
                  <c:v>6.9487649669</c:v>
                </c:pt>
                <c:pt idx="2580">
                  <c:v>6.94931114934</c:v>
                </c:pt>
                <c:pt idx="2581">
                  <c:v>6.94934040201</c:v>
                </c:pt>
                <c:pt idx="2582">
                  <c:v>6.9498469732</c:v>
                </c:pt>
                <c:pt idx="2583">
                  <c:v>6.94987396837</c:v>
                </c:pt>
                <c:pt idx="2584">
                  <c:v>6.95034009343</c:v>
                </c:pt>
                <c:pt idx="2585">
                  <c:v>6.95036479566</c:v>
                </c:pt>
                <c:pt idx="2586">
                  <c:v>6.95078760883</c:v>
                </c:pt>
                <c:pt idx="2587">
                  <c:v>6.95080989175</c:v>
                </c:pt>
                <c:pt idx="2588">
                  <c:v>6.95118626069</c:v>
                </c:pt>
                <c:pt idx="2589">
                  <c:v>6.95120588665</c:v>
                </c:pt>
                <c:pt idx="2590">
                  <c:v>6.95153497433</c:v>
                </c:pt>
                <c:pt idx="2591">
                  <c:v>6.95155186561</c:v>
                </c:pt>
                <c:pt idx="2592">
                  <c:v>6.95183357999</c:v>
                </c:pt>
                <c:pt idx="2593">
                  <c:v>6.95184786778</c:v>
                </c:pt>
                <c:pt idx="2594">
                  <c:v>6.9520798425</c:v>
                </c:pt>
                <c:pt idx="2595">
                  <c:v>6.9520913687</c:v>
                </c:pt>
                <c:pt idx="2596">
                  <c:v>6.95227190209</c:v>
                </c:pt>
                <c:pt idx="2597">
                  <c:v>6.95228047789</c:v>
                </c:pt>
                <c:pt idx="2598">
                  <c:v>6.95240933831</c:v>
                </c:pt>
                <c:pt idx="2599">
                  <c:v>6.95241502118</c:v>
                </c:pt>
                <c:pt idx="2600">
                  <c:v>6.95249201647</c:v>
                </c:pt>
                <c:pt idx="2601">
                  <c:v>6.95249487869</c:v>
                </c:pt>
                <c:pt idx="2602">
                  <c:v>6.95249757095</c:v>
                </c:pt>
                <c:pt idx="2603">
                  <c:v>6.95252033597</c:v>
                </c:pt>
                <c:pt idx="2604">
                  <c:v>6.95252040359</c:v>
                </c:pt>
                <c:pt idx="2605">
                  <c:v>6.95252041805</c:v>
                </c:pt>
                <c:pt idx="2606">
                  <c:v>6.95249297297</c:v>
                </c:pt>
                <c:pt idx="2607">
                  <c:v>6.95248994552</c:v>
                </c:pt>
                <c:pt idx="2608">
                  <c:v>6.95241000221</c:v>
                </c:pt>
                <c:pt idx="2609">
                  <c:v>6.95240406263</c:v>
                </c:pt>
                <c:pt idx="2610">
                  <c:v>6.95227305551</c:v>
                </c:pt>
                <c:pt idx="2611">
                  <c:v>6.95226441487</c:v>
                </c:pt>
                <c:pt idx="2612">
                  <c:v>6.95208319122</c:v>
                </c:pt>
                <c:pt idx="2613">
                  <c:v>6.95207177099</c:v>
                </c:pt>
                <c:pt idx="2614">
                  <c:v>6.95183978744</c:v>
                </c:pt>
                <c:pt idx="2615">
                  <c:v>6.9518254565</c:v>
                </c:pt>
                <c:pt idx="2616">
                  <c:v>6.95154366951</c:v>
                </c:pt>
                <c:pt idx="2617">
                  <c:v>6.95152663496</c:v>
                </c:pt>
                <c:pt idx="2618">
                  <c:v>6.95119744988</c:v>
                </c:pt>
                <c:pt idx="2619">
                  <c:v>6.9511779276</c:v>
                </c:pt>
                <c:pt idx="2620">
                  <c:v>6.95080327746</c:v>
                </c:pt>
                <c:pt idx="2621">
                  <c:v>6.95078126748</c:v>
                </c:pt>
                <c:pt idx="2622">
                  <c:v>6.95036210365</c:v>
                </c:pt>
                <c:pt idx="2623">
                  <c:v>6.95033754377</c:v>
                </c:pt>
                <c:pt idx="2624">
                  <c:v>6.94987493285</c:v>
                </c:pt>
                <c:pt idx="2625">
                  <c:v>6.94984805413</c:v>
                </c:pt>
                <c:pt idx="2626">
                  <c:v>6.9493454888</c:v>
                </c:pt>
                <c:pt idx="2627">
                  <c:v>6.94931655783</c:v>
                </c:pt>
                <c:pt idx="2628">
                  <c:v>6.94877672369</c:v>
                </c:pt>
                <c:pt idx="2629">
                  <c:v>6.94874576617</c:v>
                </c:pt>
                <c:pt idx="2630">
                  <c:v>6.94817065232</c:v>
                </c:pt>
                <c:pt idx="2631">
                  <c:v>6.94813769262</c:v>
                </c:pt>
                <c:pt idx="2632">
                  <c:v>6.94752890205</c:v>
                </c:pt>
                <c:pt idx="2633">
                  <c:v>6.94749416045</c:v>
                </c:pt>
                <c:pt idx="2634">
                  <c:v>6.9468551848</c:v>
                </c:pt>
                <c:pt idx="2635">
                  <c:v>6.94681901202</c:v>
                </c:pt>
                <c:pt idx="2636">
                  <c:v>6.94615379284</c:v>
                </c:pt>
                <c:pt idx="2637">
                  <c:v>6.94611615835</c:v>
                </c:pt>
                <c:pt idx="2638">
                  <c:v>6.94542688905</c:v>
                </c:pt>
                <c:pt idx="2639">
                  <c:v>6.94538794637</c:v>
                </c:pt>
                <c:pt idx="2640">
                  <c:v>6.94467770775</c:v>
                </c:pt>
                <c:pt idx="2641">
                  <c:v>6.94463769166</c:v>
                </c:pt>
                <c:pt idx="2642">
                  <c:v>6.94390946786</c:v>
                </c:pt>
                <c:pt idx="2643">
                  <c:v>6.9438686628</c:v>
                </c:pt>
                <c:pt idx="2644">
                  <c:v>6.94312756967</c:v>
                </c:pt>
                <c:pt idx="2645">
                  <c:v>6.94308608515</c:v>
                </c:pt>
                <c:pt idx="2646">
                  <c:v>6.94233438894</c:v>
                </c:pt>
                <c:pt idx="2647">
                  <c:v>6.942292311</c:v>
                </c:pt>
                <c:pt idx="2648">
                  <c:v>6.94153263918</c:v>
                </c:pt>
                <c:pt idx="2649">
                  <c:v>6.9414902892</c:v>
                </c:pt>
                <c:pt idx="2650">
                  <c:v>6.9407263736</c:v>
                </c:pt>
                <c:pt idx="2651">
                  <c:v>6.94068395289</c:v>
                </c:pt>
                <c:pt idx="2652">
                  <c:v>6.93991970053</c:v>
                </c:pt>
                <c:pt idx="2653">
                  <c:v>6.93987733287</c:v>
                </c:pt>
                <c:pt idx="2654">
                  <c:v>6.93911750662</c:v>
                </c:pt>
                <c:pt idx="2655">
                  <c:v>6.93907535729</c:v>
                </c:pt>
                <c:pt idx="2656">
                  <c:v>6.93832062242</c:v>
                </c:pt>
                <c:pt idx="2657">
                  <c:v>6.93827892625</c:v>
                </c:pt>
                <c:pt idx="2658">
                  <c:v>6.93753370525</c:v>
                </c:pt>
                <c:pt idx="2659">
                  <c:v>6.93749269997</c:v>
                </c:pt>
                <c:pt idx="2660">
                  <c:v>6.9367613554</c:v>
                </c:pt>
                <c:pt idx="2661">
                  <c:v>6.93672112216</c:v>
                </c:pt>
                <c:pt idx="2662">
                  <c:v>6.93600713293</c:v>
                </c:pt>
                <c:pt idx="2663">
                  <c:v>6.93596794867</c:v>
                </c:pt>
                <c:pt idx="2664">
                  <c:v>6.9352733583</c:v>
                </c:pt>
                <c:pt idx="2665">
                  <c:v>6.93523536918</c:v>
                </c:pt>
                <c:pt idx="2666">
                  <c:v>6.93456326591</c:v>
                </c:pt>
                <c:pt idx="2667">
                  <c:v>6.93452667922</c:v>
                </c:pt>
                <c:pt idx="2668">
                  <c:v>6.93388115156</c:v>
                </c:pt>
                <c:pt idx="2669">
                  <c:v>6.93384607129</c:v>
                </c:pt>
                <c:pt idx="2670">
                  <c:v>6.93323044654</c:v>
                </c:pt>
                <c:pt idx="2671">
                  <c:v>6.93319706465</c:v>
                </c:pt>
                <c:pt idx="2672">
                  <c:v>6.93261331235</c:v>
                </c:pt>
                <c:pt idx="2673">
                  <c:v>6.93258185813</c:v>
                </c:pt>
                <c:pt idx="2674">
                  <c:v>6.93203162235</c:v>
                </c:pt>
                <c:pt idx="2675">
                  <c:v>6.93200204826</c:v>
                </c:pt>
                <c:pt idx="2676">
                  <c:v>6.93148836789</c:v>
                </c:pt>
                <c:pt idx="2677">
                  <c:v>6.93146090016</c:v>
                </c:pt>
                <c:pt idx="2678">
                  <c:v>6.9309875864</c:v>
                </c:pt>
                <c:pt idx="2679">
                  <c:v>6.93096237822</c:v>
                </c:pt>
                <c:pt idx="2680">
                  <c:v>6.93052955627</c:v>
                </c:pt>
                <c:pt idx="2681">
                  <c:v>6.93050672691</c:v>
                </c:pt>
                <c:pt idx="2682">
                  <c:v>6.9301165269</c:v>
                </c:pt>
                <c:pt idx="2683">
                  <c:v>6.93009608354</c:v>
                </c:pt>
                <c:pt idx="2684">
                  <c:v>6.9297505635</c:v>
                </c:pt>
                <c:pt idx="2685">
                  <c:v>6.92973260063</c:v>
                </c:pt>
                <c:pt idx="2686">
                  <c:v>6.92943433275</c:v>
                </c:pt>
                <c:pt idx="2687">
                  <c:v>6.92941908086</c:v>
                </c:pt>
                <c:pt idx="2688">
                  <c:v>6.92916849631</c:v>
                </c:pt>
                <c:pt idx="2689">
                  <c:v>6.9291559413</c:v>
                </c:pt>
                <c:pt idx="2690">
                  <c:v>6.92895278689</c:v>
                </c:pt>
                <c:pt idx="2691">
                  <c:v>6.9289428718</c:v>
                </c:pt>
                <c:pt idx="2692">
                  <c:v>6.92881926478</c:v>
                </c:pt>
                <c:pt idx="2693">
                  <c:v>6.92878928532</c:v>
                </c:pt>
                <c:pt idx="2694">
                  <c:v>6.92878209907</c:v>
                </c:pt>
                <c:pt idx="2695">
                  <c:v>6.92867866725</c:v>
                </c:pt>
                <c:pt idx="2696">
                  <c:v>6.92867432882</c:v>
                </c:pt>
                <c:pt idx="2697">
                  <c:v>6.92862181231</c:v>
                </c:pt>
                <c:pt idx="2698">
                  <c:v>6.92862034213</c:v>
                </c:pt>
                <c:pt idx="2699">
                  <c:v>6.9286142342</c:v>
                </c:pt>
                <c:pt idx="2700">
                  <c:v>6.92861303837</c:v>
                </c:pt>
                <c:pt idx="2701">
                  <c:v>6.92861745299</c:v>
                </c:pt>
                <c:pt idx="2702">
                  <c:v>6.92861865288</c:v>
                </c:pt>
                <c:pt idx="2703">
                  <c:v>6.92866530959</c:v>
                </c:pt>
                <c:pt idx="2704">
                  <c:v>6.92866925027</c:v>
                </c:pt>
                <c:pt idx="2705">
                  <c:v>6.92876693302</c:v>
                </c:pt>
                <c:pt idx="2706">
                  <c:v>6.92877376705</c:v>
                </c:pt>
                <c:pt idx="2707">
                  <c:v>6.92892068105</c:v>
                </c:pt>
                <c:pt idx="2708">
                  <c:v>6.92893024274</c:v>
                </c:pt>
                <c:pt idx="2709">
                  <c:v>6.92912530023</c:v>
                </c:pt>
                <c:pt idx="2710">
                  <c:v>6.92913743765</c:v>
                </c:pt>
                <c:pt idx="2711">
                  <c:v>6.92937959531</c:v>
                </c:pt>
                <c:pt idx="2712">
                  <c:v>6.92939428826</c:v>
                </c:pt>
                <c:pt idx="2713">
                  <c:v>6.92968270406</c:v>
                </c:pt>
                <c:pt idx="2714">
                  <c:v>6.92970005538</c:v>
                </c:pt>
                <c:pt idx="2715">
                  <c:v>6.93003455435</c:v>
                </c:pt>
                <c:pt idx="2716">
                  <c:v>6.93005441281</c:v>
                </c:pt>
                <c:pt idx="2717">
                  <c:v>6.93043152678</c:v>
                </c:pt>
                <c:pt idx="2718">
                  <c:v>6.93045355121</c:v>
                </c:pt>
                <c:pt idx="2719">
                  <c:v>6.93087117265</c:v>
                </c:pt>
                <c:pt idx="2720">
                  <c:v>6.93089548033</c:v>
                </c:pt>
                <c:pt idx="2721">
                  <c:v>6.93135333459</c:v>
                </c:pt>
                <c:pt idx="2722">
                  <c:v>6.93137984076</c:v>
                </c:pt>
                <c:pt idx="2723">
                  <c:v>6.93187535505</c:v>
                </c:pt>
                <c:pt idx="2724">
                  <c:v>6.93190394857</c:v>
                </c:pt>
                <c:pt idx="2725">
                  <c:v>6.9324346405</c:v>
                </c:pt>
                <c:pt idx="2726">
                  <c:v>6.9324649872</c:v>
                </c:pt>
                <c:pt idx="2727">
                  <c:v>6.93302726564</c:v>
                </c:pt>
                <c:pt idx="2728">
                  <c:v>6.93305930545</c:v>
                </c:pt>
                <c:pt idx="2729">
                  <c:v>6.93365151279</c:v>
                </c:pt>
                <c:pt idx="2730">
                  <c:v>6.93368529988</c:v>
                </c:pt>
                <c:pt idx="2731">
                  <c:v>6.9343059314</c:v>
                </c:pt>
                <c:pt idx="2732">
                  <c:v>6.93434111731</c:v>
                </c:pt>
                <c:pt idx="2733">
                  <c:v>6.93498548213</c:v>
                </c:pt>
                <c:pt idx="2734">
                  <c:v>6.93502182581</c:v>
                </c:pt>
                <c:pt idx="2735">
                  <c:v>6.93568713462</c:v>
                </c:pt>
                <c:pt idx="2736">
                  <c:v>6.93572459892</c:v>
                </c:pt>
                <c:pt idx="2737">
                  <c:v>6.93640746171</c:v>
                </c:pt>
                <c:pt idx="2738">
                  <c:v>6.93644590047</c:v>
                </c:pt>
                <c:pt idx="2739">
                  <c:v>6.93714432993</c:v>
                </c:pt>
                <c:pt idx="2740">
                  <c:v>6.93718352341</c:v>
                </c:pt>
                <c:pt idx="2741">
                  <c:v>6.93789413137</c:v>
                </c:pt>
                <c:pt idx="2742">
                  <c:v>6.93793380134</c:v>
                </c:pt>
                <c:pt idx="2743">
                  <c:v>6.93865165222</c:v>
                </c:pt>
                <c:pt idx="2744">
                  <c:v>6.93869165911</c:v>
                </c:pt>
                <c:pt idx="2745">
                  <c:v>6.93941443824</c:v>
                </c:pt>
                <c:pt idx="2746">
                  <c:v>6.93945478298</c:v>
                </c:pt>
                <c:pt idx="2747">
                  <c:v>6.94018042843</c:v>
                </c:pt>
                <c:pt idx="2748">
                  <c:v>6.94022071978</c:v>
                </c:pt>
                <c:pt idx="2749">
                  <c:v>6.94094470792</c:v>
                </c:pt>
                <c:pt idx="2750">
                  <c:v>6.94098477246</c:v>
                </c:pt>
                <c:pt idx="2751">
                  <c:v>6.94170410848</c:v>
                </c:pt>
                <c:pt idx="2752">
                  <c:v>6.94174387818</c:v>
                </c:pt>
                <c:pt idx="2753">
                  <c:v>6.94245429508</c:v>
                </c:pt>
                <c:pt idx="2754">
                  <c:v>6.94249352046</c:v>
                </c:pt>
                <c:pt idx="2755">
                  <c:v>6.94319322251</c:v>
                </c:pt>
                <c:pt idx="2756">
                  <c:v>6.94323175195</c:v>
                </c:pt>
                <c:pt idx="2757">
                  <c:v>6.94391802783</c:v>
                </c:pt>
                <c:pt idx="2758">
                  <c:v>6.94395561502</c:v>
                </c:pt>
                <c:pt idx="2759">
                  <c:v>6.94462304022</c:v>
                </c:pt>
                <c:pt idx="2760">
                  <c:v>6.94465957994</c:v>
                </c:pt>
                <c:pt idx="2761">
                  <c:v>6.94530618032</c:v>
                </c:pt>
                <c:pt idx="2762">
                  <c:v>6.94534153493</c:v>
                </c:pt>
                <c:pt idx="2763">
                  <c:v>6.94596504001</c:v>
                </c:pt>
                <c:pt idx="2764">
                  <c:v>6.94599895782</c:v>
                </c:pt>
                <c:pt idx="2765">
                  <c:v>6.94659724049</c:v>
                </c:pt>
                <c:pt idx="2766">
                  <c:v>6.94662965598</c:v>
                </c:pt>
                <c:pt idx="2767">
                  <c:v>6.94719864716</c:v>
                </c:pt>
                <c:pt idx="2768">
                  <c:v>6.9472294059</c:v>
                </c:pt>
                <c:pt idx="2769">
                  <c:v>6.94776581277</c:v>
                </c:pt>
                <c:pt idx="2770">
                  <c:v>6.94779477432</c:v>
                </c:pt>
                <c:pt idx="2771">
                  <c:v>6.94829833868</c:v>
                </c:pt>
                <c:pt idx="2772">
                  <c:v>6.94832531492</c:v>
                </c:pt>
                <c:pt idx="2773">
                  <c:v>6.94879283795</c:v>
                </c:pt>
                <c:pt idx="2774">
                  <c:v>6.94881773239</c:v>
                </c:pt>
                <c:pt idx="2775">
                  <c:v>6.94924671413</c:v>
                </c:pt>
                <c:pt idx="2776">
                  <c:v>6.94926949128</c:v>
                </c:pt>
                <c:pt idx="2777">
                  <c:v>6.94965738033</c:v>
                </c:pt>
                <c:pt idx="2778">
                  <c:v>6.94967777351</c:v>
                </c:pt>
                <c:pt idx="2779">
                  <c:v>6.95002313529</c:v>
                </c:pt>
                <c:pt idx="2780">
                  <c:v>6.95004112318</c:v>
                </c:pt>
                <c:pt idx="2781">
                  <c:v>6.95034421557</c:v>
                </c:pt>
                <c:pt idx="2782">
                  <c:v>6.95035977332</c:v>
                </c:pt>
                <c:pt idx="2783">
                  <c:v>6.95061746026</c:v>
                </c:pt>
                <c:pt idx="2784">
                  <c:v>6.95063054378</c:v>
                </c:pt>
                <c:pt idx="2785">
                  <c:v>6.95084178842</c:v>
                </c:pt>
                <c:pt idx="2786">
                  <c:v>6.95085224519</c:v>
                </c:pt>
                <c:pt idx="2787">
                  <c:v>6.95101637808</c:v>
                </c:pt>
                <c:pt idx="2788">
                  <c:v>6.95102414179</c:v>
                </c:pt>
                <c:pt idx="2789">
                  <c:v>6.9511304956</c:v>
                </c:pt>
                <c:pt idx="2790">
                  <c:v>6.95114133331</c:v>
                </c:pt>
                <c:pt idx="2791">
                  <c:v>6.95114653252</c:v>
                </c:pt>
                <c:pt idx="2792">
                  <c:v>6.95121643984</c:v>
                </c:pt>
                <c:pt idx="2793">
                  <c:v>6.95121901747</c:v>
                </c:pt>
                <c:pt idx="2794">
                  <c:v>6.95123904957</c:v>
                </c:pt>
                <c:pt idx="2795">
                  <c:v>6.95123969461</c:v>
                </c:pt>
                <c:pt idx="2796">
                  <c:v>6.95123963639</c:v>
                </c:pt>
                <c:pt idx="2797">
                  <c:v>6.95123943654</c:v>
                </c:pt>
                <c:pt idx="2798">
                  <c:v>6.95121209676</c:v>
                </c:pt>
                <c:pt idx="2799">
                  <c:v>6.95120919853</c:v>
                </c:pt>
                <c:pt idx="2800">
                  <c:v>6.95113469552</c:v>
                </c:pt>
                <c:pt idx="2801">
                  <c:v>6.95112926951</c:v>
                </c:pt>
                <c:pt idx="2802">
                  <c:v>6.95100779592</c:v>
                </c:pt>
                <c:pt idx="2803">
                  <c:v>6.95099978182</c:v>
                </c:pt>
                <c:pt idx="2804">
                  <c:v>6.95083056077</c:v>
                </c:pt>
                <c:pt idx="2805">
                  <c:v>6.95081984745</c:v>
                </c:pt>
                <c:pt idx="2806">
                  <c:v>6.95060415667</c:v>
                </c:pt>
                <c:pt idx="2807">
                  <c:v>6.9505908642</c:v>
                </c:pt>
                <c:pt idx="2808">
                  <c:v>6.95033089699</c:v>
                </c:pt>
                <c:pt idx="2809">
                  <c:v>6.9503152661</c:v>
                </c:pt>
                <c:pt idx="2810">
                  <c:v>6.95001190031</c:v>
                </c:pt>
                <c:pt idx="2811">
                  <c:v>6.94999388624</c:v>
                </c:pt>
                <c:pt idx="2812">
                  <c:v>6.94964773112</c:v>
                </c:pt>
                <c:pt idx="2813">
                  <c:v>6.94962729838</c:v>
                </c:pt>
                <c:pt idx="2814">
                  <c:v>6.94924026973</c:v>
                </c:pt>
                <c:pt idx="2815">
                  <c:v>6.94921761468</c:v>
                </c:pt>
                <c:pt idx="2816">
                  <c:v>6.94879188252</c:v>
                </c:pt>
                <c:pt idx="2817">
                  <c:v>6.94876725004</c:v>
                </c:pt>
                <c:pt idx="2818">
                  <c:v>6.948305722</c:v>
                </c:pt>
                <c:pt idx="2819">
                  <c:v>6.94827914466</c:v>
                </c:pt>
                <c:pt idx="2820">
                  <c:v>6.94778241596</c:v>
                </c:pt>
                <c:pt idx="2821">
                  <c:v>6.94775383425</c:v>
                </c:pt>
                <c:pt idx="2822">
                  <c:v>6.94722404249</c:v>
                </c:pt>
                <c:pt idx="2823">
                  <c:v>6.94719371613</c:v>
                </c:pt>
                <c:pt idx="2824">
                  <c:v>6.94663486821</c:v>
                </c:pt>
                <c:pt idx="2825">
                  <c:v>6.94660309501</c:v>
                </c:pt>
                <c:pt idx="2826">
                  <c:v>6.94601726319</c:v>
                </c:pt>
                <c:pt idx="2827">
                  <c:v>6.94598405732</c:v>
                </c:pt>
                <c:pt idx="2828">
                  <c:v>6.9453742022</c:v>
                </c:pt>
                <c:pt idx="2829">
                  <c:v>6.94533963409</c:v>
                </c:pt>
                <c:pt idx="2830">
                  <c:v>6.94470723734</c:v>
                </c:pt>
                <c:pt idx="2831">
                  <c:v>6.94467150642</c:v>
                </c:pt>
                <c:pt idx="2832">
                  <c:v>6.94402001405</c:v>
                </c:pt>
                <c:pt idx="2833">
                  <c:v>6.94398344536</c:v>
                </c:pt>
                <c:pt idx="2834">
                  <c:v>6.94331754583</c:v>
                </c:pt>
                <c:pt idx="2835">
                  <c:v>6.94328019617</c:v>
                </c:pt>
                <c:pt idx="2836">
                  <c:v>6.942601473</c:v>
                </c:pt>
                <c:pt idx="2837">
                  <c:v>6.942563414</c:v>
                </c:pt>
                <c:pt idx="2838">
                  <c:v>6.94187503358</c:v>
                </c:pt>
                <c:pt idx="2839">
                  <c:v>6.94183653458</c:v>
                </c:pt>
                <c:pt idx="2840">
                  <c:v>6.94114168808</c:v>
                </c:pt>
                <c:pt idx="2841">
                  <c:v>6.94110307862</c:v>
                </c:pt>
                <c:pt idx="2842">
                  <c:v>6.94040645733</c:v>
                </c:pt>
                <c:pt idx="2843">
                  <c:v>6.94036776112</c:v>
                </c:pt>
                <c:pt idx="2844">
                  <c:v>6.93967146006</c:v>
                </c:pt>
                <c:pt idx="2845">
                  <c:v>6.93963275315</c:v>
                </c:pt>
                <c:pt idx="2846">
                  <c:v>6.9389393267</c:v>
                </c:pt>
                <c:pt idx="2847">
                  <c:v>6.93890095085</c:v>
                </c:pt>
                <c:pt idx="2848">
                  <c:v>6.9382140111</c:v>
                </c:pt>
                <c:pt idx="2849">
                  <c:v>6.93817612746</c:v>
                </c:pt>
                <c:pt idx="2850">
                  <c:v>6.93749898428</c:v>
                </c:pt>
                <c:pt idx="2851">
                  <c:v>6.93746173266</c:v>
                </c:pt>
                <c:pt idx="2852">
                  <c:v>6.93679826424</c:v>
                </c:pt>
                <c:pt idx="2853">
                  <c:v>6.93676172106</c:v>
                </c:pt>
                <c:pt idx="2854">
                  <c:v>6.93611266157</c:v>
                </c:pt>
                <c:pt idx="2855">
                  <c:v>6.93607708374</c:v>
                </c:pt>
                <c:pt idx="2856">
                  <c:v>6.93544642819</c:v>
                </c:pt>
                <c:pt idx="2857">
                  <c:v>6.93541202474</c:v>
                </c:pt>
                <c:pt idx="2858">
                  <c:v>6.93480324649</c:v>
                </c:pt>
                <c:pt idx="2859">
                  <c:v>6.93477006385</c:v>
                </c:pt>
                <c:pt idx="2860">
                  <c:v>6.93418591219</c:v>
                </c:pt>
                <c:pt idx="2861">
                  <c:v>6.93415416078</c:v>
                </c:pt>
                <c:pt idx="2862">
                  <c:v>6.93359663743</c:v>
                </c:pt>
                <c:pt idx="2863">
                  <c:v>6.9335664206</c:v>
                </c:pt>
                <c:pt idx="2864">
                  <c:v>6.93303725373</c:v>
                </c:pt>
                <c:pt idx="2865">
                  <c:v>6.93300879156</c:v>
                </c:pt>
                <c:pt idx="2866">
                  <c:v>6.93251225039</c:v>
                </c:pt>
                <c:pt idx="2867">
                  <c:v>6.9324855624</c:v>
                </c:pt>
                <c:pt idx="2868">
                  <c:v>6.93202341673</c:v>
                </c:pt>
                <c:pt idx="2869">
                  <c:v>6.93199868471</c:v>
                </c:pt>
                <c:pt idx="2870">
                  <c:v>6.93157279816</c:v>
                </c:pt>
                <c:pt idx="2871">
                  <c:v>6.9315502207</c:v>
                </c:pt>
                <c:pt idx="2872">
                  <c:v>6.93116168815</c:v>
                </c:pt>
                <c:pt idx="2873">
                  <c:v>6.93114121984</c:v>
                </c:pt>
                <c:pt idx="2874">
                  <c:v>6.93079255601</c:v>
                </c:pt>
                <c:pt idx="2875">
                  <c:v>6.93077431563</c:v>
                </c:pt>
                <c:pt idx="2876">
                  <c:v>6.93046841179</c:v>
                </c:pt>
                <c:pt idx="2877">
                  <c:v>6.93045255672</c:v>
                </c:pt>
                <c:pt idx="2878">
                  <c:v>6.93018855343</c:v>
                </c:pt>
                <c:pt idx="2879">
                  <c:v>6.93017511536</c:v>
                </c:pt>
                <c:pt idx="2880">
                  <c:v>6.92995445834</c:v>
                </c:pt>
                <c:pt idx="2881">
                  <c:v>6.929943461</c:v>
                </c:pt>
                <c:pt idx="2882">
                  <c:v>6.92976762132</c:v>
                </c:pt>
                <c:pt idx="2883">
                  <c:v>6.92975907191</c:v>
                </c:pt>
                <c:pt idx="2884">
                  <c:v>6.92962948982</c:v>
                </c:pt>
                <c:pt idx="2885">
                  <c:v>6.92962355495</c:v>
                </c:pt>
                <c:pt idx="2886">
                  <c:v>6.92954341261</c:v>
                </c:pt>
                <c:pt idx="2887">
                  <c:v>6.92953984963</c:v>
                </c:pt>
                <c:pt idx="2888">
                  <c:v>6.92953652511</c:v>
                </c:pt>
                <c:pt idx="2889">
                  <c:v>6.92949822297</c:v>
                </c:pt>
                <c:pt idx="2890">
                  <c:v>6.92949739378</c:v>
                </c:pt>
                <c:pt idx="2891">
                  <c:v>6.92949567228</c:v>
                </c:pt>
                <c:pt idx="2892">
                  <c:v>6.92949522647</c:v>
                </c:pt>
                <c:pt idx="2893">
                  <c:v>6.92950579074</c:v>
                </c:pt>
                <c:pt idx="2894">
                  <c:v>6.92950751255</c:v>
                </c:pt>
                <c:pt idx="2895">
                  <c:v>6.92956248884</c:v>
                </c:pt>
                <c:pt idx="2896">
                  <c:v>6.92956681885</c:v>
                </c:pt>
                <c:pt idx="2897">
                  <c:v>6.92966832668</c:v>
                </c:pt>
                <c:pt idx="2898">
                  <c:v>6.92967526186</c:v>
                </c:pt>
                <c:pt idx="2899">
                  <c:v>6.92982072162</c:v>
                </c:pt>
                <c:pt idx="2900">
                  <c:v>6.92983004091</c:v>
                </c:pt>
                <c:pt idx="2901">
                  <c:v>6.93001981506</c:v>
                </c:pt>
                <c:pt idx="2902">
                  <c:v>6.93003155798</c:v>
                </c:pt>
                <c:pt idx="2903">
                  <c:v>6.93026560119</c:v>
                </c:pt>
                <c:pt idx="2904">
                  <c:v>6.93027980239</c:v>
                </c:pt>
                <c:pt idx="2905">
                  <c:v>6.93055632873</c:v>
                </c:pt>
                <c:pt idx="2906">
                  <c:v>6.93057288292</c:v>
                </c:pt>
                <c:pt idx="2907">
                  <c:v>6.9308904431</c:v>
                </c:pt>
                <c:pt idx="2908">
                  <c:v>6.93090915501</c:v>
                </c:pt>
                <c:pt idx="2909">
                  <c:v>6.93126538659</c:v>
                </c:pt>
                <c:pt idx="2910">
                  <c:v>6.93128618127</c:v>
                </c:pt>
                <c:pt idx="2911">
                  <c:v>6.93168109131</c:v>
                </c:pt>
                <c:pt idx="2912">
                  <c:v>6.93170412515</c:v>
                </c:pt>
                <c:pt idx="2913">
                  <c:v>6.93213540377</c:v>
                </c:pt>
                <c:pt idx="2914">
                  <c:v>6.93216037886</c:v>
                </c:pt>
                <c:pt idx="2915">
                  <c:v>6.93262532792</c:v>
                </c:pt>
                <c:pt idx="2916">
                  <c:v>6.93265204096</c:v>
                </c:pt>
                <c:pt idx="2917">
                  <c:v>6.93314861077</c:v>
                </c:pt>
                <c:pt idx="2918">
                  <c:v>6.93317697416</c:v>
                </c:pt>
                <c:pt idx="2919">
                  <c:v>6.93370308079</c:v>
                </c:pt>
                <c:pt idx="2920">
                  <c:v>6.93373314162</c:v>
                </c:pt>
                <c:pt idx="2921">
                  <c:v>6.9342874106</c:v>
                </c:pt>
                <c:pt idx="2922">
                  <c:v>6.93431894149</c:v>
                </c:pt>
                <c:pt idx="2923">
                  <c:v>6.93489704649</c:v>
                </c:pt>
                <c:pt idx="2924">
                  <c:v>6.93492974557</c:v>
                </c:pt>
                <c:pt idx="2925">
                  <c:v>6.93552936677</c:v>
                </c:pt>
                <c:pt idx="2926">
                  <c:v>6.93556320188</c:v>
                </c:pt>
                <c:pt idx="2927">
                  <c:v>6.93618239991</c:v>
                </c:pt>
                <c:pt idx="2928">
                  <c:v>6.93621733765</c:v>
                </c:pt>
                <c:pt idx="2929">
                  <c:v>6.93685331718</c:v>
                </c:pt>
                <c:pt idx="2930">
                  <c:v>6.93688910563</c:v>
                </c:pt>
                <c:pt idx="2931">
                  <c:v>6.93753879249</c:v>
                </c:pt>
                <c:pt idx="2932">
                  <c:v>6.93757513895</c:v>
                </c:pt>
                <c:pt idx="2933">
                  <c:v>6.93823408952</c:v>
                </c:pt>
                <c:pt idx="2934">
                  <c:v>6.93827086874</c:v>
                </c:pt>
                <c:pt idx="2935">
                  <c:v>6.93893702913</c:v>
                </c:pt>
                <c:pt idx="2936">
                  <c:v>6.93897425919</c:v>
                </c:pt>
                <c:pt idx="2937">
                  <c:v>6.93964555598</c:v>
                </c:pt>
                <c:pt idx="2938">
                  <c:v>6.93968293162</c:v>
                </c:pt>
                <c:pt idx="2939">
                  <c:v>6.9403549899</c:v>
                </c:pt>
                <c:pt idx="2940">
                  <c:v>6.94039222229</c:v>
                </c:pt>
                <c:pt idx="2941">
                  <c:v>6.94106159532</c:v>
                </c:pt>
                <c:pt idx="2942">
                  <c:v>6.94109866075</c:v>
                </c:pt>
                <c:pt idx="2943">
                  <c:v>6.94176308144</c:v>
                </c:pt>
                <c:pt idx="2944">
                  <c:v>6.94179988188</c:v>
                </c:pt>
                <c:pt idx="2945">
                  <c:v>6.94245689567</c:v>
                </c:pt>
                <c:pt idx="2946">
                  <c:v>6.94249314159</c:v>
                </c:pt>
                <c:pt idx="2947">
                  <c:v>6.94314005769</c:v>
                </c:pt>
                <c:pt idx="2948">
                  <c:v>6.94317557341</c:v>
                </c:pt>
                <c:pt idx="2949">
                  <c:v>6.94380789203</c:v>
                </c:pt>
                <c:pt idx="2950">
                  <c:v>6.9438425557</c:v>
                </c:pt>
                <c:pt idx="2951">
                  <c:v>6.94445796711</c:v>
                </c:pt>
                <c:pt idx="2952">
                  <c:v>6.94449172986</c:v>
                </c:pt>
                <c:pt idx="2953">
                  <c:v>6.94508887994</c:v>
                </c:pt>
                <c:pt idx="2954">
                  <c:v>6.94512148256</c:v>
                </c:pt>
                <c:pt idx="2955">
                  <c:v>6.94569677587</c:v>
                </c:pt>
                <c:pt idx="2956">
                  <c:v>6.94572801752</c:v>
                </c:pt>
                <c:pt idx="2957">
                  <c:v>6.94627865163</c:v>
                </c:pt>
                <c:pt idx="2958">
                  <c:v>6.94630852637</c:v>
                </c:pt>
                <c:pt idx="2959">
                  <c:v>6.94683175121</c:v>
                </c:pt>
                <c:pt idx="2960">
                  <c:v>6.94686004897</c:v>
                </c:pt>
                <c:pt idx="2961">
                  <c:v>6.94735410703</c:v>
                </c:pt>
                <c:pt idx="2962">
                  <c:v>6.9473807231</c:v>
                </c:pt>
                <c:pt idx="2963">
                  <c:v>6.94784427615</c:v>
                </c:pt>
                <c:pt idx="2964">
                  <c:v>6.94786903522</c:v>
                </c:pt>
                <c:pt idx="2965">
                  <c:v>6.94829753676</c:v>
                </c:pt>
                <c:pt idx="2966">
                  <c:v>6.94832035688</c:v>
                </c:pt>
                <c:pt idx="2967">
                  <c:v>6.94871307324</c:v>
                </c:pt>
                <c:pt idx="2968">
                  <c:v>6.94873393722</c:v>
                </c:pt>
                <c:pt idx="2969">
                  <c:v>6.94908962538</c:v>
                </c:pt>
                <c:pt idx="2970">
                  <c:v>6.94910827186</c:v>
                </c:pt>
                <c:pt idx="2971">
                  <c:v>6.94942539431</c:v>
                </c:pt>
                <c:pt idx="2972">
                  <c:v>6.94944188534</c:v>
                </c:pt>
                <c:pt idx="2973">
                  <c:v>6.94971902755</c:v>
                </c:pt>
                <c:pt idx="2974">
                  <c:v>6.94973330643</c:v>
                </c:pt>
                <c:pt idx="2975">
                  <c:v>6.94996777345</c:v>
                </c:pt>
                <c:pt idx="2976">
                  <c:v>6.94997966304</c:v>
                </c:pt>
                <c:pt idx="2977">
                  <c:v>6.95017246492</c:v>
                </c:pt>
                <c:pt idx="2978">
                  <c:v>6.95018196538</c:v>
                </c:pt>
                <c:pt idx="2979">
                  <c:v>6.95033212426</c:v>
                </c:pt>
                <c:pt idx="2980">
                  <c:v>6.95033921528</c:v>
                </c:pt>
                <c:pt idx="2981">
                  <c:v>6.95039153733</c:v>
                </c:pt>
                <c:pt idx="2982">
                  <c:v>6.95044536671</c:v>
                </c:pt>
                <c:pt idx="2983">
                  <c:v>6.9504500816</c:v>
                </c:pt>
                <c:pt idx="2984">
                  <c:v>6.95051154497</c:v>
                </c:pt>
                <c:pt idx="2985">
                  <c:v>6.95051372364</c:v>
                </c:pt>
                <c:pt idx="2986">
                  <c:v>6.95052880854</c:v>
                </c:pt>
                <c:pt idx="2987">
                  <c:v>6.95053064271</c:v>
                </c:pt>
                <c:pt idx="2988">
                  <c:v>6.95053046662</c:v>
                </c:pt>
                <c:pt idx="2989">
                  <c:v>6.95053013661</c:v>
                </c:pt>
                <c:pt idx="2990">
                  <c:v>6.95050403889</c:v>
                </c:pt>
                <c:pt idx="2991">
                  <c:v>6.95050139871</c:v>
                </c:pt>
                <c:pt idx="2992">
                  <c:v>6.95043126847</c:v>
                </c:pt>
                <c:pt idx="2993">
                  <c:v>6.95042618236</c:v>
                </c:pt>
                <c:pt idx="2994">
                  <c:v>6.95031188582</c:v>
                </c:pt>
                <c:pt idx="2995">
                  <c:v>6.95030435071</c:v>
                </c:pt>
                <c:pt idx="2996">
                  <c:v>6.95016594639</c:v>
                </c:pt>
                <c:pt idx="2997">
                  <c:v>6.95015615033</c:v>
                </c:pt>
                <c:pt idx="2998">
                  <c:v>6.95014634119</c:v>
                </c:pt>
              </c:numCache>
            </c:numRef>
          </c:yVal>
        </c:ser>
        <c:ser>
          <c:idx val="1"/>
          <c:order val="1"/>
          <c:tx>
            <c:v>Negativer Sprung</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Data'!$C$2:$C$3000</c:f>
              <c:numCache>
                <c:formatCode>General</c:formatCode>
                <c:ptCount val="2999"/>
                <c:pt idx="0">
                  <c:v>0.0200000000001</c:v>
                </c:pt>
                <c:pt idx="1">
                  <c:v>0.0247500000001</c:v>
                </c:pt>
                <c:pt idx="2">
                  <c:v>0.0250000000001</c:v>
                </c:pt>
                <c:pt idx="3">
                  <c:v>0.0297500000001</c:v>
                </c:pt>
                <c:pt idx="4">
                  <c:v>0.0300000000001</c:v>
                </c:pt>
                <c:pt idx="5">
                  <c:v>0.0347500000002</c:v>
                </c:pt>
                <c:pt idx="6">
                  <c:v>0.0350000000002</c:v>
                </c:pt>
                <c:pt idx="7">
                  <c:v>0.0397500000002</c:v>
                </c:pt>
                <c:pt idx="8">
                  <c:v>0.0400000000002</c:v>
                </c:pt>
                <c:pt idx="9">
                  <c:v>0.0447500000002</c:v>
                </c:pt>
                <c:pt idx="10">
                  <c:v>0.0450000000002</c:v>
                </c:pt>
                <c:pt idx="11">
                  <c:v>0.0497500000002</c:v>
                </c:pt>
                <c:pt idx="12">
                  <c:v>0.0500000000002</c:v>
                </c:pt>
                <c:pt idx="13">
                  <c:v>0.0547500000003</c:v>
                </c:pt>
                <c:pt idx="14">
                  <c:v>0.0550000000003</c:v>
                </c:pt>
                <c:pt idx="15">
                  <c:v>0.0597500000003</c:v>
                </c:pt>
                <c:pt idx="16">
                  <c:v>0.0600000000003</c:v>
                </c:pt>
                <c:pt idx="17">
                  <c:v>0.0647500000003</c:v>
                </c:pt>
                <c:pt idx="18">
                  <c:v>0.0650000000003</c:v>
                </c:pt>
                <c:pt idx="19">
                  <c:v>0.0697500000003</c:v>
                </c:pt>
                <c:pt idx="20">
                  <c:v>0.0700000000003</c:v>
                </c:pt>
                <c:pt idx="21">
                  <c:v>0.0747500000004</c:v>
                </c:pt>
                <c:pt idx="22">
                  <c:v>0.0750000000004</c:v>
                </c:pt>
                <c:pt idx="23">
                  <c:v>0.0797500000004</c:v>
                </c:pt>
                <c:pt idx="24">
                  <c:v>0.0800000000004</c:v>
                </c:pt>
                <c:pt idx="25">
                  <c:v>0.0847500000004</c:v>
                </c:pt>
                <c:pt idx="26">
                  <c:v>0.0850000000004</c:v>
                </c:pt>
                <c:pt idx="27">
                  <c:v>0.0897500000004</c:v>
                </c:pt>
                <c:pt idx="28">
                  <c:v>0.0900000000004</c:v>
                </c:pt>
                <c:pt idx="29">
                  <c:v>0.0947500000005</c:v>
                </c:pt>
                <c:pt idx="30">
                  <c:v>0.0950000000005</c:v>
                </c:pt>
                <c:pt idx="31">
                  <c:v>0.0997500000005</c:v>
                </c:pt>
                <c:pt idx="32">
                  <c:v>0.1</c:v>
                </c:pt>
                <c:pt idx="33">
                  <c:v>0.104750000001</c:v>
                </c:pt>
                <c:pt idx="34">
                  <c:v>0.105000000001</c:v>
                </c:pt>
                <c:pt idx="35">
                  <c:v>0.109750000001</c:v>
                </c:pt>
                <c:pt idx="36">
                  <c:v>0.110000000001</c:v>
                </c:pt>
                <c:pt idx="37">
                  <c:v>0.114750000001</c:v>
                </c:pt>
                <c:pt idx="38">
                  <c:v>0.115000000001</c:v>
                </c:pt>
                <c:pt idx="39">
                  <c:v>0.119750000001</c:v>
                </c:pt>
                <c:pt idx="40">
                  <c:v>0.120000000001</c:v>
                </c:pt>
                <c:pt idx="41">
                  <c:v>0.124750000001</c:v>
                </c:pt>
                <c:pt idx="42">
                  <c:v>0.125000000001</c:v>
                </c:pt>
                <c:pt idx="43">
                  <c:v>0.129750000001</c:v>
                </c:pt>
                <c:pt idx="44">
                  <c:v>0.130000000001</c:v>
                </c:pt>
                <c:pt idx="45">
                  <c:v>0.134750000001</c:v>
                </c:pt>
                <c:pt idx="46">
                  <c:v>0.135000000001</c:v>
                </c:pt>
                <c:pt idx="47">
                  <c:v>0.139750000001</c:v>
                </c:pt>
                <c:pt idx="48">
                  <c:v>0.140000000001</c:v>
                </c:pt>
                <c:pt idx="49">
                  <c:v>0.144750000001</c:v>
                </c:pt>
                <c:pt idx="50">
                  <c:v>0.145000000001</c:v>
                </c:pt>
                <c:pt idx="51">
                  <c:v>0.149750000001</c:v>
                </c:pt>
                <c:pt idx="52">
                  <c:v>0.150000000001</c:v>
                </c:pt>
                <c:pt idx="53">
                  <c:v>0.154750000001</c:v>
                </c:pt>
                <c:pt idx="54">
                  <c:v>0.155000000001</c:v>
                </c:pt>
                <c:pt idx="55">
                  <c:v>0.159750000001</c:v>
                </c:pt>
                <c:pt idx="56">
                  <c:v>0.160000000001</c:v>
                </c:pt>
                <c:pt idx="57">
                  <c:v>0.164750000001</c:v>
                </c:pt>
                <c:pt idx="58">
                  <c:v>0.165000000001</c:v>
                </c:pt>
                <c:pt idx="59">
                  <c:v>0.169500000001</c:v>
                </c:pt>
                <c:pt idx="60">
                  <c:v>0.169750000001</c:v>
                </c:pt>
                <c:pt idx="61">
                  <c:v>0.174250000001</c:v>
                </c:pt>
                <c:pt idx="62">
                  <c:v>0.174500000001</c:v>
                </c:pt>
                <c:pt idx="63">
                  <c:v>0.179000000001</c:v>
                </c:pt>
                <c:pt idx="64">
                  <c:v>0.179250000001</c:v>
                </c:pt>
                <c:pt idx="65">
                  <c:v>0.183750000001</c:v>
                </c:pt>
                <c:pt idx="66">
                  <c:v>0.184000000001</c:v>
                </c:pt>
                <c:pt idx="67">
                  <c:v>0.188500000001</c:v>
                </c:pt>
                <c:pt idx="68">
                  <c:v>0.188750000001</c:v>
                </c:pt>
                <c:pt idx="69">
                  <c:v>0.193250000001</c:v>
                </c:pt>
                <c:pt idx="70">
                  <c:v>0.193500000001</c:v>
                </c:pt>
                <c:pt idx="71">
                  <c:v>0.198000000001</c:v>
                </c:pt>
                <c:pt idx="72">
                  <c:v>0.198250000001</c:v>
                </c:pt>
                <c:pt idx="73">
                  <c:v>0.202750000001</c:v>
                </c:pt>
                <c:pt idx="74">
                  <c:v>0.203000000001</c:v>
                </c:pt>
                <c:pt idx="75">
                  <c:v>0.207500000001</c:v>
                </c:pt>
                <c:pt idx="76">
                  <c:v>0.207750000001</c:v>
                </c:pt>
                <c:pt idx="77">
                  <c:v>0.212250000001</c:v>
                </c:pt>
                <c:pt idx="78">
                  <c:v>0.212500000001</c:v>
                </c:pt>
                <c:pt idx="79">
                  <c:v>0.217000000001</c:v>
                </c:pt>
                <c:pt idx="80">
                  <c:v>0.217250000001</c:v>
                </c:pt>
                <c:pt idx="81">
                  <c:v>0.221750000001</c:v>
                </c:pt>
                <c:pt idx="82">
                  <c:v>0.222000000001</c:v>
                </c:pt>
                <c:pt idx="83">
                  <c:v>0.226500000001</c:v>
                </c:pt>
                <c:pt idx="84">
                  <c:v>0.226750000001</c:v>
                </c:pt>
                <c:pt idx="85">
                  <c:v>0.231250000001</c:v>
                </c:pt>
                <c:pt idx="86">
                  <c:v>0.231500000001</c:v>
                </c:pt>
                <c:pt idx="87">
                  <c:v>0.236000000001</c:v>
                </c:pt>
                <c:pt idx="88">
                  <c:v>0.236250000001</c:v>
                </c:pt>
                <c:pt idx="89">
                  <c:v>0.240750000001</c:v>
                </c:pt>
                <c:pt idx="90">
                  <c:v>0.241000000001</c:v>
                </c:pt>
                <c:pt idx="91">
                  <c:v>0.245500000001</c:v>
                </c:pt>
                <c:pt idx="92">
                  <c:v>0.245750000001</c:v>
                </c:pt>
                <c:pt idx="93">
                  <c:v>0.250250000001</c:v>
                </c:pt>
                <c:pt idx="94">
                  <c:v>0.250500000001</c:v>
                </c:pt>
                <c:pt idx="95">
                  <c:v>0.255000000001</c:v>
                </c:pt>
                <c:pt idx="96">
                  <c:v>0.255250000001</c:v>
                </c:pt>
                <c:pt idx="97">
                  <c:v>0.259750000001</c:v>
                </c:pt>
                <c:pt idx="98">
                  <c:v>0.260000000001</c:v>
                </c:pt>
                <c:pt idx="99">
                  <c:v>0.264500000001</c:v>
                </c:pt>
                <c:pt idx="100">
                  <c:v>0.264750000001</c:v>
                </c:pt>
                <c:pt idx="101">
                  <c:v>0.269250000001</c:v>
                </c:pt>
                <c:pt idx="102">
                  <c:v>0.269500000001</c:v>
                </c:pt>
                <c:pt idx="103">
                  <c:v>0.274000000001</c:v>
                </c:pt>
                <c:pt idx="104">
                  <c:v>0.274250000001</c:v>
                </c:pt>
                <c:pt idx="105">
                  <c:v>0.278750000001</c:v>
                </c:pt>
                <c:pt idx="106">
                  <c:v>0.279000000001</c:v>
                </c:pt>
                <c:pt idx="107">
                  <c:v>0.283500000001</c:v>
                </c:pt>
                <c:pt idx="108">
                  <c:v>0.283750000001</c:v>
                </c:pt>
                <c:pt idx="109">
                  <c:v>0.288250000001</c:v>
                </c:pt>
                <c:pt idx="110">
                  <c:v>0.288500000001</c:v>
                </c:pt>
                <c:pt idx="111">
                  <c:v>0.293000000001</c:v>
                </c:pt>
                <c:pt idx="112">
                  <c:v>0.293250000001</c:v>
                </c:pt>
                <c:pt idx="113">
                  <c:v>0.297750000001</c:v>
                </c:pt>
                <c:pt idx="114">
                  <c:v>0.298000000001</c:v>
                </c:pt>
                <c:pt idx="115">
                  <c:v>0.302500000001</c:v>
                </c:pt>
                <c:pt idx="116">
                  <c:v>0.302750000001</c:v>
                </c:pt>
                <c:pt idx="117">
                  <c:v>0.307250000001</c:v>
                </c:pt>
                <c:pt idx="118">
                  <c:v>0.307500000001</c:v>
                </c:pt>
                <c:pt idx="119">
                  <c:v>0.312000000001</c:v>
                </c:pt>
                <c:pt idx="120">
                  <c:v>0.312250000001</c:v>
                </c:pt>
                <c:pt idx="121">
                  <c:v>0.316750000002</c:v>
                </c:pt>
                <c:pt idx="122">
                  <c:v>0.317000000002</c:v>
                </c:pt>
                <c:pt idx="123">
                  <c:v>0.321500000002</c:v>
                </c:pt>
                <c:pt idx="124">
                  <c:v>0.321750000002</c:v>
                </c:pt>
                <c:pt idx="125">
                  <c:v>0.326250000002</c:v>
                </c:pt>
                <c:pt idx="126">
                  <c:v>0.326500000002</c:v>
                </c:pt>
                <c:pt idx="127">
                  <c:v>0.331000000002</c:v>
                </c:pt>
                <c:pt idx="128">
                  <c:v>0.331250000002</c:v>
                </c:pt>
                <c:pt idx="129">
                  <c:v>0.335750000002</c:v>
                </c:pt>
                <c:pt idx="130">
                  <c:v>0.336000000002</c:v>
                </c:pt>
                <c:pt idx="131">
                  <c:v>0.340500000002</c:v>
                </c:pt>
                <c:pt idx="132">
                  <c:v>0.340750000002</c:v>
                </c:pt>
                <c:pt idx="133">
                  <c:v>0.345250000002</c:v>
                </c:pt>
                <c:pt idx="134">
                  <c:v>0.345500000002</c:v>
                </c:pt>
                <c:pt idx="135">
                  <c:v>0.350000000002</c:v>
                </c:pt>
                <c:pt idx="136">
                  <c:v>0.350250000002</c:v>
                </c:pt>
                <c:pt idx="137">
                  <c:v>0.354750000002</c:v>
                </c:pt>
                <c:pt idx="138">
                  <c:v>0.355000000002</c:v>
                </c:pt>
                <c:pt idx="139">
                  <c:v>0.359500000002</c:v>
                </c:pt>
                <c:pt idx="140">
                  <c:v>0.359750000002</c:v>
                </c:pt>
                <c:pt idx="141">
                  <c:v>0.364250000002</c:v>
                </c:pt>
                <c:pt idx="142">
                  <c:v>0.364500000002</c:v>
                </c:pt>
                <c:pt idx="143">
                  <c:v>0.369000000002</c:v>
                </c:pt>
                <c:pt idx="144">
                  <c:v>0.369250000002</c:v>
                </c:pt>
                <c:pt idx="145">
                  <c:v>0.373750000002</c:v>
                </c:pt>
                <c:pt idx="146">
                  <c:v>0.374000000002</c:v>
                </c:pt>
                <c:pt idx="147">
                  <c:v>0.378500000002</c:v>
                </c:pt>
                <c:pt idx="148">
                  <c:v>0.378750000002</c:v>
                </c:pt>
                <c:pt idx="149">
                  <c:v>0.383250000002</c:v>
                </c:pt>
                <c:pt idx="150">
                  <c:v>0.383500000002</c:v>
                </c:pt>
                <c:pt idx="151">
                  <c:v>0.388000000002</c:v>
                </c:pt>
                <c:pt idx="152">
                  <c:v>0.388250000002</c:v>
                </c:pt>
                <c:pt idx="153">
                  <c:v>0.392750000002</c:v>
                </c:pt>
                <c:pt idx="154">
                  <c:v>0.393000000002</c:v>
                </c:pt>
                <c:pt idx="155">
                  <c:v>0.397500000002</c:v>
                </c:pt>
                <c:pt idx="156">
                  <c:v>0.397750000002</c:v>
                </c:pt>
                <c:pt idx="157">
                  <c:v>0.402250000002</c:v>
                </c:pt>
                <c:pt idx="158">
                  <c:v>0.402500000002</c:v>
                </c:pt>
                <c:pt idx="159">
                  <c:v>0.407000000002</c:v>
                </c:pt>
                <c:pt idx="160">
                  <c:v>0.407250000002</c:v>
                </c:pt>
                <c:pt idx="161">
                  <c:v>0.411750000002</c:v>
                </c:pt>
                <c:pt idx="162">
                  <c:v>0.412000000002</c:v>
                </c:pt>
                <c:pt idx="163">
                  <c:v>0.416500000002</c:v>
                </c:pt>
                <c:pt idx="164">
                  <c:v>0.416750000002</c:v>
                </c:pt>
                <c:pt idx="165">
                  <c:v>0.421250000002</c:v>
                </c:pt>
                <c:pt idx="166">
                  <c:v>0.421500000002</c:v>
                </c:pt>
                <c:pt idx="167">
                  <c:v>0.426000000002</c:v>
                </c:pt>
                <c:pt idx="168">
                  <c:v>0.426250000002</c:v>
                </c:pt>
                <c:pt idx="169">
                  <c:v>0.430750000002</c:v>
                </c:pt>
                <c:pt idx="170">
                  <c:v>0.431000000002</c:v>
                </c:pt>
                <c:pt idx="171">
                  <c:v>0.435500000002</c:v>
                </c:pt>
                <c:pt idx="172">
                  <c:v>0.435750000002</c:v>
                </c:pt>
                <c:pt idx="173">
                  <c:v>0.440250000002</c:v>
                </c:pt>
                <c:pt idx="174">
                  <c:v>0.440500000002</c:v>
                </c:pt>
                <c:pt idx="175">
                  <c:v>0.445000000002</c:v>
                </c:pt>
                <c:pt idx="176">
                  <c:v>0.445250000002</c:v>
                </c:pt>
                <c:pt idx="177">
                  <c:v>0.449750000002</c:v>
                </c:pt>
                <c:pt idx="178">
                  <c:v>0.450000000002</c:v>
                </c:pt>
                <c:pt idx="179">
                  <c:v>0.454500000002</c:v>
                </c:pt>
                <c:pt idx="180">
                  <c:v>0.454750000002</c:v>
                </c:pt>
                <c:pt idx="181">
                  <c:v>0.459250000002</c:v>
                </c:pt>
                <c:pt idx="182">
                  <c:v>0.459500000002</c:v>
                </c:pt>
                <c:pt idx="183">
                  <c:v>0.464000000002</c:v>
                </c:pt>
                <c:pt idx="184">
                  <c:v>0.464250000002</c:v>
                </c:pt>
                <c:pt idx="185">
                  <c:v>0.468750000002</c:v>
                </c:pt>
                <c:pt idx="186">
                  <c:v>0.469000000002</c:v>
                </c:pt>
                <c:pt idx="187">
                  <c:v>0.473500000002</c:v>
                </c:pt>
                <c:pt idx="188">
                  <c:v>0.473750000002</c:v>
                </c:pt>
                <c:pt idx="189">
                  <c:v>0.478250000002</c:v>
                </c:pt>
                <c:pt idx="190">
                  <c:v>0.478500000002</c:v>
                </c:pt>
                <c:pt idx="191">
                  <c:v>0.483000000002</c:v>
                </c:pt>
                <c:pt idx="192">
                  <c:v>0.483250000002</c:v>
                </c:pt>
                <c:pt idx="193">
                  <c:v>0.487750000002</c:v>
                </c:pt>
                <c:pt idx="194">
                  <c:v>0.488000000002</c:v>
                </c:pt>
                <c:pt idx="195">
                  <c:v>0.492500000002</c:v>
                </c:pt>
                <c:pt idx="196">
                  <c:v>0.492750000002</c:v>
                </c:pt>
                <c:pt idx="197">
                  <c:v>0.497250000002</c:v>
                </c:pt>
                <c:pt idx="198">
                  <c:v>0.497500000002</c:v>
                </c:pt>
                <c:pt idx="199">
                  <c:v>0.502000000002</c:v>
                </c:pt>
                <c:pt idx="200">
                  <c:v>0.502250000002</c:v>
                </c:pt>
                <c:pt idx="201">
                  <c:v>0.506750000002</c:v>
                </c:pt>
                <c:pt idx="202">
                  <c:v>0.507000000002</c:v>
                </c:pt>
                <c:pt idx="203">
                  <c:v>0.511500000002</c:v>
                </c:pt>
                <c:pt idx="204">
                  <c:v>0.511750000002</c:v>
                </c:pt>
                <c:pt idx="205">
                  <c:v>0.516250000002</c:v>
                </c:pt>
                <c:pt idx="206">
                  <c:v>0.516500000002</c:v>
                </c:pt>
                <c:pt idx="207">
                  <c:v>0.521000000002</c:v>
                </c:pt>
                <c:pt idx="208">
                  <c:v>0.521250000002</c:v>
                </c:pt>
                <c:pt idx="209">
                  <c:v>0.525750000003</c:v>
                </c:pt>
                <c:pt idx="210">
                  <c:v>0.526000000003</c:v>
                </c:pt>
                <c:pt idx="211">
                  <c:v>0.530500000003</c:v>
                </c:pt>
                <c:pt idx="212">
                  <c:v>0.530750000003</c:v>
                </c:pt>
                <c:pt idx="213">
                  <c:v>0.535250000003</c:v>
                </c:pt>
                <c:pt idx="214">
                  <c:v>0.535500000003</c:v>
                </c:pt>
                <c:pt idx="215">
                  <c:v>0.540000000003</c:v>
                </c:pt>
                <c:pt idx="216">
                  <c:v>0.540250000003</c:v>
                </c:pt>
                <c:pt idx="217">
                  <c:v>0.544750000003</c:v>
                </c:pt>
                <c:pt idx="218">
                  <c:v>0.545000000003</c:v>
                </c:pt>
                <c:pt idx="219">
                  <c:v>0.549500000003</c:v>
                </c:pt>
                <c:pt idx="220">
                  <c:v>0.549750000003</c:v>
                </c:pt>
                <c:pt idx="221">
                  <c:v>0.554250000003</c:v>
                </c:pt>
                <c:pt idx="222">
                  <c:v>0.554500000003</c:v>
                </c:pt>
                <c:pt idx="223">
                  <c:v>0.559000000003</c:v>
                </c:pt>
                <c:pt idx="224">
                  <c:v>0.559250000003</c:v>
                </c:pt>
                <c:pt idx="225">
                  <c:v>0.563750000003</c:v>
                </c:pt>
                <c:pt idx="226">
                  <c:v>0.564000000003</c:v>
                </c:pt>
                <c:pt idx="227">
                  <c:v>0.568500000003</c:v>
                </c:pt>
                <c:pt idx="228">
                  <c:v>0.568750000003</c:v>
                </c:pt>
                <c:pt idx="229">
                  <c:v>0.573250000003</c:v>
                </c:pt>
                <c:pt idx="230">
                  <c:v>0.573500000003</c:v>
                </c:pt>
                <c:pt idx="231">
                  <c:v>0.578000000003</c:v>
                </c:pt>
                <c:pt idx="232">
                  <c:v>0.578250000003</c:v>
                </c:pt>
                <c:pt idx="233">
                  <c:v>0.582750000003</c:v>
                </c:pt>
                <c:pt idx="234">
                  <c:v>0.583000000003</c:v>
                </c:pt>
                <c:pt idx="235">
                  <c:v>0.587500000003</c:v>
                </c:pt>
                <c:pt idx="236">
                  <c:v>0.587750000003</c:v>
                </c:pt>
                <c:pt idx="237">
                  <c:v>0.592250000003</c:v>
                </c:pt>
                <c:pt idx="238">
                  <c:v>0.592500000003</c:v>
                </c:pt>
                <c:pt idx="239">
                  <c:v>0.597000000003</c:v>
                </c:pt>
                <c:pt idx="240">
                  <c:v>0.597250000003</c:v>
                </c:pt>
                <c:pt idx="241">
                  <c:v>0.601750000003</c:v>
                </c:pt>
                <c:pt idx="242">
                  <c:v>0.602000000003</c:v>
                </c:pt>
                <c:pt idx="243">
                  <c:v>0.606500000003</c:v>
                </c:pt>
                <c:pt idx="244">
                  <c:v>0.606750000003</c:v>
                </c:pt>
                <c:pt idx="245">
                  <c:v>0.611250000003</c:v>
                </c:pt>
                <c:pt idx="246">
                  <c:v>0.611500000003</c:v>
                </c:pt>
                <c:pt idx="247">
                  <c:v>0.616000000003</c:v>
                </c:pt>
                <c:pt idx="248">
                  <c:v>0.616250000003</c:v>
                </c:pt>
                <c:pt idx="249">
                  <c:v>0.620750000003</c:v>
                </c:pt>
                <c:pt idx="250">
                  <c:v>0.621000000003</c:v>
                </c:pt>
                <c:pt idx="251">
                  <c:v>0.625500000003</c:v>
                </c:pt>
                <c:pt idx="252">
                  <c:v>0.625750000003</c:v>
                </c:pt>
                <c:pt idx="253">
                  <c:v>0.630250000003</c:v>
                </c:pt>
                <c:pt idx="254">
                  <c:v>0.630500000003</c:v>
                </c:pt>
                <c:pt idx="255">
                  <c:v>0.635000000003</c:v>
                </c:pt>
                <c:pt idx="256">
                  <c:v>0.635250000003</c:v>
                </c:pt>
                <c:pt idx="257">
                  <c:v>0.639750000003</c:v>
                </c:pt>
                <c:pt idx="258">
                  <c:v>0.640000000003</c:v>
                </c:pt>
                <c:pt idx="259">
                  <c:v>0.644500000003</c:v>
                </c:pt>
                <c:pt idx="260">
                  <c:v>0.644750000003</c:v>
                </c:pt>
                <c:pt idx="261">
                  <c:v>0.649250000003</c:v>
                </c:pt>
                <c:pt idx="262">
                  <c:v>0.649500000003</c:v>
                </c:pt>
                <c:pt idx="263">
                  <c:v>0.654000000003</c:v>
                </c:pt>
                <c:pt idx="264">
                  <c:v>0.654250000003</c:v>
                </c:pt>
                <c:pt idx="265">
                  <c:v>0.658750000003</c:v>
                </c:pt>
                <c:pt idx="266">
                  <c:v>0.659000000003</c:v>
                </c:pt>
                <c:pt idx="267">
                  <c:v>0.663500000003</c:v>
                </c:pt>
                <c:pt idx="268">
                  <c:v>0.663750000003</c:v>
                </c:pt>
                <c:pt idx="269">
                  <c:v>0.668250000003</c:v>
                </c:pt>
                <c:pt idx="270">
                  <c:v>0.668500000003</c:v>
                </c:pt>
                <c:pt idx="271">
                  <c:v>0.673000000003</c:v>
                </c:pt>
                <c:pt idx="272">
                  <c:v>0.673250000003</c:v>
                </c:pt>
                <c:pt idx="273">
                  <c:v>0.677750000003</c:v>
                </c:pt>
                <c:pt idx="274">
                  <c:v>0.678000000003</c:v>
                </c:pt>
                <c:pt idx="275">
                  <c:v>0.682500000003</c:v>
                </c:pt>
                <c:pt idx="276">
                  <c:v>0.682750000003</c:v>
                </c:pt>
                <c:pt idx="277">
                  <c:v>0.687250000003</c:v>
                </c:pt>
                <c:pt idx="278">
                  <c:v>0.687500000003</c:v>
                </c:pt>
                <c:pt idx="279">
                  <c:v>0.692000000003</c:v>
                </c:pt>
                <c:pt idx="280">
                  <c:v>0.692250000003</c:v>
                </c:pt>
                <c:pt idx="281">
                  <c:v>0.696750000003</c:v>
                </c:pt>
                <c:pt idx="282">
                  <c:v>0.697000000003</c:v>
                </c:pt>
                <c:pt idx="283">
                  <c:v>0.701500000003</c:v>
                </c:pt>
                <c:pt idx="284">
                  <c:v>0.701750000003</c:v>
                </c:pt>
                <c:pt idx="285">
                  <c:v>0.706250000003</c:v>
                </c:pt>
                <c:pt idx="286">
                  <c:v>0.706500000003</c:v>
                </c:pt>
                <c:pt idx="287">
                  <c:v>0.711000000003</c:v>
                </c:pt>
                <c:pt idx="288">
                  <c:v>0.711250000003</c:v>
                </c:pt>
                <c:pt idx="289">
                  <c:v>0.715750000003</c:v>
                </c:pt>
                <c:pt idx="290">
                  <c:v>0.716000000003</c:v>
                </c:pt>
                <c:pt idx="291">
                  <c:v>0.720500000003</c:v>
                </c:pt>
                <c:pt idx="292">
                  <c:v>0.720750000003</c:v>
                </c:pt>
                <c:pt idx="293">
                  <c:v>0.725250000003</c:v>
                </c:pt>
                <c:pt idx="294">
                  <c:v>0.725500000003</c:v>
                </c:pt>
                <c:pt idx="295">
                  <c:v>0.730000000003</c:v>
                </c:pt>
                <c:pt idx="296">
                  <c:v>0.730250000003</c:v>
                </c:pt>
                <c:pt idx="297">
                  <c:v>0.734750000004</c:v>
                </c:pt>
                <c:pt idx="298">
                  <c:v>0.735000000004</c:v>
                </c:pt>
                <c:pt idx="299">
                  <c:v>0.739500000004</c:v>
                </c:pt>
                <c:pt idx="300">
                  <c:v>0.739750000004</c:v>
                </c:pt>
                <c:pt idx="301">
                  <c:v>0.744250000004</c:v>
                </c:pt>
                <c:pt idx="302">
                  <c:v>0.744500000004</c:v>
                </c:pt>
                <c:pt idx="303">
                  <c:v>0.749000000004</c:v>
                </c:pt>
                <c:pt idx="304">
                  <c:v>0.749250000004</c:v>
                </c:pt>
                <c:pt idx="305">
                  <c:v>0.753750000004</c:v>
                </c:pt>
                <c:pt idx="306">
                  <c:v>0.754000000004</c:v>
                </c:pt>
                <c:pt idx="307">
                  <c:v>0.758500000004</c:v>
                </c:pt>
                <c:pt idx="308">
                  <c:v>0.758750000004</c:v>
                </c:pt>
                <c:pt idx="309">
                  <c:v>0.763250000004</c:v>
                </c:pt>
                <c:pt idx="310">
                  <c:v>0.763500000004</c:v>
                </c:pt>
                <c:pt idx="311">
                  <c:v>0.768000000004</c:v>
                </c:pt>
                <c:pt idx="312">
                  <c:v>0.768250000004</c:v>
                </c:pt>
                <c:pt idx="313">
                  <c:v>0.772750000004</c:v>
                </c:pt>
                <c:pt idx="314">
                  <c:v>0.773000000004</c:v>
                </c:pt>
                <c:pt idx="315">
                  <c:v>0.777500000004</c:v>
                </c:pt>
                <c:pt idx="316">
                  <c:v>0.777750000004</c:v>
                </c:pt>
                <c:pt idx="317">
                  <c:v>0.782250000004</c:v>
                </c:pt>
                <c:pt idx="318">
                  <c:v>0.782500000004</c:v>
                </c:pt>
                <c:pt idx="319">
                  <c:v>0.787000000004</c:v>
                </c:pt>
                <c:pt idx="320">
                  <c:v>0.787250000004</c:v>
                </c:pt>
                <c:pt idx="321">
                  <c:v>0.791750000004</c:v>
                </c:pt>
                <c:pt idx="322">
                  <c:v>0.792000000004</c:v>
                </c:pt>
                <c:pt idx="323">
                  <c:v>0.796500000004</c:v>
                </c:pt>
                <c:pt idx="324">
                  <c:v>0.796750000004</c:v>
                </c:pt>
                <c:pt idx="325">
                  <c:v>0.801250000004</c:v>
                </c:pt>
                <c:pt idx="326">
                  <c:v>0.801500000004</c:v>
                </c:pt>
                <c:pt idx="327">
                  <c:v>0.806000000004</c:v>
                </c:pt>
                <c:pt idx="328">
                  <c:v>0.806250000004</c:v>
                </c:pt>
                <c:pt idx="329">
                  <c:v>0.810750000004</c:v>
                </c:pt>
                <c:pt idx="330">
                  <c:v>0.811000000004</c:v>
                </c:pt>
                <c:pt idx="331">
                  <c:v>0.815500000004</c:v>
                </c:pt>
                <c:pt idx="332">
                  <c:v>0.815750000004</c:v>
                </c:pt>
                <c:pt idx="333">
                  <c:v>0.820250000004</c:v>
                </c:pt>
                <c:pt idx="334">
                  <c:v>0.820500000004</c:v>
                </c:pt>
                <c:pt idx="335">
                  <c:v>0.825000000004</c:v>
                </c:pt>
                <c:pt idx="336">
                  <c:v>0.825250000004</c:v>
                </c:pt>
                <c:pt idx="337">
                  <c:v>0.829750000004</c:v>
                </c:pt>
                <c:pt idx="338">
                  <c:v>0.830000000004</c:v>
                </c:pt>
                <c:pt idx="339">
                  <c:v>0.834500000004</c:v>
                </c:pt>
                <c:pt idx="340">
                  <c:v>0.834750000004</c:v>
                </c:pt>
                <c:pt idx="341">
                  <c:v>0.839250000004</c:v>
                </c:pt>
                <c:pt idx="342">
                  <c:v>0.839500000004</c:v>
                </c:pt>
                <c:pt idx="343">
                  <c:v>0.844000000004</c:v>
                </c:pt>
                <c:pt idx="344">
                  <c:v>0.844250000004</c:v>
                </c:pt>
                <c:pt idx="345">
                  <c:v>0.848750000004</c:v>
                </c:pt>
                <c:pt idx="346">
                  <c:v>0.849000000004</c:v>
                </c:pt>
                <c:pt idx="347">
                  <c:v>0.853500000004</c:v>
                </c:pt>
                <c:pt idx="348">
                  <c:v>0.853750000004</c:v>
                </c:pt>
                <c:pt idx="349">
                  <c:v>0.858250000004</c:v>
                </c:pt>
                <c:pt idx="350">
                  <c:v>0.858500000004</c:v>
                </c:pt>
                <c:pt idx="351">
                  <c:v>0.863000000004</c:v>
                </c:pt>
                <c:pt idx="352">
                  <c:v>0.863250000004</c:v>
                </c:pt>
                <c:pt idx="353">
                  <c:v>0.867750000004</c:v>
                </c:pt>
                <c:pt idx="354">
                  <c:v>0.868000000004</c:v>
                </c:pt>
                <c:pt idx="355">
                  <c:v>0.872500000004</c:v>
                </c:pt>
                <c:pt idx="356">
                  <c:v>0.872750000004</c:v>
                </c:pt>
                <c:pt idx="357">
                  <c:v>0.877250000004</c:v>
                </c:pt>
                <c:pt idx="358">
                  <c:v>0.877500000004</c:v>
                </c:pt>
                <c:pt idx="359">
                  <c:v>0.882000000004</c:v>
                </c:pt>
                <c:pt idx="360">
                  <c:v>0.882250000004</c:v>
                </c:pt>
                <c:pt idx="361">
                  <c:v>0.886750000004</c:v>
                </c:pt>
                <c:pt idx="362">
                  <c:v>0.887000000004</c:v>
                </c:pt>
                <c:pt idx="363">
                  <c:v>0.891500000004</c:v>
                </c:pt>
                <c:pt idx="364">
                  <c:v>0.891750000004</c:v>
                </c:pt>
                <c:pt idx="365">
                  <c:v>0.896250000004</c:v>
                </c:pt>
                <c:pt idx="366">
                  <c:v>0.896500000004</c:v>
                </c:pt>
                <c:pt idx="367">
                  <c:v>0.901000000004</c:v>
                </c:pt>
                <c:pt idx="368">
                  <c:v>0.901250000004</c:v>
                </c:pt>
                <c:pt idx="369">
                  <c:v>0.905750000004</c:v>
                </c:pt>
                <c:pt idx="370">
                  <c:v>0.906000000004</c:v>
                </c:pt>
                <c:pt idx="371">
                  <c:v>0.910500000004</c:v>
                </c:pt>
                <c:pt idx="372">
                  <c:v>0.910750000004</c:v>
                </c:pt>
                <c:pt idx="373">
                  <c:v>0.915250000004</c:v>
                </c:pt>
                <c:pt idx="374">
                  <c:v>0.915500000004</c:v>
                </c:pt>
                <c:pt idx="375">
                  <c:v>0.920000000004</c:v>
                </c:pt>
                <c:pt idx="376">
                  <c:v>0.920250000004</c:v>
                </c:pt>
                <c:pt idx="377">
                  <c:v>0.924750000004</c:v>
                </c:pt>
                <c:pt idx="378">
                  <c:v>0.925000000004</c:v>
                </c:pt>
                <c:pt idx="379">
                  <c:v>0.929500000004</c:v>
                </c:pt>
                <c:pt idx="380">
                  <c:v>0.929750000004</c:v>
                </c:pt>
                <c:pt idx="381">
                  <c:v>0.934250000004</c:v>
                </c:pt>
                <c:pt idx="382">
                  <c:v>0.934500000004</c:v>
                </c:pt>
                <c:pt idx="383">
                  <c:v>0.939000000004</c:v>
                </c:pt>
                <c:pt idx="384">
                  <c:v>0.939250000004</c:v>
                </c:pt>
                <c:pt idx="385">
                  <c:v>0.943750000005</c:v>
                </c:pt>
                <c:pt idx="386">
                  <c:v>0.944000000005</c:v>
                </c:pt>
                <c:pt idx="387">
                  <c:v>0.948500000005</c:v>
                </c:pt>
                <c:pt idx="388">
                  <c:v>0.948750000005</c:v>
                </c:pt>
                <c:pt idx="389">
                  <c:v>0.953250000005</c:v>
                </c:pt>
                <c:pt idx="390">
                  <c:v>0.953500000005</c:v>
                </c:pt>
                <c:pt idx="391">
                  <c:v>0.958000000005</c:v>
                </c:pt>
                <c:pt idx="392">
                  <c:v>0.958250000005</c:v>
                </c:pt>
                <c:pt idx="393">
                  <c:v>0.962750000005</c:v>
                </c:pt>
                <c:pt idx="394">
                  <c:v>0.963000000005</c:v>
                </c:pt>
                <c:pt idx="395">
                  <c:v>0.967500000005</c:v>
                </c:pt>
                <c:pt idx="396">
                  <c:v>0.967750000005</c:v>
                </c:pt>
                <c:pt idx="397">
                  <c:v>0.972250000005</c:v>
                </c:pt>
                <c:pt idx="398">
                  <c:v>0.972500000005</c:v>
                </c:pt>
                <c:pt idx="399">
                  <c:v>0.977000000005</c:v>
                </c:pt>
                <c:pt idx="400">
                  <c:v>0.977250000005</c:v>
                </c:pt>
                <c:pt idx="401">
                  <c:v>0.981750000005</c:v>
                </c:pt>
                <c:pt idx="402">
                  <c:v>0.982000000005</c:v>
                </c:pt>
                <c:pt idx="403">
                  <c:v>0.986500000005</c:v>
                </c:pt>
                <c:pt idx="404">
                  <c:v>0.986750000005</c:v>
                </c:pt>
                <c:pt idx="405">
                  <c:v>0.991250000005</c:v>
                </c:pt>
                <c:pt idx="406">
                  <c:v>0.991500000005</c:v>
                </c:pt>
                <c:pt idx="407">
                  <c:v>0.996000000005</c:v>
                </c:pt>
                <c:pt idx="408">
                  <c:v>0.996250000005</c:v>
                </c:pt>
                <c:pt idx="409">
                  <c:v>0.999500000005</c:v>
                </c:pt>
                <c:pt idx="410">
                  <c:v>0.999750000005</c:v>
                </c:pt>
                <c:pt idx="411">
                  <c:v>1</c:v>
                </c:pt>
                <c:pt idx="412">
                  <c:v>1.00025</c:v>
                </c:pt>
                <c:pt idx="413">
                  <c:v>1.0005</c:v>
                </c:pt>
                <c:pt idx="414">
                  <c:v>1.001</c:v>
                </c:pt>
                <c:pt idx="415">
                  <c:v>1.0055</c:v>
                </c:pt>
                <c:pt idx="416">
                  <c:v>1.00575</c:v>
                </c:pt>
                <c:pt idx="417">
                  <c:v>1.01025</c:v>
                </c:pt>
                <c:pt idx="418">
                  <c:v>1.0105</c:v>
                </c:pt>
                <c:pt idx="419">
                  <c:v>1.015</c:v>
                </c:pt>
                <c:pt idx="420">
                  <c:v>1.01525</c:v>
                </c:pt>
                <c:pt idx="421">
                  <c:v>1.01975</c:v>
                </c:pt>
                <c:pt idx="422">
                  <c:v>1.02</c:v>
                </c:pt>
                <c:pt idx="423">
                  <c:v>1.0245</c:v>
                </c:pt>
                <c:pt idx="424">
                  <c:v>1.02475</c:v>
                </c:pt>
                <c:pt idx="425">
                  <c:v>1.02925</c:v>
                </c:pt>
                <c:pt idx="426">
                  <c:v>1.0295</c:v>
                </c:pt>
                <c:pt idx="427">
                  <c:v>1.034</c:v>
                </c:pt>
                <c:pt idx="428">
                  <c:v>1.03425</c:v>
                </c:pt>
                <c:pt idx="429">
                  <c:v>1.03875</c:v>
                </c:pt>
                <c:pt idx="430">
                  <c:v>1.039</c:v>
                </c:pt>
                <c:pt idx="431">
                  <c:v>1.0435</c:v>
                </c:pt>
                <c:pt idx="432">
                  <c:v>1.04375</c:v>
                </c:pt>
                <c:pt idx="433">
                  <c:v>1.04825000001</c:v>
                </c:pt>
                <c:pt idx="434">
                  <c:v>1.04850000001</c:v>
                </c:pt>
                <c:pt idx="435">
                  <c:v>1.05300000001</c:v>
                </c:pt>
                <c:pt idx="436">
                  <c:v>1.05325000001</c:v>
                </c:pt>
                <c:pt idx="437">
                  <c:v>1.05625000001</c:v>
                </c:pt>
                <c:pt idx="438">
                  <c:v>1.05750000001</c:v>
                </c:pt>
                <c:pt idx="439">
                  <c:v>1.05775000001</c:v>
                </c:pt>
                <c:pt idx="440">
                  <c:v>1.05800000001</c:v>
                </c:pt>
                <c:pt idx="441">
                  <c:v>1.06250000001</c:v>
                </c:pt>
                <c:pt idx="442">
                  <c:v>1.06275000001</c:v>
                </c:pt>
                <c:pt idx="443">
                  <c:v>1.06725000001</c:v>
                </c:pt>
                <c:pt idx="444">
                  <c:v>1.06750000001</c:v>
                </c:pt>
                <c:pt idx="445">
                  <c:v>1.07200000001</c:v>
                </c:pt>
                <c:pt idx="446">
                  <c:v>1.07225000001</c:v>
                </c:pt>
                <c:pt idx="447">
                  <c:v>1.07675000001</c:v>
                </c:pt>
                <c:pt idx="448">
                  <c:v>1.07700000001</c:v>
                </c:pt>
                <c:pt idx="449">
                  <c:v>1.08150000001</c:v>
                </c:pt>
                <c:pt idx="450">
                  <c:v>1.08175000001</c:v>
                </c:pt>
                <c:pt idx="451">
                  <c:v>1.08625000001</c:v>
                </c:pt>
                <c:pt idx="452">
                  <c:v>1.08650000001</c:v>
                </c:pt>
                <c:pt idx="453">
                  <c:v>1.09100000001</c:v>
                </c:pt>
                <c:pt idx="454">
                  <c:v>1.09125000001</c:v>
                </c:pt>
                <c:pt idx="455">
                  <c:v>1.09575000001</c:v>
                </c:pt>
                <c:pt idx="456">
                  <c:v>1.09600000001</c:v>
                </c:pt>
                <c:pt idx="457">
                  <c:v>1.10050000001</c:v>
                </c:pt>
                <c:pt idx="458">
                  <c:v>1.10075000001</c:v>
                </c:pt>
                <c:pt idx="459">
                  <c:v>1.10525000001</c:v>
                </c:pt>
                <c:pt idx="460">
                  <c:v>1.10550000001</c:v>
                </c:pt>
                <c:pt idx="461">
                  <c:v>1.11000000001</c:v>
                </c:pt>
                <c:pt idx="462">
                  <c:v>1.11025000001</c:v>
                </c:pt>
                <c:pt idx="463">
                  <c:v>1.11475000001</c:v>
                </c:pt>
                <c:pt idx="464">
                  <c:v>1.11500000001</c:v>
                </c:pt>
                <c:pt idx="465">
                  <c:v>1.11950000001</c:v>
                </c:pt>
                <c:pt idx="466">
                  <c:v>1.11975000001</c:v>
                </c:pt>
                <c:pt idx="467">
                  <c:v>1.12425000001</c:v>
                </c:pt>
                <c:pt idx="468">
                  <c:v>1.12450000001</c:v>
                </c:pt>
                <c:pt idx="469">
                  <c:v>1.12900000001</c:v>
                </c:pt>
                <c:pt idx="470">
                  <c:v>1.12925000001</c:v>
                </c:pt>
                <c:pt idx="471">
                  <c:v>1.13375000001</c:v>
                </c:pt>
                <c:pt idx="472">
                  <c:v>1.13400000001</c:v>
                </c:pt>
                <c:pt idx="473">
                  <c:v>1.13850000001</c:v>
                </c:pt>
                <c:pt idx="474">
                  <c:v>1.13875000001</c:v>
                </c:pt>
                <c:pt idx="475">
                  <c:v>1.14325000001</c:v>
                </c:pt>
                <c:pt idx="476">
                  <c:v>1.14350000001</c:v>
                </c:pt>
                <c:pt idx="477">
                  <c:v>1.14800000001</c:v>
                </c:pt>
                <c:pt idx="478">
                  <c:v>1.14825000001</c:v>
                </c:pt>
                <c:pt idx="479">
                  <c:v>1.15275000001</c:v>
                </c:pt>
                <c:pt idx="480">
                  <c:v>1.15300000001</c:v>
                </c:pt>
                <c:pt idx="481">
                  <c:v>1.15750000001</c:v>
                </c:pt>
                <c:pt idx="482">
                  <c:v>1.15775000001</c:v>
                </c:pt>
                <c:pt idx="483">
                  <c:v>1.16225000001</c:v>
                </c:pt>
                <c:pt idx="484">
                  <c:v>1.16250000001</c:v>
                </c:pt>
                <c:pt idx="485">
                  <c:v>1.16450000001</c:v>
                </c:pt>
                <c:pt idx="486">
                  <c:v>1.16700000001</c:v>
                </c:pt>
                <c:pt idx="487">
                  <c:v>1.16725000001</c:v>
                </c:pt>
                <c:pt idx="488">
                  <c:v>1.17175000001</c:v>
                </c:pt>
                <c:pt idx="489">
                  <c:v>1.17200000001</c:v>
                </c:pt>
                <c:pt idx="490">
                  <c:v>1.17650000001</c:v>
                </c:pt>
                <c:pt idx="491">
                  <c:v>1.17675000001</c:v>
                </c:pt>
                <c:pt idx="492">
                  <c:v>1.18125000001</c:v>
                </c:pt>
                <c:pt idx="493">
                  <c:v>1.18150000001</c:v>
                </c:pt>
                <c:pt idx="494">
                  <c:v>1.18600000001</c:v>
                </c:pt>
                <c:pt idx="495">
                  <c:v>1.18625000001</c:v>
                </c:pt>
                <c:pt idx="496">
                  <c:v>1.19075000001</c:v>
                </c:pt>
                <c:pt idx="497">
                  <c:v>1.19100000001</c:v>
                </c:pt>
                <c:pt idx="498">
                  <c:v>1.19550000001</c:v>
                </c:pt>
                <c:pt idx="499">
                  <c:v>1.19575000001</c:v>
                </c:pt>
                <c:pt idx="500">
                  <c:v>1.20025000001</c:v>
                </c:pt>
                <c:pt idx="501">
                  <c:v>1.20050000001</c:v>
                </c:pt>
                <c:pt idx="502">
                  <c:v>1.20500000001</c:v>
                </c:pt>
                <c:pt idx="503">
                  <c:v>1.20525000001</c:v>
                </c:pt>
                <c:pt idx="504">
                  <c:v>1.20975000001</c:v>
                </c:pt>
                <c:pt idx="505">
                  <c:v>1.21000000001</c:v>
                </c:pt>
                <c:pt idx="506">
                  <c:v>1.21450000001</c:v>
                </c:pt>
                <c:pt idx="507">
                  <c:v>1.21475000001</c:v>
                </c:pt>
                <c:pt idx="508">
                  <c:v>1.21925000001</c:v>
                </c:pt>
                <c:pt idx="509">
                  <c:v>1.21950000001</c:v>
                </c:pt>
                <c:pt idx="510">
                  <c:v>1.22400000001</c:v>
                </c:pt>
                <c:pt idx="511">
                  <c:v>1.22425000001</c:v>
                </c:pt>
                <c:pt idx="512">
                  <c:v>1.22875000001</c:v>
                </c:pt>
                <c:pt idx="513">
                  <c:v>1.22900000001</c:v>
                </c:pt>
                <c:pt idx="514">
                  <c:v>1.23275000001</c:v>
                </c:pt>
                <c:pt idx="515">
                  <c:v>1.23350000001</c:v>
                </c:pt>
                <c:pt idx="516">
                  <c:v>1.23375000001</c:v>
                </c:pt>
                <c:pt idx="517">
                  <c:v>1.23825000001</c:v>
                </c:pt>
                <c:pt idx="518">
                  <c:v>1.23850000001</c:v>
                </c:pt>
                <c:pt idx="519">
                  <c:v>1.24300000001</c:v>
                </c:pt>
                <c:pt idx="520">
                  <c:v>1.24325000001</c:v>
                </c:pt>
                <c:pt idx="521">
                  <c:v>1.24775000001</c:v>
                </c:pt>
                <c:pt idx="522">
                  <c:v>1.24800000001</c:v>
                </c:pt>
                <c:pt idx="523">
                  <c:v>1.25250000001</c:v>
                </c:pt>
                <c:pt idx="524">
                  <c:v>1.25275000001</c:v>
                </c:pt>
                <c:pt idx="525">
                  <c:v>1.25725000001</c:v>
                </c:pt>
                <c:pt idx="526">
                  <c:v>1.25750000001</c:v>
                </c:pt>
                <c:pt idx="527">
                  <c:v>1.26200000001</c:v>
                </c:pt>
                <c:pt idx="528">
                  <c:v>1.26225000001</c:v>
                </c:pt>
                <c:pt idx="529">
                  <c:v>1.26675000001</c:v>
                </c:pt>
                <c:pt idx="530">
                  <c:v>1.26700000001</c:v>
                </c:pt>
                <c:pt idx="531">
                  <c:v>1.27150000001</c:v>
                </c:pt>
                <c:pt idx="532">
                  <c:v>1.27175000001</c:v>
                </c:pt>
                <c:pt idx="533">
                  <c:v>1.27625000001</c:v>
                </c:pt>
                <c:pt idx="534">
                  <c:v>1.27650000001</c:v>
                </c:pt>
                <c:pt idx="535">
                  <c:v>1.28100000001</c:v>
                </c:pt>
                <c:pt idx="536">
                  <c:v>1.28125000001</c:v>
                </c:pt>
                <c:pt idx="537">
                  <c:v>1.28575000001</c:v>
                </c:pt>
                <c:pt idx="538">
                  <c:v>1.28600000001</c:v>
                </c:pt>
                <c:pt idx="539">
                  <c:v>1.29050000001</c:v>
                </c:pt>
                <c:pt idx="540">
                  <c:v>1.29075000001</c:v>
                </c:pt>
                <c:pt idx="541">
                  <c:v>1.29125000001</c:v>
                </c:pt>
                <c:pt idx="542">
                  <c:v>1.29525000001</c:v>
                </c:pt>
                <c:pt idx="543">
                  <c:v>1.29550000001</c:v>
                </c:pt>
                <c:pt idx="544">
                  <c:v>1.30000000001</c:v>
                </c:pt>
                <c:pt idx="545">
                  <c:v>1.30025000001</c:v>
                </c:pt>
                <c:pt idx="546">
                  <c:v>1.30475000001</c:v>
                </c:pt>
                <c:pt idx="547">
                  <c:v>1.30500000001</c:v>
                </c:pt>
                <c:pt idx="548">
                  <c:v>1.30950000001</c:v>
                </c:pt>
                <c:pt idx="549">
                  <c:v>1.30975000001</c:v>
                </c:pt>
                <c:pt idx="550">
                  <c:v>1.31425000001</c:v>
                </c:pt>
                <c:pt idx="551">
                  <c:v>1.31450000001</c:v>
                </c:pt>
                <c:pt idx="552">
                  <c:v>1.31900000001</c:v>
                </c:pt>
                <c:pt idx="553">
                  <c:v>1.31925000001</c:v>
                </c:pt>
                <c:pt idx="554">
                  <c:v>1.32375000001</c:v>
                </c:pt>
                <c:pt idx="555">
                  <c:v>1.32400000001</c:v>
                </c:pt>
                <c:pt idx="556">
                  <c:v>1.32850000001</c:v>
                </c:pt>
                <c:pt idx="557">
                  <c:v>1.32875000001</c:v>
                </c:pt>
                <c:pt idx="558">
                  <c:v>1.33325000001</c:v>
                </c:pt>
                <c:pt idx="559">
                  <c:v>1.33350000001</c:v>
                </c:pt>
                <c:pt idx="560">
                  <c:v>1.33800000001</c:v>
                </c:pt>
                <c:pt idx="561">
                  <c:v>1.33825000001</c:v>
                </c:pt>
                <c:pt idx="562">
                  <c:v>1.34275000001</c:v>
                </c:pt>
                <c:pt idx="563">
                  <c:v>1.34300000001</c:v>
                </c:pt>
                <c:pt idx="564">
                  <c:v>1.34750000001</c:v>
                </c:pt>
                <c:pt idx="565">
                  <c:v>1.34775000001</c:v>
                </c:pt>
                <c:pt idx="566">
                  <c:v>1.35225000001</c:v>
                </c:pt>
                <c:pt idx="567">
                  <c:v>1.35250000001</c:v>
                </c:pt>
                <c:pt idx="568">
                  <c:v>1.35700000001</c:v>
                </c:pt>
                <c:pt idx="569">
                  <c:v>1.35725000001</c:v>
                </c:pt>
                <c:pt idx="570">
                  <c:v>1.36175000001</c:v>
                </c:pt>
                <c:pt idx="571">
                  <c:v>1.36200000001</c:v>
                </c:pt>
                <c:pt idx="572">
                  <c:v>1.36650000001</c:v>
                </c:pt>
                <c:pt idx="573">
                  <c:v>1.36675000001</c:v>
                </c:pt>
                <c:pt idx="574">
                  <c:v>1.37125000001</c:v>
                </c:pt>
                <c:pt idx="575">
                  <c:v>1.37150000001</c:v>
                </c:pt>
                <c:pt idx="576">
                  <c:v>1.37600000001</c:v>
                </c:pt>
                <c:pt idx="577">
                  <c:v>1.37625000001</c:v>
                </c:pt>
                <c:pt idx="578">
                  <c:v>1.38075000001</c:v>
                </c:pt>
                <c:pt idx="579">
                  <c:v>1.38100000001</c:v>
                </c:pt>
                <c:pt idx="580">
                  <c:v>1.38475000001</c:v>
                </c:pt>
                <c:pt idx="581">
                  <c:v>1.38550000001</c:v>
                </c:pt>
                <c:pt idx="582">
                  <c:v>1.38575000001</c:v>
                </c:pt>
                <c:pt idx="583">
                  <c:v>1.39025000001</c:v>
                </c:pt>
                <c:pt idx="584">
                  <c:v>1.39050000001</c:v>
                </c:pt>
                <c:pt idx="585">
                  <c:v>1.39500000001</c:v>
                </c:pt>
                <c:pt idx="586">
                  <c:v>1.39525000001</c:v>
                </c:pt>
                <c:pt idx="587">
                  <c:v>1.39975000001</c:v>
                </c:pt>
                <c:pt idx="588">
                  <c:v>1.40000000001</c:v>
                </c:pt>
                <c:pt idx="589">
                  <c:v>1.40450000001</c:v>
                </c:pt>
                <c:pt idx="590">
                  <c:v>1.40475000001</c:v>
                </c:pt>
                <c:pt idx="591">
                  <c:v>1.40925000001</c:v>
                </c:pt>
                <c:pt idx="592">
                  <c:v>1.40950000001</c:v>
                </c:pt>
                <c:pt idx="593">
                  <c:v>1.41400000001</c:v>
                </c:pt>
                <c:pt idx="594">
                  <c:v>1.41425000001</c:v>
                </c:pt>
                <c:pt idx="595">
                  <c:v>1.41875000001</c:v>
                </c:pt>
                <c:pt idx="596">
                  <c:v>1.41900000001</c:v>
                </c:pt>
                <c:pt idx="597">
                  <c:v>1.42350000001</c:v>
                </c:pt>
                <c:pt idx="598">
                  <c:v>1.42375000001</c:v>
                </c:pt>
                <c:pt idx="599">
                  <c:v>1.42550000001</c:v>
                </c:pt>
                <c:pt idx="600">
                  <c:v>1.42825000001</c:v>
                </c:pt>
                <c:pt idx="601">
                  <c:v>1.42850000001</c:v>
                </c:pt>
                <c:pt idx="602">
                  <c:v>1.43300000001</c:v>
                </c:pt>
                <c:pt idx="603">
                  <c:v>1.43325000001</c:v>
                </c:pt>
                <c:pt idx="604">
                  <c:v>1.43775000001</c:v>
                </c:pt>
                <c:pt idx="605">
                  <c:v>1.43800000001</c:v>
                </c:pt>
                <c:pt idx="606">
                  <c:v>1.44250000001</c:v>
                </c:pt>
                <c:pt idx="607">
                  <c:v>1.44275000001</c:v>
                </c:pt>
                <c:pt idx="608">
                  <c:v>1.44725000001</c:v>
                </c:pt>
                <c:pt idx="609">
                  <c:v>1.44750000001</c:v>
                </c:pt>
                <c:pt idx="610">
                  <c:v>1.45200000001</c:v>
                </c:pt>
                <c:pt idx="611">
                  <c:v>1.45225000001</c:v>
                </c:pt>
                <c:pt idx="612">
                  <c:v>1.45675000001</c:v>
                </c:pt>
                <c:pt idx="613">
                  <c:v>1.45700000001</c:v>
                </c:pt>
                <c:pt idx="614">
                  <c:v>1.46150000001</c:v>
                </c:pt>
                <c:pt idx="615">
                  <c:v>1.46175000001</c:v>
                </c:pt>
                <c:pt idx="616">
                  <c:v>1.46625000001</c:v>
                </c:pt>
                <c:pt idx="617">
                  <c:v>1.46650000001</c:v>
                </c:pt>
                <c:pt idx="618">
                  <c:v>1.47100000001</c:v>
                </c:pt>
                <c:pt idx="619">
                  <c:v>1.47125000001</c:v>
                </c:pt>
                <c:pt idx="620">
                  <c:v>1.47575000001</c:v>
                </c:pt>
                <c:pt idx="621">
                  <c:v>1.47600000001</c:v>
                </c:pt>
                <c:pt idx="622">
                  <c:v>1.48050000001</c:v>
                </c:pt>
                <c:pt idx="623">
                  <c:v>1.48075000001</c:v>
                </c:pt>
                <c:pt idx="624">
                  <c:v>1.48525000001</c:v>
                </c:pt>
                <c:pt idx="625">
                  <c:v>1.48550000001</c:v>
                </c:pt>
                <c:pt idx="626">
                  <c:v>1.49000000001</c:v>
                </c:pt>
                <c:pt idx="627">
                  <c:v>1.49025000001</c:v>
                </c:pt>
                <c:pt idx="628">
                  <c:v>1.49475000001</c:v>
                </c:pt>
                <c:pt idx="629">
                  <c:v>1.49500000001</c:v>
                </c:pt>
                <c:pt idx="630">
                  <c:v>1.49950000001</c:v>
                </c:pt>
                <c:pt idx="631">
                  <c:v>1.49975000001</c:v>
                </c:pt>
                <c:pt idx="632">
                  <c:v>1.50425000001</c:v>
                </c:pt>
                <c:pt idx="633">
                  <c:v>1.50450000001</c:v>
                </c:pt>
                <c:pt idx="634">
                  <c:v>1.50900000001</c:v>
                </c:pt>
                <c:pt idx="635">
                  <c:v>1.50925000001</c:v>
                </c:pt>
                <c:pt idx="636">
                  <c:v>1.51375000001</c:v>
                </c:pt>
                <c:pt idx="637">
                  <c:v>1.51400000001</c:v>
                </c:pt>
                <c:pt idx="638">
                  <c:v>1.51850000001</c:v>
                </c:pt>
                <c:pt idx="639">
                  <c:v>1.51875000001</c:v>
                </c:pt>
                <c:pt idx="640">
                  <c:v>1.52325000001</c:v>
                </c:pt>
                <c:pt idx="641">
                  <c:v>1.52350000001</c:v>
                </c:pt>
                <c:pt idx="642">
                  <c:v>1.52800000001</c:v>
                </c:pt>
                <c:pt idx="643">
                  <c:v>1.52825000001</c:v>
                </c:pt>
                <c:pt idx="644">
                  <c:v>1.53275000001</c:v>
                </c:pt>
                <c:pt idx="645">
                  <c:v>1.53300000001</c:v>
                </c:pt>
                <c:pt idx="646">
                  <c:v>1.53750000001</c:v>
                </c:pt>
                <c:pt idx="647">
                  <c:v>1.53775000001</c:v>
                </c:pt>
                <c:pt idx="648">
                  <c:v>1.54225000001</c:v>
                </c:pt>
                <c:pt idx="649">
                  <c:v>1.54250000001</c:v>
                </c:pt>
                <c:pt idx="650">
                  <c:v>1.54700000001</c:v>
                </c:pt>
                <c:pt idx="651">
                  <c:v>1.54725000001</c:v>
                </c:pt>
                <c:pt idx="652">
                  <c:v>1.55175000001</c:v>
                </c:pt>
                <c:pt idx="653">
                  <c:v>1.55200000001</c:v>
                </c:pt>
                <c:pt idx="654">
                  <c:v>1.55650000001</c:v>
                </c:pt>
                <c:pt idx="655">
                  <c:v>1.55675000001</c:v>
                </c:pt>
                <c:pt idx="656">
                  <c:v>1.56125000001</c:v>
                </c:pt>
                <c:pt idx="657">
                  <c:v>1.56150000001</c:v>
                </c:pt>
                <c:pt idx="658">
                  <c:v>1.56600000001</c:v>
                </c:pt>
                <c:pt idx="659">
                  <c:v>1.56625000001</c:v>
                </c:pt>
                <c:pt idx="660">
                  <c:v>1.57075000001</c:v>
                </c:pt>
                <c:pt idx="661">
                  <c:v>1.57100000001</c:v>
                </c:pt>
                <c:pt idx="662">
                  <c:v>1.57550000001</c:v>
                </c:pt>
                <c:pt idx="663">
                  <c:v>1.57575000001</c:v>
                </c:pt>
                <c:pt idx="664">
                  <c:v>1.58025000001</c:v>
                </c:pt>
                <c:pt idx="665">
                  <c:v>1.58050000001</c:v>
                </c:pt>
                <c:pt idx="666">
                  <c:v>1.58350000001</c:v>
                </c:pt>
                <c:pt idx="667">
                  <c:v>1.58500000001</c:v>
                </c:pt>
                <c:pt idx="668">
                  <c:v>1.58525000001</c:v>
                </c:pt>
                <c:pt idx="669">
                  <c:v>1.58975000001</c:v>
                </c:pt>
                <c:pt idx="670">
                  <c:v>1.59000000001</c:v>
                </c:pt>
                <c:pt idx="671">
                  <c:v>1.59450000001</c:v>
                </c:pt>
                <c:pt idx="672">
                  <c:v>1.59475000001</c:v>
                </c:pt>
                <c:pt idx="673">
                  <c:v>1.59925000001</c:v>
                </c:pt>
                <c:pt idx="674">
                  <c:v>1.59950000001</c:v>
                </c:pt>
                <c:pt idx="675">
                  <c:v>1.60400000001</c:v>
                </c:pt>
                <c:pt idx="676">
                  <c:v>1.60425000001</c:v>
                </c:pt>
                <c:pt idx="677">
                  <c:v>1.60525000001</c:v>
                </c:pt>
                <c:pt idx="678">
                  <c:v>1.60875000001</c:v>
                </c:pt>
                <c:pt idx="679">
                  <c:v>1.60900000001</c:v>
                </c:pt>
                <c:pt idx="680">
                  <c:v>1.61350000001</c:v>
                </c:pt>
                <c:pt idx="681">
                  <c:v>1.61375000001</c:v>
                </c:pt>
                <c:pt idx="682">
                  <c:v>1.61825000001</c:v>
                </c:pt>
                <c:pt idx="683">
                  <c:v>1.61850000001</c:v>
                </c:pt>
                <c:pt idx="684">
                  <c:v>1.62300000001</c:v>
                </c:pt>
                <c:pt idx="685">
                  <c:v>1.62325000001</c:v>
                </c:pt>
                <c:pt idx="686">
                  <c:v>1.62775000001</c:v>
                </c:pt>
                <c:pt idx="687">
                  <c:v>1.62800000001</c:v>
                </c:pt>
                <c:pt idx="688">
                  <c:v>1.63250000001</c:v>
                </c:pt>
                <c:pt idx="689">
                  <c:v>1.63275000001</c:v>
                </c:pt>
                <c:pt idx="690">
                  <c:v>1.63725000001</c:v>
                </c:pt>
                <c:pt idx="691">
                  <c:v>1.63750000001</c:v>
                </c:pt>
                <c:pt idx="692">
                  <c:v>1.64200000001</c:v>
                </c:pt>
                <c:pt idx="693">
                  <c:v>1.64225000001</c:v>
                </c:pt>
                <c:pt idx="694">
                  <c:v>1.64675000001</c:v>
                </c:pt>
                <c:pt idx="695">
                  <c:v>1.64700000001</c:v>
                </c:pt>
                <c:pt idx="696">
                  <c:v>1.65150000001</c:v>
                </c:pt>
                <c:pt idx="697">
                  <c:v>1.65175000001</c:v>
                </c:pt>
                <c:pt idx="698">
                  <c:v>1.65625000001</c:v>
                </c:pt>
                <c:pt idx="699">
                  <c:v>1.65650000001</c:v>
                </c:pt>
                <c:pt idx="700">
                  <c:v>1.66100000001</c:v>
                </c:pt>
                <c:pt idx="701">
                  <c:v>1.66125000001</c:v>
                </c:pt>
                <c:pt idx="702">
                  <c:v>1.66575000001</c:v>
                </c:pt>
                <c:pt idx="703">
                  <c:v>1.66600000001</c:v>
                </c:pt>
                <c:pt idx="704">
                  <c:v>1.67050000001</c:v>
                </c:pt>
                <c:pt idx="705">
                  <c:v>1.67075000001</c:v>
                </c:pt>
                <c:pt idx="706">
                  <c:v>1.67525000001</c:v>
                </c:pt>
                <c:pt idx="707">
                  <c:v>1.67550000001</c:v>
                </c:pt>
                <c:pt idx="708">
                  <c:v>1.68000000001</c:v>
                </c:pt>
                <c:pt idx="709">
                  <c:v>1.68025000001</c:v>
                </c:pt>
                <c:pt idx="710">
                  <c:v>1.68475000001</c:v>
                </c:pt>
                <c:pt idx="711">
                  <c:v>1.68500000001</c:v>
                </c:pt>
                <c:pt idx="712">
                  <c:v>1.68950000001</c:v>
                </c:pt>
                <c:pt idx="713">
                  <c:v>1.68975000001</c:v>
                </c:pt>
                <c:pt idx="714">
                  <c:v>1.69425000001</c:v>
                </c:pt>
                <c:pt idx="715">
                  <c:v>1.69450000001</c:v>
                </c:pt>
                <c:pt idx="716">
                  <c:v>1.69900000001</c:v>
                </c:pt>
                <c:pt idx="717">
                  <c:v>1.69925000001</c:v>
                </c:pt>
                <c:pt idx="718">
                  <c:v>1.70375000001</c:v>
                </c:pt>
                <c:pt idx="719">
                  <c:v>1.70400000001</c:v>
                </c:pt>
                <c:pt idx="720">
                  <c:v>1.70850000001</c:v>
                </c:pt>
                <c:pt idx="721">
                  <c:v>1.70875000001</c:v>
                </c:pt>
                <c:pt idx="722">
                  <c:v>1.71325000001</c:v>
                </c:pt>
                <c:pt idx="723">
                  <c:v>1.71350000001</c:v>
                </c:pt>
                <c:pt idx="724">
                  <c:v>1.71800000001</c:v>
                </c:pt>
                <c:pt idx="725">
                  <c:v>1.71825000001</c:v>
                </c:pt>
                <c:pt idx="726">
                  <c:v>1.72275000001</c:v>
                </c:pt>
                <c:pt idx="727">
                  <c:v>1.72300000001</c:v>
                </c:pt>
                <c:pt idx="728">
                  <c:v>1.72750000001</c:v>
                </c:pt>
                <c:pt idx="729">
                  <c:v>1.72775000001</c:v>
                </c:pt>
                <c:pt idx="730">
                  <c:v>1.73225000001</c:v>
                </c:pt>
                <c:pt idx="731">
                  <c:v>1.73250000001</c:v>
                </c:pt>
                <c:pt idx="732">
                  <c:v>1.73700000001</c:v>
                </c:pt>
                <c:pt idx="733">
                  <c:v>1.73725000001</c:v>
                </c:pt>
                <c:pt idx="734">
                  <c:v>1.74175000001</c:v>
                </c:pt>
                <c:pt idx="735">
                  <c:v>1.74200000001</c:v>
                </c:pt>
                <c:pt idx="736">
                  <c:v>1.74650000001</c:v>
                </c:pt>
                <c:pt idx="737">
                  <c:v>1.74675000001</c:v>
                </c:pt>
                <c:pt idx="738">
                  <c:v>1.75125000001</c:v>
                </c:pt>
                <c:pt idx="739">
                  <c:v>1.75150000001</c:v>
                </c:pt>
                <c:pt idx="740">
                  <c:v>1.75600000001</c:v>
                </c:pt>
                <c:pt idx="741">
                  <c:v>1.75625000001</c:v>
                </c:pt>
                <c:pt idx="742">
                  <c:v>1.76075000001</c:v>
                </c:pt>
                <c:pt idx="743">
                  <c:v>1.76100000001</c:v>
                </c:pt>
                <c:pt idx="744">
                  <c:v>1.76550000001</c:v>
                </c:pt>
                <c:pt idx="745">
                  <c:v>1.76575000001</c:v>
                </c:pt>
                <c:pt idx="746">
                  <c:v>1.77025000001</c:v>
                </c:pt>
                <c:pt idx="747">
                  <c:v>1.77050000001</c:v>
                </c:pt>
                <c:pt idx="748">
                  <c:v>1.77500000001</c:v>
                </c:pt>
                <c:pt idx="749">
                  <c:v>1.77525000001</c:v>
                </c:pt>
                <c:pt idx="750">
                  <c:v>1.77975000001</c:v>
                </c:pt>
                <c:pt idx="751">
                  <c:v>1.78000000001</c:v>
                </c:pt>
                <c:pt idx="752">
                  <c:v>1.78450000001</c:v>
                </c:pt>
                <c:pt idx="753">
                  <c:v>1.78475000001</c:v>
                </c:pt>
                <c:pt idx="754">
                  <c:v>1.78925000001</c:v>
                </c:pt>
                <c:pt idx="755">
                  <c:v>1.78950000001</c:v>
                </c:pt>
                <c:pt idx="756">
                  <c:v>1.79400000001</c:v>
                </c:pt>
                <c:pt idx="757">
                  <c:v>1.79425000001</c:v>
                </c:pt>
                <c:pt idx="758">
                  <c:v>1.79875000001</c:v>
                </c:pt>
                <c:pt idx="759">
                  <c:v>1.79900000001</c:v>
                </c:pt>
                <c:pt idx="760">
                  <c:v>1.80350000001</c:v>
                </c:pt>
                <c:pt idx="761">
                  <c:v>1.80375000001</c:v>
                </c:pt>
                <c:pt idx="762">
                  <c:v>1.80825000001</c:v>
                </c:pt>
                <c:pt idx="763">
                  <c:v>1.80850000001</c:v>
                </c:pt>
                <c:pt idx="764">
                  <c:v>1.81300000001</c:v>
                </c:pt>
                <c:pt idx="765">
                  <c:v>1.81325000001</c:v>
                </c:pt>
                <c:pt idx="766">
                  <c:v>1.81775000001</c:v>
                </c:pt>
                <c:pt idx="767">
                  <c:v>1.81800000001</c:v>
                </c:pt>
                <c:pt idx="768">
                  <c:v>1.82250000001</c:v>
                </c:pt>
                <c:pt idx="769">
                  <c:v>1.82275000001</c:v>
                </c:pt>
                <c:pt idx="770">
                  <c:v>1.82575000001</c:v>
                </c:pt>
                <c:pt idx="771">
                  <c:v>1.82725000001</c:v>
                </c:pt>
                <c:pt idx="772">
                  <c:v>1.82750000001</c:v>
                </c:pt>
                <c:pt idx="773">
                  <c:v>1.83200000001</c:v>
                </c:pt>
                <c:pt idx="774">
                  <c:v>1.83225000001</c:v>
                </c:pt>
                <c:pt idx="775">
                  <c:v>1.83275000001</c:v>
                </c:pt>
                <c:pt idx="776">
                  <c:v>1.83675000001</c:v>
                </c:pt>
                <c:pt idx="777">
                  <c:v>1.83700000001</c:v>
                </c:pt>
                <c:pt idx="778">
                  <c:v>1.84150000001</c:v>
                </c:pt>
                <c:pt idx="779">
                  <c:v>1.84175000001</c:v>
                </c:pt>
                <c:pt idx="780">
                  <c:v>1.84625000001</c:v>
                </c:pt>
                <c:pt idx="781">
                  <c:v>1.84650000001</c:v>
                </c:pt>
                <c:pt idx="782">
                  <c:v>1.85100000001</c:v>
                </c:pt>
                <c:pt idx="783">
                  <c:v>1.85125000001</c:v>
                </c:pt>
                <c:pt idx="784">
                  <c:v>1.85575000001</c:v>
                </c:pt>
                <c:pt idx="785">
                  <c:v>1.85600000001</c:v>
                </c:pt>
                <c:pt idx="786">
                  <c:v>1.86050000001</c:v>
                </c:pt>
                <c:pt idx="787">
                  <c:v>1.86075000001</c:v>
                </c:pt>
                <c:pt idx="788">
                  <c:v>1.86525000001</c:v>
                </c:pt>
                <c:pt idx="789">
                  <c:v>1.86550000001</c:v>
                </c:pt>
                <c:pt idx="790">
                  <c:v>1.87000000001</c:v>
                </c:pt>
                <c:pt idx="791">
                  <c:v>1.87025000001</c:v>
                </c:pt>
                <c:pt idx="792">
                  <c:v>1.87475000001</c:v>
                </c:pt>
                <c:pt idx="793">
                  <c:v>1.87500000001</c:v>
                </c:pt>
                <c:pt idx="794">
                  <c:v>1.87950000001</c:v>
                </c:pt>
                <c:pt idx="795">
                  <c:v>1.87975000001</c:v>
                </c:pt>
                <c:pt idx="796">
                  <c:v>1.88425000001</c:v>
                </c:pt>
                <c:pt idx="797">
                  <c:v>1.88450000001</c:v>
                </c:pt>
                <c:pt idx="798">
                  <c:v>1.88900000001</c:v>
                </c:pt>
                <c:pt idx="799">
                  <c:v>1.88925000001</c:v>
                </c:pt>
                <c:pt idx="800">
                  <c:v>1.89375000001</c:v>
                </c:pt>
                <c:pt idx="801">
                  <c:v>1.89400000001</c:v>
                </c:pt>
                <c:pt idx="802">
                  <c:v>1.89850000001</c:v>
                </c:pt>
                <c:pt idx="803">
                  <c:v>1.89875000001</c:v>
                </c:pt>
                <c:pt idx="804">
                  <c:v>1.90325000001</c:v>
                </c:pt>
                <c:pt idx="805">
                  <c:v>1.90350000001</c:v>
                </c:pt>
                <c:pt idx="806">
                  <c:v>1.90800000001</c:v>
                </c:pt>
                <c:pt idx="807">
                  <c:v>1.90825000001</c:v>
                </c:pt>
                <c:pt idx="808">
                  <c:v>1.91275000001</c:v>
                </c:pt>
                <c:pt idx="809">
                  <c:v>1.91300000001</c:v>
                </c:pt>
                <c:pt idx="810">
                  <c:v>1.91750000001</c:v>
                </c:pt>
                <c:pt idx="811">
                  <c:v>1.91775000001</c:v>
                </c:pt>
                <c:pt idx="812">
                  <c:v>1.92225000001</c:v>
                </c:pt>
                <c:pt idx="813">
                  <c:v>1.92250000001</c:v>
                </c:pt>
                <c:pt idx="814">
                  <c:v>1.92700000001</c:v>
                </c:pt>
                <c:pt idx="815">
                  <c:v>1.92725000001</c:v>
                </c:pt>
                <c:pt idx="816">
                  <c:v>1.93175000001</c:v>
                </c:pt>
                <c:pt idx="817">
                  <c:v>1.93200000001</c:v>
                </c:pt>
                <c:pt idx="818">
                  <c:v>1.93650000001</c:v>
                </c:pt>
                <c:pt idx="819">
                  <c:v>1.93675000001</c:v>
                </c:pt>
                <c:pt idx="820">
                  <c:v>1.94125000001</c:v>
                </c:pt>
                <c:pt idx="821">
                  <c:v>1.94150000001</c:v>
                </c:pt>
                <c:pt idx="822">
                  <c:v>1.94600000001</c:v>
                </c:pt>
                <c:pt idx="823">
                  <c:v>1.94625000001</c:v>
                </c:pt>
                <c:pt idx="824">
                  <c:v>1.95075000001</c:v>
                </c:pt>
                <c:pt idx="825">
                  <c:v>1.95100000001</c:v>
                </c:pt>
                <c:pt idx="826">
                  <c:v>1.95550000001</c:v>
                </c:pt>
                <c:pt idx="827">
                  <c:v>1.95575000001</c:v>
                </c:pt>
                <c:pt idx="828">
                  <c:v>1.96025000001</c:v>
                </c:pt>
                <c:pt idx="829">
                  <c:v>1.96050000001</c:v>
                </c:pt>
                <c:pt idx="830">
                  <c:v>1.96500000001</c:v>
                </c:pt>
                <c:pt idx="831">
                  <c:v>1.96525000001</c:v>
                </c:pt>
                <c:pt idx="832">
                  <c:v>1.96975000001</c:v>
                </c:pt>
                <c:pt idx="833">
                  <c:v>1.97000000001</c:v>
                </c:pt>
                <c:pt idx="834">
                  <c:v>1.97450000001</c:v>
                </c:pt>
                <c:pt idx="835">
                  <c:v>1.97475000001</c:v>
                </c:pt>
                <c:pt idx="836">
                  <c:v>1.97925000001</c:v>
                </c:pt>
                <c:pt idx="837">
                  <c:v>1.97950000001</c:v>
                </c:pt>
                <c:pt idx="838">
                  <c:v>1.98400000001</c:v>
                </c:pt>
                <c:pt idx="839">
                  <c:v>1.98425000001</c:v>
                </c:pt>
                <c:pt idx="840">
                  <c:v>1.98875000001</c:v>
                </c:pt>
                <c:pt idx="841">
                  <c:v>1.98900000001</c:v>
                </c:pt>
                <c:pt idx="842">
                  <c:v>1.99350000001</c:v>
                </c:pt>
                <c:pt idx="843">
                  <c:v>1.99375000001</c:v>
                </c:pt>
                <c:pt idx="844">
                  <c:v>1.99825000001</c:v>
                </c:pt>
                <c:pt idx="845">
                  <c:v>1.99850000001</c:v>
                </c:pt>
                <c:pt idx="846">
                  <c:v>2.00300000001</c:v>
                </c:pt>
                <c:pt idx="847">
                  <c:v>2.00325000001</c:v>
                </c:pt>
                <c:pt idx="848">
                  <c:v>2.00775000001</c:v>
                </c:pt>
                <c:pt idx="849">
                  <c:v>2.00800000001</c:v>
                </c:pt>
                <c:pt idx="850">
                  <c:v>2.01250000001</c:v>
                </c:pt>
                <c:pt idx="851">
                  <c:v>2.01275000001</c:v>
                </c:pt>
                <c:pt idx="852">
                  <c:v>2.01725000001</c:v>
                </c:pt>
                <c:pt idx="853">
                  <c:v>2.01750000001</c:v>
                </c:pt>
                <c:pt idx="854">
                  <c:v>2.02200000001</c:v>
                </c:pt>
                <c:pt idx="855">
                  <c:v>2.02225000001</c:v>
                </c:pt>
                <c:pt idx="856">
                  <c:v>2.02675000001</c:v>
                </c:pt>
                <c:pt idx="857">
                  <c:v>2.02700000001</c:v>
                </c:pt>
                <c:pt idx="858">
                  <c:v>2.03150000001</c:v>
                </c:pt>
                <c:pt idx="859">
                  <c:v>2.03175000001</c:v>
                </c:pt>
                <c:pt idx="860">
                  <c:v>2.03625000001</c:v>
                </c:pt>
                <c:pt idx="861">
                  <c:v>2.03650000001</c:v>
                </c:pt>
                <c:pt idx="862">
                  <c:v>2.04100000001</c:v>
                </c:pt>
                <c:pt idx="863">
                  <c:v>2.04125000001</c:v>
                </c:pt>
                <c:pt idx="864">
                  <c:v>2.04200000001</c:v>
                </c:pt>
                <c:pt idx="865">
                  <c:v>2.04575000001</c:v>
                </c:pt>
                <c:pt idx="866">
                  <c:v>2.04600000001</c:v>
                </c:pt>
                <c:pt idx="867">
                  <c:v>2.04625000001</c:v>
                </c:pt>
                <c:pt idx="868">
                  <c:v>2.05050000001</c:v>
                </c:pt>
                <c:pt idx="869">
                  <c:v>2.05075000001</c:v>
                </c:pt>
                <c:pt idx="870">
                  <c:v>2.05525000001</c:v>
                </c:pt>
                <c:pt idx="871">
                  <c:v>2.05550000001</c:v>
                </c:pt>
                <c:pt idx="872">
                  <c:v>2.06000000001</c:v>
                </c:pt>
                <c:pt idx="873">
                  <c:v>2.06025000001</c:v>
                </c:pt>
                <c:pt idx="874">
                  <c:v>2.06475000001</c:v>
                </c:pt>
                <c:pt idx="875">
                  <c:v>2.06500000001</c:v>
                </c:pt>
                <c:pt idx="876">
                  <c:v>2.06950000001</c:v>
                </c:pt>
                <c:pt idx="877">
                  <c:v>2.06975000001</c:v>
                </c:pt>
                <c:pt idx="878">
                  <c:v>2.07425000001</c:v>
                </c:pt>
                <c:pt idx="879">
                  <c:v>2.07450000001</c:v>
                </c:pt>
                <c:pt idx="880">
                  <c:v>2.07900000001</c:v>
                </c:pt>
                <c:pt idx="881">
                  <c:v>2.07925000001</c:v>
                </c:pt>
                <c:pt idx="882">
                  <c:v>2.08375000001</c:v>
                </c:pt>
                <c:pt idx="883">
                  <c:v>2.08400000001</c:v>
                </c:pt>
                <c:pt idx="884">
                  <c:v>2.08850000001</c:v>
                </c:pt>
                <c:pt idx="885">
                  <c:v>2.08875000001</c:v>
                </c:pt>
                <c:pt idx="886">
                  <c:v>2.09325000001</c:v>
                </c:pt>
                <c:pt idx="887">
                  <c:v>2.09350000001</c:v>
                </c:pt>
                <c:pt idx="888">
                  <c:v>2.09800000001</c:v>
                </c:pt>
                <c:pt idx="889">
                  <c:v>2.09825000001</c:v>
                </c:pt>
                <c:pt idx="890">
                  <c:v>2.10275000001</c:v>
                </c:pt>
                <c:pt idx="891">
                  <c:v>2.10300000001</c:v>
                </c:pt>
                <c:pt idx="892">
                  <c:v>2.10750000001</c:v>
                </c:pt>
                <c:pt idx="893">
                  <c:v>2.10775000001</c:v>
                </c:pt>
                <c:pt idx="894">
                  <c:v>2.11225000001</c:v>
                </c:pt>
                <c:pt idx="895">
                  <c:v>2.11250000001</c:v>
                </c:pt>
                <c:pt idx="896">
                  <c:v>2.11700000001</c:v>
                </c:pt>
                <c:pt idx="897">
                  <c:v>2.11725000001</c:v>
                </c:pt>
                <c:pt idx="898">
                  <c:v>2.12175000001</c:v>
                </c:pt>
                <c:pt idx="899">
                  <c:v>2.12200000001</c:v>
                </c:pt>
                <c:pt idx="900">
                  <c:v>2.12650000001</c:v>
                </c:pt>
                <c:pt idx="901">
                  <c:v>2.12675000001</c:v>
                </c:pt>
                <c:pt idx="902">
                  <c:v>2.13125000001</c:v>
                </c:pt>
                <c:pt idx="903">
                  <c:v>2.13150000001</c:v>
                </c:pt>
                <c:pt idx="904">
                  <c:v>2.13600000001</c:v>
                </c:pt>
                <c:pt idx="905">
                  <c:v>2.13625000001</c:v>
                </c:pt>
                <c:pt idx="906">
                  <c:v>2.14075000001</c:v>
                </c:pt>
                <c:pt idx="907">
                  <c:v>2.14100000001</c:v>
                </c:pt>
                <c:pt idx="908">
                  <c:v>2.14550000001</c:v>
                </c:pt>
                <c:pt idx="909">
                  <c:v>2.14575000001</c:v>
                </c:pt>
                <c:pt idx="910">
                  <c:v>2.15025000001</c:v>
                </c:pt>
                <c:pt idx="911">
                  <c:v>2.15050000001</c:v>
                </c:pt>
                <c:pt idx="912">
                  <c:v>2.15500000001</c:v>
                </c:pt>
                <c:pt idx="913">
                  <c:v>2.15525000001</c:v>
                </c:pt>
                <c:pt idx="914">
                  <c:v>2.15975000001</c:v>
                </c:pt>
                <c:pt idx="915">
                  <c:v>2.16000000001</c:v>
                </c:pt>
                <c:pt idx="916">
                  <c:v>2.16450000001</c:v>
                </c:pt>
                <c:pt idx="917">
                  <c:v>2.16475000001</c:v>
                </c:pt>
                <c:pt idx="918">
                  <c:v>2.16925000001</c:v>
                </c:pt>
                <c:pt idx="919">
                  <c:v>2.16950000001</c:v>
                </c:pt>
                <c:pt idx="920">
                  <c:v>2.17400000001</c:v>
                </c:pt>
                <c:pt idx="921">
                  <c:v>2.17425000001</c:v>
                </c:pt>
                <c:pt idx="922">
                  <c:v>2.17875000001</c:v>
                </c:pt>
                <c:pt idx="923">
                  <c:v>2.17900000001</c:v>
                </c:pt>
                <c:pt idx="924">
                  <c:v>2.18350000001</c:v>
                </c:pt>
                <c:pt idx="925">
                  <c:v>2.18375000001</c:v>
                </c:pt>
                <c:pt idx="926">
                  <c:v>2.18825000001</c:v>
                </c:pt>
                <c:pt idx="927">
                  <c:v>2.18850000001</c:v>
                </c:pt>
                <c:pt idx="928">
                  <c:v>2.19300000001</c:v>
                </c:pt>
                <c:pt idx="929">
                  <c:v>2.19325000001</c:v>
                </c:pt>
                <c:pt idx="930">
                  <c:v>2.19775000001</c:v>
                </c:pt>
                <c:pt idx="931">
                  <c:v>2.19800000001</c:v>
                </c:pt>
                <c:pt idx="932">
                  <c:v>2.20250000001</c:v>
                </c:pt>
                <c:pt idx="933">
                  <c:v>2.20275000001</c:v>
                </c:pt>
                <c:pt idx="934">
                  <c:v>2.20725000001</c:v>
                </c:pt>
                <c:pt idx="935">
                  <c:v>2.20750000001</c:v>
                </c:pt>
                <c:pt idx="936">
                  <c:v>2.21200000001</c:v>
                </c:pt>
                <c:pt idx="937">
                  <c:v>2.21225000001</c:v>
                </c:pt>
                <c:pt idx="938">
                  <c:v>2.21675000001</c:v>
                </c:pt>
                <c:pt idx="939">
                  <c:v>2.21700000001</c:v>
                </c:pt>
                <c:pt idx="940">
                  <c:v>2.22150000001</c:v>
                </c:pt>
                <c:pt idx="941">
                  <c:v>2.22175000001</c:v>
                </c:pt>
                <c:pt idx="942">
                  <c:v>2.22625000001</c:v>
                </c:pt>
                <c:pt idx="943">
                  <c:v>2.22650000001</c:v>
                </c:pt>
                <c:pt idx="944">
                  <c:v>2.23100000001</c:v>
                </c:pt>
                <c:pt idx="945">
                  <c:v>2.23125000001</c:v>
                </c:pt>
                <c:pt idx="946">
                  <c:v>2.23575000001</c:v>
                </c:pt>
                <c:pt idx="947">
                  <c:v>2.23600000001</c:v>
                </c:pt>
                <c:pt idx="948">
                  <c:v>2.24050000001</c:v>
                </c:pt>
                <c:pt idx="949">
                  <c:v>2.24075000001</c:v>
                </c:pt>
                <c:pt idx="950">
                  <c:v>2.24525000001</c:v>
                </c:pt>
                <c:pt idx="951">
                  <c:v>2.24550000001</c:v>
                </c:pt>
                <c:pt idx="952">
                  <c:v>2.25000000001</c:v>
                </c:pt>
                <c:pt idx="953">
                  <c:v>2.25025000001</c:v>
                </c:pt>
                <c:pt idx="954">
                  <c:v>2.25475000001</c:v>
                </c:pt>
                <c:pt idx="955">
                  <c:v>2.25500000001</c:v>
                </c:pt>
                <c:pt idx="956">
                  <c:v>2.25950000001</c:v>
                </c:pt>
                <c:pt idx="957">
                  <c:v>2.25975000001</c:v>
                </c:pt>
                <c:pt idx="958">
                  <c:v>2.26425000001</c:v>
                </c:pt>
                <c:pt idx="959">
                  <c:v>2.26450000001</c:v>
                </c:pt>
                <c:pt idx="960">
                  <c:v>2.26675000001</c:v>
                </c:pt>
                <c:pt idx="961">
                  <c:v>2.26825000001</c:v>
                </c:pt>
                <c:pt idx="962">
                  <c:v>2.26900000001</c:v>
                </c:pt>
                <c:pt idx="963">
                  <c:v>2.26925000001</c:v>
                </c:pt>
                <c:pt idx="964">
                  <c:v>2.27375000001</c:v>
                </c:pt>
                <c:pt idx="965">
                  <c:v>2.27400000001</c:v>
                </c:pt>
                <c:pt idx="966">
                  <c:v>2.27850000001</c:v>
                </c:pt>
                <c:pt idx="967">
                  <c:v>2.27875000001</c:v>
                </c:pt>
                <c:pt idx="968">
                  <c:v>2.28325000001</c:v>
                </c:pt>
                <c:pt idx="969">
                  <c:v>2.28350000001</c:v>
                </c:pt>
                <c:pt idx="970">
                  <c:v>2.28800000001</c:v>
                </c:pt>
                <c:pt idx="971">
                  <c:v>2.28825000001</c:v>
                </c:pt>
                <c:pt idx="972">
                  <c:v>2.29275000001</c:v>
                </c:pt>
                <c:pt idx="973">
                  <c:v>2.29300000001</c:v>
                </c:pt>
                <c:pt idx="974">
                  <c:v>2.29750000001</c:v>
                </c:pt>
                <c:pt idx="975">
                  <c:v>2.29775000001</c:v>
                </c:pt>
                <c:pt idx="976">
                  <c:v>2.30225000001</c:v>
                </c:pt>
                <c:pt idx="977">
                  <c:v>2.30250000001</c:v>
                </c:pt>
                <c:pt idx="978">
                  <c:v>2.30700000001</c:v>
                </c:pt>
                <c:pt idx="979">
                  <c:v>2.30725000001</c:v>
                </c:pt>
                <c:pt idx="980">
                  <c:v>2.31175000001</c:v>
                </c:pt>
                <c:pt idx="981">
                  <c:v>2.31200000001</c:v>
                </c:pt>
                <c:pt idx="982">
                  <c:v>2.31650000001</c:v>
                </c:pt>
                <c:pt idx="983">
                  <c:v>2.31675000001</c:v>
                </c:pt>
                <c:pt idx="984">
                  <c:v>2.32125000001</c:v>
                </c:pt>
                <c:pt idx="985">
                  <c:v>2.32150000001</c:v>
                </c:pt>
                <c:pt idx="986">
                  <c:v>2.32600000001</c:v>
                </c:pt>
                <c:pt idx="987">
                  <c:v>2.32625000001</c:v>
                </c:pt>
                <c:pt idx="988">
                  <c:v>2.33075000001</c:v>
                </c:pt>
                <c:pt idx="989">
                  <c:v>2.33100000001</c:v>
                </c:pt>
                <c:pt idx="990">
                  <c:v>2.33550000001</c:v>
                </c:pt>
                <c:pt idx="991">
                  <c:v>2.33575000001</c:v>
                </c:pt>
                <c:pt idx="992">
                  <c:v>2.34025000001</c:v>
                </c:pt>
                <c:pt idx="993">
                  <c:v>2.34050000001</c:v>
                </c:pt>
                <c:pt idx="994">
                  <c:v>2.34500000001</c:v>
                </c:pt>
                <c:pt idx="995">
                  <c:v>2.34525000001</c:v>
                </c:pt>
                <c:pt idx="996">
                  <c:v>2.34975000001</c:v>
                </c:pt>
                <c:pt idx="997">
                  <c:v>2.35000000001</c:v>
                </c:pt>
                <c:pt idx="998">
                  <c:v>2.35450000001</c:v>
                </c:pt>
                <c:pt idx="999">
                  <c:v>2.35475000001</c:v>
                </c:pt>
                <c:pt idx="1000">
                  <c:v>2.35925000001</c:v>
                </c:pt>
                <c:pt idx="1001">
                  <c:v>2.35950000001</c:v>
                </c:pt>
                <c:pt idx="1002">
                  <c:v>2.36400000001</c:v>
                </c:pt>
                <c:pt idx="1003">
                  <c:v>2.36425000001</c:v>
                </c:pt>
                <c:pt idx="1004">
                  <c:v>2.36875000001</c:v>
                </c:pt>
                <c:pt idx="1005">
                  <c:v>2.36900000001</c:v>
                </c:pt>
                <c:pt idx="1006">
                  <c:v>2.37350000001</c:v>
                </c:pt>
                <c:pt idx="1007">
                  <c:v>2.37375000001</c:v>
                </c:pt>
                <c:pt idx="1008">
                  <c:v>2.37825000001</c:v>
                </c:pt>
                <c:pt idx="1009">
                  <c:v>2.37850000001</c:v>
                </c:pt>
                <c:pt idx="1010">
                  <c:v>2.38300000001</c:v>
                </c:pt>
                <c:pt idx="1011">
                  <c:v>2.38325000001</c:v>
                </c:pt>
                <c:pt idx="1012">
                  <c:v>2.38775000001</c:v>
                </c:pt>
                <c:pt idx="1013">
                  <c:v>2.38800000001</c:v>
                </c:pt>
                <c:pt idx="1014">
                  <c:v>2.39250000001</c:v>
                </c:pt>
                <c:pt idx="1015">
                  <c:v>2.39275000001</c:v>
                </c:pt>
                <c:pt idx="1016">
                  <c:v>2.39725000001</c:v>
                </c:pt>
                <c:pt idx="1017">
                  <c:v>2.39750000001</c:v>
                </c:pt>
                <c:pt idx="1018">
                  <c:v>2.40200000001</c:v>
                </c:pt>
                <c:pt idx="1019">
                  <c:v>2.40225000001</c:v>
                </c:pt>
                <c:pt idx="1020">
                  <c:v>2.40675000001</c:v>
                </c:pt>
                <c:pt idx="1021">
                  <c:v>2.40700000001</c:v>
                </c:pt>
                <c:pt idx="1022">
                  <c:v>2.41150000001</c:v>
                </c:pt>
                <c:pt idx="1023">
                  <c:v>2.41175000001</c:v>
                </c:pt>
                <c:pt idx="1024">
                  <c:v>2.41625000001</c:v>
                </c:pt>
                <c:pt idx="1025">
                  <c:v>2.41650000001</c:v>
                </c:pt>
                <c:pt idx="1026">
                  <c:v>2.42100000001</c:v>
                </c:pt>
                <c:pt idx="1027">
                  <c:v>2.42125000001</c:v>
                </c:pt>
                <c:pt idx="1028">
                  <c:v>2.42575000001</c:v>
                </c:pt>
                <c:pt idx="1029">
                  <c:v>2.42600000001</c:v>
                </c:pt>
                <c:pt idx="1030">
                  <c:v>2.43050000001</c:v>
                </c:pt>
                <c:pt idx="1031">
                  <c:v>2.43075000001</c:v>
                </c:pt>
                <c:pt idx="1032">
                  <c:v>2.43525000001</c:v>
                </c:pt>
                <c:pt idx="1033">
                  <c:v>2.43550000001</c:v>
                </c:pt>
                <c:pt idx="1034">
                  <c:v>2.44000000001</c:v>
                </c:pt>
                <c:pt idx="1035">
                  <c:v>2.44025000001</c:v>
                </c:pt>
                <c:pt idx="1036">
                  <c:v>2.44475000001</c:v>
                </c:pt>
                <c:pt idx="1037">
                  <c:v>2.44500000001</c:v>
                </c:pt>
                <c:pt idx="1038">
                  <c:v>2.44950000001</c:v>
                </c:pt>
                <c:pt idx="1039">
                  <c:v>2.44975000001</c:v>
                </c:pt>
                <c:pt idx="1040">
                  <c:v>2.45425000001</c:v>
                </c:pt>
                <c:pt idx="1041">
                  <c:v>2.45450000001</c:v>
                </c:pt>
                <c:pt idx="1042">
                  <c:v>2.45900000001</c:v>
                </c:pt>
                <c:pt idx="1043">
                  <c:v>2.45925000001</c:v>
                </c:pt>
                <c:pt idx="1044">
                  <c:v>2.46375000001</c:v>
                </c:pt>
                <c:pt idx="1045">
                  <c:v>2.46400000001</c:v>
                </c:pt>
                <c:pt idx="1046">
                  <c:v>2.46850000001</c:v>
                </c:pt>
                <c:pt idx="1047">
                  <c:v>2.46875000001</c:v>
                </c:pt>
                <c:pt idx="1048">
                  <c:v>2.47325000001</c:v>
                </c:pt>
                <c:pt idx="1049">
                  <c:v>2.47350000001</c:v>
                </c:pt>
                <c:pt idx="1050">
                  <c:v>2.47800000001</c:v>
                </c:pt>
                <c:pt idx="1051">
                  <c:v>2.47825000001</c:v>
                </c:pt>
                <c:pt idx="1052">
                  <c:v>2.48275000001</c:v>
                </c:pt>
                <c:pt idx="1053">
                  <c:v>2.48300000001</c:v>
                </c:pt>
                <c:pt idx="1054">
                  <c:v>2.48500000001</c:v>
                </c:pt>
                <c:pt idx="1055">
                  <c:v>2.48725000001</c:v>
                </c:pt>
                <c:pt idx="1056">
                  <c:v>2.48750000001</c:v>
                </c:pt>
                <c:pt idx="1057">
                  <c:v>2.48775000001</c:v>
                </c:pt>
                <c:pt idx="1058">
                  <c:v>2.49225000001</c:v>
                </c:pt>
                <c:pt idx="1059">
                  <c:v>2.49250000001</c:v>
                </c:pt>
                <c:pt idx="1060">
                  <c:v>2.49700000001</c:v>
                </c:pt>
                <c:pt idx="1061">
                  <c:v>2.49725000001</c:v>
                </c:pt>
                <c:pt idx="1062">
                  <c:v>2.50175000001</c:v>
                </c:pt>
                <c:pt idx="1063">
                  <c:v>2.50200000001</c:v>
                </c:pt>
                <c:pt idx="1064">
                  <c:v>2.50650000001</c:v>
                </c:pt>
                <c:pt idx="1065">
                  <c:v>2.50675000001</c:v>
                </c:pt>
                <c:pt idx="1066">
                  <c:v>2.51125000001</c:v>
                </c:pt>
                <c:pt idx="1067">
                  <c:v>2.51150000001</c:v>
                </c:pt>
                <c:pt idx="1068">
                  <c:v>2.51600000001</c:v>
                </c:pt>
                <c:pt idx="1069">
                  <c:v>2.51625000001</c:v>
                </c:pt>
                <c:pt idx="1070">
                  <c:v>2.52075000001</c:v>
                </c:pt>
                <c:pt idx="1071">
                  <c:v>2.52100000001</c:v>
                </c:pt>
                <c:pt idx="1072">
                  <c:v>2.52550000001</c:v>
                </c:pt>
                <c:pt idx="1073">
                  <c:v>2.52575000001</c:v>
                </c:pt>
                <c:pt idx="1074">
                  <c:v>2.53025000001</c:v>
                </c:pt>
                <c:pt idx="1075">
                  <c:v>2.53050000001</c:v>
                </c:pt>
                <c:pt idx="1076">
                  <c:v>2.53500000001</c:v>
                </c:pt>
                <c:pt idx="1077">
                  <c:v>2.53525000001</c:v>
                </c:pt>
                <c:pt idx="1078">
                  <c:v>2.53975000001</c:v>
                </c:pt>
                <c:pt idx="1079">
                  <c:v>2.54000000001</c:v>
                </c:pt>
                <c:pt idx="1080">
                  <c:v>2.54450000001</c:v>
                </c:pt>
                <c:pt idx="1081">
                  <c:v>2.54475000001</c:v>
                </c:pt>
                <c:pt idx="1082">
                  <c:v>2.54925000001</c:v>
                </c:pt>
                <c:pt idx="1083">
                  <c:v>2.54950000001</c:v>
                </c:pt>
                <c:pt idx="1084">
                  <c:v>2.55400000001</c:v>
                </c:pt>
                <c:pt idx="1085">
                  <c:v>2.55425000001</c:v>
                </c:pt>
                <c:pt idx="1086">
                  <c:v>2.55875000001</c:v>
                </c:pt>
                <c:pt idx="1087">
                  <c:v>2.55900000001</c:v>
                </c:pt>
                <c:pt idx="1088">
                  <c:v>2.56350000001</c:v>
                </c:pt>
                <c:pt idx="1089">
                  <c:v>2.56375000001</c:v>
                </c:pt>
                <c:pt idx="1090">
                  <c:v>2.56825000001</c:v>
                </c:pt>
                <c:pt idx="1091">
                  <c:v>2.56850000001</c:v>
                </c:pt>
                <c:pt idx="1092">
                  <c:v>2.57300000001</c:v>
                </c:pt>
                <c:pt idx="1093">
                  <c:v>2.57325000001</c:v>
                </c:pt>
                <c:pt idx="1094">
                  <c:v>2.57775000001</c:v>
                </c:pt>
                <c:pt idx="1095">
                  <c:v>2.57800000001</c:v>
                </c:pt>
                <c:pt idx="1096">
                  <c:v>2.58250000001</c:v>
                </c:pt>
                <c:pt idx="1097">
                  <c:v>2.58275000001</c:v>
                </c:pt>
                <c:pt idx="1098">
                  <c:v>2.58725000001</c:v>
                </c:pt>
                <c:pt idx="1099">
                  <c:v>2.58750000001</c:v>
                </c:pt>
                <c:pt idx="1100">
                  <c:v>2.59200000001</c:v>
                </c:pt>
                <c:pt idx="1101">
                  <c:v>2.59225000001</c:v>
                </c:pt>
                <c:pt idx="1102">
                  <c:v>2.59675000001</c:v>
                </c:pt>
                <c:pt idx="1103">
                  <c:v>2.59700000001</c:v>
                </c:pt>
                <c:pt idx="1104">
                  <c:v>2.60150000001</c:v>
                </c:pt>
                <c:pt idx="1105">
                  <c:v>2.60175000001</c:v>
                </c:pt>
                <c:pt idx="1106">
                  <c:v>2.60625000001</c:v>
                </c:pt>
                <c:pt idx="1107">
                  <c:v>2.60650000001</c:v>
                </c:pt>
                <c:pt idx="1108">
                  <c:v>2.61100000001</c:v>
                </c:pt>
                <c:pt idx="1109">
                  <c:v>2.61125000001</c:v>
                </c:pt>
                <c:pt idx="1110">
                  <c:v>2.61575000001</c:v>
                </c:pt>
                <c:pt idx="1111">
                  <c:v>2.61600000001</c:v>
                </c:pt>
                <c:pt idx="1112">
                  <c:v>2.62050000001</c:v>
                </c:pt>
                <c:pt idx="1113">
                  <c:v>2.62075000001</c:v>
                </c:pt>
                <c:pt idx="1114">
                  <c:v>2.62525000001</c:v>
                </c:pt>
                <c:pt idx="1115">
                  <c:v>2.62550000001</c:v>
                </c:pt>
                <c:pt idx="1116">
                  <c:v>2.63000000001</c:v>
                </c:pt>
                <c:pt idx="1117">
                  <c:v>2.63025000001</c:v>
                </c:pt>
                <c:pt idx="1118">
                  <c:v>2.63475000001</c:v>
                </c:pt>
                <c:pt idx="1119">
                  <c:v>2.63500000001</c:v>
                </c:pt>
                <c:pt idx="1120">
                  <c:v>2.63950000001</c:v>
                </c:pt>
                <c:pt idx="1121">
                  <c:v>2.63975000001</c:v>
                </c:pt>
                <c:pt idx="1122">
                  <c:v>2.64425000001</c:v>
                </c:pt>
                <c:pt idx="1123">
                  <c:v>2.64450000001</c:v>
                </c:pt>
                <c:pt idx="1124">
                  <c:v>2.64900000001</c:v>
                </c:pt>
                <c:pt idx="1125">
                  <c:v>2.64925000001</c:v>
                </c:pt>
                <c:pt idx="1126">
                  <c:v>2.65375000001</c:v>
                </c:pt>
                <c:pt idx="1127">
                  <c:v>2.65400000001</c:v>
                </c:pt>
                <c:pt idx="1128">
                  <c:v>2.65850000001</c:v>
                </c:pt>
                <c:pt idx="1129">
                  <c:v>2.65875000001</c:v>
                </c:pt>
                <c:pt idx="1130">
                  <c:v>2.66325000001</c:v>
                </c:pt>
                <c:pt idx="1131">
                  <c:v>2.66350000001</c:v>
                </c:pt>
                <c:pt idx="1132">
                  <c:v>2.66800000001</c:v>
                </c:pt>
                <c:pt idx="1133">
                  <c:v>2.66825000001</c:v>
                </c:pt>
                <c:pt idx="1134">
                  <c:v>2.67275000001</c:v>
                </c:pt>
                <c:pt idx="1135">
                  <c:v>2.67300000001</c:v>
                </c:pt>
                <c:pt idx="1136">
                  <c:v>2.67750000001</c:v>
                </c:pt>
                <c:pt idx="1137">
                  <c:v>2.67775000001</c:v>
                </c:pt>
                <c:pt idx="1138">
                  <c:v>2.68225000001</c:v>
                </c:pt>
                <c:pt idx="1139">
                  <c:v>2.68250000001</c:v>
                </c:pt>
                <c:pt idx="1140">
                  <c:v>2.68700000001</c:v>
                </c:pt>
                <c:pt idx="1141">
                  <c:v>2.68725000001</c:v>
                </c:pt>
                <c:pt idx="1142">
                  <c:v>2.69175000001</c:v>
                </c:pt>
                <c:pt idx="1143">
                  <c:v>2.69200000001</c:v>
                </c:pt>
                <c:pt idx="1144">
                  <c:v>2.69650000001</c:v>
                </c:pt>
                <c:pt idx="1145">
                  <c:v>2.69675000001</c:v>
                </c:pt>
                <c:pt idx="1146">
                  <c:v>2.70125000001</c:v>
                </c:pt>
                <c:pt idx="1147">
                  <c:v>2.70150000001</c:v>
                </c:pt>
                <c:pt idx="1148">
                  <c:v>2.70600000001</c:v>
                </c:pt>
                <c:pt idx="1149">
                  <c:v>2.70625000001</c:v>
                </c:pt>
                <c:pt idx="1150">
                  <c:v>2.70750000001</c:v>
                </c:pt>
                <c:pt idx="1151">
                  <c:v>2.70850000001</c:v>
                </c:pt>
                <c:pt idx="1152">
                  <c:v>2.71075000001</c:v>
                </c:pt>
                <c:pt idx="1153">
                  <c:v>2.71100000001</c:v>
                </c:pt>
                <c:pt idx="1154">
                  <c:v>2.71550000001</c:v>
                </c:pt>
                <c:pt idx="1155">
                  <c:v>2.71575000001</c:v>
                </c:pt>
                <c:pt idx="1156">
                  <c:v>2.72025000001</c:v>
                </c:pt>
                <c:pt idx="1157">
                  <c:v>2.72050000001</c:v>
                </c:pt>
                <c:pt idx="1158">
                  <c:v>2.72500000001</c:v>
                </c:pt>
                <c:pt idx="1159">
                  <c:v>2.72525000001</c:v>
                </c:pt>
                <c:pt idx="1160">
                  <c:v>2.72975000001</c:v>
                </c:pt>
                <c:pt idx="1161">
                  <c:v>2.73000000001</c:v>
                </c:pt>
                <c:pt idx="1162">
                  <c:v>2.73450000001</c:v>
                </c:pt>
                <c:pt idx="1163">
                  <c:v>2.73475000001</c:v>
                </c:pt>
                <c:pt idx="1164">
                  <c:v>2.73925000001</c:v>
                </c:pt>
                <c:pt idx="1165">
                  <c:v>2.73950000001</c:v>
                </c:pt>
                <c:pt idx="1166">
                  <c:v>2.74400000001</c:v>
                </c:pt>
                <c:pt idx="1167">
                  <c:v>2.74425000001</c:v>
                </c:pt>
                <c:pt idx="1168">
                  <c:v>2.74875000001</c:v>
                </c:pt>
                <c:pt idx="1169">
                  <c:v>2.74900000001</c:v>
                </c:pt>
                <c:pt idx="1170">
                  <c:v>2.75350000001</c:v>
                </c:pt>
                <c:pt idx="1171">
                  <c:v>2.75375000001</c:v>
                </c:pt>
                <c:pt idx="1172">
                  <c:v>2.75825000001</c:v>
                </c:pt>
                <c:pt idx="1173">
                  <c:v>2.75850000001</c:v>
                </c:pt>
                <c:pt idx="1174">
                  <c:v>2.76300000001</c:v>
                </c:pt>
                <c:pt idx="1175">
                  <c:v>2.76325000001</c:v>
                </c:pt>
                <c:pt idx="1176">
                  <c:v>2.76775000001</c:v>
                </c:pt>
                <c:pt idx="1177">
                  <c:v>2.76800000001</c:v>
                </c:pt>
                <c:pt idx="1178">
                  <c:v>2.77250000001</c:v>
                </c:pt>
                <c:pt idx="1179">
                  <c:v>2.77275000001</c:v>
                </c:pt>
                <c:pt idx="1180">
                  <c:v>2.77725000001</c:v>
                </c:pt>
                <c:pt idx="1181">
                  <c:v>2.77750000001</c:v>
                </c:pt>
                <c:pt idx="1182">
                  <c:v>2.78200000001</c:v>
                </c:pt>
                <c:pt idx="1183">
                  <c:v>2.78225000001</c:v>
                </c:pt>
                <c:pt idx="1184">
                  <c:v>2.78675000001</c:v>
                </c:pt>
                <c:pt idx="1185">
                  <c:v>2.78700000001</c:v>
                </c:pt>
                <c:pt idx="1186">
                  <c:v>2.79150000001</c:v>
                </c:pt>
                <c:pt idx="1187">
                  <c:v>2.79175000001</c:v>
                </c:pt>
                <c:pt idx="1188">
                  <c:v>2.79625000001</c:v>
                </c:pt>
                <c:pt idx="1189">
                  <c:v>2.79650000001</c:v>
                </c:pt>
                <c:pt idx="1190">
                  <c:v>2.80100000001</c:v>
                </c:pt>
                <c:pt idx="1191">
                  <c:v>2.80125000001</c:v>
                </c:pt>
                <c:pt idx="1192">
                  <c:v>2.80575000001</c:v>
                </c:pt>
                <c:pt idx="1193">
                  <c:v>2.80600000001</c:v>
                </c:pt>
                <c:pt idx="1194">
                  <c:v>2.81050000001</c:v>
                </c:pt>
                <c:pt idx="1195">
                  <c:v>2.81075000001</c:v>
                </c:pt>
                <c:pt idx="1196">
                  <c:v>2.81525000001</c:v>
                </c:pt>
                <c:pt idx="1197">
                  <c:v>2.81550000001</c:v>
                </c:pt>
                <c:pt idx="1198">
                  <c:v>2.82000000001</c:v>
                </c:pt>
                <c:pt idx="1199">
                  <c:v>2.82025000001</c:v>
                </c:pt>
                <c:pt idx="1200">
                  <c:v>2.82475000001</c:v>
                </c:pt>
                <c:pt idx="1201">
                  <c:v>2.82500000001</c:v>
                </c:pt>
                <c:pt idx="1202">
                  <c:v>2.82950000001</c:v>
                </c:pt>
                <c:pt idx="1203">
                  <c:v>2.82975000001</c:v>
                </c:pt>
                <c:pt idx="1204">
                  <c:v>2.83425000001</c:v>
                </c:pt>
                <c:pt idx="1205">
                  <c:v>2.83450000001</c:v>
                </c:pt>
                <c:pt idx="1206">
                  <c:v>2.83900000001</c:v>
                </c:pt>
                <c:pt idx="1207">
                  <c:v>2.83925000001</c:v>
                </c:pt>
                <c:pt idx="1208">
                  <c:v>2.84375000001</c:v>
                </c:pt>
                <c:pt idx="1209">
                  <c:v>2.84400000001</c:v>
                </c:pt>
                <c:pt idx="1210">
                  <c:v>2.84850000001</c:v>
                </c:pt>
                <c:pt idx="1211">
                  <c:v>2.84875000001</c:v>
                </c:pt>
                <c:pt idx="1212">
                  <c:v>2.85325000001</c:v>
                </c:pt>
                <c:pt idx="1213">
                  <c:v>2.85350000001</c:v>
                </c:pt>
                <c:pt idx="1214">
                  <c:v>2.85800000001</c:v>
                </c:pt>
                <c:pt idx="1215">
                  <c:v>2.85825000001</c:v>
                </c:pt>
                <c:pt idx="1216">
                  <c:v>2.86275000001</c:v>
                </c:pt>
                <c:pt idx="1217">
                  <c:v>2.86300000001</c:v>
                </c:pt>
                <c:pt idx="1218">
                  <c:v>2.86750000001</c:v>
                </c:pt>
                <c:pt idx="1219">
                  <c:v>2.86775000001</c:v>
                </c:pt>
                <c:pt idx="1220">
                  <c:v>2.87225000001</c:v>
                </c:pt>
                <c:pt idx="1221">
                  <c:v>2.87250000001</c:v>
                </c:pt>
                <c:pt idx="1222">
                  <c:v>2.87700000001</c:v>
                </c:pt>
                <c:pt idx="1223">
                  <c:v>2.87725000001</c:v>
                </c:pt>
                <c:pt idx="1224">
                  <c:v>2.88175000001</c:v>
                </c:pt>
                <c:pt idx="1225">
                  <c:v>2.88200000001</c:v>
                </c:pt>
                <c:pt idx="1226">
                  <c:v>2.88650000001</c:v>
                </c:pt>
                <c:pt idx="1227">
                  <c:v>2.88675000001</c:v>
                </c:pt>
                <c:pt idx="1228">
                  <c:v>2.89125000001</c:v>
                </c:pt>
                <c:pt idx="1229">
                  <c:v>2.89150000001</c:v>
                </c:pt>
                <c:pt idx="1230">
                  <c:v>2.89600000001</c:v>
                </c:pt>
                <c:pt idx="1231">
                  <c:v>2.89625000001</c:v>
                </c:pt>
                <c:pt idx="1232">
                  <c:v>2.90075000001</c:v>
                </c:pt>
                <c:pt idx="1233">
                  <c:v>2.90100000001</c:v>
                </c:pt>
                <c:pt idx="1234">
                  <c:v>2.90550000001</c:v>
                </c:pt>
                <c:pt idx="1235">
                  <c:v>2.90575000001</c:v>
                </c:pt>
                <c:pt idx="1236">
                  <c:v>2.91025000001</c:v>
                </c:pt>
                <c:pt idx="1237">
                  <c:v>2.91050000001</c:v>
                </c:pt>
                <c:pt idx="1238">
                  <c:v>2.91500000001</c:v>
                </c:pt>
                <c:pt idx="1239">
                  <c:v>2.91525000001</c:v>
                </c:pt>
                <c:pt idx="1240">
                  <c:v>2.91975000001</c:v>
                </c:pt>
                <c:pt idx="1241">
                  <c:v>2.92000000001</c:v>
                </c:pt>
                <c:pt idx="1242">
                  <c:v>2.92450000001</c:v>
                </c:pt>
                <c:pt idx="1243">
                  <c:v>2.92475000001</c:v>
                </c:pt>
                <c:pt idx="1244">
                  <c:v>2.92625000001</c:v>
                </c:pt>
                <c:pt idx="1245">
                  <c:v>2.92800000001</c:v>
                </c:pt>
                <c:pt idx="1246">
                  <c:v>2.92925000001</c:v>
                </c:pt>
                <c:pt idx="1247">
                  <c:v>2.92950000001</c:v>
                </c:pt>
                <c:pt idx="1248">
                  <c:v>2.93400000001</c:v>
                </c:pt>
                <c:pt idx="1249">
                  <c:v>2.93425000001</c:v>
                </c:pt>
                <c:pt idx="1250">
                  <c:v>2.93875000001</c:v>
                </c:pt>
                <c:pt idx="1251">
                  <c:v>2.93900000001</c:v>
                </c:pt>
                <c:pt idx="1252">
                  <c:v>2.94350000001</c:v>
                </c:pt>
                <c:pt idx="1253">
                  <c:v>2.94375000001</c:v>
                </c:pt>
                <c:pt idx="1254">
                  <c:v>2.94825000001</c:v>
                </c:pt>
                <c:pt idx="1255">
                  <c:v>2.94850000001</c:v>
                </c:pt>
                <c:pt idx="1256">
                  <c:v>2.95300000001</c:v>
                </c:pt>
                <c:pt idx="1257">
                  <c:v>2.95325000001</c:v>
                </c:pt>
                <c:pt idx="1258">
                  <c:v>2.95775000001</c:v>
                </c:pt>
                <c:pt idx="1259">
                  <c:v>2.95800000001</c:v>
                </c:pt>
                <c:pt idx="1260">
                  <c:v>2.96250000001</c:v>
                </c:pt>
                <c:pt idx="1261">
                  <c:v>2.96275000001</c:v>
                </c:pt>
                <c:pt idx="1262">
                  <c:v>2.96725000001</c:v>
                </c:pt>
                <c:pt idx="1263">
                  <c:v>2.96750000001</c:v>
                </c:pt>
                <c:pt idx="1264">
                  <c:v>2.97200000001</c:v>
                </c:pt>
                <c:pt idx="1265">
                  <c:v>2.97225000001</c:v>
                </c:pt>
                <c:pt idx="1266">
                  <c:v>2.97675000001</c:v>
                </c:pt>
                <c:pt idx="1267">
                  <c:v>2.97700000001</c:v>
                </c:pt>
                <c:pt idx="1268">
                  <c:v>2.98150000001</c:v>
                </c:pt>
                <c:pt idx="1269">
                  <c:v>2.98175000001</c:v>
                </c:pt>
                <c:pt idx="1270">
                  <c:v>2.98625000001</c:v>
                </c:pt>
                <c:pt idx="1271">
                  <c:v>2.98650000001</c:v>
                </c:pt>
                <c:pt idx="1272">
                  <c:v>2.99100000001</c:v>
                </c:pt>
                <c:pt idx="1273">
                  <c:v>2.99125000001</c:v>
                </c:pt>
                <c:pt idx="1274">
                  <c:v>2.99575000001</c:v>
                </c:pt>
                <c:pt idx="1275">
                  <c:v>2.99600000001</c:v>
                </c:pt>
                <c:pt idx="1276">
                  <c:v>3.00050000001</c:v>
                </c:pt>
                <c:pt idx="1277">
                  <c:v>3.00075000001</c:v>
                </c:pt>
                <c:pt idx="1278">
                  <c:v>3.00525000001</c:v>
                </c:pt>
                <c:pt idx="1279">
                  <c:v>3.00550000001</c:v>
                </c:pt>
                <c:pt idx="1280">
                  <c:v>3.01000000001</c:v>
                </c:pt>
                <c:pt idx="1281">
                  <c:v>3.01025000001</c:v>
                </c:pt>
                <c:pt idx="1282">
                  <c:v>3.01475000001</c:v>
                </c:pt>
                <c:pt idx="1283">
                  <c:v>3.01500000001</c:v>
                </c:pt>
                <c:pt idx="1284">
                  <c:v>3.01950000001</c:v>
                </c:pt>
                <c:pt idx="1285">
                  <c:v>3.01975000001</c:v>
                </c:pt>
                <c:pt idx="1286">
                  <c:v>3.02425000001</c:v>
                </c:pt>
                <c:pt idx="1287">
                  <c:v>3.02450000001</c:v>
                </c:pt>
                <c:pt idx="1288">
                  <c:v>3.02900000001</c:v>
                </c:pt>
                <c:pt idx="1289">
                  <c:v>3.02925000001</c:v>
                </c:pt>
                <c:pt idx="1290">
                  <c:v>3.03375000001</c:v>
                </c:pt>
                <c:pt idx="1291">
                  <c:v>3.03400000001</c:v>
                </c:pt>
                <c:pt idx="1292">
                  <c:v>3.03850000001</c:v>
                </c:pt>
                <c:pt idx="1293">
                  <c:v>3.03875000001</c:v>
                </c:pt>
                <c:pt idx="1294">
                  <c:v>3.04325000001</c:v>
                </c:pt>
                <c:pt idx="1295">
                  <c:v>3.04350000001</c:v>
                </c:pt>
                <c:pt idx="1296">
                  <c:v>3.04800000001</c:v>
                </c:pt>
                <c:pt idx="1297">
                  <c:v>3.04825000001</c:v>
                </c:pt>
                <c:pt idx="1298">
                  <c:v>3.05275000001</c:v>
                </c:pt>
                <c:pt idx="1299">
                  <c:v>3.05300000001</c:v>
                </c:pt>
                <c:pt idx="1300">
                  <c:v>3.05750000001</c:v>
                </c:pt>
                <c:pt idx="1301">
                  <c:v>3.05775000001</c:v>
                </c:pt>
                <c:pt idx="1302">
                  <c:v>3.06225000001</c:v>
                </c:pt>
                <c:pt idx="1303">
                  <c:v>3.06250000001</c:v>
                </c:pt>
                <c:pt idx="1304">
                  <c:v>3.06700000001</c:v>
                </c:pt>
                <c:pt idx="1305">
                  <c:v>3.06725000001</c:v>
                </c:pt>
                <c:pt idx="1306">
                  <c:v>3.07175000001</c:v>
                </c:pt>
                <c:pt idx="1307">
                  <c:v>3.07200000001</c:v>
                </c:pt>
                <c:pt idx="1308">
                  <c:v>3.07650000001</c:v>
                </c:pt>
                <c:pt idx="1309">
                  <c:v>3.07675000001</c:v>
                </c:pt>
                <c:pt idx="1310">
                  <c:v>3.08125000001</c:v>
                </c:pt>
                <c:pt idx="1311">
                  <c:v>3.08150000001</c:v>
                </c:pt>
                <c:pt idx="1312">
                  <c:v>3.08600000001</c:v>
                </c:pt>
                <c:pt idx="1313">
                  <c:v>3.08625000001</c:v>
                </c:pt>
                <c:pt idx="1314">
                  <c:v>3.09075000001</c:v>
                </c:pt>
                <c:pt idx="1315">
                  <c:v>3.09100000001</c:v>
                </c:pt>
                <c:pt idx="1316">
                  <c:v>3.09550000001</c:v>
                </c:pt>
                <c:pt idx="1317">
                  <c:v>3.09575000001</c:v>
                </c:pt>
                <c:pt idx="1318">
                  <c:v>3.10025000001</c:v>
                </c:pt>
                <c:pt idx="1319">
                  <c:v>3.10050000001</c:v>
                </c:pt>
                <c:pt idx="1320">
                  <c:v>3.10500000001</c:v>
                </c:pt>
                <c:pt idx="1321">
                  <c:v>3.10525000001</c:v>
                </c:pt>
                <c:pt idx="1322">
                  <c:v>3.10975000001</c:v>
                </c:pt>
                <c:pt idx="1323">
                  <c:v>3.11000000001</c:v>
                </c:pt>
                <c:pt idx="1324">
                  <c:v>3.11450000001</c:v>
                </c:pt>
                <c:pt idx="1325">
                  <c:v>3.11475000001</c:v>
                </c:pt>
                <c:pt idx="1326">
                  <c:v>3.11925000001</c:v>
                </c:pt>
                <c:pt idx="1327">
                  <c:v>3.11950000001</c:v>
                </c:pt>
                <c:pt idx="1328">
                  <c:v>3.12400000001</c:v>
                </c:pt>
                <c:pt idx="1329">
                  <c:v>3.12425000001</c:v>
                </c:pt>
                <c:pt idx="1330">
                  <c:v>3.12875000001</c:v>
                </c:pt>
                <c:pt idx="1331">
                  <c:v>3.12900000001</c:v>
                </c:pt>
                <c:pt idx="1332">
                  <c:v>3.13350000001</c:v>
                </c:pt>
                <c:pt idx="1333">
                  <c:v>3.13375000001</c:v>
                </c:pt>
                <c:pt idx="1334">
                  <c:v>3.13825000001</c:v>
                </c:pt>
                <c:pt idx="1335">
                  <c:v>3.13850000001</c:v>
                </c:pt>
                <c:pt idx="1336">
                  <c:v>3.14300000002</c:v>
                </c:pt>
                <c:pt idx="1337">
                  <c:v>3.14325000002</c:v>
                </c:pt>
                <c:pt idx="1338">
                  <c:v>3.14775000002</c:v>
                </c:pt>
                <c:pt idx="1339">
                  <c:v>3.14800000002</c:v>
                </c:pt>
                <c:pt idx="1340">
                  <c:v>3.14850000002</c:v>
                </c:pt>
                <c:pt idx="1341">
                  <c:v>3.14950000002</c:v>
                </c:pt>
                <c:pt idx="1342">
                  <c:v>3.15250000002</c:v>
                </c:pt>
                <c:pt idx="1343">
                  <c:v>3.15275000002</c:v>
                </c:pt>
                <c:pt idx="1344">
                  <c:v>3.15725000002</c:v>
                </c:pt>
                <c:pt idx="1345">
                  <c:v>3.15750000002</c:v>
                </c:pt>
                <c:pt idx="1346">
                  <c:v>3.16200000002</c:v>
                </c:pt>
                <c:pt idx="1347">
                  <c:v>3.16225000002</c:v>
                </c:pt>
                <c:pt idx="1348">
                  <c:v>3.16675000002</c:v>
                </c:pt>
                <c:pt idx="1349">
                  <c:v>3.16700000002</c:v>
                </c:pt>
                <c:pt idx="1350">
                  <c:v>3.17150000002</c:v>
                </c:pt>
                <c:pt idx="1351">
                  <c:v>3.17175000002</c:v>
                </c:pt>
                <c:pt idx="1352">
                  <c:v>3.17625000002</c:v>
                </c:pt>
                <c:pt idx="1353">
                  <c:v>3.17650000002</c:v>
                </c:pt>
                <c:pt idx="1354">
                  <c:v>3.18100000002</c:v>
                </c:pt>
                <c:pt idx="1355">
                  <c:v>3.18125000002</c:v>
                </c:pt>
                <c:pt idx="1356">
                  <c:v>3.18575000002</c:v>
                </c:pt>
                <c:pt idx="1357">
                  <c:v>3.18600000002</c:v>
                </c:pt>
                <c:pt idx="1358">
                  <c:v>3.19050000002</c:v>
                </c:pt>
                <c:pt idx="1359">
                  <c:v>3.19075000002</c:v>
                </c:pt>
                <c:pt idx="1360">
                  <c:v>3.19525000002</c:v>
                </c:pt>
                <c:pt idx="1361">
                  <c:v>3.19550000002</c:v>
                </c:pt>
                <c:pt idx="1362">
                  <c:v>3.20000000002</c:v>
                </c:pt>
                <c:pt idx="1363">
                  <c:v>3.20025000002</c:v>
                </c:pt>
                <c:pt idx="1364">
                  <c:v>3.20475000002</c:v>
                </c:pt>
                <c:pt idx="1365">
                  <c:v>3.20500000002</c:v>
                </c:pt>
                <c:pt idx="1366">
                  <c:v>3.20950000002</c:v>
                </c:pt>
                <c:pt idx="1367">
                  <c:v>3.20975000002</c:v>
                </c:pt>
                <c:pt idx="1368">
                  <c:v>3.21425000002</c:v>
                </c:pt>
                <c:pt idx="1369">
                  <c:v>3.21450000002</c:v>
                </c:pt>
                <c:pt idx="1370">
                  <c:v>3.21900000002</c:v>
                </c:pt>
                <c:pt idx="1371">
                  <c:v>3.21925000002</c:v>
                </c:pt>
                <c:pt idx="1372">
                  <c:v>3.22375000002</c:v>
                </c:pt>
                <c:pt idx="1373">
                  <c:v>3.22400000002</c:v>
                </c:pt>
                <c:pt idx="1374">
                  <c:v>3.22850000002</c:v>
                </c:pt>
                <c:pt idx="1375">
                  <c:v>3.22875000002</c:v>
                </c:pt>
                <c:pt idx="1376">
                  <c:v>3.23325000002</c:v>
                </c:pt>
                <c:pt idx="1377">
                  <c:v>3.23350000002</c:v>
                </c:pt>
                <c:pt idx="1378">
                  <c:v>3.23800000002</c:v>
                </c:pt>
                <c:pt idx="1379">
                  <c:v>3.23825000002</c:v>
                </c:pt>
                <c:pt idx="1380">
                  <c:v>3.24275000002</c:v>
                </c:pt>
                <c:pt idx="1381">
                  <c:v>3.24300000002</c:v>
                </c:pt>
                <c:pt idx="1382">
                  <c:v>3.24750000002</c:v>
                </c:pt>
                <c:pt idx="1383">
                  <c:v>3.24775000002</c:v>
                </c:pt>
                <c:pt idx="1384">
                  <c:v>3.25225000002</c:v>
                </c:pt>
                <c:pt idx="1385">
                  <c:v>3.25250000002</c:v>
                </c:pt>
                <c:pt idx="1386">
                  <c:v>3.25700000002</c:v>
                </c:pt>
                <c:pt idx="1387">
                  <c:v>3.25725000002</c:v>
                </c:pt>
                <c:pt idx="1388">
                  <c:v>3.26175000002</c:v>
                </c:pt>
                <c:pt idx="1389">
                  <c:v>3.26200000002</c:v>
                </c:pt>
                <c:pt idx="1390">
                  <c:v>3.26650000002</c:v>
                </c:pt>
                <c:pt idx="1391">
                  <c:v>3.26675000002</c:v>
                </c:pt>
                <c:pt idx="1392">
                  <c:v>3.27125000002</c:v>
                </c:pt>
                <c:pt idx="1393">
                  <c:v>3.27150000002</c:v>
                </c:pt>
                <c:pt idx="1394">
                  <c:v>3.27600000002</c:v>
                </c:pt>
                <c:pt idx="1395">
                  <c:v>3.27625000002</c:v>
                </c:pt>
                <c:pt idx="1396">
                  <c:v>3.28075000002</c:v>
                </c:pt>
                <c:pt idx="1397">
                  <c:v>3.28100000002</c:v>
                </c:pt>
                <c:pt idx="1398">
                  <c:v>3.28550000002</c:v>
                </c:pt>
                <c:pt idx="1399">
                  <c:v>3.28575000002</c:v>
                </c:pt>
                <c:pt idx="1400">
                  <c:v>3.29025000002</c:v>
                </c:pt>
                <c:pt idx="1401">
                  <c:v>3.29050000002</c:v>
                </c:pt>
                <c:pt idx="1402">
                  <c:v>3.29500000002</c:v>
                </c:pt>
                <c:pt idx="1403">
                  <c:v>3.29525000002</c:v>
                </c:pt>
                <c:pt idx="1404">
                  <c:v>3.29975000002</c:v>
                </c:pt>
                <c:pt idx="1405">
                  <c:v>3.30000000002</c:v>
                </c:pt>
                <c:pt idx="1406">
                  <c:v>3.30450000002</c:v>
                </c:pt>
                <c:pt idx="1407">
                  <c:v>3.30475000002</c:v>
                </c:pt>
                <c:pt idx="1408">
                  <c:v>3.30925000002</c:v>
                </c:pt>
                <c:pt idx="1409">
                  <c:v>3.30950000002</c:v>
                </c:pt>
                <c:pt idx="1410">
                  <c:v>3.31400000002</c:v>
                </c:pt>
                <c:pt idx="1411">
                  <c:v>3.31425000002</c:v>
                </c:pt>
                <c:pt idx="1412">
                  <c:v>3.31875000002</c:v>
                </c:pt>
                <c:pt idx="1413">
                  <c:v>3.31900000002</c:v>
                </c:pt>
                <c:pt idx="1414">
                  <c:v>3.32350000002</c:v>
                </c:pt>
                <c:pt idx="1415">
                  <c:v>3.32375000002</c:v>
                </c:pt>
                <c:pt idx="1416">
                  <c:v>3.32825000002</c:v>
                </c:pt>
                <c:pt idx="1417">
                  <c:v>3.32850000002</c:v>
                </c:pt>
                <c:pt idx="1418">
                  <c:v>3.33300000002</c:v>
                </c:pt>
                <c:pt idx="1419">
                  <c:v>3.33325000002</c:v>
                </c:pt>
                <c:pt idx="1420">
                  <c:v>3.33775000002</c:v>
                </c:pt>
                <c:pt idx="1421">
                  <c:v>3.33800000002</c:v>
                </c:pt>
                <c:pt idx="1422">
                  <c:v>3.34250000002</c:v>
                </c:pt>
                <c:pt idx="1423">
                  <c:v>3.34275000002</c:v>
                </c:pt>
                <c:pt idx="1424">
                  <c:v>3.34725000002</c:v>
                </c:pt>
                <c:pt idx="1425">
                  <c:v>3.34750000002</c:v>
                </c:pt>
                <c:pt idx="1426">
                  <c:v>3.35200000002</c:v>
                </c:pt>
                <c:pt idx="1427">
                  <c:v>3.35225000002</c:v>
                </c:pt>
                <c:pt idx="1428">
                  <c:v>3.35675000002</c:v>
                </c:pt>
                <c:pt idx="1429">
                  <c:v>3.35700000002</c:v>
                </c:pt>
                <c:pt idx="1430">
                  <c:v>3.36150000002</c:v>
                </c:pt>
                <c:pt idx="1431">
                  <c:v>3.36175000002</c:v>
                </c:pt>
                <c:pt idx="1432">
                  <c:v>3.36625000002</c:v>
                </c:pt>
                <c:pt idx="1433">
                  <c:v>3.36650000002</c:v>
                </c:pt>
                <c:pt idx="1434">
                  <c:v>3.36725000002</c:v>
                </c:pt>
                <c:pt idx="1435">
                  <c:v>3.36900000002</c:v>
                </c:pt>
                <c:pt idx="1436">
                  <c:v>3.37100000002</c:v>
                </c:pt>
                <c:pt idx="1437">
                  <c:v>3.37125000002</c:v>
                </c:pt>
                <c:pt idx="1438">
                  <c:v>3.37575000002</c:v>
                </c:pt>
                <c:pt idx="1439">
                  <c:v>3.37600000002</c:v>
                </c:pt>
                <c:pt idx="1440">
                  <c:v>3.38050000002</c:v>
                </c:pt>
                <c:pt idx="1441">
                  <c:v>3.38075000002</c:v>
                </c:pt>
                <c:pt idx="1442">
                  <c:v>3.38525000002</c:v>
                </c:pt>
                <c:pt idx="1443">
                  <c:v>3.38550000002</c:v>
                </c:pt>
                <c:pt idx="1444">
                  <c:v>3.39000000002</c:v>
                </c:pt>
                <c:pt idx="1445">
                  <c:v>3.39025000002</c:v>
                </c:pt>
                <c:pt idx="1446">
                  <c:v>3.39475000002</c:v>
                </c:pt>
                <c:pt idx="1447">
                  <c:v>3.39500000002</c:v>
                </c:pt>
                <c:pt idx="1448">
                  <c:v>3.39950000002</c:v>
                </c:pt>
                <c:pt idx="1449">
                  <c:v>3.39975000002</c:v>
                </c:pt>
                <c:pt idx="1450">
                  <c:v>3.40425000002</c:v>
                </c:pt>
                <c:pt idx="1451">
                  <c:v>3.40450000002</c:v>
                </c:pt>
                <c:pt idx="1452">
                  <c:v>3.40900000002</c:v>
                </c:pt>
                <c:pt idx="1453">
                  <c:v>3.40925000002</c:v>
                </c:pt>
                <c:pt idx="1454">
                  <c:v>3.41375000002</c:v>
                </c:pt>
                <c:pt idx="1455">
                  <c:v>3.41400000002</c:v>
                </c:pt>
                <c:pt idx="1456">
                  <c:v>3.41850000002</c:v>
                </c:pt>
                <c:pt idx="1457">
                  <c:v>3.41875000002</c:v>
                </c:pt>
                <c:pt idx="1458">
                  <c:v>3.42325000002</c:v>
                </c:pt>
                <c:pt idx="1459">
                  <c:v>3.42350000002</c:v>
                </c:pt>
                <c:pt idx="1460">
                  <c:v>3.42800000002</c:v>
                </c:pt>
                <c:pt idx="1461">
                  <c:v>3.42825000002</c:v>
                </c:pt>
                <c:pt idx="1462">
                  <c:v>3.43275000002</c:v>
                </c:pt>
                <c:pt idx="1463">
                  <c:v>3.43300000002</c:v>
                </c:pt>
                <c:pt idx="1464">
                  <c:v>3.43750000002</c:v>
                </c:pt>
                <c:pt idx="1465">
                  <c:v>3.43775000002</c:v>
                </c:pt>
                <c:pt idx="1466">
                  <c:v>3.44225000002</c:v>
                </c:pt>
                <c:pt idx="1467">
                  <c:v>3.44250000002</c:v>
                </c:pt>
                <c:pt idx="1468">
                  <c:v>3.44700000002</c:v>
                </c:pt>
                <c:pt idx="1469">
                  <c:v>3.44725000002</c:v>
                </c:pt>
                <c:pt idx="1470">
                  <c:v>3.45175000002</c:v>
                </c:pt>
                <c:pt idx="1471">
                  <c:v>3.45200000002</c:v>
                </c:pt>
                <c:pt idx="1472">
                  <c:v>3.45650000002</c:v>
                </c:pt>
                <c:pt idx="1473">
                  <c:v>3.45675000002</c:v>
                </c:pt>
                <c:pt idx="1474">
                  <c:v>3.46125000002</c:v>
                </c:pt>
                <c:pt idx="1475">
                  <c:v>3.46150000002</c:v>
                </c:pt>
                <c:pt idx="1476">
                  <c:v>3.46600000002</c:v>
                </c:pt>
                <c:pt idx="1477">
                  <c:v>3.46625000002</c:v>
                </c:pt>
                <c:pt idx="1478">
                  <c:v>3.47075000002</c:v>
                </c:pt>
                <c:pt idx="1479">
                  <c:v>3.47100000002</c:v>
                </c:pt>
                <c:pt idx="1480">
                  <c:v>3.47550000002</c:v>
                </c:pt>
                <c:pt idx="1481">
                  <c:v>3.47575000002</c:v>
                </c:pt>
                <c:pt idx="1482">
                  <c:v>3.48025000002</c:v>
                </c:pt>
                <c:pt idx="1483">
                  <c:v>3.48050000002</c:v>
                </c:pt>
                <c:pt idx="1484">
                  <c:v>3.48500000002</c:v>
                </c:pt>
                <c:pt idx="1485">
                  <c:v>3.48525000002</c:v>
                </c:pt>
                <c:pt idx="1486">
                  <c:v>3.48975000002</c:v>
                </c:pt>
                <c:pt idx="1487">
                  <c:v>3.49000000002</c:v>
                </c:pt>
                <c:pt idx="1488">
                  <c:v>3.49450000002</c:v>
                </c:pt>
                <c:pt idx="1489">
                  <c:v>3.49475000002</c:v>
                </c:pt>
                <c:pt idx="1490">
                  <c:v>3.49925000002</c:v>
                </c:pt>
                <c:pt idx="1491">
                  <c:v>3.49950000002</c:v>
                </c:pt>
                <c:pt idx="1492">
                  <c:v>3.50400000002</c:v>
                </c:pt>
                <c:pt idx="1493">
                  <c:v>3.50425000002</c:v>
                </c:pt>
                <c:pt idx="1494">
                  <c:v>3.50875000002</c:v>
                </c:pt>
                <c:pt idx="1495">
                  <c:v>3.50900000002</c:v>
                </c:pt>
                <c:pt idx="1496">
                  <c:v>3.51350000002</c:v>
                </c:pt>
                <c:pt idx="1497">
                  <c:v>3.51375000002</c:v>
                </c:pt>
                <c:pt idx="1498">
                  <c:v>3.51825000002</c:v>
                </c:pt>
                <c:pt idx="1499">
                  <c:v>3.51850000002</c:v>
                </c:pt>
                <c:pt idx="1500">
                  <c:v>3.52300000002</c:v>
                </c:pt>
                <c:pt idx="1501">
                  <c:v>3.52325000002</c:v>
                </c:pt>
                <c:pt idx="1502">
                  <c:v>3.52775000002</c:v>
                </c:pt>
                <c:pt idx="1503">
                  <c:v>3.52800000002</c:v>
                </c:pt>
                <c:pt idx="1504">
                  <c:v>3.53250000002</c:v>
                </c:pt>
                <c:pt idx="1505">
                  <c:v>3.53275000002</c:v>
                </c:pt>
                <c:pt idx="1506">
                  <c:v>3.53725000002</c:v>
                </c:pt>
                <c:pt idx="1507">
                  <c:v>3.53750000002</c:v>
                </c:pt>
                <c:pt idx="1508">
                  <c:v>3.54200000002</c:v>
                </c:pt>
                <c:pt idx="1509">
                  <c:v>3.54225000002</c:v>
                </c:pt>
                <c:pt idx="1510">
                  <c:v>3.54675000002</c:v>
                </c:pt>
                <c:pt idx="1511">
                  <c:v>3.54700000002</c:v>
                </c:pt>
                <c:pt idx="1512">
                  <c:v>3.55150000002</c:v>
                </c:pt>
                <c:pt idx="1513">
                  <c:v>3.55175000002</c:v>
                </c:pt>
                <c:pt idx="1514">
                  <c:v>3.55625000002</c:v>
                </c:pt>
                <c:pt idx="1515">
                  <c:v>3.55650000002</c:v>
                </c:pt>
                <c:pt idx="1516">
                  <c:v>3.56100000002</c:v>
                </c:pt>
                <c:pt idx="1517">
                  <c:v>3.56125000002</c:v>
                </c:pt>
                <c:pt idx="1518">
                  <c:v>3.56575000002</c:v>
                </c:pt>
                <c:pt idx="1519">
                  <c:v>3.56600000002</c:v>
                </c:pt>
                <c:pt idx="1520">
                  <c:v>3.57050000002</c:v>
                </c:pt>
                <c:pt idx="1521">
                  <c:v>3.57075000002</c:v>
                </c:pt>
                <c:pt idx="1522">
                  <c:v>3.57525000002</c:v>
                </c:pt>
                <c:pt idx="1523">
                  <c:v>3.57550000002</c:v>
                </c:pt>
                <c:pt idx="1524">
                  <c:v>3.58000000002</c:v>
                </c:pt>
                <c:pt idx="1525">
                  <c:v>3.58025000002</c:v>
                </c:pt>
                <c:pt idx="1526">
                  <c:v>3.58475000002</c:v>
                </c:pt>
                <c:pt idx="1527">
                  <c:v>3.58500000002</c:v>
                </c:pt>
                <c:pt idx="1528">
                  <c:v>3.58950000002</c:v>
                </c:pt>
                <c:pt idx="1529">
                  <c:v>3.58975000002</c:v>
                </c:pt>
                <c:pt idx="1530">
                  <c:v>3.59050000002</c:v>
                </c:pt>
                <c:pt idx="1531">
                  <c:v>3.59425000002</c:v>
                </c:pt>
                <c:pt idx="1532">
                  <c:v>3.59450000002</c:v>
                </c:pt>
                <c:pt idx="1533">
                  <c:v>3.59900000002</c:v>
                </c:pt>
                <c:pt idx="1534">
                  <c:v>3.59925000002</c:v>
                </c:pt>
                <c:pt idx="1535">
                  <c:v>3.60375000002</c:v>
                </c:pt>
                <c:pt idx="1536">
                  <c:v>3.60400000002</c:v>
                </c:pt>
                <c:pt idx="1537">
                  <c:v>3.60850000002</c:v>
                </c:pt>
                <c:pt idx="1538">
                  <c:v>3.60875000002</c:v>
                </c:pt>
                <c:pt idx="1539">
                  <c:v>3.61325000002</c:v>
                </c:pt>
                <c:pt idx="1540">
                  <c:v>3.61350000002</c:v>
                </c:pt>
                <c:pt idx="1541">
                  <c:v>3.61800000002</c:v>
                </c:pt>
                <c:pt idx="1542">
                  <c:v>3.61825000002</c:v>
                </c:pt>
                <c:pt idx="1543">
                  <c:v>3.62275000002</c:v>
                </c:pt>
                <c:pt idx="1544">
                  <c:v>3.62300000002</c:v>
                </c:pt>
                <c:pt idx="1545">
                  <c:v>3.62750000002</c:v>
                </c:pt>
                <c:pt idx="1546">
                  <c:v>3.62775000002</c:v>
                </c:pt>
                <c:pt idx="1547">
                  <c:v>3.63225000002</c:v>
                </c:pt>
                <c:pt idx="1548">
                  <c:v>3.63250000002</c:v>
                </c:pt>
                <c:pt idx="1549">
                  <c:v>3.63700000002</c:v>
                </c:pt>
                <c:pt idx="1550">
                  <c:v>3.63725000002</c:v>
                </c:pt>
                <c:pt idx="1551">
                  <c:v>3.64175000002</c:v>
                </c:pt>
                <c:pt idx="1552">
                  <c:v>3.64200000002</c:v>
                </c:pt>
                <c:pt idx="1553">
                  <c:v>3.64650000002</c:v>
                </c:pt>
                <c:pt idx="1554">
                  <c:v>3.64675000002</c:v>
                </c:pt>
                <c:pt idx="1555">
                  <c:v>3.65125000002</c:v>
                </c:pt>
                <c:pt idx="1556">
                  <c:v>3.65150000002</c:v>
                </c:pt>
                <c:pt idx="1557">
                  <c:v>3.65600000002</c:v>
                </c:pt>
                <c:pt idx="1558">
                  <c:v>3.65625000002</c:v>
                </c:pt>
                <c:pt idx="1559">
                  <c:v>3.66075000002</c:v>
                </c:pt>
                <c:pt idx="1560">
                  <c:v>3.66100000002</c:v>
                </c:pt>
                <c:pt idx="1561">
                  <c:v>3.66550000002</c:v>
                </c:pt>
                <c:pt idx="1562">
                  <c:v>3.66575000002</c:v>
                </c:pt>
                <c:pt idx="1563">
                  <c:v>3.67025000002</c:v>
                </c:pt>
                <c:pt idx="1564">
                  <c:v>3.67050000002</c:v>
                </c:pt>
                <c:pt idx="1565">
                  <c:v>3.67500000002</c:v>
                </c:pt>
                <c:pt idx="1566">
                  <c:v>3.67525000002</c:v>
                </c:pt>
                <c:pt idx="1567">
                  <c:v>3.67975000002</c:v>
                </c:pt>
                <c:pt idx="1568">
                  <c:v>3.68000000002</c:v>
                </c:pt>
                <c:pt idx="1569">
                  <c:v>3.68450000002</c:v>
                </c:pt>
                <c:pt idx="1570">
                  <c:v>3.68475000002</c:v>
                </c:pt>
                <c:pt idx="1571">
                  <c:v>3.68925000002</c:v>
                </c:pt>
                <c:pt idx="1572">
                  <c:v>3.68950000002</c:v>
                </c:pt>
                <c:pt idx="1573">
                  <c:v>3.69400000002</c:v>
                </c:pt>
                <c:pt idx="1574">
                  <c:v>3.69425000002</c:v>
                </c:pt>
                <c:pt idx="1575">
                  <c:v>3.69875000002</c:v>
                </c:pt>
                <c:pt idx="1576">
                  <c:v>3.69900000002</c:v>
                </c:pt>
                <c:pt idx="1577">
                  <c:v>3.70350000002</c:v>
                </c:pt>
                <c:pt idx="1578">
                  <c:v>3.70375000002</c:v>
                </c:pt>
                <c:pt idx="1579">
                  <c:v>3.70825000002</c:v>
                </c:pt>
                <c:pt idx="1580">
                  <c:v>3.70850000002</c:v>
                </c:pt>
                <c:pt idx="1581">
                  <c:v>3.71300000002</c:v>
                </c:pt>
                <c:pt idx="1582">
                  <c:v>3.71325000002</c:v>
                </c:pt>
                <c:pt idx="1583">
                  <c:v>3.71775000002</c:v>
                </c:pt>
                <c:pt idx="1584">
                  <c:v>3.71800000002</c:v>
                </c:pt>
                <c:pt idx="1585">
                  <c:v>3.72250000002</c:v>
                </c:pt>
                <c:pt idx="1586">
                  <c:v>3.72275000002</c:v>
                </c:pt>
                <c:pt idx="1587">
                  <c:v>3.72725000002</c:v>
                </c:pt>
                <c:pt idx="1588">
                  <c:v>3.72750000002</c:v>
                </c:pt>
                <c:pt idx="1589">
                  <c:v>3.73200000002</c:v>
                </c:pt>
                <c:pt idx="1590">
                  <c:v>3.73225000002</c:v>
                </c:pt>
                <c:pt idx="1591">
                  <c:v>3.73675000002</c:v>
                </c:pt>
                <c:pt idx="1592">
                  <c:v>3.73700000002</c:v>
                </c:pt>
                <c:pt idx="1593">
                  <c:v>3.74150000002</c:v>
                </c:pt>
                <c:pt idx="1594">
                  <c:v>3.74175000002</c:v>
                </c:pt>
                <c:pt idx="1595">
                  <c:v>3.74625000002</c:v>
                </c:pt>
                <c:pt idx="1596">
                  <c:v>3.74650000002</c:v>
                </c:pt>
                <c:pt idx="1597">
                  <c:v>3.75100000002</c:v>
                </c:pt>
                <c:pt idx="1598">
                  <c:v>3.75125000002</c:v>
                </c:pt>
                <c:pt idx="1599">
                  <c:v>3.75575000002</c:v>
                </c:pt>
                <c:pt idx="1600">
                  <c:v>3.75600000002</c:v>
                </c:pt>
                <c:pt idx="1601">
                  <c:v>3.76050000002</c:v>
                </c:pt>
                <c:pt idx="1602">
                  <c:v>3.76075000002</c:v>
                </c:pt>
                <c:pt idx="1603">
                  <c:v>3.76525000002</c:v>
                </c:pt>
                <c:pt idx="1604">
                  <c:v>3.76550000002</c:v>
                </c:pt>
                <c:pt idx="1605">
                  <c:v>3.77000000002</c:v>
                </c:pt>
                <c:pt idx="1606">
                  <c:v>3.77025000002</c:v>
                </c:pt>
                <c:pt idx="1607">
                  <c:v>3.77475000002</c:v>
                </c:pt>
                <c:pt idx="1608">
                  <c:v>3.77500000002</c:v>
                </c:pt>
                <c:pt idx="1609">
                  <c:v>3.77950000002</c:v>
                </c:pt>
                <c:pt idx="1610">
                  <c:v>3.77975000002</c:v>
                </c:pt>
                <c:pt idx="1611">
                  <c:v>3.78425000002</c:v>
                </c:pt>
                <c:pt idx="1612">
                  <c:v>3.78450000002</c:v>
                </c:pt>
                <c:pt idx="1613">
                  <c:v>3.78900000002</c:v>
                </c:pt>
                <c:pt idx="1614">
                  <c:v>3.78925000002</c:v>
                </c:pt>
                <c:pt idx="1615">
                  <c:v>3.79375000002</c:v>
                </c:pt>
                <c:pt idx="1616">
                  <c:v>3.79400000002</c:v>
                </c:pt>
                <c:pt idx="1617">
                  <c:v>3.79850000002</c:v>
                </c:pt>
                <c:pt idx="1618">
                  <c:v>3.79875000002</c:v>
                </c:pt>
                <c:pt idx="1619">
                  <c:v>3.80325000002</c:v>
                </c:pt>
                <c:pt idx="1620">
                  <c:v>3.80350000002</c:v>
                </c:pt>
                <c:pt idx="1621">
                  <c:v>3.80800000002</c:v>
                </c:pt>
                <c:pt idx="1622">
                  <c:v>3.80825000002</c:v>
                </c:pt>
                <c:pt idx="1623">
                  <c:v>3.81000000002</c:v>
                </c:pt>
                <c:pt idx="1624">
                  <c:v>3.81275000002</c:v>
                </c:pt>
                <c:pt idx="1625">
                  <c:v>3.81300000002</c:v>
                </c:pt>
                <c:pt idx="1626">
                  <c:v>3.81750000002</c:v>
                </c:pt>
                <c:pt idx="1627">
                  <c:v>3.81775000002</c:v>
                </c:pt>
                <c:pt idx="1628">
                  <c:v>3.82225000002</c:v>
                </c:pt>
                <c:pt idx="1629">
                  <c:v>3.82250000002</c:v>
                </c:pt>
                <c:pt idx="1630">
                  <c:v>3.82700000002</c:v>
                </c:pt>
                <c:pt idx="1631">
                  <c:v>3.82725000002</c:v>
                </c:pt>
                <c:pt idx="1632">
                  <c:v>3.83175000002</c:v>
                </c:pt>
                <c:pt idx="1633">
                  <c:v>3.83200000002</c:v>
                </c:pt>
                <c:pt idx="1634">
                  <c:v>3.83650000002</c:v>
                </c:pt>
                <c:pt idx="1635">
                  <c:v>3.83675000002</c:v>
                </c:pt>
                <c:pt idx="1636">
                  <c:v>3.84125000002</c:v>
                </c:pt>
                <c:pt idx="1637">
                  <c:v>3.84150000002</c:v>
                </c:pt>
                <c:pt idx="1638">
                  <c:v>3.84600000002</c:v>
                </c:pt>
                <c:pt idx="1639">
                  <c:v>3.84625000002</c:v>
                </c:pt>
                <c:pt idx="1640">
                  <c:v>3.85075000002</c:v>
                </c:pt>
                <c:pt idx="1641">
                  <c:v>3.85100000002</c:v>
                </c:pt>
                <c:pt idx="1642">
                  <c:v>3.85550000002</c:v>
                </c:pt>
                <c:pt idx="1643">
                  <c:v>3.85575000002</c:v>
                </c:pt>
                <c:pt idx="1644">
                  <c:v>3.86025000002</c:v>
                </c:pt>
                <c:pt idx="1645">
                  <c:v>3.86050000002</c:v>
                </c:pt>
                <c:pt idx="1646">
                  <c:v>3.86500000002</c:v>
                </c:pt>
                <c:pt idx="1647">
                  <c:v>3.86525000002</c:v>
                </c:pt>
                <c:pt idx="1648">
                  <c:v>3.86975000002</c:v>
                </c:pt>
                <c:pt idx="1649">
                  <c:v>3.87000000002</c:v>
                </c:pt>
                <c:pt idx="1650">
                  <c:v>3.87450000002</c:v>
                </c:pt>
                <c:pt idx="1651">
                  <c:v>3.87475000002</c:v>
                </c:pt>
                <c:pt idx="1652">
                  <c:v>3.87925000002</c:v>
                </c:pt>
                <c:pt idx="1653">
                  <c:v>3.87950000002</c:v>
                </c:pt>
                <c:pt idx="1654">
                  <c:v>3.88400000002</c:v>
                </c:pt>
                <c:pt idx="1655">
                  <c:v>3.88425000002</c:v>
                </c:pt>
                <c:pt idx="1656">
                  <c:v>3.88875000002</c:v>
                </c:pt>
                <c:pt idx="1657">
                  <c:v>3.88900000002</c:v>
                </c:pt>
                <c:pt idx="1658">
                  <c:v>3.89350000002</c:v>
                </c:pt>
                <c:pt idx="1659">
                  <c:v>3.89375000002</c:v>
                </c:pt>
                <c:pt idx="1660">
                  <c:v>3.89825000002</c:v>
                </c:pt>
                <c:pt idx="1661">
                  <c:v>3.89850000002</c:v>
                </c:pt>
                <c:pt idx="1662">
                  <c:v>3.90300000002</c:v>
                </c:pt>
                <c:pt idx="1663">
                  <c:v>3.90325000002</c:v>
                </c:pt>
                <c:pt idx="1664">
                  <c:v>3.90775000002</c:v>
                </c:pt>
                <c:pt idx="1665">
                  <c:v>3.90800000002</c:v>
                </c:pt>
                <c:pt idx="1666">
                  <c:v>3.91250000002</c:v>
                </c:pt>
                <c:pt idx="1667">
                  <c:v>3.91275000002</c:v>
                </c:pt>
                <c:pt idx="1668">
                  <c:v>3.91725000002</c:v>
                </c:pt>
                <c:pt idx="1669">
                  <c:v>3.91750000002</c:v>
                </c:pt>
                <c:pt idx="1670">
                  <c:v>3.92200000002</c:v>
                </c:pt>
                <c:pt idx="1671">
                  <c:v>3.92225000002</c:v>
                </c:pt>
                <c:pt idx="1672">
                  <c:v>3.92675000002</c:v>
                </c:pt>
                <c:pt idx="1673">
                  <c:v>3.92700000002</c:v>
                </c:pt>
                <c:pt idx="1674">
                  <c:v>3.93150000002</c:v>
                </c:pt>
                <c:pt idx="1675">
                  <c:v>3.93175000002</c:v>
                </c:pt>
                <c:pt idx="1676">
                  <c:v>3.93625000002</c:v>
                </c:pt>
                <c:pt idx="1677">
                  <c:v>3.93650000002</c:v>
                </c:pt>
                <c:pt idx="1678">
                  <c:v>3.94100000002</c:v>
                </c:pt>
                <c:pt idx="1679">
                  <c:v>3.94125000002</c:v>
                </c:pt>
                <c:pt idx="1680">
                  <c:v>3.94575000002</c:v>
                </c:pt>
                <c:pt idx="1681">
                  <c:v>3.94600000002</c:v>
                </c:pt>
                <c:pt idx="1682">
                  <c:v>3.95050000002</c:v>
                </c:pt>
                <c:pt idx="1683">
                  <c:v>3.95075000002</c:v>
                </c:pt>
                <c:pt idx="1684">
                  <c:v>3.95525000002</c:v>
                </c:pt>
                <c:pt idx="1685">
                  <c:v>3.95550000002</c:v>
                </c:pt>
                <c:pt idx="1686">
                  <c:v>3.96000000002</c:v>
                </c:pt>
                <c:pt idx="1687">
                  <c:v>3.96025000002</c:v>
                </c:pt>
                <c:pt idx="1688">
                  <c:v>3.96475000002</c:v>
                </c:pt>
                <c:pt idx="1689">
                  <c:v>3.96500000002</c:v>
                </c:pt>
                <c:pt idx="1690">
                  <c:v>3.96950000002</c:v>
                </c:pt>
                <c:pt idx="1691">
                  <c:v>3.96975000002</c:v>
                </c:pt>
                <c:pt idx="1692">
                  <c:v>3.97425000002</c:v>
                </c:pt>
                <c:pt idx="1693">
                  <c:v>3.97450000002</c:v>
                </c:pt>
                <c:pt idx="1694">
                  <c:v>3.97900000002</c:v>
                </c:pt>
                <c:pt idx="1695">
                  <c:v>3.97925000002</c:v>
                </c:pt>
                <c:pt idx="1696">
                  <c:v>3.98375000002</c:v>
                </c:pt>
                <c:pt idx="1697">
                  <c:v>3.98400000002</c:v>
                </c:pt>
                <c:pt idx="1698">
                  <c:v>3.98850000002</c:v>
                </c:pt>
                <c:pt idx="1699">
                  <c:v>3.98875000002</c:v>
                </c:pt>
                <c:pt idx="1700">
                  <c:v>3.99325000002</c:v>
                </c:pt>
                <c:pt idx="1701">
                  <c:v>3.99350000002</c:v>
                </c:pt>
                <c:pt idx="1702">
                  <c:v>3.99800000002</c:v>
                </c:pt>
                <c:pt idx="1703">
                  <c:v>3.99825000002</c:v>
                </c:pt>
                <c:pt idx="1704">
                  <c:v>3.99950000002</c:v>
                </c:pt>
                <c:pt idx="1705">
                  <c:v>3.99975000002</c:v>
                </c:pt>
                <c:pt idx="1706">
                  <c:v>4.00000000002</c:v>
                </c:pt>
                <c:pt idx="1707">
                  <c:v>4.00025000002</c:v>
                </c:pt>
                <c:pt idx="1708">
                  <c:v>4.00050000002</c:v>
                </c:pt>
                <c:pt idx="1709">
                  <c:v>4.00275000002</c:v>
                </c:pt>
                <c:pt idx="1710">
                  <c:v>4.00300000002</c:v>
                </c:pt>
                <c:pt idx="1711">
                  <c:v>4.00750000002</c:v>
                </c:pt>
                <c:pt idx="1712">
                  <c:v>4.00775000002</c:v>
                </c:pt>
                <c:pt idx="1713">
                  <c:v>4.01225000002</c:v>
                </c:pt>
                <c:pt idx="1714">
                  <c:v>4.01250000002</c:v>
                </c:pt>
                <c:pt idx="1715">
                  <c:v>4.01700000002</c:v>
                </c:pt>
                <c:pt idx="1716">
                  <c:v>4.01725000002</c:v>
                </c:pt>
                <c:pt idx="1717">
                  <c:v>4.02175000002</c:v>
                </c:pt>
                <c:pt idx="1718">
                  <c:v>4.02200000002</c:v>
                </c:pt>
                <c:pt idx="1719">
                  <c:v>4.02650000002</c:v>
                </c:pt>
                <c:pt idx="1720">
                  <c:v>4.02675000002</c:v>
                </c:pt>
                <c:pt idx="1721">
                  <c:v>4.03025000002</c:v>
                </c:pt>
                <c:pt idx="1722">
                  <c:v>4.03125000002</c:v>
                </c:pt>
                <c:pt idx="1723">
                  <c:v>4.03150000002</c:v>
                </c:pt>
                <c:pt idx="1724">
                  <c:v>4.03600000002</c:v>
                </c:pt>
                <c:pt idx="1725">
                  <c:v>4.03625000002</c:v>
                </c:pt>
                <c:pt idx="1726">
                  <c:v>4.04075000002</c:v>
                </c:pt>
                <c:pt idx="1727">
                  <c:v>4.04100000002</c:v>
                </c:pt>
                <c:pt idx="1728">
                  <c:v>4.04550000002</c:v>
                </c:pt>
                <c:pt idx="1729">
                  <c:v>4.04575000002</c:v>
                </c:pt>
                <c:pt idx="1730">
                  <c:v>4.05025000002</c:v>
                </c:pt>
                <c:pt idx="1731">
                  <c:v>4.05050000002</c:v>
                </c:pt>
                <c:pt idx="1732">
                  <c:v>4.05500000002</c:v>
                </c:pt>
                <c:pt idx="1733">
                  <c:v>4.05525000002</c:v>
                </c:pt>
                <c:pt idx="1734">
                  <c:v>4.05975000002</c:v>
                </c:pt>
                <c:pt idx="1735">
                  <c:v>4.06000000002</c:v>
                </c:pt>
                <c:pt idx="1736">
                  <c:v>4.06450000002</c:v>
                </c:pt>
                <c:pt idx="1737">
                  <c:v>4.06475000002</c:v>
                </c:pt>
                <c:pt idx="1738">
                  <c:v>4.06925000002</c:v>
                </c:pt>
                <c:pt idx="1739">
                  <c:v>4.06950000002</c:v>
                </c:pt>
                <c:pt idx="1740">
                  <c:v>4.07400000002</c:v>
                </c:pt>
                <c:pt idx="1741">
                  <c:v>4.07425000002</c:v>
                </c:pt>
                <c:pt idx="1742">
                  <c:v>4.07875000002</c:v>
                </c:pt>
                <c:pt idx="1743">
                  <c:v>4.07900000002</c:v>
                </c:pt>
                <c:pt idx="1744">
                  <c:v>4.08350000002</c:v>
                </c:pt>
                <c:pt idx="1745">
                  <c:v>4.08375000002</c:v>
                </c:pt>
                <c:pt idx="1746">
                  <c:v>4.08825000002</c:v>
                </c:pt>
                <c:pt idx="1747">
                  <c:v>4.08850000002</c:v>
                </c:pt>
                <c:pt idx="1748">
                  <c:v>4.09300000002</c:v>
                </c:pt>
                <c:pt idx="1749">
                  <c:v>4.09325000002</c:v>
                </c:pt>
                <c:pt idx="1750">
                  <c:v>4.09775000002</c:v>
                </c:pt>
                <c:pt idx="1751">
                  <c:v>4.09800000002</c:v>
                </c:pt>
                <c:pt idx="1752">
                  <c:v>4.10250000002</c:v>
                </c:pt>
                <c:pt idx="1753">
                  <c:v>4.10275000002</c:v>
                </c:pt>
                <c:pt idx="1754">
                  <c:v>4.10725000002</c:v>
                </c:pt>
                <c:pt idx="1755">
                  <c:v>4.10750000002</c:v>
                </c:pt>
                <c:pt idx="1756">
                  <c:v>4.11200000002</c:v>
                </c:pt>
                <c:pt idx="1757">
                  <c:v>4.11225000002</c:v>
                </c:pt>
                <c:pt idx="1758">
                  <c:v>4.11675000002</c:v>
                </c:pt>
                <c:pt idx="1759">
                  <c:v>4.11700000002</c:v>
                </c:pt>
                <c:pt idx="1760">
                  <c:v>4.12150000002</c:v>
                </c:pt>
                <c:pt idx="1761">
                  <c:v>4.12175000002</c:v>
                </c:pt>
                <c:pt idx="1762">
                  <c:v>4.12625000002</c:v>
                </c:pt>
                <c:pt idx="1763">
                  <c:v>4.12650000002</c:v>
                </c:pt>
                <c:pt idx="1764">
                  <c:v>4.13100000002</c:v>
                </c:pt>
                <c:pt idx="1765">
                  <c:v>4.13125000002</c:v>
                </c:pt>
                <c:pt idx="1766">
                  <c:v>4.13575000002</c:v>
                </c:pt>
                <c:pt idx="1767">
                  <c:v>4.13600000002</c:v>
                </c:pt>
                <c:pt idx="1768">
                  <c:v>4.14050000002</c:v>
                </c:pt>
                <c:pt idx="1769">
                  <c:v>4.14075000002</c:v>
                </c:pt>
                <c:pt idx="1770">
                  <c:v>4.14525000002</c:v>
                </c:pt>
                <c:pt idx="1771">
                  <c:v>4.14550000002</c:v>
                </c:pt>
                <c:pt idx="1772">
                  <c:v>4.15000000002</c:v>
                </c:pt>
                <c:pt idx="1773">
                  <c:v>4.15025000002</c:v>
                </c:pt>
                <c:pt idx="1774">
                  <c:v>4.15475000002</c:v>
                </c:pt>
                <c:pt idx="1775">
                  <c:v>4.15500000002</c:v>
                </c:pt>
                <c:pt idx="1776">
                  <c:v>4.15950000002</c:v>
                </c:pt>
                <c:pt idx="1777">
                  <c:v>4.15975000002</c:v>
                </c:pt>
                <c:pt idx="1778">
                  <c:v>4.16425000002</c:v>
                </c:pt>
                <c:pt idx="1779">
                  <c:v>4.16450000002</c:v>
                </c:pt>
                <c:pt idx="1780">
                  <c:v>4.16900000002</c:v>
                </c:pt>
                <c:pt idx="1781">
                  <c:v>4.16925000002</c:v>
                </c:pt>
                <c:pt idx="1782">
                  <c:v>4.17375000002</c:v>
                </c:pt>
                <c:pt idx="1783">
                  <c:v>4.17400000002</c:v>
                </c:pt>
                <c:pt idx="1784">
                  <c:v>4.17850000002</c:v>
                </c:pt>
                <c:pt idx="1785">
                  <c:v>4.17875000002</c:v>
                </c:pt>
                <c:pt idx="1786">
                  <c:v>4.18325000002</c:v>
                </c:pt>
                <c:pt idx="1787">
                  <c:v>4.18350000002</c:v>
                </c:pt>
                <c:pt idx="1788">
                  <c:v>4.18800000002</c:v>
                </c:pt>
                <c:pt idx="1789">
                  <c:v>4.18825000002</c:v>
                </c:pt>
                <c:pt idx="1790">
                  <c:v>4.19275000002</c:v>
                </c:pt>
                <c:pt idx="1791">
                  <c:v>4.19300000002</c:v>
                </c:pt>
                <c:pt idx="1792">
                  <c:v>4.19750000002</c:v>
                </c:pt>
                <c:pt idx="1793">
                  <c:v>4.19775000002</c:v>
                </c:pt>
                <c:pt idx="1794">
                  <c:v>4.20225000002</c:v>
                </c:pt>
                <c:pt idx="1795">
                  <c:v>4.20250000002</c:v>
                </c:pt>
                <c:pt idx="1796">
                  <c:v>4.20700000002</c:v>
                </c:pt>
                <c:pt idx="1797">
                  <c:v>4.20725000002</c:v>
                </c:pt>
                <c:pt idx="1798">
                  <c:v>4.21175000002</c:v>
                </c:pt>
                <c:pt idx="1799">
                  <c:v>4.21200000002</c:v>
                </c:pt>
                <c:pt idx="1800">
                  <c:v>4.21650000002</c:v>
                </c:pt>
                <c:pt idx="1801">
                  <c:v>4.21675000002</c:v>
                </c:pt>
                <c:pt idx="1802">
                  <c:v>4.22125000002</c:v>
                </c:pt>
                <c:pt idx="1803">
                  <c:v>4.22150000002</c:v>
                </c:pt>
                <c:pt idx="1804">
                  <c:v>4.22600000002</c:v>
                </c:pt>
                <c:pt idx="1805">
                  <c:v>4.22625000002</c:v>
                </c:pt>
                <c:pt idx="1806">
                  <c:v>4.23075000002</c:v>
                </c:pt>
                <c:pt idx="1807">
                  <c:v>4.23100000002</c:v>
                </c:pt>
                <c:pt idx="1808">
                  <c:v>4.23550000002</c:v>
                </c:pt>
                <c:pt idx="1809">
                  <c:v>4.23575000002</c:v>
                </c:pt>
                <c:pt idx="1810">
                  <c:v>4.24025000002</c:v>
                </c:pt>
                <c:pt idx="1811">
                  <c:v>4.24050000002</c:v>
                </c:pt>
                <c:pt idx="1812">
                  <c:v>4.24500000002</c:v>
                </c:pt>
                <c:pt idx="1813">
                  <c:v>4.24525000002</c:v>
                </c:pt>
                <c:pt idx="1814">
                  <c:v>4.24950000002</c:v>
                </c:pt>
                <c:pt idx="1815">
                  <c:v>4.24975000002</c:v>
                </c:pt>
                <c:pt idx="1816">
                  <c:v>4.25000000002</c:v>
                </c:pt>
                <c:pt idx="1817">
                  <c:v>4.25075000002</c:v>
                </c:pt>
                <c:pt idx="1818">
                  <c:v>4.25450000002</c:v>
                </c:pt>
                <c:pt idx="1819">
                  <c:v>4.25475000002</c:v>
                </c:pt>
                <c:pt idx="1820">
                  <c:v>4.25925000002</c:v>
                </c:pt>
                <c:pt idx="1821">
                  <c:v>4.25950000002</c:v>
                </c:pt>
                <c:pt idx="1822">
                  <c:v>4.26400000002</c:v>
                </c:pt>
                <c:pt idx="1823">
                  <c:v>4.26425000002</c:v>
                </c:pt>
                <c:pt idx="1824">
                  <c:v>4.26875000002</c:v>
                </c:pt>
                <c:pt idx="1825">
                  <c:v>4.26900000002</c:v>
                </c:pt>
                <c:pt idx="1826">
                  <c:v>4.27350000002</c:v>
                </c:pt>
                <c:pt idx="1827">
                  <c:v>4.27375000002</c:v>
                </c:pt>
                <c:pt idx="1828">
                  <c:v>4.27825000002</c:v>
                </c:pt>
                <c:pt idx="1829">
                  <c:v>4.27850000002</c:v>
                </c:pt>
                <c:pt idx="1830">
                  <c:v>4.28300000002</c:v>
                </c:pt>
                <c:pt idx="1831">
                  <c:v>4.28325000002</c:v>
                </c:pt>
                <c:pt idx="1832">
                  <c:v>4.28775000002</c:v>
                </c:pt>
                <c:pt idx="1833">
                  <c:v>4.28800000002</c:v>
                </c:pt>
                <c:pt idx="1834">
                  <c:v>4.29250000002</c:v>
                </c:pt>
                <c:pt idx="1835">
                  <c:v>4.29275000002</c:v>
                </c:pt>
                <c:pt idx="1836">
                  <c:v>4.29725000002</c:v>
                </c:pt>
                <c:pt idx="1837">
                  <c:v>4.29750000002</c:v>
                </c:pt>
                <c:pt idx="1838">
                  <c:v>4.30200000002</c:v>
                </c:pt>
                <c:pt idx="1839">
                  <c:v>4.30225000002</c:v>
                </c:pt>
                <c:pt idx="1840">
                  <c:v>4.30675000002</c:v>
                </c:pt>
                <c:pt idx="1841">
                  <c:v>4.30700000002</c:v>
                </c:pt>
                <c:pt idx="1842">
                  <c:v>4.31150000002</c:v>
                </c:pt>
                <c:pt idx="1843">
                  <c:v>4.31175000002</c:v>
                </c:pt>
                <c:pt idx="1844">
                  <c:v>4.31625000002</c:v>
                </c:pt>
                <c:pt idx="1845">
                  <c:v>4.31650000002</c:v>
                </c:pt>
                <c:pt idx="1846">
                  <c:v>4.32100000002</c:v>
                </c:pt>
                <c:pt idx="1847">
                  <c:v>4.32125000002</c:v>
                </c:pt>
                <c:pt idx="1848">
                  <c:v>4.32575000002</c:v>
                </c:pt>
                <c:pt idx="1849">
                  <c:v>4.32600000002</c:v>
                </c:pt>
                <c:pt idx="1850">
                  <c:v>4.33050000002</c:v>
                </c:pt>
                <c:pt idx="1851">
                  <c:v>4.33075000002</c:v>
                </c:pt>
                <c:pt idx="1852">
                  <c:v>4.33525000002</c:v>
                </c:pt>
                <c:pt idx="1853">
                  <c:v>4.33550000002</c:v>
                </c:pt>
                <c:pt idx="1854">
                  <c:v>4.34000000002</c:v>
                </c:pt>
                <c:pt idx="1855">
                  <c:v>4.34025000002</c:v>
                </c:pt>
                <c:pt idx="1856">
                  <c:v>4.34475000002</c:v>
                </c:pt>
                <c:pt idx="1857">
                  <c:v>4.34500000002</c:v>
                </c:pt>
                <c:pt idx="1858">
                  <c:v>4.34950000002</c:v>
                </c:pt>
                <c:pt idx="1859">
                  <c:v>4.34975000002</c:v>
                </c:pt>
                <c:pt idx="1860">
                  <c:v>4.35425000002</c:v>
                </c:pt>
                <c:pt idx="1861">
                  <c:v>4.35450000002</c:v>
                </c:pt>
                <c:pt idx="1862">
                  <c:v>4.35900000002</c:v>
                </c:pt>
                <c:pt idx="1863">
                  <c:v>4.35925000002</c:v>
                </c:pt>
                <c:pt idx="1864">
                  <c:v>4.36375000002</c:v>
                </c:pt>
                <c:pt idx="1865">
                  <c:v>4.36400000002</c:v>
                </c:pt>
                <c:pt idx="1866">
                  <c:v>4.36850000002</c:v>
                </c:pt>
                <c:pt idx="1867">
                  <c:v>4.36875000002</c:v>
                </c:pt>
                <c:pt idx="1868">
                  <c:v>4.37325000002</c:v>
                </c:pt>
                <c:pt idx="1869">
                  <c:v>4.37350000002</c:v>
                </c:pt>
                <c:pt idx="1870">
                  <c:v>4.37800000002</c:v>
                </c:pt>
                <c:pt idx="1871">
                  <c:v>4.37825000002</c:v>
                </c:pt>
                <c:pt idx="1872">
                  <c:v>4.38275000002</c:v>
                </c:pt>
                <c:pt idx="1873">
                  <c:v>4.38300000002</c:v>
                </c:pt>
                <c:pt idx="1874">
                  <c:v>4.38750000002</c:v>
                </c:pt>
                <c:pt idx="1875">
                  <c:v>4.38775000002</c:v>
                </c:pt>
                <c:pt idx="1876">
                  <c:v>4.39225000002</c:v>
                </c:pt>
                <c:pt idx="1877">
                  <c:v>4.39250000002</c:v>
                </c:pt>
                <c:pt idx="1878">
                  <c:v>4.39700000002</c:v>
                </c:pt>
                <c:pt idx="1879">
                  <c:v>4.39725000002</c:v>
                </c:pt>
                <c:pt idx="1880">
                  <c:v>4.40175000002</c:v>
                </c:pt>
                <c:pt idx="1881">
                  <c:v>4.40200000002</c:v>
                </c:pt>
                <c:pt idx="1882">
                  <c:v>4.40650000002</c:v>
                </c:pt>
                <c:pt idx="1883">
                  <c:v>4.40675000002</c:v>
                </c:pt>
                <c:pt idx="1884">
                  <c:v>4.41125000002</c:v>
                </c:pt>
                <c:pt idx="1885">
                  <c:v>4.41150000002</c:v>
                </c:pt>
                <c:pt idx="1886">
                  <c:v>4.41600000002</c:v>
                </c:pt>
                <c:pt idx="1887">
                  <c:v>4.41625000002</c:v>
                </c:pt>
                <c:pt idx="1888">
                  <c:v>4.42075000002</c:v>
                </c:pt>
                <c:pt idx="1889">
                  <c:v>4.42100000002</c:v>
                </c:pt>
                <c:pt idx="1890">
                  <c:v>4.42550000002</c:v>
                </c:pt>
                <c:pt idx="1891">
                  <c:v>4.42575000002</c:v>
                </c:pt>
                <c:pt idx="1892">
                  <c:v>4.43025000002</c:v>
                </c:pt>
                <c:pt idx="1893">
                  <c:v>4.43050000002</c:v>
                </c:pt>
                <c:pt idx="1894">
                  <c:v>4.43500000002</c:v>
                </c:pt>
                <c:pt idx="1895">
                  <c:v>4.43525000002</c:v>
                </c:pt>
                <c:pt idx="1896">
                  <c:v>4.43975000002</c:v>
                </c:pt>
                <c:pt idx="1897">
                  <c:v>4.44000000002</c:v>
                </c:pt>
                <c:pt idx="1898">
                  <c:v>4.44450000002</c:v>
                </c:pt>
                <c:pt idx="1899">
                  <c:v>4.44475000002</c:v>
                </c:pt>
                <c:pt idx="1900">
                  <c:v>4.44925000002</c:v>
                </c:pt>
                <c:pt idx="1901">
                  <c:v>4.44950000002</c:v>
                </c:pt>
                <c:pt idx="1902">
                  <c:v>4.45400000002</c:v>
                </c:pt>
                <c:pt idx="1903">
                  <c:v>4.45425000002</c:v>
                </c:pt>
                <c:pt idx="1904">
                  <c:v>4.45875000002</c:v>
                </c:pt>
                <c:pt idx="1905">
                  <c:v>4.45900000002</c:v>
                </c:pt>
                <c:pt idx="1906">
                  <c:v>4.46350000002</c:v>
                </c:pt>
                <c:pt idx="1907">
                  <c:v>4.46375000002</c:v>
                </c:pt>
                <c:pt idx="1908">
                  <c:v>4.46825000002</c:v>
                </c:pt>
                <c:pt idx="1909">
                  <c:v>4.46850000002</c:v>
                </c:pt>
                <c:pt idx="1910">
                  <c:v>4.47125000002</c:v>
                </c:pt>
                <c:pt idx="1911">
                  <c:v>4.47250000002</c:v>
                </c:pt>
                <c:pt idx="1912">
                  <c:v>4.47300000002</c:v>
                </c:pt>
                <c:pt idx="1913">
                  <c:v>4.47325000002</c:v>
                </c:pt>
                <c:pt idx="1914">
                  <c:v>4.47775000002</c:v>
                </c:pt>
                <c:pt idx="1915">
                  <c:v>4.47800000002</c:v>
                </c:pt>
                <c:pt idx="1916">
                  <c:v>4.48250000002</c:v>
                </c:pt>
                <c:pt idx="1917">
                  <c:v>4.48275000002</c:v>
                </c:pt>
                <c:pt idx="1918">
                  <c:v>4.48725000002</c:v>
                </c:pt>
                <c:pt idx="1919">
                  <c:v>4.48750000002</c:v>
                </c:pt>
                <c:pt idx="1920">
                  <c:v>4.49200000002</c:v>
                </c:pt>
                <c:pt idx="1921">
                  <c:v>4.49225000002</c:v>
                </c:pt>
                <c:pt idx="1922">
                  <c:v>4.49675000002</c:v>
                </c:pt>
                <c:pt idx="1923">
                  <c:v>4.49700000002</c:v>
                </c:pt>
                <c:pt idx="1924">
                  <c:v>4.50150000002</c:v>
                </c:pt>
                <c:pt idx="1925">
                  <c:v>4.50175000002</c:v>
                </c:pt>
                <c:pt idx="1926">
                  <c:v>4.50625000002</c:v>
                </c:pt>
                <c:pt idx="1927">
                  <c:v>4.50650000002</c:v>
                </c:pt>
                <c:pt idx="1928">
                  <c:v>4.51100000002</c:v>
                </c:pt>
                <c:pt idx="1929">
                  <c:v>4.51125000002</c:v>
                </c:pt>
                <c:pt idx="1930">
                  <c:v>4.51575000002</c:v>
                </c:pt>
                <c:pt idx="1931">
                  <c:v>4.51600000002</c:v>
                </c:pt>
                <c:pt idx="1932">
                  <c:v>4.52050000002</c:v>
                </c:pt>
                <c:pt idx="1933">
                  <c:v>4.52075000002</c:v>
                </c:pt>
                <c:pt idx="1934">
                  <c:v>4.52525000002</c:v>
                </c:pt>
                <c:pt idx="1935">
                  <c:v>4.52550000002</c:v>
                </c:pt>
                <c:pt idx="1936">
                  <c:v>4.53000000002</c:v>
                </c:pt>
                <c:pt idx="1937">
                  <c:v>4.53025000002</c:v>
                </c:pt>
                <c:pt idx="1938">
                  <c:v>4.53475000002</c:v>
                </c:pt>
                <c:pt idx="1939">
                  <c:v>4.53500000002</c:v>
                </c:pt>
                <c:pt idx="1940">
                  <c:v>4.53950000002</c:v>
                </c:pt>
                <c:pt idx="1941">
                  <c:v>4.53975000002</c:v>
                </c:pt>
                <c:pt idx="1942">
                  <c:v>4.54425000002</c:v>
                </c:pt>
                <c:pt idx="1943">
                  <c:v>4.54450000002</c:v>
                </c:pt>
                <c:pt idx="1944">
                  <c:v>4.54900000002</c:v>
                </c:pt>
                <c:pt idx="1945">
                  <c:v>4.54925000002</c:v>
                </c:pt>
                <c:pt idx="1946">
                  <c:v>4.55375000002</c:v>
                </c:pt>
                <c:pt idx="1947">
                  <c:v>4.55400000002</c:v>
                </c:pt>
                <c:pt idx="1948">
                  <c:v>4.55850000002</c:v>
                </c:pt>
                <c:pt idx="1949">
                  <c:v>4.55875000002</c:v>
                </c:pt>
                <c:pt idx="1950">
                  <c:v>4.56325000002</c:v>
                </c:pt>
                <c:pt idx="1951">
                  <c:v>4.56350000002</c:v>
                </c:pt>
                <c:pt idx="1952">
                  <c:v>4.56800000002</c:v>
                </c:pt>
                <c:pt idx="1953">
                  <c:v>4.56825000002</c:v>
                </c:pt>
                <c:pt idx="1954">
                  <c:v>4.57275000002</c:v>
                </c:pt>
                <c:pt idx="1955">
                  <c:v>4.57300000002</c:v>
                </c:pt>
                <c:pt idx="1956">
                  <c:v>4.57750000002</c:v>
                </c:pt>
                <c:pt idx="1957">
                  <c:v>4.57775000002</c:v>
                </c:pt>
                <c:pt idx="1958">
                  <c:v>4.58225000002</c:v>
                </c:pt>
                <c:pt idx="1959">
                  <c:v>4.58250000002</c:v>
                </c:pt>
                <c:pt idx="1960">
                  <c:v>4.58700000002</c:v>
                </c:pt>
                <c:pt idx="1961">
                  <c:v>4.58725000002</c:v>
                </c:pt>
                <c:pt idx="1962">
                  <c:v>4.59175000002</c:v>
                </c:pt>
                <c:pt idx="1963">
                  <c:v>4.59200000002</c:v>
                </c:pt>
                <c:pt idx="1964">
                  <c:v>4.59650000002</c:v>
                </c:pt>
                <c:pt idx="1965">
                  <c:v>4.59675000002</c:v>
                </c:pt>
                <c:pt idx="1966">
                  <c:v>4.60125000002</c:v>
                </c:pt>
                <c:pt idx="1967">
                  <c:v>4.60150000002</c:v>
                </c:pt>
                <c:pt idx="1968">
                  <c:v>4.60600000002</c:v>
                </c:pt>
                <c:pt idx="1969">
                  <c:v>4.60625000002</c:v>
                </c:pt>
                <c:pt idx="1970">
                  <c:v>4.61075000002</c:v>
                </c:pt>
                <c:pt idx="1971">
                  <c:v>4.61100000002</c:v>
                </c:pt>
                <c:pt idx="1972">
                  <c:v>4.61550000002</c:v>
                </c:pt>
                <c:pt idx="1973">
                  <c:v>4.61575000002</c:v>
                </c:pt>
                <c:pt idx="1974">
                  <c:v>4.62025000002</c:v>
                </c:pt>
                <c:pt idx="1975">
                  <c:v>4.62050000002</c:v>
                </c:pt>
                <c:pt idx="1976">
                  <c:v>4.62500000002</c:v>
                </c:pt>
                <c:pt idx="1977">
                  <c:v>4.62525000002</c:v>
                </c:pt>
                <c:pt idx="1978">
                  <c:v>4.62975000002</c:v>
                </c:pt>
                <c:pt idx="1979">
                  <c:v>4.63000000002</c:v>
                </c:pt>
                <c:pt idx="1980">
                  <c:v>4.63450000002</c:v>
                </c:pt>
                <c:pt idx="1981">
                  <c:v>4.63475000002</c:v>
                </c:pt>
                <c:pt idx="1982">
                  <c:v>4.63925000002</c:v>
                </c:pt>
                <c:pt idx="1983">
                  <c:v>4.63950000002</c:v>
                </c:pt>
                <c:pt idx="1984">
                  <c:v>4.64400000002</c:v>
                </c:pt>
                <c:pt idx="1985">
                  <c:v>4.64425000002</c:v>
                </c:pt>
                <c:pt idx="1986">
                  <c:v>4.64875000002</c:v>
                </c:pt>
                <c:pt idx="1987">
                  <c:v>4.64900000002</c:v>
                </c:pt>
                <c:pt idx="1988">
                  <c:v>4.65350000002</c:v>
                </c:pt>
                <c:pt idx="1989">
                  <c:v>4.65375000002</c:v>
                </c:pt>
                <c:pt idx="1990">
                  <c:v>4.65825000002</c:v>
                </c:pt>
                <c:pt idx="1991">
                  <c:v>4.65850000002</c:v>
                </c:pt>
                <c:pt idx="1992">
                  <c:v>4.66300000002</c:v>
                </c:pt>
                <c:pt idx="1993">
                  <c:v>4.66325000002</c:v>
                </c:pt>
                <c:pt idx="1994">
                  <c:v>4.66775000002</c:v>
                </c:pt>
                <c:pt idx="1995">
                  <c:v>4.66800000002</c:v>
                </c:pt>
                <c:pt idx="1996">
                  <c:v>4.67250000002</c:v>
                </c:pt>
                <c:pt idx="1997">
                  <c:v>4.67275000002</c:v>
                </c:pt>
                <c:pt idx="1998">
                  <c:v>4.67725000002</c:v>
                </c:pt>
                <c:pt idx="1999">
                  <c:v>4.67750000002</c:v>
                </c:pt>
                <c:pt idx="2000">
                  <c:v>4.68200000002</c:v>
                </c:pt>
                <c:pt idx="2001">
                  <c:v>4.68225000002</c:v>
                </c:pt>
                <c:pt idx="2002">
                  <c:v>4.68675000002</c:v>
                </c:pt>
                <c:pt idx="2003">
                  <c:v>4.68700000002</c:v>
                </c:pt>
                <c:pt idx="2004">
                  <c:v>4.69050000002</c:v>
                </c:pt>
                <c:pt idx="2005">
                  <c:v>4.69150000002</c:v>
                </c:pt>
                <c:pt idx="2006">
                  <c:v>4.69175000002</c:v>
                </c:pt>
                <c:pt idx="2007">
                  <c:v>4.69625000002</c:v>
                </c:pt>
                <c:pt idx="2008">
                  <c:v>4.69650000002</c:v>
                </c:pt>
                <c:pt idx="2009">
                  <c:v>4.70100000002</c:v>
                </c:pt>
                <c:pt idx="2010">
                  <c:v>4.70125000002</c:v>
                </c:pt>
                <c:pt idx="2011">
                  <c:v>4.70575000002</c:v>
                </c:pt>
                <c:pt idx="2012">
                  <c:v>4.70600000002</c:v>
                </c:pt>
                <c:pt idx="2013">
                  <c:v>4.71050000002</c:v>
                </c:pt>
                <c:pt idx="2014">
                  <c:v>4.71075000002</c:v>
                </c:pt>
                <c:pt idx="2015">
                  <c:v>4.71525000002</c:v>
                </c:pt>
                <c:pt idx="2016">
                  <c:v>4.71550000002</c:v>
                </c:pt>
                <c:pt idx="2017">
                  <c:v>4.72000000002</c:v>
                </c:pt>
                <c:pt idx="2018">
                  <c:v>4.72025000002</c:v>
                </c:pt>
                <c:pt idx="2019">
                  <c:v>4.72475000002</c:v>
                </c:pt>
                <c:pt idx="2020">
                  <c:v>4.72500000002</c:v>
                </c:pt>
                <c:pt idx="2021">
                  <c:v>4.72950000002</c:v>
                </c:pt>
                <c:pt idx="2022">
                  <c:v>4.72975000002</c:v>
                </c:pt>
                <c:pt idx="2023">
                  <c:v>4.73425000002</c:v>
                </c:pt>
                <c:pt idx="2024">
                  <c:v>4.73450000002</c:v>
                </c:pt>
                <c:pt idx="2025">
                  <c:v>4.73900000002</c:v>
                </c:pt>
                <c:pt idx="2026">
                  <c:v>4.73925000002</c:v>
                </c:pt>
                <c:pt idx="2027">
                  <c:v>4.74375000002</c:v>
                </c:pt>
                <c:pt idx="2028">
                  <c:v>4.74400000002</c:v>
                </c:pt>
                <c:pt idx="2029">
                  <c:v>4.74850000002</c:v>
                </c:pt>
                <c:pt idx="2030">
                  <c:v>4.74875000002</c:v>
                </c:pt>
                <c:pt idx="2031">
                  <c:v>4.75325000002</c:v>
                </c:pt>
                <c:pt idx="2032">
                  <c:v>4.75350000002</c:v>
                </c:pt>
                <c:pt idx="2033">
                  <c:v>4.75800000002</c:v>
                </c:pt>
                <c:pt idx="2034">
                  <c:v>4.75825000002</c:v>
                </c:pt>
                <c:pt idx="2035">
                  <c:v>4.76275000002</c:v>
                </c:pt>
                <c:pt idx="2036">
                  <c:v>4.76300000002</c:v>
                </c:pt>
                <c:pt idx="2037">
                  <c:v>4.76750000002</c:v>
                </c:pt>
                <c:pt idx="2038">
                  <c:v>4.76775000002</c:v>
                </c:pt>
                <c:pt idx="2039">
                  <c:v>4.77225000002</c:v>
                </c:pt>
                <c:pt idx="2040">
                  <c:v>4.77250000002</c:v>
                </c:pt>
                <c:pt idx="2041">
                  <c:v>4.77700000002</c:v>
                </c:pt>
                <c:pt idx="2042">
                  <c:v>4.77725000002</c:v>
                </c:pt>
                <c:pt idx="2043">
                  <c:v>4.78175000002</c:v>
                </c:pt>
                <c:pt idx="2044">
                  <c:v>4.78200000002</c:v>
                </c:pt>
                <c:pt idx="2045">
                  <c:v>4.78650000002</c:v>
                </c:pt>
                <c:pt idx="2046">
                  <c:v>4.78675000002</c:v>
                </c:pt>
                <c:pt idx="2047">
                  <c:v>4.79125000002</c:v>
                </c:pt>
                <c:pt idx="2048">
                  <c:v>4.79150000002</c:v>
                </c:pt>
                <c:pt idx="2049">
                  <c:v>4.79600000002</c:v>
                </c:pt>
                <c:pt idx="2050">
                  <c:v>4.79625000002</c:v>
                </c:pt>
                <c:pt idx="2051">
                  <c:v>4.80075000002</c:v>
                </c:pt>
                <c:pt idx="2052">
                  <c:v>4.80100000002</c:v>
                </c:pt>
                <c:pt idx="2053">
                  <c:v>4.80550000002</c:v>
                </c:pt>
                <c:pt idx="2054">
                  <c:v>4.80575000002</c:v>
                </c:pt>
                <c:pt idx="2055">
                  <c:v>4.81025000002</c:v>
                </c:pt>
                <c:pt idx="2056">
                  <c:v>4.81050000002</c:v>
                </c:pt>
                <c:pt idx="2057">
                  <c:v>4.81500000002</c:v>
                </c:pt>
                <c:pt idx="2058">
                  <c:v>4.81525000002</c:v>
                </c:pt>
                <c:pt idx="2059">
                  <c:v>4.81975000002</c:v>
                </c:pt>
                <c:pt idx="2060">
                  <c:v>4.82000000002</c:v>
                </c:pt>
                <c:pt idx="2061">
                  <c:v>4.82450000002</c:v>
                </c:pt>
                <c:pt idx="2062">
                  <c:v>4.82475000002</c:v>
                </c:pt>
                <c:pt idx="2063">
                  <c:v>4.82925000002</c:v>
                </c:pt>
                <c:pt idx="2064">
                  <c:v>4.82950000002</c:v>
                </c:pt>
                <c:pt idx="2065">
                  <c:v>4.83400000002</c:v>
                </c:pt>
                <c:pt idx="2066">
                  <c:v>4.83425000002</c:v>
                </c:pt>
                <c:pt idx="2067">
                  <c:v>4.83875000002</c:v>
                </c:pt>
                <c:pt idx="2068">
                  <c:v>4.83900000002</c:v>
                </c:pt>
                <c:pt idx="2069">
                  <c:v>4.84350000002</c:v>
                </c:pt>
                <c:pt idx="2070">
                  <c:v>4.84375000002</c:v>
                </c:pt>
                <c:pt idx="2071">
                  <c:v>4.84825000002</c:v>
                </c:pt>
                <c:pt idx="2072">
                  <c:v>4.84850000002</c:v>
                </c:pt>
                <c:pt idx="2073">
                  <c:v>4.85300000002</c:v>
                </c:pt>
                <c:pt idx="2074">
                  <c:v>4.85325000002</c:v>
                </c:pt>
                <c:pt idx="2075">
                  <c:v>4.85775000002</c:v>
                </c:pt>
                <c:pt idx="2076">
                  <c:v>4.85800000002</c:v>
                </c:pt>
                <c:pt idx="2077">
                  <c:v>4.86250000002</c:v>
                </c:pt>
                <c:pt idx="2078">
                  <c:v>4.86275000002</c:v>
                </c:pt>
                <c:pt idx="2079">
                  <c:v>4.86725000002</c:v>
                </c:pt>
                <c:pt idx="2080">
                  <c:v>4.86750000002</c:v>
                </c:pt>
                <c:pt idx="2081">
                  <c:v>4.87200000002</c:v>
                </c:pt>
                <c:pt idx="2082">
                  <c:v>4.87225000002</c:v>
                </c:pt>
                <c:pt idx="2083">
                  <c:v>4.87675000002</c:v>
                </c:pt>
                <c:pt idx="2084">
                  <c:v>4.87700000002</c:v>
                </c:pt>
                <c:pt idx="2085">
                  <c:v>4.88150000002</c:v>
                </c:pt>
                <c:pt idx="2086">
                  <c:v>4.88175000002</c:v>
                </c:pt>
                <c:pt idx="2087">
                  <c:v>4.88625000002</c:v>
                </c:pt>
                <c:pt idx="2088">
                  <c:v>4.88650000002</c:v>
                </c:pt>
                <c:pt idx="2089">
                  <c:v>4.89100000002</c:v>
                </c:pt>
                <c:pt idx="2090">
                  <c:v>4.89125000002</c:v>
                </c:pt>
                <c:pt idx="2091">
                  <c:v>4.89575000002</c:v>
                </c:pt>
                <c:pt idx="2092">
                  <c:v>4.89600000002</c:v>
                </c:pt>
                <c:pt idx="2093">
                  <c:v>4.90050000002</c:v>
                </c:pt>
                <c:pt idx="2094">
                  <c:v>4.90075000002</c:v>
                </c:pt>
                <c:pt idx="2095">
                  <c:v>4.90525000002</c:v>
                </c:pt>
                <c:pt idx="2096">
                  <c:v>4.90550000002</c:v>
                </c:pt>
                <c:pt idx="2097">
                  <c:v>4.91000000002</c:v>
                </c:pt>
                <c:pt idx="2098">
                  <c:v>4.91025000002</c:v>
                </c:pt>
                <c:pt idx="2099">
                  <c:v>4.91225000002</c:v>
                </c:pt>
                <c:pt idx="2100">
                  <c:v>4.91350000002</c:v>
                </c:pt>
                <c:pt idx="2101">
                  <c:v>4.91475000002</c:v>
                </c:pt>
                <c:pt idx="2102">
                  <c:v>4.91500000002</c:v>
                </c:pt>
                <c:pt idx="2103">
                  <c:v>4.91950000002</c:v>
                </c:pt>
                <c:pt idx="2104">
                  <c:v>4.91975000002</c:v>
                </c:pt>
                <c:pt idx="2105">
                  <c:v>4.92425000002</c:v>
                </c:pt>
                <c:pt idx="2106">
                  <c:v>4.92450000002</c:v>
                </c:pt>
                <c:pt idx="2107">
                  <c:v>4.92900000002</c:v>
                </c:pt>
                <c:pt idx="2108">
                  <c:v>4.92925000002</c:v>
                </c:pt>
                <c:pt idx="2109">
                  <c:v>4.93375000002</c:v>
                </c:pt>
                <c:pt idx="2110">
                  <c:v>4.93400000002</c:v>
                </c:pt>
                <c:pt idx="2111">
                  <c:v>4.93850000002</c:v>
                </c:pt>
                <c:pt idx="2112">
                  <c:v>4.93875000002</c:v>
                </c:pt>
                <c:pt idx="2113">
                  <c:v>4.94325000002</c:v>
                </c:pt>
                <c:pt idx="2114">
                  <c:v>4.94350000002</c:v>
                </c:pt>
                <c:pt idx="2115">
                  <c:v>4.94800000002</c:v>
                </c:pt>
                <c:pt idx="2116">
                  <c:v>4.94825000002</c:v>
                </c:pt>
                <c:pt idx="2117">
                  <c:v>4.95275000002</c:v>
                </c:pt>
                <c:pt idx="2118">
                  <c:v>4.95300000002</c:v>
                </c:pt>
                <c:pt idx="2119">
                  <c:v>4.95750000002</c:v>
                </c:pt>
                <c:pt idx="2120">
                  <c:v>4.95775000002</c:v>
                </c:pt>
                <c:pt idx="2121">
                  <c:v>4.96225000002</c:v>
                </c:pt>
                <c:pt idx="2122">
                  <c:v>4.96250000002</c:v>
                </c:pt>
                <c:pt idx="2123">
                  <c:v>4.96700000002</c:v>
                </c:pt>
                <c:pt idx="2124">
                  <c:v>4.96725000002</c:v>
                </c:pt>
                <c:pt idx="2125">
                  <c:v>4.97175000002</c:v>
                </c:pt>
                <c:pt idx="2126">
                  <c:v>4.97200000002</c:v>
                </c:pt>
                <c:pt idx="2127">
                  <c:v>4.97650000002</c:v>
                </c:pt>
                <c:pt idx="2128">
                  <c:v>4.97675000002</c:v>
                </c:pt>
                <c:pt idx="2129">
                  <c:v>4.98125000002</c:v>
                </c:pt>
                <c:pt idx="2130">
                  <c:v>4.98150000002</c:v>
                </c:pt>
                <c:pt idx="2131">
                  <c:v>4.98600000002</c:v>
                </c:pt>
                <c:pt idx="2132">
                  <c:v>4.98625000002</c:v>
                </c:pt>
                <c:pt idx="2133">
                  <c:v>4.99075000002</c:v>
                </c:pt>
                <c:pt idx="2134">
                  <c:v>4.99100000002</c:v>
                </c:pt>
                <c:pt idx="2135">
                  <c:v>4.99550000002</c:v>
                </c:pt>
                <c:pt idx="2136">
                  <c:v>4.99575000002</c:v>
                </c:pt>
                <c:pt idx="2137">
                  <c:v>5.00025000002</c:v>
                </c:pt>
                <c:pt idx="2138">
                  <c:v>5.00050000002</c:v>
                </c:pt>
                <c:pt idx="2139">
                  <c:v>5.00500000002</c:v>
                </c:pt>
                <c:pt idx="2140">
                  <c:v>5.00525000002</c:v>
                </c:pt>
                <c:pt idx="2141">
                  <c:v>5.00975000002</c:v>
                </c:pt>
                <c:pt idx="2142">
                  <c:v>5.01000000002</c:v>
                </c:pt>
                <c:pt idx="2143">
                  <c:v>5.01450000002</c:v>
                </c:pt>
                <c:pt idx="2144">
                  <c:v>5.01475000002</c:v>
                </c:pt>
                <c:pt idx="2145">
                  <c:v>5.01925000002</c:v>
                </c:pt>
                <c:pt idx="2146">
                  <c:v>5.01950000002</c:v>
                </c:pt>
                <c:pt idx="2147">
                  <c:v>5.02400000002</c:v>
                </c:pt>
                <c:pt idx="2148">
                  <c:v>5.02425000002</c:v>
                </c:pt>
                <c:pt idx="2149">
                  <c:v>5.02875000002</c:v>
                </c:pt>
                <c:pt idx="2150">
                  <c:v>5.02900000002</c:v>
                </c:pt>
                <c:pt idx="2151">
                  <c:v>5.03350000002</c:v>
                </c:pt>
                <c:pt idx="2152">
                  <c:v>5.03375000002</c:v>
                </c:pt>
                <c:pt idx="2153">
                  <c:v>5.03825000002</c:v>
                </c:pt>
                <c:pt idx="2154">
                  <c:v>5.03850000002</c:v>
                </c:pt>
                <c:pt idx="2155">
                  <c:v>5.04300000002</c:v>
                </c:pt>
                <c:pt idx="2156">
                  <c:v>5.04325000002</c:v>
                </c:pt>
                <c:pt idx="2157">
                  <c:v>5.04775000002</c:v>
                </c:pt>
                <c:pt idx="2158">
                  <c:v>5.04800000002</c:v>
                </c:pt>
                <c:pt idx="2159">
                  <c:v>5.05250000002</c:v>
                </c:pt>
                <c:pt idx="2160">
                  <c:v>5.05275000002</c:v>
                </c:pt>
                <c:pt idx="2161">
                  <c:v>5.05725000002</c:v>
                </c:pt>
                <c:pt idx="2162">
                  <c:v>5.05750000002</c:v>
                </c:pt>
                <c:pt idx="2163">
                  <c:v>5.06200000002</c:v>
                </c:pt>
                <c:pt idx="2164">
                  <c:v>5.06225000002</c:v>
                </c:pt>
                <c:pt idx="2165">
                  <c:v>5.06675000002</c:v>
                </c:pt>
                <c:pt idx="2166">
                  <c:v>5.06700000002</c:v>
                </c:pt>
                <c:pt idx="2167">
                  <c:v>5.07150000002</c:v>
                </c:pt>
                <c:pt idx="2168">
                  <c:v>5.07175000002</c:v>
                </c:pt>
                <c:pt idx="2169">
                  <c:v>5.07625000002</c:v>
                </c:pt>
                <c:pt idx="2170">
                  <c:v>5.07650000002</c:v>
                </c:pt>
                <c:pt idx="2171">
                  <c:v>5.08100000002</c:v>
                </c:pt>
                <c:pt idx="2172">
                  <c:v>5.08125000002</c:v>
                </c:pt>
                <c:pt idx="2173">
                  <c:v>5.08575000002</c:v>
                </c:pt>
                <c:pt idx="2174">
                  <c:v>5.08600000002</c:v>
                </c:pt>
                <c:pt idx="2175">
                  <c:v>5.09050000002</c:v>
                </c:pt>
                <c:pt idx="2176">
                  <c:v>5.09075000002</c:v>
                </c:pt>
                <c:pt idx="2177">
                  <c:v>5.09525000002</c:v>
                </c:pt>
                <c:pt idx="2178">
                  <c:v>5.09550000002</c:v>
                </c:pt>
                <c:pt idx="2179">
                  <c:v>5.10000000002</c:v>
                </c:pt>
                <c:pt idx="2180">
                  <c:v>5.10025000002</c:v>
                </c:pt>
                <c:pt idx="2181">
                  <c:v>5.10475000002</c:v>
                </c:pt>
                <c:pt idx="2182">
                  <c:v>5.10500000002</c:v>
                </c:pt>
                <c:pt idx="2183">
                  <c:v>5.10950000002</c:v>
                </c:pt>
                <c:pt idx="2184">
                  <c:v>5.10975000002</c:v>
                </c:pt>
                <c:pt idx="2185">
                  <c:v>5.11425000002</c:v>
                </c:pt>
                <c:pt idx="2186">
                  <c:v>5.11450000002</c:v>
                </c:pt>
                <c:pt idx="2187">
                  <c:v>5.11900000002</c:v>
                </c:pt>
                <c:pt idx="2188">
                  <c:v>5.11925000002</c:v>
                </c:pt>
                <c:pt idx="2189">
                  <c:v>5.12375000002</c:v>
                </c:pt>
                <c:pt idx="2190">
                  <c:v>5.12400000002</c:v>
                </c:pt>
                <c:pt idx="2191">
                  <c:v>5.12850000002</c:v>
                </c:pt>
                <c:pt idx="2192">
                  <c:v>5.12875000002</c:v>
                </c:pt>
                <c:pt idx="2193">
                  <c:v>5.13150000002</c:v>
                </c:pt>
                <c:pt idx="2194">
                  <c:v>5.13275000002</c:v>
                </c:pt>
                <c:pt idx="2195">
                  <c:v>5.13325000002</c:v>
                </c:pt>
                <c:pt idx="2196">
                  <c:v>5.13350000002</c:v>
                </c:pt>
                <c:pt idx="2197">
                  <c:v>5.13800000002</c:v>
                </c:pt>
                <c:pt idx="2198">
                  <c:v>5.13825000002</c:v>
                </c:pt>
                <c:pt idx="2199">
                  <c:v>5.14275000002</c:v>
                </c:pt>
                <c:pt idx="2200">
                  <c:v>5.14300000002</c:v>
                </c:pt>
                <c:pt idx="2201">
                  <c:v>5.14750000002</c:v>
                </c:pt>
                <c:pt idx="2202">
                  <c:v>5.14775000002</c:v>
                </c:pt>
                <c:pt idx="2203">
                  <c:v>5.15225000002</c:v>
                </c:pt>
                <c:pt idx="2204">
                  <c:v>5.15250000002</c:v>
                </c:pt>
                <c:pt idx="2205">
                  <c:v>5.15700000002</c:v>
                </c:pt>
                <c:pt idx="2206">
                  <c:v>5.15725000002</c:v>
                </c:pt>
                <c:pt idx="2207">
                  <c:v>5.16175000002</c:v>
                </c:pt>
                <c:pt idx="2208">
                  <c:v>5.16200000002</c:v>
                </c:pt>
                <c:pt idx="2209">
                  <c:v>5.16650000002</c:v>
                </c:pt>
                <c:pt idx="2210">
                  <c:v>5.16675000002</c:v>
                </c:pt>
                <c:pt idx="2211">
                  <c:v>5.17125000002</c:v>
                </c:pt>
                <c:pt idx="2212">
                  <c:v>5.17150000002</c:v>
                </c:pt>
                <c:pt idx="2213">
                  <c:v>5.17600000002</c:v>
                </c:pt>
                <c:pt idx="2214">
                  <c:v>5.17625000002</c:v>
                </c:pt>
                <c:pt idx="2215">
                  <c:v>5.18075000002</c:v>
                </c:pt>
                <c:pt idx="2216">
                  <c:v>5.18100000002</c:v>
                </c:pt>
                <c:pt idx="2217">
                  <c:v>5.18550000002</c:v>
                </c:pt>
                <c:pt idx="2218">
                  <c:v>5.18575000002</c:v>
                </c:pt>
                <c:pt idx="2219">
                  <c:v>5.19025000002</c:v>
                </c:pt>
                <c:pt idx="2220">
                  <c:v>5.19050000002</c:v>
                </c:pt>
                <c:pt idx="2221">
                  <c:v>5.19500000002</c:v>
                </c:pt>
                <c:pt idx="2222">
                  <c:v>5.19525000002</c:v>
                </c:pt>
                <c:pt idx="2223">
                  <c:v>5.19975000002</c:v>
                </c:pt>
                <c:pt idx="2224">
                  <c:v>5.20000000002</c:v>
                </c:pt>
                <c:pt idx="2225">
                  <c:v>5.20450000002</c:v>
                </c:pt>
                <c:pt idx="2226">
                  <c:v>5.20475000002</c:v>
                </c:pt>
                <c:pt idx="2227">
                  <c:v>5.20925000002</c:v>
                </c:pt>
                <c:pt idx="2228">
                  <c:v>5.20950000002</c:v>
                </c:pt>
                <c:pt idx="2229">
                  <c:v>5.21400000002</c:v>
                </c:pt>
                <c:pt idx="2230">
                  <c:v>5.21425000002</c:v>
                </c:pt>
                <c:pt idx="2231">
                  <c:v>5.21875000002</c:v>
                </c:pt>
                <c:pt idx="2232">
                  <c:v>5.21900000002</c:v>
                </c:pt>
                <c:pt idx="2233">
                  <c:v>5.22350000002</c:v>
                </c:pt>
                <c:pt idx="2234">
                  <c:v>5.22375000002</c:v>
                </c:pt>
                <c:pt idx="2235">
                  <c:v>5.22825000002</c:v>
                </c:pt>
                <c:pt idx="2236">
                  <c:v>5.22850000002</c:v>
                </c:pt>
                <c:pt idx="2237">
                  <c:v>5.23300000002</c:v>
                </c:pt>
                <c:pt idx="2238">
                  <c:v>5.23325000002</c:v>
                </c:pt>
                <c:pt idx="2239">
                  <c:v>5.23775000003</c:v>
                </c:pt>
                <c:pt idx="2240">
                  <c:v>5.23800000003</c:v>
                </c:pt>
                <c:pt idx="2241">
                  <c:v>5.24250000003</c:v>
                </c:pt>
                <c:pt idx="2242">
                  <c:v>5.24275000003</c:v>
                </c:pt>
                <c:pt idx="2243">
                  <c:v>5.24725000003</c:v>
                </c:pt>
                <c:pt idx="2244">
                  <c:v>5.24750000003</c:v>
                </c:pt>
                <c:pt idx="2245">
                  <c:v>5.25200000003</c:v>
                </c:pt>
                <c:pt idx="2246">
                  <c:v>5.25225000003</c:v>
                </c:pt>
                <c:pt idx="2247">
                  <c:v>5.25675000003</c:v>
                </c:pt>
                <c:pt idx="2248">
                  <c:v>5.25700000003</c:v>
                </c:pt>
                <c:pt idx="2249">
                  <c:v>5.26150000003</c:v>
                </c:pt>
                <c:pt idx="2250">
                  <c:v>5.26175000003</c:v>
                </c:pt>
                <c:pt idx="2251">
                  <c:v>5.26625000003</c:v>
                </c:pt>
                <c:pt idx="2252">
                  <c:v>5.26650000003</c:v>
                </c:pt>
                <c:pt idx="2253">
                  <c:v>5.27100000003</c:v>
                </c:pt>
                <c:pt idx="2254">
                  <c:v>5.27125000003</c:v>
                </c:pt>
                <c:pt idx="2255">
                  <c:v>5.27575000003</c:v>
                </c:pt>
                <c:pt idx="2256">
                  <c:v>5.27600000003</c:v>
                </c:pt>
                <c:pt idx="2257">
                  <c:v>5.28050000003</c:v>
                </c:pt>
                <c:pt idx="2258">
                  <c:v>5.28075000003</c:v>
                </c:pt>
                <c:pt idx="2259">
                  <c:v>5.28525000003</c:v>
                </c:pt>
                <c:pt idx="2260">
                  <c:v>5.28550000003</c:v>
                </c:pt>
                <c:pt idx="2261">
                  <c:v>5.29000000003</c:v>
                </c:pt>
                <c:pt idx="2262">
                  <c:v>5.29025000003</c:v>
                </c:pt>
                <c:pt idx="2263">
                  <c:v>5.29475000003</c:v>
                </c:pt>
                <c:pt idx="2264">
                  <c:v>5.29500000003</c:v>
                </c:pt>
                <c:pt idx="2265">
                  <c:v>5.29950000003</c:v>
                </c:pt>
                <c:pt idx="2266">
                  <c:v>5.29975000003</c:v>
                </c:pt>
                <c:pt idx="2267">
                  <c:v>5.30425000003</c:v>
                </c:pt>
                <c:pt idx="2268">
                  <c:v>5.30450000003</c:v>
                </c:pt>
                <c:pt idx="2269">
                  <c:v>5.30900000003</c:v>
                </c:pt>
                <c:pt idx="2270">
                  <c:v>5.30925000003</c:v>
                </c:pt>
                <c:pt idx="2271">
                  <c:v>5.31375000003</c:v>
                </c:pt>
                <c:pt idx="2272">
                  <c:v>5.31400000003</c:v>
                </c:pt>
                <c:pt idx="2273">
                  <c:v>5.31850000003</c:v>
                </c:pt>
                <c:pt idx="2274">
                  <c:v>5.31875000003</c:v>
                </c:pt>
                <c:pt idx="2275">
                  <c:v>5.32325000003</c:v>
                </c:pt>
                <c:pt idx="2276">
                  <c:v>5.32350000003</c:v>
                </c:pt>
                <c:pt idx="2277">
                  <c:v>5.32800000003</c:v>
                </c:pt>
                <c:pt idx="2278">
                  <c:v>5.32825000003</c:v>
                </c:pt>
                <c:pt idx="2279">
                  <c:v>5.33275000003</c:v>
                </c:pt>
                <c:pt idx="2280">
                  <c:v>5.33300000003</c:v>
                </c:pt>
                <c:pt idx="2281">
                  <c:v>5.33750000003</c:v>
                </c:pt>
                <c:pt idx="2282">
                  <c:v>5.33775000003</c:v>
                </c:pt>
                <c:pt idx="2283">
                  <c:v>5.34225000003</c:v>
                </c:pt>
                <c:pt idx="2284">
                  <c:v>5.34250000003</c:v>
                </c:pt>
                <c:pt idx="2285">
                  <c:v>5.34700000003</c:v>
                </c:pt>
                <c:pt idx="2286">
                  <c:v>5.34725000003</c:v>
                </c:pt>
                <c:pt idx="2287">
                  <c:v>5.35175000003</c:v>
                </c:pt>
                <c:pt idx="2288">
                  <c:v>5.35200000003</c:v>
                </c:pt>
                <c:pt idx="2289">
                  <c:v>5.35325000003</c:v>
                </c:pt>
                <c:pt idx="2290">
                  <c:v>5.35450000003</c:v>
                </c:pt>
                <c:pt idx="2291">
                  <c:v>5.35650000003</c:v>
                </c:pt>
                <c:pt idx="2292">
                  <c:v>5.35675000003</c:v>
                </c:pt>
                <c:pt idx="2293">
                  <c:v>5.36125000003</c:v>
                </c:pt>
                <c:pt idx="2294">
                  <c:v>5.36150000003</c:v>
                </c:pt>
                <c:pt idx="2295">
                  <c:v>5.36600000003</c:v>
                </c:pt>
                <c:pt idx="2296">
                  <c:v>5.36625000003</c:v>
                </c:pt>
                <c:pt idx="2297">
                  <c:v>5.37075000003</c:v>
                </c:pt>
                <c:pt idx="2298">
                  <c:v>5.37100000003</c:v>
                </c:pt>
                <c:pt idx="2299">
                  <c:v>5.37550000003</c:v>
                </c:pt>
                <c:pt idx="2300">
                  <c:v>5.37575000003</c:v>
                </c:pt>
                <c:pt idx="2301">
                  <c:v>5.38025000003</c:v>
                </c:pt>
                <c:pt idx="2302">
                  <c:v>5.38050000003</c:v>
                </c:pt>
                <c:pt idx="2303">
                  <c:v>5.38500000003</c:v>
                </c:pt>
                <c:pt idx="2304">
                  <c:v>5.38525000003</c:v>
                </c:pt>
                <c:pt idx="2305">
                  <c:v>5.38975000003</c:v>
                </c:pt>
                <c:pt idx="2306">
                  <c:v>5.39000000003</c:v>
                </c:pt>
                <c:pt idx="2307">
                  <c:v>5.39450000003</c:v>
                </c:pt>
                <c:pt idx="2308">
                  <c:v>5.39475000003</c:v>
                </c:pt>
                <c:pt idx="2309">
                  <c:v>5.39925000003</c:v>
                </c:pt>
                <c:pt idx="2310">
                  <c:v>5.39950000003</c:v>
                </c:pt>
                <c:pt idx="2311">
                  <c:v>5.40400000003</c:v>
                </c:pt>
                <c:pt idx="2312">
                  <c:v>5.40425000003</c:v>
                </c:pt>
                <c:pt idx="2313">
                  <c:v>5.40875000003</c:v>
                </c:pt>
                <c:pt idx="2314">
                  <c:v>5.40900000003</c:v>
                </c:pt>
                <c:pt idx="2315">
                  <c:v>5.41350000003</c:v>
                </c:pt>
                <c:pt idx="2316">
                  <c:v>5.41375000003</c:v>
                </c:pt>
                <c:pt idx="2317">
                  <c:v>5.41825000003</c:v>
                </c:pt>
                <c:pt idx="2318">
                  <c:v>5.41850000003</c:v>
                </c:pt>
                <c:pt idx="2319">
                  <c:v>5.42300000003</c:v>
                </c:pt>
                <c:pt idx="2320">
                  <c:v>5.42325000003</c:v>
                </c:pt>
                <c:pt idx="2321">
                  <c:v>5.42775000003</c:v>
                </c:pt>
                <c:pt idx="2322">
                  <c:v>5.42800000003</c:v>
                </c:pt>
                <c:pt idx="2323">
                  <c:v>5.43250000003</c:v>
                </c:pt>
                <c:pt idx="2324">
                  <c:v>5.43275000003</c:v>
                </c:pt>
                <c:pt idx="2325">
                  <c:v>5.43725000003</c:v>
                </c:pt>
                <c:pt idx="2326">
                  <c:v>5.43750000003</c:v>
                </c:pt>
                <c:pt idx="2327">
                  <c:v>5.44200000003</c:v>
                </c:pt>
                <c:pt idx="2328">
                  <c:v>5.44225000003</c:v>
                </c:pt>
                <c:pt idx="2329">
                  <c:v>5.44675000003</c:v>
                </c:pt>
                <c:pt idx="2330">
                  <c:v>5.44700000003</c:v>
                </c:pt>
                <c:pt idx="2331">
                  <c:v>5.45150000003</c:v>
                </c:pt>
                <c:pt idx="2332">
                  <c:v>5.45175000003</c:v>
                </c:pt>
                <c:pt idx="2333">
                  <c:v>5.45625000003</c:v>
                </c:pt>
                <c:pt idx="2334">
                  <c:v>5.45650000003</c:v>
                </c:pt>
                <c:pt idx="2335">
                  <c:v>5.46100000003</c:v>
                </c:pt>
                <c:pt idx="2336">
                  <c:v>5.46125000003</c:v>
                </c:pt>
                <c:pt idx="2337">
                  <c:v>5.46575000003</c:v>
                </c:pt>
                <c:pt idx="2338">
                  <c:v>5.46600000003</c:v>
                </c:pt>
                <c:pt idx="2339">
                  <c:v>5.47050000003</c:v>
                </c:pt>
                <c:pt idx="2340">
                  <c:v>5.47075000003</c:v>
                </c:pt>
                <c:pt idx="2341">
                  <c:v>5.47525000003</c:v>
                </c:pt>
                <c:pt idx="2342">
                  <c:v>5.47550000003</c:v>
                </c:pt>
                <c:pt idx="2343">
                  <c:v>5.48000000003</c:v>
                </c:pt>
                <c:pt idx="2344">
                  <c:v>5.48025000003</c:v>
                </c:pt>
                <c:pt idx="2345">
                  <c:v>5.48475000003</c:v>
                </c:pt>
                <c:pt idx="2346">
                  <c:v>5.48500000003</c:v>
                </c:pt>
                <c:pt idx="2347">
                  <c:v>5.48950000003</c:v>
                </c:pt>
                <c:pt idx="2348">
                  <c:v>5.48975000003</c:v>
                </c:pt>
                <c:pt idx="2349">
                  <c:v>5.49425000003</c:v>
                </c:pt>
                <c:pt idx="2350">
                  <c:v>5.49450000003</c:v>
                </c:pt>
                <c:pt idx="2351">
                  <c:v>5.49900000003</c:v>
                </c:pt>
                <c:pt idx="2352">
                  <c:v>5.49925000003</c:v>
                </c:pt>
                <c:pt idx="2353">
                  <c:v>5.50375000003</c:v>
                </c:pt>
                <c:pt idx="2354">
                  <c:v>5.50400000003</c:v>
                </c:pt>
                <c:pt idx="2355">
                  <c:v>5.50850000003</c:v>
                </c:pt>
                <c:pt idx="2356">
                  <c:v>5.50875000003</c:v>
                </c:pt>
                <c:pt idx="2357">
                  <c:v>5.51325000003</c:v>
                </c:pt>
                <c:pt idx="2358">
                  <c:v>5.51350000003</c:v>
                </c:pt>
                <c:pt idx="2359">
                  <c:v>5.51800000003</c:v>
                </c:pt>
                <c:pt idx="2360">
                  <c:v>5.51825000003</c:v>
                </c:pt>
                <c:pt idx="2361">
                  <c:v>5.52275000003</c:v>
                </c:pt>
                <c:pt idx="2362">
                  <c:v>5.52300000003</c:v>
                </c:pt>
                <c:pt idx="2363">
                  <c:v>5.52750000003</c:v>
                </c:pt>
                <c:pt idx="2364">
                  <c:v>5.52775000003</c:v>
                </c:pt>
                <c:pt idx="2365">
                  <c:v>5.53225000003</c:v>
                </c:pt>
                <c:pt idx="2366">
                  <c:v>5.53250000003</c:v>
                </c:pt>
                <c:pt idx="2367">
                  <c:v>5.53700000003</c:v>
                </c:pt>
                <c:pt idx="2368">
                  <c:v>5.53725000003</c:v>
                </c:pt>
                <c:pt idx="2369">
                  <c:v>5.54175000003</c:v>
                </c:pt>
                <c:pt idx="2370">
                  <c:v>5.54200000003</c:v>
                </c:pt>
                <c:pt idx="2371">
                  <c:v>5.54650000003</c:v>
                </c:pt>
                <c:pt idx="2372">
                  <c:v>5.54675000003</c:v>
                </c:pt>
                <c:pt idx="2373">
                  <c:v>5.55125000003</c:v>
                </c:pt>
                <c:pt idx="2374">
                  <c:v>5.55150000003</c:v>
                </c:pt>
                <c:pt idx="2375">
                  <c:v>5.55600000003</c:v>
                </c:pt>
                <c:pt idx="2376">
                  <c:v>5.55625000003</c:v>
                </c:pt>
                <c:pt idx="2377">
                  <c:v>5.56075000003</c:v>
                </c:pt>
                <c:pt idx="2378">
                  <c:v>5.56100000003</c:v>
                </c:pt>
                <c:pt idx="2379">
                  <c:v>5.56550000003</c:v>
                </c:pt>
                <c:pt idx="2380">
                  <c:v>5.56575000003</c:v>
                </c:pt>
                <c:pt idx="2381">
                  <c:v>5.57025000003</c:v>
                </c:pt>
                <c:pt idx="2382">
                  <c:v>5.57050000003</c:v>
                </c:pt>
                <c:pt idx="2383">
                  <c:v>5.57250000003</c:v>
                </c:pt>
                <c:pt idx="2384">
                  <c:v>5.57350000003</c:v>
                </c:pt>
                <c:pt idx="2385">
                  <c:v>5.57500000003</c:v>
                </c:pt>
                <c:pt idx="2386">
                  <c:v>5.57525000003</c:v>
                </c:pt>
                <c:pt idx="2387">
                  <c:v>5.57975000003</c:v>
                </c:pt>
                <c:pt idx="2388">
                  <c:v>5.58000000003</c:v>
                </c:pt>
                <c:pt idx="2389">
                  <c:v>5.58450000003</c:v>
                </c:pt>
                <c:pt idx="2390">
                  <c:v>5.58475000003</c:v>
                </c:pt>
                <c:pt idx="2391">
                  <c:v>5.58925000003</c:v>
                </c:pt>
                <c:pt idx="2392">
                  <c:v>5.58950000003</c:v>
                </c:pt>
                <c:pt idx="2393">
                  <c:v>5.59400000003</c:v>
                </c:pt>
                <c:pt idx="2394">
                  <c:v>5.59425000003</c:v>
                </c:pt>
                <c:pt idx="2395">
                  <c:v>5.59875000003</c:v>
                </c:pt>
                <c:pt idx="2396">
                  <c:v>5.59900000003</c:v>
                </c:pt>
                <c:pt idx="2397">
                  <c:v>5.60350000003</c:v>
                </c:pt>
                <c:pt idx="2398">
                  <c:v>5.60375000003</c:v>
                </c:pt>
                <c:pt idx="2399">
                  <c:v>5.60825000003</c:v>
                </c:pt>
                <c:pt idx="2400">
                  <c:v>5.60850000003</c:v>
                </c:pt>
                <c:pt idx="2401">
                  <c:v>5.61300000003</c:v>
                </c:pt>
                <c:pt idx="2402">
                  <c:v>5.61325000003</c:v>
                </c:pt>
                <c:pt idx="2403">
                  <c:v>5.61775000003</c:v>
                </c:pt>
                <c:pt idx="2404">
                  <c:v>5.61800000003</c:v>
                </c:pt>
                <c:pt idx="2405">
                  <c:v>5.62250000003</c:v>
                </c:pt>
                <c:pt idx="2406">
                  <c:v>5.62275000003</c:v>
                </c:pt>
                <c:pt idx="2407">
                  <c:v>5.62725000003</c:v>
                </c:pt>
                <c:pt idx="2408">
                  <c:v>5.62750000003</c:v>
                </c:pt>
                <c:pt idx="2409">
                  <c:v>5.63200000003</c:v>
                </c:pt>
                <c:pt idx="2410">
                  <c:v>5.63225000003</c:v>
                </c:pt>
                <c:pt idx="2411">
                  <c:v>5.63675000003</c:v>
                </c:pt>
                <c:pt idx="2412">
                  <c:v>5.63700000003</c:v>
                </c:pt>
                <c:pt idx="2413">
                  <c:v>5.64150000003</c:v>
                </c:pt>
                <c:pt idx="2414">
                  <c:v>5.64175000003</c:v>
                </c:pt>
                <c:pt idx="2415">
                  <c:v>5.64625000003</c:v>
                </c:pt>
                <c:pt idx="2416">
                  <c:v>5.64650000003</c:v>
                </c:pt>
                <c:pt idx="2417">
                  <c:v>5.65100000003</c:v>
                </c:pt>
                <c:pt idx="2418">
                  <c:v>5.65125000003</c:v>
                </c:pt>
                <c:pt idx="2419">
                  <c:v>5.65575000003</c:v>
                </c:pt>
                <c:pt idx="2420">
                  <c:v>5.65600000003</c:v>
                </c:pt>
                <c:pt idx="2421">
                  <c:v>5.66050000003</c:v>
                </c:pt>
                <c:pt idx="2422">
                  <c:v>5.66075000003</c:v>
                </c:pt>
                <c:pt idx="2423">
                  <c:v>5.66525000003</c:v>
                </c:pt>
                <c:pt idx="2424">
                  <c:v>5.66550000003</c:v>
                </c:pt>
                <c:pt idx="2425">
                  <c:v>5.67000000003</c:v>
                </c:pt>
                <c:pt idx="2426">
                  <c:v>5.67025000003</c:v>
                </c:pt>
                <c:pt idx="2427">
                  <c:v>5.67475000003</c:v>
                </c:pt>
                <c:pt idx="2428">
                  <c:v>5.67500000003</c:v>
                </c:pt>
                <c:pt idx="2429">
                  <c:v>5.67950000003</c:v>
                </c:pt>
                <c:pt idx="2430">
                  <c:v>5.67975000003</c:v>
                </c:pt>
                <c:pt idx="2431">
                  <c:v>5.68425000003</c:v>
                </c:pt>
                <c:pt idx="2432">
                  <c:v>5.68450000003</c:v>
                </c:pt>
                <c:pt idx="2433">
                  <c:v>5.68900000003</c:v>
                </c:pt>
                <c:pt idx="2434">
                  <c:v>5.68925000003</c:v>
                </c:pt>
                <c:pt idx="2435">
                  <c:v>5.69375000003</c:v>
                </c:pt>
                <c:pt idx="2436">
                  <c:v>5.69400000003</c:v>
                </c:pt>
                <c:pt idx="2437">
                  <c:v>5.69850000003</c:v>
                </c:pt>
                <c:pt idx="2438">
                  <c:v>5.69875000003</c:v>
                </c:pt>
                <c:pt idx="2439">
                  <c:v>5.70325000003</c:v>
                </c:pt>
                <c:pt idx="2440">
                  <c:v>5.70350000003</c:v>
                </c:pt>
                <c:pt idx="2441">
                  <c:v>5.70800000003</c:v>
                </c:pt>
                <c:pt idx="2442">
                  <c:v>5.70825000003</c:v>
                </c:pt>
                <c:pt idx="2443">
                  <c:v>5.71275000003</c:v>
                </c:pt>
                <c:pt idx="2444">
                  <c:v>5.71300000003</c:v>
                </c:pt>
                <c:pt idx="2445">
                  <c:v>5.71750000003</c:v>
                </c:pt>
                <c:pt idx="2446">
                  <c:v>5.71775000003</c:v>
                </c:pt>
                <c:pt idx="2447">
                  <c:v>5.72225000003</c:v>
                </c:pt>
                <c:pt idx="2448">
                  <c:v>5.72250000003</c:v>
                </c:pt>
                <c:pt idx="2449">
                  <c:v>5.72700000003</c:v>
                </c:pt>
                <c:pt idx="2450">
                  <c:v>5.72725000003</c:v>
                </c:pt>
                <c:pt idx="2451">
                  <c:v>5.73175000003</c:v>
                </c:pt>
                <c:pt idx="2452">
                  <c:v>5.73200000003</c:v>
                </c:pt>
                <c:pt idx="2453">
                  <c:v>5.73650000003</c:v>
                </c:pt>
                <c:pt idx="2454">
                  <c:v>5.73675000003</c:v>
                </c:pt>
                <c:pt idx="2455">
                  <c:v>5.74125000003</c:v>
                </c:pt>
                <c:pt idx="2456">
                  <c:v>5.74150000003</c:v>
                </c:pt>
                <c:pt idx="2457">
                  <c:v>5.74600000003</c:v>
                </c:pt>
                <c:pt idx="2458">
                  <c:v>5.74625000003</c:v>
                </c:pt>
                <c:pt idx="2459">
                  <c:v>5.75075000003</c:v>
                </c:pt>
                <c:pt idx="2460">
                  <c:v>5.75100000003</c:v>
                </c:pt>
                <c:pt idx="2461">
                  <c:v>5.75550000003</c:v>
                </c:pt>
                <c:pt idx="2462">
                  <c:v>5.75575000003</c:v>
                </c:pt>
                <c:pt idx="2463">
                  <c:v>5.76025000003</c:v>
                </c:pt>
                <c:pt idx="2464">
                  <c:v>5.76050000003</c:v>
                </c:pt>
                <c:pt idx="2465">
                  <c:v>5.76500000003</c:v>
                </c:pt>
                <c:pt idx="2466">
                  <c:v>5.76525000003</c:v>
                </c:pt>
                <c:pt idx="2467">
                  <c:v>5.76975000003</c:v>
                </c:pt>
                <c:pt idx="2468">
                  <c:v>5.77000000003</c:v>
                </c:pt>
                <c:pt idx="2469">
                  <c:v>5.77450000003</c:v>
                </c:pt>
                <c:pt idx="2470">
                  <c:v>5.77475000003</c:v>
                </c:pt>
                <c:pt idx="2471">
                  <c:v>5.77925000003</c:v>
                </c:pt>
                <c:pt idx="2472">
                  <c:v>5.77950000003</c:v>
                </c:pt>
                <c:pt idx="2473">
                  <c:v>5.78400000003</c:v>
                </c:pt>
                <c:pt idx="2474">
                  <c:v>5.78425000003</c:v>
                </c:pt>
                <c:pt idx="2475">
                  <c:v>5.78875000003</c:v>
                </c:pt>
                <c:pt idx="2476">
                  <c:v>5.78900000003</c:v>
                </c:pt>
                <c:pt idx="2477">
                  <c:v>5.79350000003</c:v>
                </c:pt>
                <c:pt idx="2478">
                  <c:v>5.79375000003</c:v>
                </c:pt>
                <c:pt idx="2479">
                  <c:v>5.79400000003</c:v>
                </c:pt>
                <c:pt idx="2480">
                  <c:v>5.79575000003</c:v>
                </c:pt>
                <c:pt idx="2481">
                  <c:v>5.79825000003</c:v>
                </c:pt>
                <c:pt idx="2482">
                  <c:v>5.79850000003</c:v>
                </c:pt>
                <c:pt idx="2483">
                  <c:v>5.80300000003</c:v>
                </c:pt>
                <c:pt idx="2484">
                  <c:v>5.80325000003</c:v>
                </c:pt>
                <c:pt idx="2485">
                  <c:v>5.80775000003</c:v>
                </c:pt>
                <c:pt idx="2486">
                  <c:v>5.80800000003</c:v>
                </c:pt>
                <c:pt idx="2487">
                  <c:v>5.81250000003</c:v>
                </c:pt>
                <c:pt idx="2488">
                  <c:v>5.81275000003</c:v>
                </c:pt>
                <c:pt idx="2489">
                  <c:v>5.81725000003</c:v>
                </c:pt>
                <c:pt idx="2490">
                  <c:v>5.81750000003</c:v>
                </c:pt>
                <c:pt idx="2491">
                  <c:v>5.82200000003</c:v>
                </c:pt>
                <c:pt idx="2492">
                  <c:v>5.82225000003</c:v>
                </c:pt>
                <c:pt idx="2493">
                  <c:v>5.82675000003</c:v>
                </c:pt>
                <c:pt idx="2494">
                  <c:v>5.82700000003</c:v>
                </c:pt>
                <c:pt idx="2495">
                  <c:v>5.83150000003</c:v>
                </c:pt>
                <c:pt idx="2496">
                  <c:v>5.83175000003</c:v>
                </c:pt>
                <c:pt idx="2497">
                  <c:v>5.83625000003</c:v>
                </c:pt>
                <c:pt idx="2498">
                  <c:v>5.83650000003</c:v>
                </c:pt>
                <c:pt idx="2499">
                  <c:v>5.84100000003</c:v>
                </c:pt>
                <c:pt idx="2500">
                  <c:v>5.84125000003</c:v>
                </c:pt>
                <c:pt idx="2501">
                  <c:v>5.84575000003</c:v>
                </c:pt>
                <c:pt idx="2502">
                  <c:v>5.84600000003</c:v>
                </c:pt>
                <c:pt idx="2503">
                  <c:v>5.85050000003</c:v>
                </c:pt>
                <c:pt idx="2504">
                  <c:v>5.85075000003</c:v>
                </c:pt>
                <c:pt idx="2505">
                  <c:v>5.85525000003</c:v>
                </c:pt>
                <c:pt idx="2506">
                  <c:v>5.85550000003</c:v>
                </c:pt>
                <c:pt idx="2507">
                  <c:v>5.86000000003</c:v>
                </c:pt>
                <c:pt idx="2508">
                  <c:v>5.86025000003</c:v>
                </c:pt>
                <c:pt idx="2509">
                  <c:v>5.86475000003</c:v>
                </c:pt>
                <c:pt idx="2510">
                  <c:v>5.86500000003</c:v>
                </c:pt>
                <c:pt idx="2511">
                  <c:v>5.86950000003</c:v>
                </c:pt>
                <c:pt idx="2512">
                  <c:v>5.86975000003</c:v>
                </c:pt>
                <c:pt idx="2513">
                  <c:v>5.87425000003</c:v>
                </c:pt>
                <c:pt idx="2514">
                  <c:v>5.87450000003</c:v>
                </c:pt>
                <c:pt idx="2515">
                  <c:v>5.87900000003</c:v>
                </c:pt>
                <c:pt idx="2516">
                  <c:v>5.87925000003</c:v>
                </c:pt>
                <c:pt idx="2517">
                  <c:v>5.88375000003</c:v>
                </c:pt>
                <c:pt idx="2518">
                  <c:v>5.88400000003</c:v>
                </c:pt>
                <c:pt idx="2519">
                  <c:v>5.88850000003</c:v>
                </c:pt>
                <c:pt idx="2520">
                  <c:v>5.88875000003</c:v>
                </c:pt>
                <c:pt idx="2521">
                  <c:v>5.89325000003</c:v>
                </c:pt>
                <c:pt idx="2522">
                  <c:v>5.89350000003</c:v>
                </c:pt>
                <c:pt idx="2523">
                  <c:v>5.89800000003</c:v>
                </c:pt>
                <c:pt idx="2524">
                  <c:v>5.89825000003</c:v>
                </c:pt>
                <c:pt idx="2525">
                  <c:v>5.90275000003</c:v>
                </c:pt>
                <c:pt idx="2526">
                  <c:v>5.90300000003</c:v>
                </c:pt>
                <c:pt idx="2527">
                  <c:v>5.90750000003</c:v>
                </c:pt>
                <c:pt idx="2528">
                  <c:v>5.90775000003</c:v>
                </c:pt>
                <c:pt idx="2529">
                  <c:v>5.91225000003</c:v>
                </c:pt>
                <c:pt idx="2530">
                  <c:v>5.91250000003</c:v>
                </c:pt>
                <c:pt idx="2531">
                  <c:v>5.91700000003</c:v>
                </c:pt>
                <c:pt idx="2532">
                  <c:v>5.91725000003</c:v>
                </c:pt>
                <c:pt idx="2533">
                  <c:v>5.92175000003</c:v>
                </c:pt>
                <c:pt idx="2534">
                  <c:v>5.92200000003</c:v>
                </c:pt>
                <c:pt idx="2535">
                  <c:v>5.92650000003</c:v>
                </c:pt>
                <c:pt idx="2536">
                  <c:v>5.92675000003</c:v>
                </c:pt>
                <c:pt idx="2537">
                  <c:v>5.93125000003</c:v>
                </c:pt>
                <c:pt idx="2538">
                  <c:v>5.93150000003</c:v>
                </c:pt>
                <c:pt idx="2539">
                  <c:v>5.93600000003</c:v>
                </c:pt>
                <c:pt idx="2540">
                  <c:v>5.93625000003</c:v>
                </c:pt>
                <c:pt idx="2541">
                  <c:v>5.94075000003</c:v>
                </c:pt>
                <c:pt idx="2542">
                  <c:v>5.94100000003</c:v>
                </c:pt>
                <c:pt idx="2543">
                  <c:v>5.94550000003</c:v>
                </c:pt>
                <c:pt idx="2544">
                  <c:v>5.94575000003</c:v>
                </c:pt>
                <c:pt idx="2545">
                  <c:v>5.95025000003</c:v>
                </c:pt>
                <c:pt idx="2546">
                  <c:v>5.95050000003</c:v>
                </c:pt>
                <c:pt idx="2547">
                  <c:v>5.95500000003</c:v>
                </c:pt>
                <c:pt idx="2548">
                  <c:v>5.95525000003</c:v>
                </c:pt>
                <c:pt idx="2549">
                  <c:v>5.95975000003</c:v>
                </c:pt>
                <c:pt idx="2550">
                  <c:v>5.96000000003</c:v>
                </c:pt>
                <c:pt idx="2551">
                  <c:v>5.96450000003</c:v>
                </c:pt>
                <c:pt idx="2552">
                  <c:v>5.96475000003</c:v>
                </c:pt>
                <c:pt idx="2553">
                  <c:v>5.96925000003</c:v>
                </c:pt>
                <c:pt idx="2554">
                  <c:v>5.96950000003</c:v>
                </c:pt>
                <c:pt idx="2555">
                  <c:v>5.97400000003</c:v>
                </c:pt>
                <c:pt idx="2556">
                  <c:v>5.97425000003</c:v>
                </c:pt>
                <c:pt idx="2557">
                  <c:v>5.97875000003</c:v>
                </c:pt>
                <c:pt idx="2558">
                  <c:v>5.97900000003</c:v>
                </c:pt>
                <c:pt idx="2559">
                  <c:v>5.98350000003</c:v>
                </c:pt>
                <c:pt idx="2560">
                  <c:v>5.98375000003</c:v>
                </c:pt>
                <c:pt idx="2561">
                  <c:v>5.98825000003</c:v>
                </c:pt>
                <c:pt idx="2562">
                  <c:v>5.98850000003</c:v>
                </c:pt>
                <c:pt idx="2563">
                  <c:v>5.99300000003</c:v>
                </c:pt>
                <c:pt idx="2564">
                  <c:v>5.99325000003</c:v>
                </c:pt>
                <c:pt idx="2565">
                  <c:v>5.99775000003</c:v>
                </c:pt>
                <c:pt idx="2566">
                  <c:v>5.99800000003</c:v>
                </c:pt>
                <c:pt idx="2567">
                  <c:v>6.00250000003</c:v>
                </c:pt>
                <c:pt idx="2568">
                  <c:v>6.00275000003</c:v>
                </c:pt>
                <c:pt idx="2569">
                  <c:v>6.00725000003</c:v>
                </c:pt>
                <c:pt idx="2570">
                  <c:v>6.00750000003</c:v>
                </c:pt>
                <c:pt idx="2571">
                  <c:v>6.01200000003</c:v>
                </c:pt>
                <c:pt idx="2572">
                  <c:v>6.01225000003</c:v>
                </c:pt>
                <c:pt idx="2573">
                  <c:v>6.01350000003</c:v>
                </c:pt>
                <c:pt idx="2574">
                  <c:v>6.01450000003</c:v>
                </c:pt>
                <c:pt idx="2575">
                  <c:v>6.01675000003</c:v>
                </c:pt>
                <c:pt idx="2576">
                  <c:v>6.01700000003</c:v>
                </c:pt>
                <c:pt idx="2577">
                  <c:v>6.02150000003</c:v>
                </c:pt>
                <c:pt idx="2578">
                  <c:v>6.02175000003</c:v>
                </c:pt>
                <c:pt idx="2579">
                  <c:v>6.02625000003</c:v>
                </c:pt>
                <c:pt idx="2580">
                  <c:v>6.02650000003</c:v>
                </c:pt>
                <c:pt idx="2581">
                  <c:v>6.03100000003</c:v>
                </c:pt>
                <c:pt idx="2582">
                  <c:v>6.03125000003</c:v>
                </c:pt>
                <c:pt idx="2583">
                  <c:v>6.03575000003</c:v>
                </c:pt>
                <c:pt idx="2584">
                  <c:v>6.03600000003</c:v>
                </c:pt>
                <c:pt idx="2585">
                  <c:v>6.04050000003</c:v>
                </c:pt>
                <c:pt idx="2586">
                  <c:v>6.04075000003</c:v>
                </c:pt>
                <c:pt idx="2587">
                  <c:v>6.04525000003</c:v>
                </c:pt>
                <c:pt idx="2588">
                  <c:v>6.04550000003</c:v>
                </c:pt>
                <c:pt idx="2589">
                  <c:v>6.05000000003</c:v>
                </c:pt>
                <c:pt idx="2590">
                  <c:v>6.05025000003</c:v>
                </c:pt>
                <c:pt idx="2591">
                  <c:v>6.05475000003</c:v>
                </c:pt>
                <c:pt idx="2592">
                  <c:v>6.05500000003</c:v>
                </c:pt>
                <c:pt idx="2593">
                  <c:v>6.05950000003</c:v>
                </c:pt>
                <c:pt idx="2594">
                  <c:v>6.05975000003</c:v>
                </c:pt>
                <c:pt idx="2595">
                  <c:v>6.06425000003</c:v>
                </c:pt>
                <c:pt idx="2596">
                  <c:v>6.06450000003</c:v>
                </c:pt>
                <c:pt idx="2597">
                  <c:v>6.06900000003</c:v>
                </c:pt>
                <c:pt idx="2598">
                  <c:v>6.06925000003</c:v>
                </c:pt>
                <c:pt idx="2599">
                  <c:v>6.07375000003</c:v>
                </c:pt>
                <c:pt idx="2600">
                  <c:v>6.07400000003</c:v>
                </c:pt>
                <c:pt idx="2601">
                  <c:v>6.07850000003</c:v>
                </c:pt>
                <c:pt idx="2602">
                  <c:v>6.07875000003</c:v>
                </c:pt>
                <c:pt idx="2603">
                  <c:v>6.08325000003</c:v>
                </c:pt>
                <c:pt idx="2604">
                  <c:v>6.08350000003</c:v>
                </c:pt>
                <c:pt idx="2605">
                  <c:v>6.08800000003</c:v>
                </c:pt>
                <c:pt idx="2606">
                  <c:v>6.08825000003</c:v>
                </c:pt>
                <c:pt idx="2607">
                  <c:v>6.09275000003</c:v>
                </c:pt>
                <c:pt idx="2608">
                  <c:v>6.09300000003</c:v>
                </c:pt>
                <c:pt idx="2609">
                  <c:v>6.09750000003</c:v>
                </c:pt>
                <c:pt idx="2610">
                  <c:v>6.09775000003</c:v>
                </c:pt>
                <c:pt idx="2611">
                  <c:v>6.10225000003</c:v>
                </c:pt>
                <c:pt idx="2612">
                  <c:v>6.10250000003</c:v>
                </c:pt>
                <c:pt idx="2613">
                  <c:v>6.10700000003</c:v>
                </c:pt>
                <c:pt idx="2614">
                  <c:v>6.10725000003</c:v>
                </c:pt>
                <c:pt idx="2615">
                  <c:v>6.11175000003</c:v>
                </c:pt>
                <c:pt idx="2616">
                  <c:v>6.11200000003</c:v>
                </c:pt>
                <c:pt idx="2617">
                  <c:v>6.11650000003</c:v>
                </c:pt>
                <c:pt idx="2618">
                  <c:v>6.11675000003</c:v>
                </c:pt>
                <c:pt idx="2619">
                  <c:v>6.12125000003</c:v>
                </c:pt>
                <c:pt idx="2620">
                  <c:v>6.12150000003</c:v>
                </c:pt>
                <c:pt idx="2621">
                  <c:v>6.12600000003</c:v>
                </c:pt>
                <c:pt idx="2622">
                  <c:v>6.12625000003</c:v>
                </c:pt>
                <c:pt idx="2623">
                  <c:v>6.13075000003</c:v>
                </c:pt>
                <c:pt idx="2624">
                  <c:v>6.13100000003</c:v>
                </c:pt>
                <c:pt idx="2625">
                  <c:v>6.13550000003</c:v>
                </c:pt>
                <c:pt idx="2626">
                  <c:v>6.13575000003</c:v>
                </c:pt>
                <c:pt idx="2627">
                  <c:v>6.14025000003</c:v>
                </c:pt>
                <c:pt idx="2628">
                  <c:v>6.14050000003</c:v>
                </c:pt>
                <c:pt idx="2629">
                  <c:v>6.14500000003</c:v>
                </c:pt>
                <c:pt idx="2630">
                  <c:v>6.14525000003</c:v>
                </c:pt>
                <c:pt idx="2631">
                  <c:v>6.14975000003</c:v>
                </c:pt>
                <c:pt idx="2632">
                  <c:v>6.15000000003</c:v>
                </c:pt>
                <c:pt idx="2633">
                  <c:v>6.15450000003</c:v>
                </c:pt>
                <c:pt idx="2634">
                  <c:v>6.15475000003</c:v>
                </c:pt>
                <c:pt idx="2635">
                  <c:v>6.15925000003</c:v>
                </c:pt>
                <c:pt idx="2636">
                  <c:v>6.15950000003</c:v>
                </c:pt>
                <c:pt idx="2637">
                  <c:v>6.16400000003</c:v>
                </c:pt>
                <c:pt idx="2638">
                  <c:v>6.16425000003</c:v>
                </c:pt>
                <c:pt idx="2639">
                  <c:v>6.16875000003</c:v>
                </c:pt>
                <c:pt idx="2640">
                  <c:v>6.16900000003</c:v>
                </c:pt>
                <c:pt idx="2641">
                  <c:v>6.17350000003</c:v>
                </c:pt>
                <c:pt idx="2642">
                  <c:v>6.17375000003</c:v>
                </c:pt>
                <c:pt idx="2643">
                  <c:v>6.17825000003</c:v>
                </c:pt>
                <c:pt idx="2644">
                  <c:v>6.17850000003</c:v>
                </c:pt>
                <c:pt idx="2645">
                  <c:v>6.18300000003</c:v>
                </c:pt>
                <c:pt idx="2646">
                  <c:v>6.18325000003</c:v>
                </c:pt>
                <c:pt idx="2647">
                  <c:v>6.18775000003</c:v>
                </c:pt>
                <c:pt idx="2648">
                  <c:v>6.18800000003</c:v>
                </c:pt>
                <c:pt idx="2649">
                  <c:v>6.19250000003</c:v>
                </c:pt>
                <c:pt idx="2650">
                  <c:v>6.19275000003</c:v>
                </c:pt>
                <c:pt idx="2651">
                  <c:v>6.19725000003</c:v>
                </c:pt>
                <c:pt idx="2652">
                  <c:v>6.19750000003</c:v>
                </c:pt>
                <c:pt idx="2653">
                  <c:v>6.20200000003</c:v>
                </c:pt>
                <c:pt idx="2654">
                  <c:v>6.20225000003</c:v>
                </c:pt>
                <c:pt idx="2655">
                  <c:v>6.20675000003</c:v>
                </c:pt>
                <c:pt idx="2656">
                  <c:v>6.20700000003</c:v>
                </c:pt>
                <c:pt idx="2657">
                  <c:v>6.21150000003</c:v>
                </c:pt>
                <c:pt idx="2658">
                  <c:v>6.21175000003</c:v>
                </c:pt>
                <c:pt idx="2659">
                  <c:v>6.21625000003</c:v>
                </c:pt>
                <c:pt idx="2660">
                  <c:v>6.21650000003</c:v>
                </c:pt>
                <c:pt idx="2661">
                  <c:v>6.22100000003</c:v>
                </c:pt>
                <c:pt idx="2662">
                  <c:v>6.22125000003</c:v>
                </c:pt>
                <c:pt idx="2663">
                  <c:v>6.22575000003</c:v>
                </c:pt>
                <c:pt idx="2664">
                  <c:v>6.22600000003</c:v>
                </c:pt>
                <c:pt idx="2665">
                  <c:v>6.23050000003</c:v>
                </c:pt>
                <c:pt idx="2666">
                  <c:v>6.23075000003</c:v>
                </c:pt>
                <c:pt idx="2667">
                  <c:v>6.23500000003</c:v>
                </c:pt>
                <c:pt idx="2668">
                  <c:v>6.23525000003</c:v>
                </c:pt>
                <c:pt idx="2669">
                  <c:v>6.23550000003</c:v>
                </c:pt>
                <c:pt idx="2670">
                  <c:v>6.23675000003</c:v>
                </c:pt>
                <c:pt idx="2671">
                  <c:v>6.24000000003</c:v>
                </c:pt>
                <c:pt idx="2672">
                  <c:v>6.24025000003</c:v>
                </c:pt>
                <c:pt idx="2673">
                  <c:v>6.24475000003</c:v>
                </c:pt>
                <c:pt idx="2674">
                  <c:v>6.24500000003</c:v>
                </c:pt>
                <c:pt idx="2675">
                  <c:v>6.24950000003</c:v>
                </c:pt>
                <c:pt idx="2676">
                  <c:v>6.24975000003</c:v>
                </c:pt>
                <c:pt idx="2677">
                  <c:v>6.25425000003</c:v>
                </c:pt>
                <c:pt idx="2678">
                  <c:v>6.25450000003</c:v>
                </c:pt>
                <c:pt idx="2679">
                  <c:v>6.25900000003</c:v>
                </c:pt>
                <c:pt idx="2680">
                  <c:v>6.25925000003</c:v>
                </c:pt>
                <c:pt idx="2681">
                  <c:v>6.26375000003</c:v>
                </c:pt>
                <c:pt idx="2682">
                  <c:v>6.26400000003</c:v>
                </c:pt>
                <c:pt idx="2683">
                  <c:v>6.26850000003</c:v>
                </c:pt>
                <c:pt idx="2684">
                  <c:v>6.26875000003</c:v>
                </c:pt>
                <c:pt idx="2685">
                  <c:v>6.27325000003</c:v>
                </c:pt>
                <c:pt idx="2686">
                  <c:v>6.27350000003</c:v>
                </c:pt>
                <c:pt idx="2687">
                  <c:v>6.27800000003</c:v>
                </c:pt>
                <c:pt idx="2688">
                  <c:v>6.27825000003</c:v>
                </c:pt>
                <c:pt idx="2689">
                  <c:v>6.28275000003</c:v>
                </c:pt>
                <c:pt idx="2690">
                  <c:v>6.28300000003</c:v>
                </c:pt>
                <c:pt idx="2691">
                  <c:v>6.28750000003</c:v>
                </c:pt>
                <c:pt idx="2692">
                  <c:v>6.28775000003</c:v>
                </c:pt>
                <c:pt idx="2693">
                  <c:v>6.29225000003</c:v>
                </c:pt>
                <c:pt idx="2694">
                  <c:v>6.29250000003</c:v>
                </c:pt>
                <c:pt idx="2695">
                  <c:v>6.29700000003</c:v>
                </c:pt>
                <c:pt idx="2696">
                  <c:v>6.29725000003</c:v>
                </c:pt>
                <c:pt idx="2697">
                  <c:v>6.30175000003</c:v>
                </c:pt>
                <c:pt idx="2698">
                  <c:v>6.30200000003</c:v>
                </c:pt>
                <c:pt idx="2699">
                  <c:v>6.30650000003</c:v>
                </c:pt>
                <c:pt idx="2700">
                  <c:v>6.30675000003</c:v>
                </c:pt>
                <c:pt idx="2701">
                  <c:v>6.31125000003</c:v>
                </c:pt>
                <c:pt idx="2702">
                  <c:v>6.31150000003</c:v>
                </c:pt>
                <c:pt idx="2703">
                  <c:v>6.31600000003</c:v>
                </c:pt>
                <c:pt idx="2704">
                  <c:v>6.31625000003</c:v>
                </c:pt>
                <c:pt idx="2705">
                  <c:v>6.32075000003</c:v>
                </c:pt>
                <c:pt idx="2706">
                  <c:v>6.32100000003</c:v>
                </c:pt>
                <c:pt idx="2707">
                  <c:v>6.32550000003</c:v>
                </c:pt>
                <c:pt idx="2708">
                  <c:v>6.32575000003</c:v>
                </c:pt>
                <c:pt idx="2709">
                  <c:v>6.33025000003</c:v>
                </c:pt>
                <c:pt idx="2710">
                  <c:v>6.33050000003</c:v>
                </c:pt>
                <c:pt idx="2711">
                  <c:v>6.33500000003</c:v>
                </c:pt>
                <c:pt idx="2712">
                  <c:v>6.33525000003</c:v>
                </c:pt>
                <c:pt idx="2713">
                  <c:v>6.33975000003</c:v>
                </c:pt>
                <c:pt idx="2714">
                  <c:v>6.34000000003</c:v>
                </c:pt>
                <c:pt idx="2715">
                  <c:v>6.34450000003</c:v>
                </c:pt>
                <c:pt idx="2716">
                  <c:v>6.34475000003</c:v>
                </c:pt>
                <c:pt idx="2717">
                  <c:v>6.34925000003</c:v>
                </c:pt>
                <c:pt idx="2718">
                  <c:v>6.34950000003</c:v>
                </c:pt>
                <c:pt idx="2719">
                  <c:v>6.35400000003</c:v>
                </c:pt>
                <c:pt idx="2720">
                  <c:v>6.35425000003</c:v>
                </c:pt>
                <c:pt idx="2721">
                  <c:v>6.35875000003</c:v>
                </c:pt>
                <c:pt idx="2722">
                  <c:v>6.35900000003</c:v>
                </c:pt>
                <c:pt idx="2723">
                  <c:v>6.36350000003</c:v>
                </c:pt>
                <c:pt idx="2724">
                  <c:v>6.36375000003</c:v>
                </c:pt>
                <c:pt idx="2725">
                  <c:v>6.36825000003</c:v>
                </c:pt>
                <c:pt idx="2726">
                  <c:v>6.36850000003</c:v>
                </c:pt>
                <c:pt idx="2727">
                  <c:v>6.37300000003</c:v>
                </c:pt>
                <c:pt idx="2728">
                  <c:v>6.37325000003</c:v>
                </c:pt>
                <c:pt idx="2729">
                  <c:v>6.37775000003</c:v>
                </c:pt>
                <c:pt idx="2730">
                  <c:v>6.37800000003</c:v>
                </c:pt>
                <c:pt idx="2731">
                  <c:v>6.38250000003</c:v>
                </c:pt>
                <c:pt idx="2732">
                  <c:v>6.38275000003</c:v>
                </c:pt>
                <c:pt idx="2733">
                  <c:v>6.38725000003</c:v>
                </c:pt>
                <c:pt idx="2734">
                  <c:v>6.38750000003</c:v>
                </c:pt>
                <c:pt idx="2735">
                  <c:v>6.39200000003</c:v>
                </c:pt>
                <c:pt idx="2736">
                  <c:v>6.39225000003</c:v>
                </c:pt>
                <c:pt idx="2737">
                  <c:v>6.39675000003</c:v>
                </c:pt>
                <c:pt idx="2738">
                  <c:v>6.39700000003</c:v>
                </c:pt>
                <c:pt idx="2739">
                  <c:v>6.40150000003</c:v>
                </c:pt>
                <c:pt idx="2740">
                  <c:v>6.40175000003</c:v>
                </c:pt>
                <c:pt idx="2741">
                  <c:v>6.40625000003</c:v>
                </c:pt>
                <c:pt idx="2742">
                  <c:v>6.40650000003</c:v>
                </c:pt>
                <c:pt idx="2743">
                  <c:v>6.41100000003</c:v>
                </c:pt>
                <c:pt idx="2744">
                  <c:v>6.41125000003</c:v>
                </c:pt>
                <c:pt idx="2745">
                  <c:v>6.41575000003</c:v>
                </c:pt>
                <c:pt idx="2746">
                  <c:v>6.41600000003</c:v>
                </c:pt>
                <c:pt idx="2747">
                  <c:v>6.42050000003</c:v>
                </c:pt>
                <c:pt idx="2748">
                  <c:v>6.42075000003</c:v>
                </c:pt>
                <c:pt idx="2749">
                  <c:v>6.42525000003</c:v>
                </c:pt>
                <c:pt idx="2750">
                  <c:v>6.42550000003</c:v>
                </c:pt>
                <c:pt idx="2751">
                  <c:v>6.43000000003</c:v>
                </c:pt>
                <c:pt idx="2752">
                  <c:v>6.43025000003</c:v>
                </c:pt>
                <c:pt idx="2753">
                  <c:v>6.43475000003</c:v>
                </c:pt>
                <c:pt idx="2754">
                  <c:v>6.43500000003</c:v>
                </c:pt>
                <c:pt idx="2755">
                  <c:v>6.43950000003</c:v>
                </c:pt>
                <c:pt idx="2756">
                  <c:v>6.43975000003</c:v>
                </c:pt>
                <c:pt idx="2757">
                  <c:v>6.44425000003</c:v>
                </c:pt>
                <c:pt idx="2758">
                  <c:v>6.44450000003</c:v>
                </c:pt>
                <c:pt idx="2759">
                  <c:v>6.44900000003</c:v>
                </c:pt>
                <c:pt idx="2760">
                  <c:v>6.44925000003</c:v>
                </c:pt>
                <c:pt idx="2761">
                  <c:v>6.45375000003</c:v>
                </c:pt>
                <c:pt idx="2762">
                  <c:v>6.45400000003</c:v>
                </c:pt>
                <c:pt idx="2763">
                  <c:v>6.45450000003</c:v>
                </c:pt>
                <c:pt idx="2764">
                  <c:v>6.45550000003</c:v>
                </c:pt>
                <c:pt idx="2765">
                  <c:v>6.45850000003</c:v>
                </c:pt>
                <c:pt idx="2766">
                  <c:v>6.45875000003</c:v>
                </c:pt>
                <c:pt idx="2767">
                  <c:v>6.46325000003</c:v>
                </c:pt>
                <c:pt idx="2768">
                  <c:v>6.46350000003</c:v>
                </c:pt>
                <c:pt idx="2769">
                  <c:v>6.46800000003</c:v>
                </c:pt>
                <c:pt idx="2770">
                  <c:v>6.46825000003</c:v>
                </c:pt>
                <c:pt idx="2771">
                  <c:v>6.47275000003</c:v>
                </c:pt>
                <c:pt idx="2772">
                  <c:v>6.47300000003</c:v>
                </c:pt>
                <c:pt idx="2773">
                  <c:v>6.47750000003</c:v>
                </c:pt>
                <c:pt idx="2774">
                  <c:v>6.47775000003</c:v>
                </c:pt>
                <c:pt idx="2775">
                  <c:v>6.48225000003</c:v>
                </c:pt>
                <c:pt idx="2776">
                  <c:v>6.48250000003</c:v>
                </c:pt>
                <c:pt idx="2777">
                  <c:v>6.48700000003</c:v>
                </c:pt>
                <c:pt idx="2778">
                  <c:v>6.48725000003</c:v>
                </c:pt>
                <c:pt idx="2779">
                  <c:v>6.49175000003</c:v>
                </c:pt>
                <c:pt idx="2780">
                  <c:v>6.49200000003</c:v>
                </c:pt>
                <c:pt idx="2781">
                  <c:v>6.49650000003</c:v>
                </c:pt>
                <c:pt idx="2782">
                  <c:v>6.49675000003</c:v>
                </c:pt>
                <c:pt idx="2783">
                  <c:v>6.50125000003</c:v>
                </c:pt>
                <c:pt idx="2784">
                  <c:v>6.50150000003</c:v>
                </c:pt>
                <c:pt idx="2785">
                  <c:v>6.50600000003</c:v>
                </c:pt>
                <c:pt idx="2786">
                  <c:v>6.50625000003</c:v>
                </c:pt>
                <c:pt idx="2787">
                  <c:v>6.51075000003</c:v>
                </c:pt>
                <c:pt idx="2788">
                  <c:v>6.51100000003</c:v>
                </c:pt>
                <c:pt idx="2789">
                  <c:v>6.51550000003</c:v>
                </c:pt>
                <c:pt idx="2790">
                  <c:v>6.51575000003</c:v>
                </c:pt>
                <c:pt idx="2791">
                  <c:v>6.52025000003</c:v>
                </c:pt>
                <c:pt idx="2792">
                  <c:v>6.52050000003</c:v>
                </c:pt>
                <c:pt idx="2793">
                  <c:v>6.52500000003</c:v>
                </c:pt>
                <c:pt idx="2794">
                  <c:v>6.52525000003</c:v>
                </c:pt>
                <c:pt idx="2795">
                  <c:v>6.52975000003</c:v>
                </c:pt>
                <c:pt idx="2796">
                  <c:v>6.53000000003</c:v>
                </c:pt>
                <c:pt idx="2797">
                  <c:v>6.53450000003</c:v>
                </c:pt>
                <c:pt idx="2798">
                  <c:v>6.53475000003</c:v>
                </c:pt>
                <c:pt idx="2799">
                  <c:v>6.53925000003</c:v>
                </c:pt>
                <c:pt idx="2800">
                  <c:v>6.53950000003</c:v>
                </c:pt>
                <c:pt idx="2801">
                  <c:v>6.54400000003</c:v>
                </c:pt>
                <c:pt idx="2802">
                  <c:v>6.54425000003</c:v>
                </c:pt>
                <c:pt idx="2803">
                  <c:v>6.54875000003</c:v>
                </c:pt>
                <c:pt idx="2804">
                  <c:v>6.54900000003</c:v>
                </c:pt>
                <c:pt idx="2805">
                  <c:v>6.55350000003</c:v>
                </c:pt>
                <c:pt idx="2806">
                  <c:v>6.55375000003</c:v>
                </c:pt>
                <c:pt idx="2807">
                  <c:v>6.55825000003</c:v>
                </c:pt>
                <c:pt idx="2808">
                  <c:v>6.55850000003</c:v>
                </c:pt>
                <c:pt idx="2809">
                  <c:v>6.56300000003</c:v>
                </c:pt>
                <c:pt idx="2810">
                  <c:v>6.56325000003</c:v>
                </c:pt>
                <c:pt idx="2811">
                  <c:v>6.56775000003</c:v>
                </c:pt>
                <c:pt idx="2812">
                  <c:v>6.56800000003</c:v>
                </c:pt>
                <c:pt idx="2813">
                  <c:v>6.57250000003</c:v>
                </c:pt>
                <c:pt idx="2814">
                  <c:v>6.57275000003</c:v>
                </c:pt>
                <c:pt idx="2815">
                  <c:v>6.57725000003</c:v>
                </c:pt>
                <c:pt idx="2816">
                  <c:v>6.57750000003</c:v>
                </c:pt>
                <c:pt idx="2817">
                  <c:v>6.58200000003</c:v>
                </c:pt>
                <c:pt idx="2818">
                  <c:v>6.58225000003</c:v>
                </c:pt>
                <c:pt idx="2819">
                  <c:v>6.58675000003</c:v>
                </c:pt>
                <c:pt idx="2820">
                  <c:v>6.58700000003</c:v>
                </c:pt>
                <c:pt idx="2821">
                  <c:v>6.59150000003</c:v>
                </c:pt>
                <c:pt idx="2822">
                  <c:v>6.59175000003</c:v>
                </c:pt>
                <c:pt idx="2823">
                  <c:v>6.59625000003</c:v>
                </c:pt>
                <c:pt idx="2824">
                  <c:v>6.59650000003</c:v>
                </c:pt>
                <c:pt idx="2825">
                  <c:v>6.60100000003</c:v>
                </c:pt>
                <c:pt idx="2826">
                  <c:v>6.60125000003</c:v>
                </c:pt>
                <c:pt idx="2827">
                  <c:v>6.60575000003</c:v>
                </c:pt>
                <c:pt idx="2828">
                  <c:v>6.60600000003</c:v>
                </c:pt>
                <c:pt idx="2829">
                  <c:v>6.61050000003</c:v>
                </c:pt>
                <c:pt idx="2830">
                  <c:v>6.61075000003</c:v>
                </c:pt>
                <c:pt idx="2831">
                  <c:v>6.61525000003</c:v>
                </c:pt>
                <c:pt idx="2832">
                  <c:v>6.61550000003</c:v>
                </c:pt>
                <c:pt idx="2833">
                  <c:v>6.62000000003</c:v>
                </c:pt>
                <c:pt idx="2834">
                  <c:v>6.62025000003</c:v>
                </c:pt>
                <c:pt idx="2835">
                  <c:v>6.62475000003</c:v>
                </c:pt>
                <c:pt idx="2836">
                  <c:v>6.62500000003</c:v>
                </c:pt>
                <c:pt idx="2837">
                  <c:v>6.62950000003</c:v>
                </c:pt>
                <c:pt idx="2838">
                  <c:v>6.62975000003</c:v>
                </c:pt>
                <c:pt idx="2839">
                  <c:v>6.63425000003</c:v>
                </c:pt>
                <c:pt idx="2840">
                  <c:v>6.63450000003</c:v>
                </c:pt>
                <c:pt idx="2841">
                  <c:v>6.63900000003</c:v>
                </c:pt>
                <c:pt idx="2842">
                  <c:v>6.63925000003</c:v>
                </c:pt>
                <c:pt idx="2843">
                  <c:v>6.64375000003</c:v>
                </c:pt>
                <c:pt idx="2844">
                  <c:v>6.64400000003</c:v>
                </c:pt>
                <c:pt idx="2845">
                  <c:v>6.64850000003</c:v>
                </c:pt>
                <c:pt idx="2846">
                  <c:v>6.64875000003</c:v>
                </c:pt>
                <c:pt idx="2847">
                  <c:v>6.65325000003</c:v>
                </c:pt>
                <c:pt idx="2848">
                  <c:v>6.65350000003</c:v>
                </c:pt>
                <c:pt idx="2849">
                  <c:v>6.65800000003</c:v>
                </c:pt>
                <c:pt idx="2850">
                  <c:v>6.65825000003</c:v>
                </c:pt>
                <c:pt idx="2851">
                  <c:v>6.66275000003</c:v>
                </c:pt>
                <c:pt idx="2852">
                  <c:v>6.66300000003</c:v>
                </c:pt>
                <c:pt idx="2853">
                  <c:v>6.66750000003</c:v>
                </c:pt>
                <c:pt idx="2854">
                  <c:v>6.66775000003</c:v>
                </c:pt>
                <c:pt idx="2855">
                  <c:v>6.67225000003</c:v>
                </c:pt>
                <c:pt idx="2856">
                  <c:v>6.67250000003</c:v>
                </c:pt>
                <c:pt idx="2857">
                  <c:v>6.67600000003</c:v>
                </c:pt>
                <c:pt idx="2858">
                  <c:v>6.67700000003</c:v>
                </c:pt>
                <c:pt idx="2859">
                  <c:v>6.67725000003</c:v>
                </c:pt>
                <c:pt idx="2860">
                  <c:v>6.67750000003</c:v>
                </c:pt>
                <c:pt idx="2861">
                  <c:v>6.68175000003</c:v>
                </c:pt>
                <c:pt idx="2862">
                  <c:v>6.68200000003</c:v>
                </c:pt>
                <c:pt idx="2863">
                  <c:v>6.68650000003</c:v>
                </c:pt>
                <c:pt idx="2864">
                  <c:v>6.68675000003</c:v>
                </c:pt>
                <c:pt idx="2865">
                  <c:v>6.69125000003</c:v>
                </c:pt>
                <c:pt idx="2866">
                  <c:v>6.69150000003</c:v>
                </c:pt>
                <c:pt idx="2867">
                  <c:v>6.69600000003</c:v>
                </c:pt>
                <c:pt idx="2868">
                  <c:v>6.69625000003</c:v>
                </c:pt>
                <c:pt idx="2869">
                  <c:v>6.70075000003</c:v>
                </c:pt>
                <c:pt idx="2870">
                  <c:v>6.70100000003</c:v>
                </c:pt>
                <c:pt idx="2871">
                  <c:v>6.70550000003</c:v>
                </c:pt>
                <c:pt idx="2872">
                  <c:v>6.70575000003</c:v>
                </c:pt>
                <c:pt idx="2873">
                  <c:v>6.71025000003</c:v>
                </c:pt>
                <c:pt idx="2874">
                  <c:v>6.71050000003</c:v>
                </c:pt>
                <c:pt idx="2875">
                  <c:v>6.71500000003</c:v>
                </c:pt>
                <c:pt idx="2876">
                  <c:v>6.71525000003</c:v>
                </c:pt>
                <c:pt idx="2877">
                  <c:v>6.71975000003</c:v>
                </c:pt>
                <c:pt idx="2878">
                  <c:v>6.72000000003</c:v>
                </c:pt>
                <c:pt idx="2879">
                  <c:v>6.72450000003</c:v>
                </c:pt>
                <c:pt idx="2880">
                  <c:v>6.72475000003</c:v>
                </c:pt>
                <c:pt idx="2881">
                  <c:v>6.72925000003</c:v>
                </c:pt>
                <c:pt idx="2882">
                  <c:v>6.72950000003</c:v>
                </c:pt>
                <c:pt idx="2883">
                  <c:v>6.73400000003</c:v>
                </c:pt>
                <c:pt idx="2884">
                  <c:v>6.73425000003</c:v>
                </c:pt>
                <c:pt idx="2885">
                  <c:v>6.73875000003</c:v>
                </c:pt>
                <c:pt idx="2886">
                  <c:v>6.73900000003</c:v>
                </c:pt>
                <c:pt idx="2887">
                  <c:v>6.74350000003</c:v>
                </c:pt>
                <c:pt idx="2888">
                  <c:v>6.74375000003</c:v>
                </c:pt>
                <c:pt idx="2889">
                  <c:v>6.74825000003</c:v>
                </c:pt>
                <c:pt idx="2890">
                  <c:v>6.74850000003</c:v>
                </c:pt>
                <c:pt idx="2891">
                  <c:v>6.75300000003</c:v>
                </c:pt>
                <c:pt idx="2892">
                  <c:v>6.75325000003</c:v>
                </c:pt>
                <c:pt idx="2893">
                  <c:v>6.75775000003</c:v>
                </c:pt>
                <c:pt idx="2894">
                  <c:v>6.75800000003</c:v>
                </c:pt>
                <c:pt idx="2895">
                  <c:v>6.76250000003</c:v>
                </c:pt>
                <c:pt idx="2896">
                  <c:v>6.76275000003</c:v>
                </c:pt>
                <c:pt idx="2897">
                  <c:v>6.76725000003</c:v>
                </c:pt>
                <c:pt idx="2898">
                  <c:v>6.76750000003</c:v>
                </c:pt>
                <c:pt idx="2899">
                  <c:v>6.77200000003</c:v>
                </c:pt>
                <c:pt idx="2900">
                  <c:v>6.77225000003</c:v>
                </c:pt>
                <c:pt idx="2901">
                  <c:v>6.77675000003</c:v>
                </c:pt>
                <c:pt idx="2902">
                  <c:v>6.77700000003</c:v>
                </c:pt>
                <c:pt idx="2903">
                  <c:v>6.78150000003</c:v>
                </c:pt>
                <c:pt idx="2904">
                  <c:v>6.78175000003</c:v>
                </c:pt>
                <c:pt idx="2905">
                  <c:v>6.78625000003</c:v>
                </c:pt>
                <c:pt idx="2906">
                  <c:v>6.78650000003</c:v>
                </c:pt>
                <c:pt idx="2907">
                  <c:v>6.79100000003</c:v>
                </c:pt>
                <c:pt idx="2908">
                  <c:v>6.79125000003</c:v>
                </c:pt>
                <c:pt idx="2909">
                  <c:v>6.79575000003</c:v>
                </c:pt>
                <c:pt idx="2910">
                  <c:v>6.79600000003</c:v>
                </c:pt>
                <c:pt idx="2911">
                  <c:v>6.80050000003</c:v>
                </c:pt>
                <c:pt idx="2912">
                  <c:v>6.80075000003</c:v>
                </c:pt>
                <c:pt idx="2913">
                  <c:v>6.80525000003</c:v>
                </c:pt>
                <c:pt idx="2914">
                  <c:v>6.80550000003</c:v>
                </c:pt>
                <c:pt idx="2915">
                  <c:v>6.81000000003</c:v>
                </c:pt>
                <c:pt idx="2916">
                  <c:v>6.81025000003</c:v>
                </c:pt>
                <c:pt idx="2917">
                  <c:v>6.81475000003</c:v>
                </c:pt>
                <c:pt idx="2918">
                  <c:v>6.81500000003</c:v>
                </c:pt>
                <c:pt idx="2919">
                  <c:v>6.81950000003</c:v>
                </c:pt>
                <c:pt idx="2920">
                  <c:v>6.81975000003</c:v>
                </c:pt>
                <c:pt idx="2921">
                  <c:v>6.82425000003</c:v>
                </c:pt>
                <c:pt idx="2922">
                  <c:v>6.82450000003</c:v>
                </c:pt>
                <c:pt idx="2923">
                  <c:v>6.82900000003</c:v>
                </c:pt>
                <c:pt idx="2924">
                  <c:v>6.82925000003</c:v>
                </c:pt>
                <c:pt idx="2925">
                  <c:v>6.83375000003</c:v>
                </c:pt>
                <c:pt idx="2926">
                  <c:v>6.83400000003</c:v>
                </c:pt>
                <c:pt idx="2927">
                  <c:v>6.83850000003</c:v>
                </c:pt>
                <c:pt idx="2928">
                  <c:v>6.83875000003</c:v>
                </c:pt>
                <c:pt idx="2929">
                  <c:v>6.84325000003</c:v>
                </c:pt>
                <c:pt idx="2930">
                  <c:v>6.84350000003</c:v>
                </c:pt>
                <c:pt idx="2931">
                  <c:v>6.84800000003</c:v>
                </c:pt>
                <c:pt idx="2932">
                  <c:v>6.84825000003</c:v>
                </c:pt>
                <c:pt idx="2933">
                  <c:v>6.85275000003</c:v>
                </c:pt>
                <c:pt idx="2934">
                  <c:v>6.85300000003</c:v>
                </c:pt>
                <c:pt idx="2935">
                  <c:v>6.85750000003</c:v>
                </c:pt>
                <c:pt idx="2936">
                  <c:v>6.85775000003</c:v>
                </c:pt>
                <c:pt idx="2937">
                  <c:v>6.86225000003</c:v>
                </c:pt>
                <c:pt idx="2938">
                  <c:v>6.86250000003</c:v>
                </c:pt>
                <c:pt idx="2939">
                  <c:v>6.86700000003</c:v>
                </c:pt>
                <c:pt idx="2940">
                  <c:v>6.86725000003</c:v>
                </c:pt>
                <c:pt idx="2941">
                  <c:v>6.87175000003</c:v>
                </c:pt>
                <c:pt idx="2942">
                  <c:v>6.87200000003</c:v>
                </c:pt>
                <c:pt idx="2943">
                  <c:v>6.87650000003</c:v>
                </c:pt>
                <c:pt idx="2944">
                  <c:v>6.87675000003</c:v>
                </c:pt>
                <c:pt idx="2945">
                  <c:v>6.88125000003</c:v>
                </c:pt>
                <c:pt idx="2946">
                  <c:v>6.88150000003</c:v>
                </c:pt>
                <c:pt idx="2947">
                  <c:v>6.88600000003</c:v>
                </c:pt>
                <c:pt idx="2948">
                  <c:v>6.88625000003</c:v>
                </c:pt>
                <c:pt idx="2949">
                  <c:v>6.89075000003</c:v>
                </c:pt>
                <c:pt idx="2950">
                  <c:v>6.89100000003</c:v>
                </c:pt>
                <c:pt idx="2951">
                  <c:v>6.89550000003</c:v>
                </c:pt>
                <c:pt idx="2952">
                  <c:v>6.89575000003</c:v>
                </c:pt>
                <c:pt idx="2953">
                  <c:v>6.89625000003</c:v>
                </c:pt>
                <c:pt idx="2954">
                  <c:v>6.90025000003</c:v>
                </c:pt>
                <c:pt idx="2955">
                  <c:v>6.90050000003</c:v>
                </c:pt>
                <c:pt idx="2956">
                  <c:v>6.90500000003</c:v>
                </c:pt>
                <c:pt idx="2957">
                  <c:v>6.90525000003</c:v>
                </c:pt>
                <c:pt idx="2958">
                  <c:v>6.90975000003</c:v>
                </c:pt>
                <c:pt idx="2959">
                  <c:v>6.91000000003</c:v>
                </c:pt>
                <c:pt idx="2960">
                  <c:v>6.91450000003</c:v>
                </c:pt>
                <c:pt idx="2961">
                  <c:v>6.91475000003</c:v>
                </c:pt>
                <c:pt idx="2962">
                  <c:v>6.91925000003</c:v>
                </c:pt>
                <c:pt idx="2963">
                  <c:v>6.91950000003</c:v>
                </c:pt>
                <c:pt idx="2964">
                  <c:v>6.92400000003</c:v>
                </c:pt>
                <c:pt idx="2965">
                  <c:v>6.92425000003</c:v>
                </c:pt>
                <c:pt idx="2966">
                  <c:v>6.92875000003</c:v>
                </c:pt>
                <c:pt idx="2967">
                  <c:v>6.92900000003</c:v>
                </c:pt>
                <c:pt idx="2968">
                  <c:v>6.93350000003</c:v>
                </c:pt>
                <c:pt idx="2969">
                  <c:v>6.93375000003</c:v>
                </c:pt>
                <c:pt idx="2970">
                  <c:v>6.93825000003</c:v>
                </c:pt>
                <c:pt idx="2971">
                  <c:v>6.93850000003</c:v>
                </c:pt>
                <c:pt idx="2972">
                  <c:v>6.94300000003</c:v>
                </c:pt>
                <c:pt idx="2973">
                  <c:v>6.94325000003</c:v>
                </c:pt>
                <c:pt idx="2974">
                  <c:v>6.94775000003</c:v>
                </c:pt>
                <c:pt idx="2975">
                  <c:v>6.94800000003</c:v>
                </c:pt>
                <c:pt idx="2976">
                  <c:v>6.95250000003</c:v>
                </c:pt>
                <c:pt idx="2977">
                  <c:v>6.95275000003</c:v>
                </c:pt>
                <c:pt idx="2978">
                  <c:v>6.95725000003</c:v>
                </c:pt>
                <c:pt idx="2979">
                  <c:v>6.95750000003</c:v>
                </c:pt>
                <c:pt idx="2980">
                  <c:v>6.96200000003</c:v>
                </c:pt>
                <c:pt idx="2981">
                  <c:v>6.96225000003</c:v>
                </c:pt>
                <c:pt idx="2982">
                  <c:v>6.96675000003</c:v>
                </c:pt>
                <c:pt idx="2983">
                  <c:v>6.96700000003</c:v>
                </c:pt>
                <c:pt idx="2984">
                  <c:v>6.97150000003</c:v>
                </c:pt>
                <c:pt idx="2985">
                  <c:v>6.97175000003</c:v>
                </c:pt>
                <c:pt idx="2986">
                  <c:v>6.97625000003</c:v>
                </c:pt>
                <c:pt idx="2987">
                  <c:v>6.97650000003</c:v>
                </c:pt>
                <c:pt idx="2988">
                  <c:v>6.98100000003</c:v>
                </c:pt>
                <c:pt idx="2989">
                  <c:v>6.98125000003</c:v>
                </c:pt>
                <c:pt idx="2990">
                  <c:v>6.98575000003</c:v>
                </c:pt>
                <c:pt idx="2991">
                  <c:v>6.98600000003</c:v>
                </c:pt>
                <c:pt idx="2992">
                  <c:v>6.99050000003</c:v>
                </c:pt>
                <c:pt idx="2993">
                  <c:v>6.99075000003</c:v>
                </c:pt>
                <c:pt idx="2994">
                  <c:v>6.99525000003</c:v>
                </c:pt>
                <c:pt idx="2995">
                  <c:v>6.99550000003</c:v>
                </c:pt>
                <c:pt idx="2996">
                  <c:v>6.99950000003</c:v>
                </c:pt>
                <c:pt idx="2997">
                  <c:v>6.99975000003</c:v>
                </c:pt>
                <c:pt idx="2998">
                  <c:v>7.00000000003</c:v>
                </c:pt>
              </c:numCache>
            </c:numRef>
          </c:xVal>
          <c:yVal>
            <c:numRef>
              <c:f>'Chart Data'!$D$2:$D$3000</c:f>
              <c:numCache>
                <c:formatCode>0.0</c:formatCode>
                <c:ptCount val="2999"/>
                <c:pt idx="0">
                  <c:v>6.89511042876</c:v>
                </c:pt>
                <c:pt idx="1">
                  <c:v>6.8961356254</c:v>
                </c:pt>
                <c:pt idx="2">
                  <c:v>6.89613858864</c:v>
                </c:pt>
                <c:pt idx="3">
                  <c:v>6.89619263707</c:v>
                </c:pt>
                <c:pt idx="4">
                  <c:v>6.8961953138</c:v>
                </c:pt>
                <c:pt idx="5">
                  <c:v>6.89624275088</c:v>
                </c:pt>
                <c:pt idx="6">
                  <c:v>6.8962451064</c:v>
                </c:pt>
                <c:pt idx="7">
                  <c:v>6.89628994418</c:v>
                </c:pt>
                <c:pt idx="8">
                  <c:v>6.89629236208</c:v>
                </c:pt>
                <c:pt idx="9">
                  <c:v>6.89634044615</c:v>
                </c:pt>
                <c:pt idx="10">
                  <c:v>6.89634300861</c:v>
                </c:pt>
                <c:pt idx="11">
                  <c:v>6.89639000225</c:v>
                </c:pt>
                <c:pt idx="12">
                  <c:v>6.89639230856</c:v>
                </c:pt>
                <c:pt idx="13">
                  <c:v>6.89643307773</c:v>
                </c:pt>
                <c:pt idx="14">
                  <c:v>6.89643508324</c:v>
                </c:pt>
                <c:pt idx="15">
                  <c:v>6.89647319598</c:v>
                </c:pt>
                <c:pt idx="16">
                  <c:v>6.89647527338</c:v>
                </c:pt>
                <c:pt idx="17">
                  <c:v>6.89651666306</c:v>
                </c:pt>
                <c:pt idx="18">
                  <c:v>6.89651892216</c:v>
                </c:pt>
                <c:pt idx="19">
                  <c:v>6.89655992343</c:v>
                </c:pt>
                <c:pt idx="20">
                  <c:v>6.89656192428</c:v>
                </c:pt>
                <c:pt idx="21">
                  <c:v>6.89659653179</c:v>
                </c:pt>
                <c:pt idx="22">
                  <c:v>6.89659825861</c:v>
                </c:pt>
                <c:pt idx="23">
                  <c:v>6.89663122434</c:v>
                </c:pt>
                <c:pt idx="24">
                  <c:v>6.8966330112</c:v>
                </c:pt>
                <c:pt idx="25">
                  <c:v>6.89666915059</c:v>
                </c:pt>
                <c:pt idx="26">
                  <c:v>6.89667112356</c:v>
                </c:pt>
                <c:pt idx="27">
                  <c:v>6.89670729912</c:v>
                </c:pt>
                <c:pt idx="28">
                  <c:v>6.89670907492</c:v>
                </c:pt>
                <c:pt idx="29">
                  <c:v>6.89673960058</c:v>
                </c:pt>
                <c:pt idx="30">
                  <c:v>6.89674107903</c:v>
                </c:pt>
                <c:pt idx="31">
                  <c:v>6.89676955369</c:v>
                </c:pt>
                <c:pt idx="32">
                  <c:v>6.89677115558</c:v>
                </c:pt>
                <c:pt idx="33">
                  <c:v>6.89680379637</c:v>
                </c:pt>
                <c:pt idx="34">
                  <c:v>6.89680557469</c:v>
                </c:pt>
                <c:pt idx="35">
                  <c:v>6.89683856125</c:v>
                </c:pt>
                <c:pt idx="36">
                  <c:v>6.89684017305</c:v>
                </c:pt>
                <c:pt idx="37">
                  <c:v>6.89686799448</c:v>
                </c:pt>
                <c:pt idx="38">
                  <c:v>6.89686935576</c:v>
                </c:pt>
                <c:pt idx="39">
                  <c:v>6.89689600709</c:v>
                </c:pt>
                <c:pt idx="40">
                  <c:v>6.89689751643</c:v>
                </c:pt>
                <c:pt idx="41">
                  <c:v>6.89692892732</c:v>
                </c:pt>
                <c:pt idx="42">
                  <c:v>6.89693065103</c:v>
                </c:pt>
                <c:pt idx="43">
                  <c:v>6.89696270627</c:v>
                </c:pt>
                <c:pt idx="44">
                  <c:v>6.89696429558</c:v>
                </c:pt>
                <c:pt idx="45">
                  <c:v>6.89699198305</c:v>
                </c:pt>
                <c:pt idx="46">
                  <c:v>6.89699334905</c:v>
                </c:pt>
                <c:pt idx="47">
                  <c:v>6.89702006126</c:v>
                </c:pt>
                <c:pt idx="48">
                  <c:v>6.89702160789</c:v>
                </c:pt>
                <c:pt idx="49">
                  <c:v>6.89705345755</c:v>
                </c:pt>
                <c:pt idx="50">
                  <c:v>6.89705524598</c:v>
                </c:pt>
                <c:pt idx="51">
                  <c:v>6.89708816961</c:v>
                </c:pt>
                <c:pt idx="52">
                  <c:v>6.89708981367</c:v>
                </c:pt>
                <c:pt idx="53">
                  <c:v>6.89711884794</c:v>
                </c:pt>
                <c:pt idx="54">
                  <c:v>6.89712030051</c:v>
                </c:pt>
                <c:pt idx="55">
                  <c:v>6.89714871564</c:v>
                </c:pt>
                <c:pt idx="56">
                  <c:v>6.89715032319</c:v>
                </c:pt>
                <c:pt idx="57">
                  <c:v>6.89718433032</c:v>
                </c:pt>
                <c:pt idx="58">
                  <c:v>6.89718625193</c:v>
                </c:pt>
                <c:pt idx="59">
                  <c:v>6.89722023751</c:v>
                </c:pt>
                <c:pt idx="60">
                  <c:v>6.89722202397</c:v>
                </c:pt>
                <c:pt idx="61">
                  <c:v>6.89725237512</c:v>
                </c:pt>
                <c:pt idx="62">
                  <c:v>6.89725399495</c:v>
                </c:pt>
                <c:pt idx="63">
                  <c:v>6.89728409936</c:v>
                </c:pt>
                <c:pt idx="64">
                  <c:v>6.8972858842</c:v>
                </c:pt>
                <c:pt idx="65">
                  <c:v>6.89732063606</c:v>
                </c:pt>
                <c:pt idx="66">
                  <c:v>6.89732269096</c:v>
                </c:pt>
                <c:pt idx="67">
                  <c:v>6.89736078655</c:v>
                </c:pt>
                <c:pt idx="68">
                  <c:v>6.89736287748</c:v>
                </c:pt>
                <c:pt idx="69">
                  <c:v>6.89739839818</c:v>
                </c:pt>
                <c:pt idx="70">
                  <c:v>6.89740025873</c:v>
                </c:pt>
                <c:pt idx="71">
                  <c:v>6.89743411803</c:v>
                </c:pt>
                <c:pt idx="72">
                  <c:v>6.89743611178</c:v>
                </c:pt>
                <c:pt idx="73">
                  <c:v>6.89747460067</c:v>
                </c:pt>
                <c:pt idx="74">
                  <c:v>6.89747689916</c:v>
                </c:pt>
                <c:pt idx="75">
                  <c:v>6.89751965951</c:v>
                </c:pt>
                <c:pt idx="76">
                  <c:v>6.89752204919</c:v>
                </c:pt>
                <c:pt idx="77">
                  <c:v>6.89756361225</c:v>
                </c:pt>
                <c:pt idx="78">
                  <c:v>6.89756582091</c:v>
                </c:pt>
                <c:pt idx="79">
                  <c:v>6.89760508382</c:v>
                </c:pt>
                <c:pt idx="80">
                  <c:v>6.89760728778</c:v>
                </c:pt>
                <c:pt idx="81">
                  <c:v>6.89764994305</c:v>
                </c:pt>
                <c:pt idx="82">
                  <c:v>6.89765250746</c:v>
                </c:pt>
                <c:pt idx="83">
                  <c:v>6.89770071916</c:v>
                </c:pt>
                <c:pt idx="84">
                  <c:v>6.89770343673</c:v>
                </c:pt>
                <c:pt idx="85">
                  <c:v>6.89775142647</c:v>
                </c:pt>
                <c:pt idx="86">
                  <c:v>6.89775400792</c:v>
                </c:pt>
                <c:pt idx="87">
                  <c:v>6.89779949042</c:v>
                </c:pt>
                <c:pt idx="88">
                  <c:v>6.89780200144</c:v>
                </c:pt>
                <c:pt idx="89">
                  <c:v>6.89784941684</c:v>
                </c:pt>
                <c:pt idx="90">
                  <c:v>6.89785221093</c:v>
                </c:pt>
                <c:pt idx="91">
                  <c:v>6.89790553347</c:v>
                </c:pt>
                <c:pt idx="92">
                  <c:v>6.89790859063</c:v>
                </c:pt>
                <c:pt idx="93">
                  <c:v>6.89796327813</c:v>
                </c:pt>
                <c:pt idx="94">
                  <c:v>6.89796622095</c:v>
                </c:pt>
                <c:pt idx="95">
                  <c:v>6.8980178733</c:v>
                </c:pt>
                <c:pt idx="96">
                  <c:v>6.89802071942</c:v>
                </c:pt>
                <c:pt idx="97">
                  <c:v>6.89807357288</c:v>
                </c:pt>
                <c:pt idx="98">
                  <c:v>6.89807664331</c:v>
                </c:pt>
                <c:pt idx="99">
                  <c:v>6.89813485874</c:v>
                </c:pt>
                <c:pt idx="100">
                  <c:v>6.89813821206</c:v>
                </c:pt>
                <c:pt idx="101">
                  <c:v>6.89819916543</c:v>
                </c:pt>
                <c:pt idx="102">
                  <c:v>6.89820249942</c:v>
                </c:pt>
                <c:pt idx="103">
                  <c:v>6.89826059859</c:v>
                </c:pt>
                <c:pt idx="104">
                  <c:v>6.89826374019</c:v>
                </c:pt>
                <c:pt idx="105">
                  <c:v>6.89832122465</c:v>
                </c:pt>
                <c:pt idx="106">
                  <c:v>6.89832453496</c:v>
                </c:pt>
                <c:pt idx="107">
                  <c:v>6.89838745992</c:v>
                </c:pt>
                <c:pt idx="108">
                  <c:v>6.89839110712</c:v>
                </c:pt>
                <c:pt idx="109">
                  <c:v>6.89845714989</c:v>
                </c:pt>
                <c:pt idx="110">
                  <c:v>6.8984607789</c:v>
                </c:pt>
                <c:pt idx="111">
                  <c:v>6.89852473538</c:v>
                </c:pt>
                <c:pt idx="112">
                  <c:v>6.89852820214</c:v>
                </c:pt>
                <c:pt idx="113">
                  <c:v>6.89859060781</c:v>
                </c:pt>
                <c:pt idx="114">
                  <c:v>6.89859412264</c:v>
                </c:pt>
                <c:pt idx="115">
                  <c:v>6.89865977902</c:v>
                </c:pt>
                <c:pt idx="116">
                  <c:v>6.89866355323</c:v>
                </c:pt>
                <c:pt idx="117">
                  <c:v>6.89873374927</c:v>
                </c:pt>
                <c:pt idx="118">
                  <c:v>6.8987376739</c:v>
                </c:pt>
                <c:pt idx="119">
                  <c:v>6.89880666466</c:v>
                </c:pt>
                <c:pt idx="120">
                  <c:v>6.89881037498</c:v>
                </c:pt>
                <c:pt idx="121">
                  <c:v>6.89887579076</c:v>
                </c:pt>
                <c:pt idx="122">
                  <c:v>6.89887944164</c:v>
                </c:pt>
                <c:pt idx="123">
                  <c:v>6.89894764927</c:v>
                </c:pt>
                <c:pt idx="124">
                  <c:v>6.89895160596</c:v>
                </c:pt>
                <c:pt idx="125">
                  <c:v>6.89902455794</c:v>
                </c:pt>
                <c:pt idx="126">
                  <c:v>6.89902861769</c:v>
                </c:pt>
                <c:pt idx="127">
                  <c:v>6.89910053596</c:v>
                </c:pt>
                <c:pt idx="128">
                  <c:v>6.89910442293</c:v>
                </c:pt>
                <c:pt idx="129">
                  <c:v>6.89917277561</c:v>
                </c:pt>
                <c:pt idx="130">
                  <c:v>6.89917652547</c:v>
                </c:pt>
                <c:pt idx="131">
                  <c:v>6.89924550415</c:v>
                </c:pt>
                <c:pt idx="132">
                  <c:v>6.89924946304</c:v>
                </c:pt>
                <c:pt idx="133">
                  <c:v>6.89932261416</c:v>
                </c:pt>
                <c:pt idx="134">
                  <c:v>6.89932674931</c:v>
                </c:pt>
                <c:pt idx="135">
                  <c:v>6.8994001038</c:v>
                </c:pt>
                <c:pt idx="136">
                  <c:v>6.89940407319</c:v>
                </c:pt>
                <c:pt idx="137">
                  <c:v>6.89947326796</c:v>
                </c:pt>
                <c:pt idx="138">
                  <c:v>6.89947702562</c:v>
                </c:pt>
                <c:pt idx="139">
                  <c:v>6.89954492269</c:v>
                </c:pt>
                <c:pt idx="140">
                  <c:v>6.89954878352</c:v>
                </c:pt>
                <c:pt idx="141">
                  <c:v>6.89962053735</c:v>
                </c:pt>
                <c:pt idx="142">
                  <c:v>6.89962464369</c:v>
                </c:pt>
                <c:pt idx="143">
                  <c:v>6.89969778211</c:v>
                </c:pt>
                <c:pt idx="144">
                  <c:v>6.89970172239</c:v>
                </c:pt>
                <c:pt idx="145">
                  <c:v>6.89976992045</c:v>
                </c:pt>
                <c:pt idx="146">
                  <c:v>6.89977361812</c:v>
                </c:pt>
                <c:pt idx="147">
                  <c:v>6.89983976491</c:v>
                </c:pt>
                <c:pt idx="148">
                  <c:v>6.89984346895</c:v>
                </c:pt>
                <c:pt idx="149">
                  <c:v>6.89991189249</c:v>
                </c:pt>
                <c:pt idx="150">
                  <c:v>6.89991581207</c:v>
                </c:pt>
                <c:pt idx="151">
                  <c:v>6.89998644267</c:v>
                </c:pt>
                <c:pt idx="152">
                  <c:v>6.89999030484</c:v>
                </c:pt>
                <c:pt idx="153">
                  <c:v>6.90005700756</c:v>
                </c:pt>
                <c:pt idx="154">
                  <c:v>6.90006055594</c:v>
                </c:pt>
                <c:pt idx="155">
                  <c:v>6.90012305354</c:v>
                </c:pt>
                <c:pt idx="156">
                  <c:v>6.90012655406</c:v>
                </c:pt>
                <c:pt idx="157">
                  <c:v>6.90019111823</c:v>
                </c:pt>
                <c:pt idx="158">
                  <c:v>6.90019478526</c:v>
                </c:pt>
                <c:pt idx="159">
                  <c:v>6.90026138502</c:v>
                </c:pt>
                <c:pt idx="160">
                  <c:v>6.90026505721</c:v>
                </c:pt>
                <c:pt idx="161">
                  <c:v>6.90032876767</c:v>
                </c:pt>
                <c:pt idx="162">
                  <c:v>6.9003321419</c:v>
                </c:pt>
                <c:pt idx="163">
                  <c:v>6.90039068626</c:v>
                </c:pt>
                <c:pt idx="164">
                  <c:v>6.90039389422</c:v>
                </c:pt>
                <c:pt idx="165">
                  <c:v>6.90045271127</c:v>
                </c:pt>
                <c:pt idx="166">
                  <c:v>6.90045609139</c:v>
                </c:pt>
                <c:pt idx="167">
                  <c:v>6.90051779035</c:v>
                </c:pt>
                <c:pt idx="168">
                  <c:v>6.90052119548</c:v>
                </c:pt>
                <c:pt idx="169">
                  <c:v>6.90058047383</c:v>
                </c:pt>
                <c:pt idx="170">
                  <c:v>6.90058363223</c:v>
                </c:pt>
                <c:pt idx="171">
                  <c:v>6.90063802783</c:v>
                </c:pt>
                <c:pt idx="172">
                  <c:v>6.90064094226</c:v>
                </c:pt>
                <c:pt idx="173">
                  <c:v>6.90069349803</c:v>
                </c:pt>
                <c:pt idx="174">
                  <c:v>6.90069647862</c:v>
                </c:pt>
                <c:pt idx="175">
                  <c:v>6.90075208821</c:v>
                </c:pt>
                <c:pt idx="176">
                  <c:v>6.90075524204</c:v>
                </c:pt>
                <c:pt idx="177">
                  <c:v>6.90081004389</c:v>
                </c:pt>
                <c:pt idx="178">
                  <c:v>6.90081292609</c:v>
                </c:pt>
                <c:pt idx="179">
                  <c:v>6.90086162032</c:v>
                </c:pt>
                <c:pt idx="180">
                  <c:v>6.90086421615</c:v>
                </c:pt>
                <c:pt idx="181">
                  <c:v>6.90091082753</c:v>
                </c:pt>
                <c:pt idx="182">
                  <c:v>6.90091346563</c:v>
                </c:pt>
                <c:pt idx="183">
                  <c:v>6.90096223518</c:v>
                </c:pt>
                <c:pt idx="184">
                  <c:v>6.90096500355</c:v>
                </c:pt>
                <c:pt idx="185">
                  <c:v>6.90101417301</c:v>
                </c:pt>
                <c:pt idx="186">
                  <c:v>6.90101681017</c:v>
                </c:pt>
                <c:pt idx="187">
                  <c:v>6.90106086601</c:v>
                </c:pt>
                <c:pt idx="188">
                  <c:v>6.901063139</c:v>
                </c:pt>
                <c:pt idx="189">
                  <c:v>6.9011033888</c:v>
                </c:pt>
                <c:pt idx="190">
                  <c:v>6.90110567494</c:v>
                </c:pt>
                <c:pt idx="191">
                  <c:v>6.90114800079</c:v>
                </c:pt>
                <c:pt idx="192">
                  <c:v>6.90115040771</c:v>
                </c:pt>
                <c:pt idx="193">
                  <c:v>6.9011937557</c:v>
                </c:pt>
                <c:pt idx="194">
                  <c:v>6.90119610716</c:v>
                </c:pt>
                <c:pt idx="195">
                  <c:v>6.90123583426</c:v>
                </c:pt>
                <c:pt idx="196">
                  <c:v>6.90123788524</c:v>
                </c:pt>
                <c:pt idx="197">
                  <c:v>6.90127278418</c:v>
                </c:pt>
                <c:pt idx="198">
                  <c:v>6.90127467322</c:v>
                </c:pt>
                <c:pt idx="199">
                  <c:v>6.90131060067</c:v>
                </c:pt>
                <c:pt idx="200">
                  <c:v>6.90131270889</c:v>
                </c:pt>
                <c:pt idx="201">
                  <c:v>6.90135099255</c:v>
                </c:pt>
                <c:pt idx="202">
                  <c:v>6.90135307489</c:v>
                </c:pt>
                <c:pt idx="203">
                  <c:v>6.90138824707</c:v>
                </c:pt>
                <c:pt idx="204">
                  <c:v>6.9013900669</c:v>
                </c:pt>
                <c:pt idx="205">
                  <c:v>6.9014205784</c:v>
                </c:pt>
                <c:pt idx="206">
                  <c:v>6.90142220511</c:v>
                </c:pt>
                <c:pt idx="207">
                  <c:v>6.9014524248</c:v>
                </c:pt>
                <c:pt idx="208">
                  <c:v>6.90145422031</c:v>
                </c:pt>
                <c:pt idx="209">
                  <c:v>6.90148825758</c:v>
                </c:pt>
                <c:pt idx="210">
                  <c:v>6.901490173</c:v>
                </c:pt>
                <c:pt idx="211">
                  <c:v>6.90152253272</c:v>
                </c:pt>
                <c:pt idx="212">
                  <c:v>6.90152413443</c:v>
                </c:pt>
                <c:pt idx="213">
                  <c:v>6.90155091753</c:v>
                </c:pt>
                <c:pt idx="214">
                  <c:v>6.9015523712</c:v>
                </c:pt>
                <c:pt idx="215">
                  <c:v>6.9015792564</c:v>
                </c:pt>
                <c:pt idx="216">
                  <c:v>6.901580807</c:v>
                </c:pt>
                <c:pt idx="217">
                  <c:v>6.90161001172</c:v>
                </c:pt>
                <c:pt idx="218">
                  <c:v>6.90161172104</c:v>
                </c:pt>
                <c:pt idx="219">
                  <c:v>6.90164189</c:v>
                </c:pt>
                <c:pt idx="220">
                  <c:v>6.9016434877</c:v>
                </c:pt>
                <c:pt idx="221">
                  <c:v>6.9016696681</c:v>
                </c:pt>
                <c:pt idx="222">
                  <c:v>6.90167099612</c:v>
                </c:pt>
                <c:pt idx="223">
                  <c:v>6.90169487753</c:v>
                </c:pt>
                <c:pt idx="224">
                  <c:v>6.90169630452</c:v>
                </c:pt>
                <c:pt idx="225">
                  <c:v>6.90172430028</c:v>
                </c:pt>
                <c:pt idx="226">
                  <c:v>6.9017259488</c:v>
                </c:pt>
                <c:pt idx="227">
                  <c:v>6.90175541894</c:v>
                </c:pt>
                <c:pt idx="228">
                  <c:v>6.90175699716</c:v>
                </c:pt>
                <c:pt idx="229">
                  <c:v>6.90178331224</c:v>
                </c:pt>
                <c:pt idx="230">
                  <c:v>6.90178464786</c:v>
                </c:pt>
                <c:pt idx="231">
                  <c:v>6.90180833653</c:v>
                </c:pt>
                <c:pt idx="232">
                  <c:v>6.90180970085</c:v>
                </c:pt>
                <c:pt idx="233">
                  <c:v>6.90183676729</c:v>
                </c:pt>
                <c:pt idx="234">
                  <c:v>6.901838407</c:v>
                </c:pt>
                <c:pt idx="235">
                  <c:v>6.90186876022</c:v>
                </c:pt>
                <c:pt idx="236">
                  <c:v>6.90187041452</c:v>
                </c:pt>
                <c:pt idx="237">
                  <c:v>6.90189850583</c:v>
                </c:pt>
                <c:pt idx="238">
                  <c:v>6.90189996294</c:v>
                </c:pt>
                <c:pt idx="239">
                  <c:v>6.90192531871</c:v>
                </c:pt>
                <c:pt idx="240">
                  <c:v>6.90192672376</c:v>
                </c:pt>
                <c:pt idx="241">
                  <c:v>6.9019542201</c:v>
                </c:pt>
                <c:pt idx="242">
                  <c:v>6.90195591143</c:v>
                </c:pt>
                <c:pt idx="243">
                  <c:v>6.90198816089</c:v>
                </c:pt>
                <c:pt idx="244">
                  <c:v>6.90198997204</c:v>
                </c:pt>
                <c:pt idx="245">
                  <c:v>6.90202094679</c:v>
                </c:pt>
                <c:pt idx="246">
                  <c:v>6.90202256585</c:v>
                </c:pt>
                <c:pt idx="247">
                  <c:v>6.90205084102</c:v>
                </c:pt>
                <c:pt idx="248">
                  <c:v>6.90205240932</c:v>
                </c:pt>
                <c:pt idx="249">
                  <c:v>6.90208234082</c:v>
                </c:pt>
                <c:pt idx="250">
                  <c:v>6.90208413178</c:v>
                </c:pt>
                <c:pt idx="251">
                  <c:v>6.90211853021</c:v>
                </c:pt>
                <c:pt idx="252">
                  <c:v>6.90212053825</c:v>
                </c:pt>
                <c:pt idx="253">
                  <c:v>6.90215642145</c:v>
                </c:pt>
                <c:pt idx="254">
                  <c:v>6.9021583105</c:v>
                </c:pt>
                <c:pt idx="255">
                  <c:v>6.90219057694</c:v>
                </c:pt>
                <c:pt idx="256">
                  <c:v>6.90219232527</c:v>
                </c:pt>
                <c:pt idx="257">
                  <c:v>6.90222572117</c:v>
                </c:pt>
                <c:pt idx="258">
                  <c:v>6.90222769346</c:v>
                </c:pt>
                <c:pt idx="259">
                  <c:v>6.90226590553</c:v>
                </c:pt>
                <c:pt idx="260">
                  <c:v>6.90226814083</c:v>
                </c:pt>
                <c:pt idx="261">
                  <c:v>6.90230858635</c:v>
                </c:pt>
                <c:pt idx="262">
                  <c:v>6.90231080821</c:v>
                </c:pt>
                <c:pt idx="263">
                  <c:v>6.90234914158</c:v>
                </c:pt>
                <c:pt idx="264">
                  <c:v>6.90235117336</c:v>
                </c:pt>
                <c:pt idx="265">
                  <c:v>6.90238831651</c:v>
                </c:pt>
                <c:pt idx="266">
                  <c:v>6.90239050663</c:v>
                </c:pt>
                <c:pt idx="267">
                  <c:v>6.9024330359</c:v>
                </c:pt>
                <c:pt idx="268">
                  <c:v>6.90243554858</c:v>
                </c:pt>
                <c:pt idx="269">
                  <c:v>6.90248136893</c:v>
                </c:pt>
                <c:pt idx="270">
                  <c:v>6.90248387978</c:v>
                </c:pt>
                <c:pt idx="271">
                  <c:v>6.90252770916</c:v>
                </c:pt>
                <c:pt idx="272">
                  <c:v>6.9025300946</c:v>
                </c:pt>
                <c:pt idx="273">
                  <c:v>6.90257307088</c:v>
                </c:pt>
                <c:pt idx="274">
                  <c:v>6.90257548762</c:v>
                </c:pt>
                <c:pt idx="275">
                  <c:v>6.90262195813</c:v>
                </c:pt>
                <c:pt idx="276">
                  <c:v>6.90262470232</c:v>
                </c:pt>
                <c:pt idx="277">
                  <c:v>6.90267597017</c:v>
                </c:pt>
                <c:pt idx="278">
                  <c:v>6.90267883352</c:v>
                </c:pt>
                <c:pt idx="279">
                  <c:v>6.90272902521</c:v>
                </c:pt>
                <c:pt idx="280">
                  <c:v>6.90273172301</c:v>
                </c:pt>
                <c:pt idx="281">
                  <c:v>6.90277969166</c:v>
                </c:pt>
                <c:pt idx="282">
                  <c:v>6.90278241328</c:v>
                </c:pt>
                <c:pt idx="283">
                  <c:v>6.90283358188</c:v>
                </c:pt>
                <c:pt idx="284">
                  <c:v>6.90283657172</c:v>
                </c:pt>
                <c:pt idx="285">
                  <c:v>6.90289267031</c:v>
                </c:pt>
                <c:pt idx="286">
                  <c:v>6.90289586637</c:v>
                </c:pt>
                <c:pt idx="287">
                  <c:v>6.90295222822</c:v>
                </c:pt>
                <c:pt idx="288">
                  <c:v>6.90295526775</c:v>
                </c:pt>
                <c:pt idx="289">
                  <c:v>6.90300881282</c:v>
                </c:pt>
                <c:pt idx="290">
                  <c:v>6.90301178938</c:v>
                </c:pt>
                <c:pt idx="291">
                  <c:v>6.90306712305</c:v>
                </c:pt>
                <c:pt idx="292">
                  <c:v>6.90307032996</c:v>
                </c:pt>
                <c:pt idx="293">
                  <c:v>6.90313058183</c:v>
                </c:pt>
                <c:pt idx="294">
                  <c:v>6.90313402465</c:v>
                </c:pt>
                <c:pt idx="295">
                  <c:v>6.90319559521</c:v>
                </c:pt>
                <c:pt idx="296">
                  <c:v>6.90319894511</c:v>
                </c:pt>
                <c:pt idx="297">
                  <c:v>6.90325764345</c:v>
                </c:pt>
                <c:pt idx="298">
                  <c:v>6.90326084105</c:v>
                </c:pt>
                <c:pt idx="299">
                  <c:v>6.90331973511</c:v>
                </c:pt>
                <c:pt idx="300">
                  <c:v>6.90332312518</c:v>
                </c:pt>
                <c:pt idx="301">
                  <c:v>6.90338660622</c:v>
                </c:pt>
                <c:pt idx="302">
                  <c:v>6.90339023422</c:v>
                </c:pt>
                <c:pt idx="303">
                  <c:v>6.90345598582</c:v>
                </c:pt>
                <c:pt idx="304">
                  <c:v>6.90345960091</c:v>
                </c:pt>
                <c:pt idx="305">
                  <c:v>6.9035225684</c:v>
                </c:pt>
                <c:pt idx="306">
                  <c:v>6.90352594685</c:v>
                </c:pt>
                <c:pt idx="307">
                  <c:v>6.90358733464</c:v>
                </c:pt>
                <c:pt idx="308">
                  <c:v>6.90359082504</c:v>
                </c:pt>
                <c:pt idx="309">
                  <c:v>6.90365656426</c:v>
                </c:pt>
                <c:pt idx="310">
                  <c:v>6.90366034839</c:v>
                </c:pt>
                <c:pt idx="311">
                  <c:v>6.90372866834</c:v>
                </c:pt>
                <c:pt idx="312">
                  <c:v>6.90373240396</c:v>
                </c:pt>
                <c:pt idx="313">
                  <c:v>6.9037983853</c:v>
                </c:pt>
                <c:pt idx="314">
                  <c:v>6.90380195941</c:v>
                </c:pt>
                <c:pt idx="315">
                  <c:v>6.90386552919</c:v>
                </c:pt>
                <c:pt idx="316">
                  <c:v>6.90386906945</c:v>
                </c:pt>
                <c:pt idx="317">
                  <c:v>6.90393484263</c:v>
                </c:pt>
                <c:pt idx="318">
                  <c:v>6.90393864772</c:v>
                </c:pt>
                <c:pt idx="319">
                  <c:v>6.90400829034</c:v>
                </c:pt>
                <c:pt idx="320">
                  <c:v>6.90401216852</c:v>
                </c:pt>
                <c:pt idx="321">
                  <c:v>6.90407952449</c:v>
                </c:pt>
                <c:pt idx="322">
                  <c:v>6.90408314033</c:v>
                </c:pt>
                <c:pt idx="323">
                  <c:v>6.9041468183</c:v>
                </c:pt>
                <c:pt idx="324">
                  <c:v>6.90415033634</c:v>
                </c:pt>
                <c:pt idx="325">
                  <c:v>6.90421544475</c:v>
                </c:pt>
                <c:pt idx="326">
                  <c:v>6.90421915553</c:v>
                </c:pt>
                <c:pt idx="327">
                  <c:v>6.90428730883</c:v>
                </c:pt>
                <c:pt idx="328">
                  <c:v>6.90429112008</c:v>
                </c:pt>
                <c:pt idx="329">
                  <c:v>6.90435841705</c:v>
                </c:pt>
                <c:pt idx="330">
                  <c:v>6.90436201005</c:v>
                </c:pt>
                <c:pt idx="331">
                  <c:v>6.90442468993</c:v>
                </c:pt>
                <c:pt idx="332">
                  <c:v>6.90442811169</c:v>
                </c:pt>
                <c:pt idx="333">
                  <c:v>6.90449047871</c:v>
                </c:pt>
                <c:pt idx="334">
                  <c:v>6.90449403758</c:v>
                </c:pt>
                <c:pt idx="335">
                  <c:v>6.90455988977</c:v>
                </c:pt>
                <c:pt idx="336">
                  <c:v>6.90456359042</c:v>
                </c:pt>
                <c:pt idx="337">
                  <c:v>6.90462878703</c:v>
                </c:pt>
                <c:pt idx="338">
                  <c:v>6.90463229956</c:v>
                </c:pt>
                <c:pt idx="339">
                  <c:v>6.90469353246</c:v>
                </c:pt>
                <c:pt idx="340">
                  <c:v>6.9046968203</c:v>
                </c:pt>
                <c:pt idx="341">
                  <c:v>6.90475581884</c:v>
                </c:pt>
                <c:pt idx="342">
                  <c:v>6.90475913007</c:v>
                </c:pt>
                <c:pt idx="343">
                  <c:v>6.90482084379</c:v>
                </c:pt>
                <c:pt idx="344">
                  <c:v>6.90482435989</c:v>
                </c:pt>
                <c:pt idx="345">
                  <c:v>6.90488694379</c:v>
                </c:pt>
                <c:pt idx="346">
                  <c:v>6.9048903213</c:v>
                </c:pt>
                <c:pt idx="347">
                  <c:v>6.90494809987</c:v>
                </c:pt>
                <c:pt idx="348">
                  <c:v>6.90495117165</c:v>
                </c:pt>
                <c:pt idx="349">
                  <c:v>6.90500591872</c:v>
                </c:pt>
                <c:pt idx="350">
                  <c:v>6.90500899419</c:v>
                </c:pt>
                <c:pt idx="351">
                  <c:v>6.90506564693</c:v>
                </c:pt>
                <c:pt idx="352">
                  <c:v>6.90506884445</c:v>
                </c:pt>
                <c:pt idx="353">
                  <c:v>6.905126599</c:v>
                </c:pt>
                <c:pt idx="354">
                  <c:v>6.9051297892</c:v>
                </c:pt>
                <c:pt idx="355">
                  <c:v>6.90518430011</c:v>
                </c:pt>
                <c:pt idx="356">
                  <c:v>6.9051871559</c:v>
                </c:pt>
                <c:pt idx="357">
                  <c:v>6.90523691267</c:v>
                </c:pt>
                <c:pt idx="358">
                  <c:v>6.90523964748</c:v>
                </c:pt>
                <c:pt idx="359">
                  <c:v>6.90529054663</c:v>
                </c:pt>
                <c:pt idx="360">
                  <c:v>6.90529345518</c:v>
                </c:pt>
                <c:pt idx="361">
                  <c:v>6.90534653387</c:v>
                </c:pt>
                <c:pt idx="362">
                  <c:v>6.90534941122</c:v>
                </c:pt>
                <c:pt idx="363">
                  <c:v>6.90539894352</c:v>
                </c:pt>
                <c:pt idx="364">
                  <c:v>6.90540156524</c:v>
                </c:pt>
                <c:pt idx="365">
                  <c:v>6.90544679165</c:v>
                </c:pt>
                <c:pt idx="366">
                  <c:v>6.90544924752</c:v>
                </c:pt>
                <c:pt idx="367">
                  <c:v>6.90549362725</c:v>
                </c:pt>
                <c:pt idx="368">
                  <c:v>6.90549614713</c:v>
                </c:pt>
                <c:pt idx="369">
                  <c:v>6.90554336566</c:v>
                </c:pt>
                <c:pt idx="370">
                  <c:v>6.90554602441</c:v>
                </c:pt>
                <c:pt idx="371">
                  <c:v>6.90559163686</c:v>
                </c:pt>
                <c:pt idx="372">
                  <c:v>6.90559399065</c:v>
                </c:pt>
                <c:pt idx="373">
                  <c:v>6.90563382994</c:v>
                </c:pt>
                <c:pt idx="374">
                  <c:v>6.90563596761</c:v>
                </c:pt>
                <c:pt idx="375">
                  <c:v>6.90567494325</c:v>
                </c:pt>
                <c:pt idx="376">
                  <c:v>6.90567717799</c:v>
                </c:pt>
                <c:pt idx="377">
                  <c:v>6.90571830156</c:v>
                </c:pt>
                <c:pt idx="378">
                  <c:v>6.90572059021</c:v>
                </c:pt>
                <c:pt idx="379">
                  <c:v>6.90576111502</c:v>
                </c:pt>
                <c:pt idx="380">
                  <c:v>6.90576326591</c:v>
                </c:pt>
                <c:pt idx="381">
                  <c:v>6.90579911951</c:v>
                </c:pt>
                <c:pt idx="382">
                  <c:v>6.90580097375</c:v>
                </c:pt>
                <c:pt idx="383">
                  <c:v>6.90583377476</c:v>
                </c:pt>
                <c:pt idx="384">
                  <c:v>6.90583563826</c:v>
                </c:pt>
                <c:pt idx="385">
                  <c:v>6.90587135006</c:v>
                </c:pt>
                <c:pt idx="386">
                  <c:v>6.90587340738</c:v>
                </c:pt>
                <c:pt idx="387">
                  <c:v>6.90590952826</c:v>
                </c:pt>
                <c:pt idx="388">
                  <c:v>6.90591142777</c:v>
                </c:pt>
                <c:pt idx="389">
                  <c:v>6.90594329967</c:v>
                </c:pt>
                <c:pt idx="390">
                  <c:v>6.90594493477</c:v>
                </c:pt>
                <c:pt idx="391">
                  <c:v>6.90597348682</c:v>
                </c:pt>
                <c:pt idx="392">
                  <c:v>6.90597509746</c:v>
                </c:pt>
                <c:pt idx="393">
                  <c:v>6.90600542197</c:v>
                </c:pt>
                <c:pt idx="394">
                  <c:v>6.90600719155</c:v>
                </c:pt>
                <c:pt idx="395">
                  <c:v>6.90603957649</c:v>
                </c:pt>
                <c:pt idx="396">
                  <c:v>6.9060413359</c:v>
                </c:pt>
                <c:pt idx="397">
                  <c:v>6.90607061339</c:v>
                </c:pt>
                <c:pt idx="398">
                  <c:v>6.906072093</c:v>
                </c:pt>
                <c:pt idx="399">
                  <c:v>6.9060973733</c:v>
                </c:pt>
                <c:pt idx="400">
                  <c:v>6.90609876368</c:v>
                </c:pt>
                <c:pt idx="401">
                  <c:v>6.90612515311</c:v>
                </c:pt>
                <c:pt idx="402">
                  <c:v>6.90612670963</c:v>
                </c:pt>
                <c:pt idx="403">
                  <c:v>6.90615625001</c:v>
                </c:pt>
                <c:pt idx="404">
                  <c:v>6.90615787448</c:v>
                </c:pt>
                <c:pt idx="405">
                  <c:v>6.90618520873</c:v>
                </c:pt>
                <c:pt idx="406">
                  <c:v>6.90618662748</c:v>
                </c:pt>
                <c:pt idx="407">
                  <c:v>6.90621168669</c:v>
                </c:pt>
                <c:pt idx="408">
                  <c:v>6.9062130372</c:v>
                </c:pt>
                <c:pt idx="409">
                  <c:v>6.90623012325</c:v>
                </c:pt>
                <c:pt idx="410">
                  <c:v>6.90623118941</c:v>
                </c:pt>
                <c:pt idx="411">
                  <c:v>6.90623224925</c:v>
                </c:pt>
                <c:pt idx="412">
                  <c:v>6.90622964808</c:v>
                </c:pt>
                <c:pt idx="413">
                  <c:v>6.90622417439</c:v>
                </c:pt>
                <c:pt idx="414">
                  <c:v>6.90622973848</c:v>
                </c:pt>
                <c:pt idx="415">
                  <c:v>6.91546339455</c:v>
                </c:pt>
                <c:pt idx="416">
                  <c:v>6.91694471647</c:v>
                </c:pt>
                <c:pt idx="417">
                  <c:v>6.97597227398</c:v>
                </c:pt>
                <c:pt idx="418">
                  <c:v>6.98126932689</c:v>
                </c:pt>
                <c:pt idx="419">
                  <c:v>7.10764805307</c:v>
                </c:pt>
                <c:pt idx="420">
                  <c:v>7.11620060894</c:v>
                </c:pt>
                <c:pt idx="421">
                  <c:v>7.29876252367</c:v>
                </c:pt>
                <c:pt idx="422">
                  <c:v>7.31055598693</c:v>
                </c:pt>
                <c:pt idx="423">
                  <c:v>7.54523125108</c:v>
                </c:pt>
                <c:pt idx="424">
                  <c:v>7.5588420822</c:v>
                </c:pt>
                <c:pt idx="425">
                  <c:v>7.79242192062</c:v>
                </c:pt>
                <c:pt idx="426">
                  <c:v>7.80435783538</c:v>
                </c:pt>
                <c:pt idx="427">
                  <c:v>7.99895677176</c:v>
                </c:pt>
                <c:pt idx="428">
                  <c:v>8.00877276644</c:v>
                </c:pt>
                <c:pt idx="429">
                  <c:v>8.16260032029</c:v>
                </c:pt>
                <c:pt idx="430">
                  <c:v>8.1696719679</c:v>
                </c:pt>
                <c:pt idx="431">
                  <c:v>8.27073103503</c:v>
                </c:pt>
                <c:pt idx="432">
                  <c:v>8.275113966</c:v>
                </c:pt>
                <c:pt idx="433">
                  <c:v>8.33742634512</c:v>
                </c:pt>
                <c:pt idx="434">
                  <c:v>8.33996047989</c:v>
                </c:pt>
                <c:pt idx="435">
                  <c:v>8.36792283531</c:v>
                </c:pt>
                <c:pt idx="436">
                  <c:v>8.36859521571</c:v>
                </c:pt>
                <c:pt idx="437">
                  <c:v>8.37189523785</c:v>
                </c:pt>
                <c:pt idx="438">
                  <c:v>8.37129718823</c:v>
                </c:pt>
                <c:pt idx="439">
                  <c:v>8.37105844236</c:v>
                </c:pt>
                <c:pt idx="440">
                  <c:v>8.37077957127</c:v>
                </c:pt>
                <c:pt idx="441">
                  <c:v>8.35766546369</c:v>
                </c:pt>
                <c:pt idx="442">
                  <c:v>8.35643635404</c:v>
                </c:pt>
                <c:pt idx="443">
                  <c:v>8.32690177667</c:v>
                </c:pt>
                <c:pt idx="444">
                  <c:v>8.32496492688</c:v>
                </c:pt>
                <c:pt idx="445">
                  <c:v>8.28633311956</c:v>
                </c:pt>
                <c:pt idx="446">
                  <c:v>8.28392897332</c:v>
                </c:pt>
                <c:pt idx="447">
                  <c:v>8.23461211925</c:v>
                </c:pt>
                <c:pt idx="448">
                  <c:v>8.23156823798</c:v>
                </c:pt>
                <c:pt idx="449">
                  <c:v>8.17344171295</c:v>
                </c:pt>
                <c:pt idx="450">
                  <c:v>8.170049926</c:v>
                </c:pt>
                <c:pt idx="451">
                  <c:v>8.10499767262</c:v>
                </c:pt>
                <c:pt idx="452">
                  <c:v>8.10113515243</c:v>
                </c:pt>
                <c:pt idx="453">
                  <c:v>8.02802500785</c:v>
                </c:pt>
                <c:pt idx="454">
                  <c:v>8.02381576492</c:v>
                </c:pt>
                <c:pt idx="455">
                  <c:v>7.94581281663</c:v>
                </c:pt>
                <c:pt idx="456">
                  <c:v>7.9413288648</c:v>
                </c:pt>
                <c:pt idx="457">
                  <c:v>7.85754713473</c:v>
                </c:pt>
                <c:pt idx="458">
                  <c:v>7.85274928582</c:v>
                </c:pt>
                <c:pt idx="459">
                  <c:v>7.76493073149</c:v>
                </c:pt>
                <c:pt idx="460">
                  <c:v>7.75997776332</c:v>
                </c:pt>
                <c:pt idx="461">
                  <c:v>7.66897329588</c:v>
                </c:pt>
                <c:pt idx="462">
                  <c:v>7.66380762068</c:v>
                </c:pt>
                <c:pt idx="463">
                  <c:v>7.5694646274</c:v>
                </c:pt>
                <c:pt idx="464">
                  <c:v>7.56417248063</c:v>
                </c:pt>
                <c:pt idx="465">
                  <c:v>7.4680674681</c:v>
                </c:pt>
                <c:pt idx="466">
                  <c:v>7.46266729938</c:v>
                </c:pt>
                <c:pt idx="467">
                  <c:v>7.3648029006</c:v>
                </c:pt>
                <c:pt idx="468">
                  <c:v>7.35938037293</c:v>
                </c:pt>
                <c:pt idx="469">
                  <c:v>7.26391879216</c:v>
                </c:pt>
                <c:pt idx="470">
                  <c:v>7.25877084105</c:v>
                </c:pt>
                <c:pt idx="471">
                  <c:v>7.16967598377</c:v>
                </c:pt>
                <c:pt idx="472">
                  <c:v>7.16495750972</c:v>
                </c:pt>
                <c:pt idx="473">
                  <c:v>7.08585811951</c:v>
                </c:pt>
                <c:pt idx="474">
                  <c:v>7.0818364827</c:v>
                </c:pt>
                <c:pt idx="475">
                  <c:v>7.01677078302</c:v>
                </c:pt>
                <c:pt idx="476">
                  <c:v>7.01354747244</c:v>
                </c:pt>
                <c:pt idx="477">
                  <c:v>6.96186084241</c:v>
                </c:pt>
                <c:pt idx="478">
                  <c:v>6.95932930764</c:v>
                </c:pt>
                <c:pt idx="479">
                  <c:v>6.91950666963</c:v>
                </c:pt>
                <c:pt idx="480">
                  <c:v>6.91758920036</c:v>
                </c:pt>
                <c:pt idx="481">
                  <c:v>6.887186583</c:v>
                </c:pt>
                <c:pt idx="482">
                  <c:v>6.88569329153</c:v>
                </c:pt>
                <c:pt idx="483">
                  <c:v>6.86175110524</c:v>
                </c:pt>
                <c:pt idx="484">
                  <c:v>6.8605740089</c:v>
                </c:pt>
                <c:pt idx="485">
                  <c:v>6.85166092494</c:v>
                </c:pt>
                <c:pt idx="486">
                  <c:v>6.84157840016</c:v>
                </c:pt>
                <c:pt idx="487">
                  <c:v>6.84062251977</c:v>
                </c:pt>
                <c:pt idx="488">
                  <c:v>6.82470415955</c:v>
                </c:pt>
                <c:pt idx="489">
                  <c:v>6.82388790993</c:v>
                </c:pt>
                <c:pt idx="490">
                  <c:v>6.81040797875</c:v>
                </c:pt>
                <c:pt idx="491">
                  <c:v>6.80972106843</c:v>
                </c:pt>
                <c:pt idx="492">
                  <c:v>6.79818650885</c:v>
                </c:pt>
                <c:pt idx="493">
                  <c:v>6.79758695409</c:v>
                </c:pt>
                <c:pt idx="494">
                  <c:v>6.78759336257</c:v>
                </c:pt>
                <c:pt idx="495">
                  <c:v>6.78708560983</c:v>
                </c:pt>
                <c:pt idx="496">
                  <c:v>6.77872753839</c:v>
                </c:pt>
                <c:pt idx="497">
                  <c:v>6.7783009068</c:v>
                </c:pt>
                <c:pt idx="498">
                  <c:v>6.77122342281</c:v>
                </c:pt>
                <c:pt idx="499">
                  <c:v>6.77086567789</c:v>
                </c:pt>
                <c:pt idx="500">
                  <c:v>6.76510858855</c:v>
                </c:pt>
                <c:pt idx="501">
                  <c:v>6.76482426347</c:v>
                </c:pt>
                <c:pt idx="502">
                  <c:v>6.76020992379</c:v>
                </c:pt>
                <c:pt idx="503">
                  <c:v>6.75997965649</c:v>
                </c:pt>
                <c:pt idx="504">
                  <c:v>6.75633078156</c:v>
                </c:pt>
                <c:pt idx="505">
                  <c:v>6.75615604941</c:v>
                </c:pt>
                <c:pt idx="506">
                  <c:v>6.75344410608</c:v>
                </c:pt>
                <c:pt idx="507">
                  <c:v>6.75331420932</c:v>
                </c:pt>
                <c:pt idx="508">
                  <c:v>6.75131089083</c:v>
                </c:pt>
                <c:pt idx="509">
                  <c:v>6.75121925068</c:v>
                </c:pt>
                <c:pt idx="510">
                  <c:v>6.74993010564</c:v>
                </c:pt>
                <c:pt idx="511">
                  <c:v>6.74987677999</c:v>
                </c:pt>
                <c:pt idx="512">
                  <c:v>6.74918073503</c:v>
                </c:pt>
                <c:pt idx="513">
                  <c:v>6.74915606043</c:v>
                </c:pt>
                <c:pt idx="514">
                  <c:v>6.74897622462</c:v>
                </c:pt>
                <c:pt idx="515">
                  <c:v>6.7489837979</c:v>
                </c:pt>
                <c:pt idx="516">
                  <c:v>6.74898952137</c:v>
                </c:pt>
                <c:pt idx="517">
                  <c:v>6.74932765856</c:v>
                </c:pt>
                <c:pt idx="518">
                  <c:v>6.74935823517</c:v>
                </c:pt>
                <c:pt idx="519">
                  <c:v>6.75011357983</c:v>
                </c:pt>
                <c:pt idx="520">
                  <c:v>6.75016750806</c:v>
                </c:pt>
                <c:pt idx="521">
                  <c:v>6.75135475588</c:v>
                </c:pt>
                <c:pt idx="522">
                  <c:v>6.75143162369</c:v>
                </c:pt>
                <c:pt idx="523">
                  <c:v>6.75297928523</c:v>
                </c:pt>
                <c:pt idx="524">
                  <c:v>6.75307425117</c:v>
                </c:pt>
                <c:pt idx="525">
                  <c:v>6.75495281184</c:v>
                </c:pt>
                <c:pt idx="526">
                  <c:v>6.75506654608</c:v>
                </c:pt>
                <c:pt idx="527">
                  <c:v>6.75725927818</c:v>
                </c:pt>
                <c:pt idx="528">
                  <c:v>6.75738849868</c:v>
                </c:pt>
                <c:pt idx="529">
                  <c:v>6.75984622452</c:v>
                </c:pt>
                <c:pt idx="530">
                  <c:v>6.75999017703</c:v>
                </c:pt>
                <c:pt idx="531">
                  <c:v>6.7627050895</c:v>
                </c:pt>
                <c:pt idx="532">
                  <c:v>6.76286216972</c:v>
                </c:pt>
                <c:pt idx="533">
                  <c:v>6.76578192665</c:v>
                </c:pt>
                <c:pt idx="534">
                  <c:v>6.76594924551</c:v>
                </c:pt>
                <c:pt idx="535">
                  <c:v>6.76905639623</c:v>
                </c:pt>
                <c:pt idx="536">
                  <c:v>6.76923406663</c:v>
                </c:pt>
                <c:pt idx="537">
                  <c:v>6.77250942351</c:v>
                </c:pt>
                <c:pt idx="538">
                  <c:v>6.77269525338</c:v>
                </c:pt>
                <c:pt idx="539">
                  <c:v>6.776103294</c:v>
                </c:pt>
                <c:pt idx="540">
                  <c:v>6.77629610925</c:v>
                </c:pt>
                <c:pt idx="541">
                  <c:v>6.77668266601</c:v>
                </c:pt>
                <c:pt idx="542">
                  <c:v>6.7798179661</c:v>
                </c:pt>
                <c:pt idx="543">
                  <c:v>6.78001604469</c:v>
                </c:pt>
                <c:pt idx="544">
                  <c:v>6.78361694629</c:v>
                </c:pt>
                <c:pt idx="545">
                  <c:v>6.7838188605</c:v>
                </c:pt>
                <c:pt idx="546">
                  <c:v>6.78748720336</c:v>
                </c:pt>
                <c:pt idx="547">
                  <c:v>6.78769272242</c:v>
                </c:pt>
                <c:pt idx="548">
                  <c:v>6.79141259791</c:v>
                </c:pt>
                <c:pt idx="549">
                  <c:v>6.79162025819</c:v>
                </c:pt>
                <c:pt idx="550">
                  <c:v>6.79537195444</c:v>
                </c:pt>
                <c:pt idx="551">
                  <c:v>6.79558108631</c:v>
                </c:pt>
                <c:pt idx="552">
                  <c:v>6.79935618505</c:v>
                </c:pt>
                <c:pt idx="553">
                  <c:v>6.7995663071</c:v>
                </c:pt>
                <c:pt idx="554">
                  <c:v>6.8033536293</c:v>
                </c:pt>
                <c:pt idx="555">
                  <c:v>6.80356428768</c:v>
                </c:pt>
                <c:pt idx="556">
                  <c:v>6.80735275491</c:v>
                </c:pt>
                <c:pt idx="557">
                  <c:v>6.80756274578</c:v>
                </c:pt>
                <c:pt idx="558">
                  <c:v>6.81132129839</c:v>
                </c:pt>
                <c:pt idx="559">
                  <c:v>6.81152853894</c:v>
                </c:pt>
                <c:pt idx="560">
                  <c:v>6.81522559507</c:v>
                </c:pt>
                <c:pt idx="561">
                  <c:v>6.81542887697</c:v>
                </c:pt>
                <c:pt idx="562">
                  <c:v>6.81904240825</c:v>
                </c:pt>
                <c:pt idx="563">
                  <c:v>6.8192404785</c:v>
                </c:pt>
                <c:pt idx="564">
                  <c:v>6.82274814959</c:v>
                </c:pt>
                <c:pt idx="565">
                  <c:v>6.82293965917</c:v>
                </c:pt>
                <c:pt idx="566">
                  <c:v>6.82631840088</c:v>
                </c:pt>
                <c:pt idx="567">
                  <c:v>6.82650195376</c:v>
                </c:pt>
                <c:pt idx="568">
                  <c:v>6.82972586108</c:v>
                </c:pt>
                <c:pt idx="569">
                  <c:v>6.82990035246</c:v>
                </c:pt>
                <c:pt idx="570">
                  <c:v>6.83295450637</c:v>
                </c:pt>
                <c:pt idx="571">
                  <c:v>6.83311935955</c:v>
                </c:pt>
                <c:pt idx="572">
                  <c:v>6.83599498522</c:v>
                </c:pt>
                <c:pt idx="573">
                  <c:v>6.83614952015</c:v>
                </c:pt>
                <c:pt idx="574">
                  <c:v>6.83883351483</c:v>
                </c:pt>
                <c:pt idx="575">
                  <c:v>6.83897695215</c:v>
                </c:pt>
                <c:pt idx="576">
                  <c:v>6.84145320278</c:v>
                </c:pt>
                <c:pt idx="577">
                  <c:v>6.84158478572</c:v>
                </c:pt>
                <c:pt idx="578">
                  <c:v>6.84384327106</c:v>
                </c:pt>
                <c:pt idx="579">
                  <c:v>6.84396274168</c:v>
                </c:pt>
                <c:pt idx="580">
                  <c:v>6.84567732028</c:v>
                </c:pt>
                <c:pt idx="581">
                  <c:v>6.84600291119</c:v>
                </c:pt>
                <c:pt idx="582">
                  <c:v>6.84611008506</c:v>
                </c:pt>
                <c:pt idx="583">
                  <c:v>6.84792705455</c:v>
                </c:pt>
                <c:pt idx="584">
                  <c:v>6.84802158726</c:v>
                </c:pt>
                <c:pt idx="585">
                  <c:v>6.84960658315</c:v>
                </c:pt>
                <c:pt idx="586">
                  <c:v>6.84968811225</c:v>
                </c:pt>
                <c:pt idx="587">
                  <c:v>6.85103590787</c:v>
                </c:pt>
                <c:pt idx="588">
                  <c:v>6.85110423824</c:v>
                </c:pt>
                <c:pt idx="589">
                  <c:v>6.85221841745</c:v>
                </c:pt>
                <c:pt idx="590">
                  <c:v>6.85227388454</c:v>
                </c:pt>
                <c:pt idx="591">
                  <c:v>6.853159118</c:v>
                </c:pt>
                <c:pt idx="592">
                  <c:v>6.85320190614</c:v>
                </c:pt>
                <c:pt idx="593">
                  <c:v>6.85385524375</c:v>
                </c:pt>
                <c:pt idx="594">
                  <c:v>6.85388509619</c:v>
                </c:pt>
                <c:pt idx="595">
                  <c:v>6.85430626953</c:v>
                </c:pt>
                <c:pt idx="596">
                  <c:v>6.85432334793</c:v>
                </c:pt>
                <c:pt idx="597">
                  <c:v>6.85452033286</c:v>
                </c:pt>
                <c:pt idx="598">
                  <c:v>6.85452517201</c:v>
                </c:pt>
                <c:pt idx="599">
                  <c:v>6.85454223606</c:v>
                </c:pt>
                <c:pt idx="600">
                  <c:v>6.85450833564</c:v>
                </c:pt>
                <c:pt idx="601">
                  <c:v>6.85450158852</c:v>
                </c:pt>
                <c:pt idx="602">
                  <c:v>6.85427577577</c:v>
                </c:pt>
                <c:pt idx="603">
                  <c:v>6.85425751813</c:v>
                </c:pt>
                <c:pt idx="604">
                  <c:v>6.85382603447</c:v>
                </c:pt>
                <c:pt idx="605">
                  <c:v>6.85379647016</c:v>
                </c:pt>
                <c:pt idx="606">
                  <c:v>6.85316963502</c:v>
                </c:pt>
                <c:pt idx="607">
                  <c:v>6.85312964769</c:v>
                </c:pt>
                <c:pt idx="608">
                  <c:v>6.85232387042</c:v>
                </c:pt>
                <c:pt idx="609">
                  <c:v>6.85227438397</c:v>
                </c:pt>
                <c:pt idx="610">
                  <c:v>6.85130001916</c:v>
                </c:pt>
                <c:pt idx="611">
                  <c:v>6.8512413569</c:v>
                </c:pt>
                <c:pt idx="612">
                  <c:v>6.85010478135</c:v>
                </c:pt>
                <c:pt idx="613">
                  <c:v>6.85003729495</c:v>
                </c:pt>
                <c:pt idx="614">
                  <c:v>6.848751096</c:v>
                </c:pt>
                <c:pt idx="615">
                  <c:v>6.84867577601</c:v>
                </c:pt>
                <c:pt idx="616">
                  <c:v>6.84725829282</c:v>
                </c:pt>
                <c:pt idx="617">
                  <c:v>6.8471763017</c:v>
                </c:pt>
                <c:pt idx="618">
                  <c:v>6.84564360716</c:v>
                </c:pt>
                <c:pt idx="619">
                  <c:v>6.84555547994</c:v>
                </c:pt>
                <c:pt idx="620">
                  <c:v>6.84391708558</c:v>
                </c:pt>
                <c:pt idx="621">
                  <c:v>6.84382326694</c:v>
                </c:pt>
                <c:pt idx="622">
                  <c:v>6.84209131151</c:v>
                </c:pt>
                <c:pt idx="623">
                  <c:v>6.84199283169</c:v>
                </c:pt>
                <c:pt idx="624">
                  <c:v>6.84018746185</c:v>
                </c:pt>
                <c:pt idx="625">
                  <c:v>6.84008556471</c:v>
                </c:pt>
                <c:pt idx="626">
                  <c:v>6.83822561827</c:v>
                </c:pt>
                <c:pt idx="627">
                  <c:v>6.83812103907</c:v>
                </c:pt>
                <c:pt idx="628">
                  <c:v>6.83621878739</c:v>
                </c:pt>
                <c:pt idx="629">
                  <c:v>6.83611204364</c:v>
                </c:pt>
                <c:pt idx="630">
                  <c:v>6.83417871957</c:v>
                </c:pt>
                <c:pt idx="631">
                  <c:v>6.83407077775</c:v>
                </c:pt>
                <c:pt idx="632">
                  <c:v>6.83212571603</c:v>
                </c:pt>
                <c:pt idx="633">
                  <c:v>6.83201782715</c:v>
                </c:pt>
                <c:pt idx="634">
                  <c:v>6.83008183256</c:v>
                </c:pt>
                <c:pt idx="635">
                  <c:v>6.82997477315</c:v>
                </c:pt>
                <c:pt idx="636">
                  <c:v>6.82806083263</c:v>
                </c:pt>
                <c:pt idx="637">
                  <c:v>6.82795524951</c:v>
                </c:pt>
                <c:pt idx="638">
                  <c:v>6.82607442511</c:v>
                </c:pt>
                <c:pt idx="639">
                  <c:v>6.82597113291</c:v>
                </c:pt>
                <c:pt idx="640">
                  <c:v>6.82413923334</c:v>
                </c:pt>
                <c:pt idx="641">
                  <c:v>6.82403926029</c:v>
                </c:pt>
                <c:pt idx="642">
                  <c:v>6.82227685698</c:v>
                </c:pt>
                <c:pt idx="643">
                  <c:v>6.8221811722</c:v>
                </c:pt>
                <c:pt idx="644">
                  <c:v>6.82050300107</c:v>
                </c:pt>
                <c:pt idx="645">
                  <c:v>6.8204121945</c:v>
                </c:pt>
                <c:pt idx="646">
                  <c:v>6.81882546093</c:v>
                </c:pt>
                <c:pt idx="647">
                  <c:v>6.81874010006</c:v>
                </c:pt>
                <c:pt idx="648">
                  <c:v>6.81725828067</c:v>
                </c:pt>
                <c:pt idx="649">
                  <c:v>6.81717926579</c:v>
                </c:pt>
                <c:pt idx="650">
                  <c:v>6.81582053649</c:v>
                </c:pt>
                <c:pt idx="651">
                  <c:v>6.81574870308</c:v>
                </c:pt>
                <c:pt idx="652">
                  <c:v>6.81452641514</c:v>
                </c:pt>
                <c:pt idx="653">
                  <c:v>6.81446240589</c:v>
                </c:pt>
                <c:pt idx="654">
                  <c:v>6.81338335495</c:v>
                </c:pt>
                <c:pt idx="655">
                  <c:v>6.81332753788</c:v>
                </c:pt>
                <c:pt idx="656">
                  <c:v>6.81239900835</c:v>
                </c:pt>
                <c:pt idx="657">
                  <c:v>6.81235187727</c:v>
                </c:pt>
                <c:pt idx="658">
                  <c:v>6.81158835552</c:v>
                </c:pt>
                <c:pt idx="659">
                  <c:v>6.81155076173</c:v>
                </c:pt>
                <c:pt idx="660">
                  <c:v>6.81096481573</c:v>
                </c:pt>
                <c:pt idx="661">
                  <c:v>6.8109372725</c:v>
                </c:pt>
                <c:pt idx="662">
                  <c:v>6.81053191885</c:v>
                </c:pt>
                <c:pt idx="663">
                  <c:v>6.81051452326</c:v>
                </c:pt>
                <c:pt idx="664">
                  <c:v>6.81029368218</c:v>
                </c:pt>
                <c:pt idx="665">
                  <c:v>6.810286676</c:v>
                </c:pt>
                <c:pt idx="666">
                  <c:v>6.81024721652</c:v>
                </c:pt>
                <c:pt idx="667">
                  <c:v>6.81025876517</c:v>
                </c:pt>
                <c:pt idx="668">
                  <c:v>6.81026269342</c:v>
                </c:pt>
                <c:pt idx="669">
                  <c:v>6.81043728448</c:v>
                </c:pt>
                <c:pt idx="670">
                  <c:v>6.81045273794</c:v>
                </c:pt>
                <c:pt idx="671">
                  <c:v>6.81083208946</c:v>
                </c:pt>
                <c:pt idx="672">
                  <c:v>6.81085880193</c:v>
                </c:pt>
                <c:pt idx="673">
                  <c:v>6.81143938266</c:v>
                </c:pt>
                <c:pt idx="674">
                  <c:v>6.81147725909</c:v>
                </c:pt>
                <c:pt idx="675">
                  <c:v>6.81226377099</c:v>
                </c:pt>
                <c:pt idx="676">
                  <c:v>6.81231324664</c:v>
                </c:pt>
                <c:pt idx="677">
                  <c:v>6.81251755214</c:v>
                </c:pt>
                <c:pt idx="678">
                  <c:v>6.81331085895</c:v>
                </c:pt>
                <c:pt idx="679">
                  <c:v>6.81337219937</c:v>
                </c:pt>
                <c:pt idx="680">
                  <c:v>6.81458025665</c:v>
                </c:pt>
                <c:pt idx="681">
                  <c:v>6.81465318265</c:v>
                </c:pt>
                <c:pt idx="682">
                  <c:v>6.81606586683</c:v>
                </c:pt>
                <c:pt idx="683">
                  <c:v>6.81614985578</c:v>
                </c:pt>
                <c:pt idx="684">
                  <c:v>6.81776255758</c:v>
                </c:pt>
                <c:pt idx="685">
                  <c:v>6.81785773211</c:v>
                </c:pt>
                <c:pt idx="686">
                  <c:v>6.81967341613</c:v>
                </c:pt>
                <c:pt idx="687">
                  <c:v>6.81977994517</c:v>
                </c:pt>
                <c:pt idx="688">
                  <c:v>6.82179499201</c:v>
                </c:pt>
                <c:pt idx="689">
                  <c:v>6.82191232368</c:v>
                </c:pt>
                <c:pt idx="690">
                  <c:v>6.82411670207</c:v>
                </c:pt>
                <c:pt idx="691">
                  <c:v>6.82424417922</c:v>
                </c:pt>
                <c:pt idx="692">
                  <c:v>6.82662885322</c:v>
                </c:pt>
                <c:pt idx="693">
                  <c:v>6.82676624058</c:v>
                </c:pt>
                <c:pt idx="694">
                  <c:v>6.82932777683</c:v>
                </c:pt>
                <c:pt idx="695">
                  <c:v>6.82947503089</c:v>
                </c:pt>
                <c:pt idx="696">
                  <c:v>6.83220980887</c:v>
                </c:pt>
                <c:pt idx="697">
                  <c:v>6.83236632905</c:v>
                </c:pt>
                <c:pt idx="698">
                  <c:v>6.83526064512</c:v>
                </c:pt>
                <c:pt idx="699">
                  <c:v>6.83542553678</c:v>
                </c:pt>
                <c:pt idx="700">
                  <c:v>6.83846595557</c:v>
                </c:pt>
                <c:pt idx="701">
                  <c:v>6.83863875641</c:v>
                </c:pt>
                <c:pt idx="702">
                  <c:v>6.84181757179</c:v>
                </c:pt>
                <c:pt idx="703">
                  <c:v>6.84199798879</c:v>
                </c:pt>
                <c:pt idx="704">
                  <c:v>6.84530848587</c:v>
                </c:pt>
                <c:pt idx="705">
                  <c:v>6.84549581438</c:v>
                </c:pt>
                <c:pt idx="706">
                  <c:v>6.84892435864</c:v>
                </c:pt>
                <c:pt idx="707">
                  <c:v>6.84911770274</c:v>
                </c:pt>
                <c:pt idx="708">
                  <c:v>6.85264600941</c:v>
                </c:pt>
                <c:pt idx="709">
                  <c:v>6.85284457678</c:v>
                </c:pt>
                <c:pt idx="710">
                  <c:v>6.85646112209</c:v>
                </c:pt>
                <c:pt idx="711">
                  <c:v>6.8566644214</c:v>
                </c:pt>
                <c:pt idx="712">
                  <c:v>6.86036114474</c:v>
                </c:pt>
                <c:pt idx="713">
                  <c:v>6.86056848817</c:v>
                </c:pt>
                <c:pt idx="714">
                  <c:v>6.86433123843</c:v>
                </c:pt>
                <c:pt idx="715">
                  <c:v>6.8645416864</c:v>
                </c:pt>
                <c:pt idx="716">
                  <c:v>6.86835085847</c:v>
                </c:pt>
                <c:pt idx="717">
                  <c:v>6.86856349357</c:v>
                </c:pt>
                <c:pt idx="718">
                  <c:v>6.87240397325</c:v>
                </c:pt>
                <c:pt idx="719">
                  <c:v>6.87261807284</c:v>
                </c:pt>
                <c:pt idx="720">
                  <c:v>6.87648047457</c:v>
                </c:pt>
                <c:pt idx="721">
                  <c:v>6.87669540729</c:v>
                </c:pt>
                <c:pt idx="722">
                  <c:v>6.88056687486</c:v>
                </c:pt>
                <c:pt idx="723">
                  <c:v>6.88078181259</c:v>
                </c:pt>
                <c:pt idx="724">
                  <c:v>6.88464254855</c:v>
                </c:pt>
                <c:pt idx="725">
                  <c:v>6.88485643016</c:v>
                </c:pt>
                <c:pt idx="726">
                  <c:v>6.88868888247</c:v>
                </c:pt>
                <c:pt idx="727">
                  <c:v>6.88890082662</c:v>
                </c:pt>
                <c:pt idx="728">
                  <c:v>6.89269433659</c:v>
                </c:pt>
                <c:pt idx="729">
                  <c:v>6.89290378904</c:v>
                </c:pt>
                <c:pt idx="730">
                  <c:v>6.89664786177</c:v>
                </c:pt>
                <c:pt idx="731">
                  <c:v>6.89685417794</c:v>
                </c:pt>
                <c:pt idx="732">
                  <c:v>6.9005306722</c:v>
                </c:pt>
                <c:pt idx="733">
                  <c:v>6.9007327036</c:v>
                </c:pt>
                <c:pt idx="734">
                  <c:v>6.90432258454</c:v>
                </c:pt>
                <c:pt idx="735">
                  <c:v>6.90451941047</c:v>
                </c:pt>
                <c:pt idx="736">
                  <c:v>6.90801279611</c:v>
                </c:pt>
                <c:pt idx="737">
                  <c:v>6.90820400316</c:v>
                </c:pt>
                <c:pt idx="738">
                  <c:v>6.91159229531</c:v>
                </c:pt>
                <c:pt idx="739">
                  <c:v>6.91177733049</c:v>
                </c:pt>
                <c:pt idx="740">
                  <c:v>6.91504452907</c:v>
                </c:pt>
                <c:pt idx="741">
                  <c:v>6.91522241891</c:v>
                </c:pt>
                <c:pt idx="742">
                  <c:v>6.91835262599</c:v>
                </c:pt>
                <c:pt idx="743">
                  <c:v>6.91852242851</c:v>
                </c:pt>
                <c:pt idx="744">
                  <c:v>6.92150391732</c:v>
                </c:pt>
                <c:pt idx="745">
                  <c:v>6.92166527097</c:v>
                </c:pt>
                <c:pt idx="746">
                  <c:v>6.92449204314</c:v>
                </c:pt>
                <c:pt idx="747">
                  <c:v>6.92464471</c:v>
                </c:pt>
                <c:pt idx="748">
                  <c:v>6.92730748923</c:v>
                </c:pt>
                <c:pt idx="749">
                  <c:v>6.92745057929</c:v>
                </c:pt>
                <c:pt idx="750">
                  <c:v>6.92993306771</c:v>
                </c:pt>
                <c:pt idx="751">
                  <c:v>6.93006573608</c:v>
                </c:pt>
                <c:pt idx="752">
                  <c:v>6.93235923648</c:v>
                </c:pt>
                <c:pt idx="753">
                  <c:v>6.93248128473</c:v>
                </c:pt>
                <c:pt idx="754">
                  <c:v>6.9345822953</c:v>
                </c:pt>
                <c:pt idx="755">
                  <c:v>6.93469364384</c:v>
                </c:pt>
                <c:pt idx="756">
                  <c:v>6.93659646623</c:v>
                </c:pt>
                <c:pt idx="757">
                  <c:v>6.93669653222</c:v>
                </c:pt>
                <c:pt idx="758">
                  <c:v>6.93839125407</c:v>
                </c:pt>
                <c:pt idx="759">
                  <c:v>6.93847935363</c:v>
                </c:pt>
                <c:pt idx="760">
                  <c:v>6.93995666341</c:v>
                </c:pt>
                <c:pt idx="761">
                  <c:v>6.94003265297</c:v>
                </c:pt>
                <c:pt idx="762">
                  <c:v>6.94129268762</c:v>
                </c:pt>
                <c:pt idx="763">
                  <c:v>6.94135678142</c:v>
                </c:pt>
                <c:pt idx="764">
                  <c:v>6.94239999901</c:v>
                </c:pt>
                <c:pt idx="765">
                  <c:v>6.94245181928</c:v>
                </c:pt>
                <c:pt idx="766">
                  <c:v>6.94327139488</c:v>
                </c:pt>
                <c:pt idx="767">
                  <c:v>6.9433105398</c:v>
                </c:pt>
                <c:pt idx="768">
                  <c:v>6.94390124102</c:v>
                </c:pt>
                <c:pt idx="769">
                  <c:v>6.94392773295</c:v>
                </c:pt>
                <c:pt idx="770">
                  <c:v>6.94419419405</c:v>
                </c:pt>
                <c:pt idx="771">
                  <c:v>6.94429206308</c:v>
                </c:pt>
                <c:pt idx="772">
                  <c:v>6.9443061468</c:v>
                </c:pt>
                <c:pt idx="773">
                  <c:v>6.94444819359</c:v>
                </c:pt>
                <c:pt idx="774">
                  <c:v>6.9444499464</c:v>
                </c:pt>
                <c:pt idx="775">
                  <c:v>6.94445155727</c:v>
                </c:pt>
                <c:pt idx="776">
                  <c:v>6.94437064327</c:v>
                </c:pt>
                <c:pt idx="777">
                  <c:v>6.94435994311</c:v>
                </c:pt>
                <c:pt idx="778">
                  <c:v>6.94405570605</c:v>
                </c:pt>
                <c:pt idx="779">
                  <c:v>6.9440326265</c:v>
                </c:pt>
                <c:pt idx="780">
                  <c:v>6.94350797051</c:v>
                </c:pt>
                <c:pt idx="781">
                  <c:v>6.94347295989</c:v>
                </c:pt>
                <c:pt idx="782">
                  <c:v>6.94273791724</c:v>
                </c:pt>
                <c:pt idx="783">
                  <c:v>6.94269133592</c:v>
                </c:pt>
                <c:pt idx="784">
                  <c:v>6.94175086979</c:v>
                </c:pt>
                <c:pt idx="785">
                  <c:v>6.94169287781</c:v>
                </c:pt>
                <c:pt idx="786">
                  <c:v>6.94054825254</c:v>
                </c:pt>
                <c:pt idx="787">
                  <c:v>6.94047912177</c:v>
                </c:pt>
                <c:pt idx="788">
                  <c:v>6.93913636389</c:v>
                </c:pt>
                <c:pt idx="789">
                  <c:v>6.93905651543</c:v>
                </c:pt>
                <c:pt idx="790">
                  <c:v>6.93752808777</c:v>
                </c:pt>
                <c:pt idx="791">
                  <c:v>6.93743821288</c:v>
                </c:pt>
                <c:pt idx="792">
                  <c:v>6.93573589236</c:v>
                </c:pt>
                <c:pt idx="793">
                  <c:v>6.93563654617</c:v>
                </c:pt>
                <c:pt idx="794">
                  <c:v>6.933764227</c:v>
                </c:pt>
                <c:pt idx="795">
                  <c:v>6.93365564513</c:v>
                </c:pt>
                <c:pt idx="796">
                  <c:v>6.93162102677</c:v>
                </c:pt>
                <c:pt idx="797">
                  <c:v>6.93150377809</c:v>
                </c:pt>
                <c:pt idx="798">
                  <c:v>6.92932278261</c:v>
                </c:pt>
                <c:pt idx="799">
                  <c:v>6.92919780475</c:v>
                </c:pt>
                <c:pt idx="800">
                  <c:v>6.92688437087</c:v>
                </c:pt>
                <c:pt idx="801">
                  <c:v>6.92675234339</c:v>
                </c:pt>
                <c:pt idx="802">
                  <c:v>6.92431590755</c:v>
                </c:pt>
                <c:pt idx="803">
                  <c:v>6.92417733865</c:v>
                </c:pt>
                <c:pt idx="804">
                  <c:v>6.92162696868</c:v>
                </c:pt>
                <c:pt idx="805">
                  <c:v>6.92148233986</c:v>
                </c:pt>
                <c:pt idx="806">
                  <c:v>6.91883270727</c:v>
                </c:pt>
                <c:pt idx="807">
                  <c:v>6.91868303898</c:v>
                </c:pt>
                <c:pt idx="808">
                  <c:v>6.9159531009</c:v>
                </c:pt>
                <c:pt idx="809">
                  <c:v>6.91579952305</c:v>
                </c:pt>
                <c:pt idx="810">
                  <c:v>6.91300148542</c:v>
                </c:pt>
                <c:pt idx="811">
                  <c:v>6.91284432751</c:v>
                </c:pt>
                <c:pt idx="812">
                  <c:v>6.90998654846</c:v>
                </c:pt>
                <c:pt idx="813">
                  <c:v>6.90982634744</c:v>
                </c:pt>
                <c:pt idx="814">
                  <c:v>6.90692510907</c:v>
                </c:pt>
                <c:pt idx="815">
                  <c:v>6.90676304318</c:v>
                </c:pt>
                <c:pt idx="816">
                  <c:v>6.90383722149</c:v>
                </c:pt>
                <c:pt idx="817">
                  <c:v>6.90367432927</c:v>
                </c:pt>
                <c:pt idx="818">
                  <c:v>6.90073859913</c:v>
                </c:pt>
                <c:pt idx="819">
                  <c:v>6.90057548465</c:v>
                </c:pt>
                <c:pt idx="820">
                  <c:v>6.8976396139</c:v>
                </c:pt>
                <c:pt idx="821">
                  <c:v>6.89747665089</c:v>
                </c:pt>
                <c:pt idx="822">
                  <c:v>6.89455317037</c:v>
                </c:pt>
                <c:pt idx="823">
                  <c:v>6.89439139924</c:v>
                </c:pt>
                <c:pt idx="824">
                  <c:v>6.89150002595</c:v>
                </c:pt>
                <c:pt idx="825">
                  <c:v>6.89134066808</c:v>
                </c:pt>
                <c:pt idx="826">
                  <c:v>6.88849735435</c:v>
                </c:pt>
                <c:pt idx="827">
                  <c:v>6.88834092825</c:v>
                </c:pt>
                <c:pt idx="828">
                  <c:v>6.88555537006</c:v>
                </c:pt>
                <c:pt idx="829">
                  <c:v>6.88540237528</c:v>
                </c:pt>
                <c:pt idx="830">
                  <c:v>6.88268636261</c:v>
                </c:pt>
                <c:pt idx="831">
                  <c:v>6.88253767981</c:v>
                </c:pt>
                <c:pt idx="832">
                  <c:v>6.8799075858</c:v>
                </c:pt>
                <c:pt idx="833">
                  <c:v>6.8797642995</c:v>
                </c:pt>
                <c:pt idx="834">
                  <c:v>6.87723809835</c:v>
                </c:pt>
                <c:pt idx="835">
                  <c:v>6.87710082683</c:v>
                </c:pt>
                <c:pt idx="836">
                  <c:v>6.87468679954</c:v>
                </c:pt>
                <c:pt idx="837">
                  <c:v>6.87455587089</c:v>
                </c:pt>
                <c:pt idx="838">
                  <c:v>6.87226183065</c:v>
                </c:pt>
                <c:pt idx="839">
                  <c:v>6.87213798634</c:v>
                </c:pt>
                <c:pt idx="840">
                  <c:v>6.86997905467</c:v>
                </c:pt>
                <c:pt idx="841">
                  <c:v>6.86986320769</c:v>
                </c:pt>
                <c:pt idx="842">
                  <c:v>6.86785331383</c:v>
                </c:pt>
                <c:pt idx="843">
                  <c:v>6.86774600455</c:v>
                </c:pt>
                <c:pt idx="844">
                  <c:v>6.86589478327</c:v>
                </c:pt>
                <c:pt idx="845">
                  <c:v>6.86579635555</c:v>
                </c:pt>
                <c:pt idx="846">
                  <c:v>6.86410716481</c:v>
                </c:pt>
                <c:pt idx="847">
                  <c:v>6.86401799709</c:v>
                </c:pt>
                <c:pt idx="848">
                  <c:v>6.86249993055</c:v>
                </c:pt>
                <c:pt idx="849">
                  <c:v>6.8624206466</c:v>
                </c:pt>
                <c:pt idx="850">
                  <c:v>6.86108686514</c:v>
                </c:pt>
                <c:pt idx="851">
                  <c:v>6.8610179854</c:v>
                </c:pt>
                <c:pt idx="852">
                  <c:v>6.85987409928</c:v>
                </c:pt>
                <c:pt idx="853">
                  <c:v>6.85981583026</c:v>
                </c:pt>
                <c:pt idx="854">
                  <c:v>6.85886362376</c:v>
                </c:pt>
                <c:pt idx="855">
                  <c:v>6.8588161377</c:v>
                </c:pt>
                <c:pt idx="856">
                  <c:v>6.85805869564</c:v>
                </c:pt>
                <c:pt idx="857">
                  <c:v>6.85802219009</c:v>
                </c:pt>
                <c:pt idx="858">
                  <c:v>6.85746773751</c:v>
                </c:pt>
                <c:pt idx="859">
                  <c:v>6.8574426925</c:v>
                </c:pt>
                <c:pt idx="860">
                  <c:v>6.85709750188</c:v>
                </c:pt>
                <c:pt idx="861">
                  <c:v>6.85708403942</c:v>
                </c:pt>
                <c:pt idx="862">
                  <c:v>6.85694393311</c:v>
                </c:pt>
                <c:pt idx="863">
                  <c:v>6.85694186199</c:v>
                </c:pt>
                <c:pt idx="864">
                  <c:v>6.85693897941</c:v>
                </c:pt>
                <c:pt idx="865">
                  <c:v>6.85700567136</c:v>
                </c:pt>
                <c:pt idx="866">
                  <c:v>6.85701496798</c:v>
                </c:pt>
                <c:pt idx="867">
                  <c:v>6.85702485043</c:v>
                </c:pt>
                <c:pt idx="868">
                  <c:v>6.85728672812</c:v>
                </c:pt>
                <c:pt idx="869">
                  <c:v>6.85730760143</c:v>
                </c:pt>
                <c:pt idx="870">
                  <c:v>6.85778930005</c:v>
                </c:pt>
                <c:pt idx="871">
                  <c:v>6.85782183635</c:v>
                </c:pt>
                <c:pt idx="872">
                  <c:v>6.85850870992</c:v>
                </c:pt>
                <c:pt idx="873">
                  <c:v>6.85855246352</c:v>
                </c:pt>
                <c:pt idx="874">
                  <c:v>6.85943696934</c:v>
                </c:pt>
                <c:pt idx="875">
                  <c:v>6.85949156204</c:v>
                </c:pt>
                <c:pt idx="876">
                  <c:v>6.86057306773</c:v>
                </c:pt>
                <c:pt idx="877">
                  <c:v>6.86063858759</c:v>
                </c:pt>
                <c:pt idx="878">
                  <c:v>6.86191678244</c:v>
                </c:pt>
                <c:pt idx="879">
                  <c:v>6.86199317909</c:v>
                </c:pt>
                <c:pt idx="880">
                  <c:v>6.86346138595</c:v>
                </c:pt>
                <c:pt idx="881">
                  <c:v>6.863548077</c:v>
                </c:pt>
                <c:pt idx="882">
                  <c:v>6.86519533197</c:v>
                </c:pt>
                <c:pt idx="883">
                  <c:v>6.86529163819</c:v>
                </c:pt>
                <c:pt idx="884">
                  <c:v>6.86711172952</c:v>
                </c:pt>
                <c:pt idx="885">
                  <c:v>6.86721753983</c:v>
                </c:pt>
                <c:pt idx="886">
                  <c:v>6.86920740225</c:v>
                </c:pt>
                <c:pt idx="887">
                  <c:v>6.86932259258</c:v>
                </c:pt>
                <c:pt idx="888">
                  <c:v>6.87147384322</c:v>
                </c:pt>
                <c:pt idx="889">
                  <c:v>6.8715976165</c:v>
                </c:pt>
                <c:pt idx="890">
                  <c:v>6.87389581036</c:v>
                </c:pt>
                <c:pt idx="891">
                  <c:v>6.87402728559</c:v>
                </c:pt>
                <c:pt idx="892">
                  <c:v>6.8764608224</c:v>
                </c:pt>
                <c:pt idx="893">
                  <c:v>6.87659962978</c:v>
                </c:pt>
                <c:pt idx="894">
                  <c:v>6.87916273384</c:v>
                </c:pt>
                <c:pt idx="895">
                  <c:v>6.87930863304</c:v>
                </c:pt>
                <c:pt idx="896">
                  <c:v>6.88199177309</c:v>
                </c:pt>
                <c:pt idx="897">
                  <c:v>6.88214389719</c:v>
                </c:pt>
                <c:pt idx="898">
                  <c:v>6.88493092318</c:v>
                </c:pt>
                <c:pt idx="899">
                  <c:v>6.88508826443</c:v>
                </c:pt>
                <c:pt idx="900">
                  <c:v>6.88796429952</c:v>
                </c:pt>
                <c:pt idx="901">
                  <c:v>6.88812634474</c:v>
                </c:pt>
                <c:pt idx="902">
                  <c:v>6.89108206841</c:v>
                </c:pt>
                <c:pt idx="903">
                  <c:v>6.8912483909</c:v>
                </c:pt>
                <c:pt idx="904">
                  <c:v>6.89427433057</c:v>
                </c:pt>
                <c:pt idx="905">
                  <c:v>6.89444413735</c:v>
                </c:pt>
                <c:pt idx="906">
                  <c:v>6.89752441484</c:v>
                </c:pt>
                <c:pt idx="907">
                  <c:v>6.89769662442</c:v>
                </c:pt>
                <c:pt idx="908">
                  <c:v>6.90081234011</c:v>
                </c:pt>
                <c:pt idx="909">
                  <c:v>6.90098620177</c:v>
                </c:pt>
                <c:pt idx="910">
                  <c:v>6.90412690148</c:v>
                </c:pt>
                <c:pt idx="911">
                  <c:v>6.90430199839</c:v>
                </c:pt>
                <c:pt idx="912">
                  <c:v>6.90745851092</c:v>
                </c:pt>
                <c:pt idx="913">
                  <c:v>6.90763398866</c:v>
                </c:pt>
                <c:pt idx="914">
                  <c:v>6.91079033699</c:v>
                </c:pt>
                <c:pt idx="915">
                  <c:v>6.91096530002</c:v>
                </c:pt>
                <c:pt idx="916">
                  <c:v>6.91410344626</c:v>
                </c:pt>
                <c:pt idx="917">
                  <c:v>6.91427701545</c:v>
                </c:pt>
                <c:pt idx="918">
                  <c:v>6.91738313982</c:v>
                </c:pt>
                <c:pt idx="919">
                  <c:v>6.91755472936</c:v>
                </c:pt>
                <c:pt idx="920">
                  <c:v>6.92062050885</c:v>
                </c:pt>
                <c:pt idx="921">
                  <c:v>6.92078946264</c:v>
                </c:pt>
                <c:pt idx="922">
                  <c:v>6.92380203594</c:v>
                </c:pt>
                <c:pt idx="923">
                  <c:v>6.92396751265</c:v>
                </c:pt>
                <c:pt idx="924">
                  <c:v>6.92690854003</c:v>
                </c:pt>
                <c:pt idx="925">
                  <c:v>6.92706971335</c:v>
                </c:pt>
                <c:pt idx="926">
                  <c:v>6.92992546765</c:v>
                </c:pt>
                <c:pt idx="927">
                  <c:v>6.93008161485</c:v>
                </c:pt>
                <c:pt idx="928">
                  <c:v>6.93284417536</c:v>
                </c:pt>
                <c:pt idx="929">
                  <c:v>6.93299486255</c:v>
                </c:pt>
                <c:pt idx="930">
                  <c:v>6.93565441558</c:v>
                </c:pt>
                <c:pt idx="931">
                  <c:v>6.93579900412</c:v>
                </c:pt>
                <c:pt idx="932">
                  <c:v>6.93833991409</c:v>
                </c:pt>
                <c:pt idx="933">
                  <c:v>6.9384775441</c:v>
                </c:pt>
                <c:pt idx="934">
                  <c:v>6.94088624163</c:v>
                </c:pt>
                <c:pt idx="935">
                  <c:v>6.94101624941</c:v>
                </c:pt>
                <c:pt idx="936">
                  <c:v>6.94328558597</c:v>
                </c:pt>
                <c:pt idx="937">
                  <c:v>6.9434076377</c:v>
                </c:pt>
                <c:pt idx="938">
                  <c:v>6.94553217464</c:v>
                </c:pt>
                <c:pt idx="939">
                  <c:v>6.945645991</c:v>
                </c:pt>
                <c:pt idx="940">
                  <c:v>6.94761331863</c:v>
                </c:pt>
                <c:pt idx="941">
                  <c:v>6.94771806828</c:v>
                </c:pt>
                <c:pt idx="942">
                  <c:v>6.94951578946</c:v>
                </c:pt>
                <c:pt idx="943">
                  <c:v>6.94961080169</c:v>
                </c:pt>
                <c:pt idx="944">
                  <c:v>6.9512339517</c:v>
                </c:pt>
                <c:pt idx="945">
                  <c:v>6.95131917914</c:v>
                </c:pt>
                <c:pt idx="946">
                  <c:v>6.95276561843</c:v>
                </c:pt>
                <c:pt idx="947">
                  <c:v>6.95284097131</c:v>
                </c:pt>
                <c:pt idx="948">
                  <c:v>6.95410326135</c:v>
                </c:pt>
                <c:pt idx="949">
                  <c:v>6.95416814146</c:v>
                </c:pt>
                <c:pt idx="950">
                  <c:v>6.95523686261</c:v>
                </c:pt>
                <c:pt idx="951">
                  <c:v>6.95529071082</c:v>
                </c:pt>
                <c:pt idx="952">
                  <c:v>6.95616194342</c:v>
                </c:pt>
                <c:pt idx="953">
                  <c:v>6.95620485562</c:v>
                </c:pt>
                <c:pt idx="954">
                  <c:v>6.95688086286</c:v>
                </c:pt>
                <c:pt idx="955">
                  <c:v>6.95691298383</c:v>
                </c:pt>
                <c:pt idx="956">
                  <c:v>6.95739099949</c:v>
                </c:pt>
                <c:pt idx="957">
                  <c:v>6.95741201055</c:v>
                </c:pt>
                <c:pt idx="958">
                  <c:v>6.95768660472</c:v>
                </c:pt>
                <c:pt idx="959">
                  <c:v>6.95769608398</c:v>
                </c:pt>
                <c:pt idx="960">
                  <c:v>6.9577548601</c:v>
                </c:pt>
                <c:pt idx="961">
                  <c:v>6.95776716276</c:v>
                </c:pt>
                <c:pt idx="962">
                  <c:v>6.95776531501</c:v>
                </c:pt>
                <c:pt idx="963">
                  <c:v>6.95776347754</c:v>
                </c:pt>
                <c:pt idx="964">
                  <c:v>6.95763161229</c:v>
                </c:pt>
                <c:pt idx="965">
                  <c:v>6.95761888306</c:v>
                </c:pt>
                <c:pt idx="966">
                  <c:v>6.9572908003</c:v>
                </c:pt>
                <c:pt idx="967">
                  <c:v>6.9572670816</c:v>
                </c:pt>
                <c:pt idx="968">
                  <c:v>6.95673982307</c:v>
                </c:pt>
                <c:pt idx="969">
                  <c:v>6.95670492389</c:v>
                </c:pt>
                <c:pt idx="970">
                  <c:v>6.95597937714</c:v>
                </c:pt>
                <c:pt idx="971">
                  <c:v>6.95593365911</c:v>
                </c:pt>
                <c:pt idx="972">
                  <c:v>6.95501729307</c:v>
                </c:pt>
                <c:pt idx="973">
                  <c:v>6.95496132241</c:v>
                </c:pt>
                <c:pt idx="974">
                  <c:v>6.95386233732</c:v>
                </c:pt>
                <c:pt idx="975">
                  <c:v>6.95379628281</c:v>
                </c:pt>
                <c:pt idx="976">
                  <c:v>6.95251802289</c:v>
                </c:pt>
                <c:pt idx="977">
                  <c:v>6.95244198445</c:v>
                </c:pt>
                <c:pt idx="978">
                  <c:v>6.95098641303</c:v>
                </c:pt>
                <c:pt idx="979">
                  <c:v>6.95090078167</c:v>
                </c:pt>
                <c:pt idx="980">
                  <c:v>6.94927744038</c:v>
                </c:pt>
                <c:pt idx="981">
                  <c:v>6.94918290805</c:v>
                </c:pt>
                <c:pt idx="982">
                  <c:v>6.94740447041</c:v>
                </c:pt>
                <c:pt idx="983">
                  <c:v>6.94730149137</c:v>
                </c:pt>
                <c:pt idx="984">
                  <c:v>6.94537566191</c:v>
                </c:pt>
                <c:pt idx="985">
                  <c:v>6.94526460091</c:v>
                </c:pt>
                <c:pt idx="986">
                  <c:v>6.94319597027</c:v>
                </c:pt>
                <c:pt idx="987">
                  <c:v>6.94307725516</c:v>
                </c:pt>
                <c:pt idx="988">
                  <c:v>6.94087573684</c:v>
                </c:pt>
                <c:pt idx="989">
                  <c:v>6.94075010307</c:v>
                </c:pt>
                <c:pt idx="990">
                  <c:v>6.93843101896</c:v>
                </c:pt>
                <c:pt idx="991">
                  <c:v>6.9382991325</c:v>
                </c:pt>
                <c:pt idx="992">
                  <c:v>6.93587432682</c:v>
                </c:pt>
                <c:pt idx="993">
                  <c:v>6.93573672981</c:v>
                </c:pt>
                <c:pt idx="994">
                  <c:v>6.9332116094</c:v>
                </c:pt>
                <c:pt idx="995">
                  <c:v>6.93306877654</c:v>
                </c:pt>
                <c:pt idx="996">
                  <c:v>6.9304550392</c:v>
                </c:pt>
                <c:pt idx="997">
                  <c:v>6.93030768741</c:v>
                </c:pt>
                <c:pt idx="998">
                  <c:v>6.92762156059</c:v>
                </c:pt>
                <c:pt idx="999">
                  <c:v>6.92747056426</c:v>
                </c:pt>
                <c:pt idx="1000">
                  <c:v>6.92472718892</c:v>
                </c:pt>
                <c:pt idx="1001">
                  <c:v>6.92457336828</c:v>
                </c:pt>
                <c:pt idx="1002">
                  <c:v>6.92178223575</c:v>
                </c:pt>
                <c:pt idx="1003">
                  <c:v>6.9216260625</c:v>
                </c:pt>
                <c:pt idx="1004">
                  <c:v>6.91879697482</c:v>
                </c:pt>
                <c:pt idx="1005">
                  <c:v>6.91863908478</c:v>
                </c:pt>
                <c:pt idx="1006">
                  <c:v>6.91579009016</c:v>
                </c:pt>
                <c:pt idx="1007">
                  <c:v>6.91563152703</c:v>
                </c:pt>
                <c:pt idx="1008">
                  <c:v>6.91277950387</c:v>
                </c:pt>
                <c:pt idx="1009">
                  <c:v>6.91262119247</c:v>
                </c:pt>
                <c:pt idx="1010">
                  <c:v>6.90977700586</c:v>
                </c:pt>
                <c:pt idx="1011">
                  <c:v>6.90961945625</c:v>
                </c:pt>
                <c:pt idx="1012">
                  <c:v>6.90679323291</c:v>
                </c:pt>
                <c:pt idx="1013">
                  <c:v>6.90663693566</c:v>
                </c:pt>
                <c:pt idx="1014">
                  <c:v>6.90384302142</c:v>
                </c:pt>
                <c:pt idx="1015">
                  <c:v>6.90368901013</c:v>
                </c:pt>
                <c:pt idx="1016">
                  <c:v>6.9009460783</c:v>
                </c:pt>
                <c:pt idx="1017">
                  <c:v>6.9007953765</c:v>
                </c:pt>
                <c:pt idx="1018">
                  <c:v>6.89811395845</c:v>
                </c:pt>
                <c:pt idx="1019">
                  <c:v>6.89796691388</c:v>
                </c:pt>
                <c:pt idx="1020">
                  <c:v>6.8953556026</c:v>
                </c:pt>
                <c:pt idx="1021">
                  <c:v>6.89521267049</c:v>
                </c:pt>
                <c:pt idx="1022">
                  <c:v>6.89268420719</c:v>
                </c:pt>
                <c:pt idx="1023">
                  <c:v>6.89254629054</c:v>
                </c:pt>
                <c:pt idx="1024">
                  <c:v>6.89011668851</c:v>
                </c:pt>
                <c:pt idx="1025">
                  <c:v>6.8899847606</c:v>
                </c:pt>
                <c:pt idx="1026">
                  <c:v>6.88766692473</c:v>
                </c:pt>
                <c:pt idx="1027">
                  <c:v>6.88754142348</c:v>
                </c:pt>
                <c:pt idx="1028">
                  <c:v>6.88534088784</c:v>
                </c:pt>
                <c:pt idx="1029">
                  <c:v>6.88522196913</c:v>
                </c:pt>
                <c:pt idx="1030">
                  <c:v>6.88314768936</c:v>
                </c:pt>
                <c:pt idx="1031">
                  <c:v>6.88303621181</c:v>
                </c:pt>
                <c:pt idx="1032">
                  <c:v>6.88110235374</c:v>
                </c:pt>
                <c:pt idx="1033">
                  <c:v>6.88099909171</c:v>
                </c:pt>
                <c:pt idx="1034">
                  <c:v>6.8792162937</c:v>
                </c:pt>
                <c:pt idx="1035">
                  <c:v>6.87912156693</c:v>
                </c:pt>
                <c:pt idx="1036">
                  <c:v>6.87749492475</c:v>
                </c:pt>
                <c:pt idx="1037">
                  <c:v>6.87740887844</c:v>
                </c:pt>
                <c:pt idx="1038">
                  <c:v>6.8759419603</c:v>
                </c:pt>
                <c:pt idx="1039">
                  <c:v>6.87586505101</c:v>
                </c:pt>
                <c:pt idx="1040">
                  <c:v>6.87456813799</c:v>
                </c:pt>
                <c:pt idx="1041">
                  <c:v>6.87450110137</c:v>
                </c:pt>
                <c:pt idx="1042">
                  <c:v>6.87338390185</c:v>
                </c:pt>
                <c:pt idx="1043">
                  <c:v>6.87332687446</c:v>
                </c:pt>
                <c:pt idx="1044">
                  <c:v>6.87239097799</c:v>
                </c:pt>
                <c:pt idx="1045">
                  <c:v>6.87234394244</c:v>
                </c:pt>
                <c:pt idx="1046">
                  <c:v>6.87158996463</c:v>
                </c:pt>
                <c:pt idx="1047">
                  <c:v>6.8715532474</c:v>
                </c:pt>
                <c:pt idx="1048">
                  <c:v>6.87098623006</c:v>
                </c:pt>
                <c:pt idx="1049">
                  <c:v>6.87096010591</c:v>
                </c:pt>
                <c:pt idx="1050">
                  <c:v>6.87058649849</c:v>
                </c:pt>
                <c:pt idx="1051">
                  <c:v>6.87057116928</c:v>
                </c:pt>
                <c:pt idx="1052">
                  <c:v>6.87039221137</c:v>
                </c:pt>
                <c:pt idx="1053">
                  <c:v>6.87038752139</c:v>
                </c:pt>
                <c:pt idx="1054">
                  <c:v>6.8703701455</c:v>
                </c:pt>
                <c:pt idx="1055">
                  <c:v>6.87039280734</c:v>
                </c:pt>
                <c:pt idx="1056">
                  <c:v>6.87039802969</c:v>
                </c:pt>
                <c:pt idx="1057">
                  <c:v>6.87040387713</c:v>
                </c:pt>
                <c:pt idx="1058">
                  <c:v>6.87060421986</c:v>
                </c:pt>
                <c:pt idx="1059">
                  <c:v>6.87062075955</c:v>
                </c:pt>
                <c:pt idx="1060">
                  <c:v>6.87101442858</c:v>
                </c:pt>
                <c:pt idx="1061">
                  <c:v>6.87104164437</c:v>
                </c:pt>
                <c:pt idx="1062">
                  <c:v>6.87162711106</c:v>
                </c:pt>
                <c:pt idx="1063">
                  <c:v>6.87166480481</c:v>
                </c:pt>
                <c:pt idx="1064">
                  <c:v>6.87243534391</c:v>
                </c:pt>
                <c:pt idx="1065">
                  <c:v>6.87248320249</c:v>
                </c:pt>
                <c:pt idx="1066">
                  <c:v>6.8734326464</c:v>
                </c:pt>
                <c:pt idx="1067">
                  <c:v>6.87349037493</c:v>
                </c:pt>
                <c:pt idx="1068">
                  <c:v>6.87461900979</c:v>
                </c:pt>
                <c:pt idx="1069">
                  <c:v>6.8746866282</c:v>
                </c:pt>
                <c:pt idx="1070">
                  <c:v>6.87599177137</c:v>
                </c:pt>
                <c:pt idx="1071">
                  <c:v>6.87606896546</c:v>
                </c:pt>
                <c:pt idx="1072">
                  <c:v>6.87753958927</c:v>
                </c:pt>
                <c:pt idx="1073">
                  <c:v>6.87762576216</c:v>
                </c:pt>
                <c:pt idx="1074">
                  <c:v>6.87925328941</c:v>
                </c:pt>
                <c:pt idx="1075">
                  <c:v>6.8793479763</c:v>
                </c:pt>
                <c:pt idx="1076">
                  <c:v>6.8811276985</c:v>
                </c:pt>
                <c:pt idx="1077">
                  <c:v>6.88123067816</c:v>
                </c:pt>
                <c:pt idx="1078">
                  <c:v>6.8831580911</c:v>
                </c:pt>
                <c:pt idx="1079">
                  <c:v>6.88326912535</c:v>
                </c:pt>
                <c:pt idx="1080">
                  <c:v>6.88533407312</c:v>
                </c:pt>
                <c:pt idx="1081">
                  <c:v>6.88545239487</c:v>
                </c:pt>
                <c:pt idx="1082">
                  <c:v>6.88764085612</c:v>
                </c:pt>
                <c:pt idx="1083">
                  <c:v>6.88776567455</c:v>
                </c:pt>
                <c:pt idx="1084">
                  <c:v>6.89007023333</c:v>
                </c:pt>
                <c:pt idx="1085">
                  <c:v>6.890201342</c:v>
                </c:pt>
                <c:pt idx="1086">
                  <c:v>6.89261632928</c:v>
                </c:pt>
                <c:pt idx="1087">
                  <c:v>6.89275337505</c:v>
                </c:pt>
                <c:pt idx="1088">
                  <c:v>6.89526604253</c:v>
                </c:pt>
                <c:pt idx="1089">
                  <c:v>6.89540809917</c:v>
                </c:pt>
                <c:pt idx="1090">
                  <c:v>6.89800291346</c:v>
                </c:pt>
                <c:pt idx="1091">
                  <c:v>6.89814908806</c:v>
                </c:pt>
                <c:pt idx="1092">
                  <c:v>6.90081451586</c:v>
                </c:pt>
                <c:pt idx="1093">
                  <c:v>6.90096435832</c:v>
                </c:pt>
                <c:pt idx="1094">
                  <c:v>6.9036920241</c:v>
                </c:pt>
                <c:pt idx="1095">
                  <c:v>6.90384516865</c:v>
                </c:pt>
                <c:pt idx="1096">
                  <c:v>6.90662476738</c:v>
                </c:pt>
                <c:pt idx="1097">
                  <c:v>6.90678033613</c:v>
                </c:pt>
                <c:pt idx="1098">
                  <c:v>6.90959370322</c:v>
                </c:pt>
                <c:pt idx="1099">
                  <c:v>6.90975056919</c:v>
                </c:pt>
                <c:pt idx="1100">
                  <c:v>6.9125837916</c:v>
                </c:pt>
                <c:pt idx="1101">
                  <c:v>6.91274158105</c:v>
                </c:pt>
                <c:pt idx="1102">
                  <c:v>6.91558684224</c:v>
                </c:pt>
                <c:pt idx="1103">
                  <c:v>6.91574509122</c:v>
                </c:pt>
                <c:pt idx="1104">
                  <c:v>6.91859024557</c:v>
                </c:pt>
                <c:pt idx="1105">
                  <c:v>6.91874805599</c:v>
                </c:pt>
                <c:pt idx="1106">
                  <c:v>6.9215783608</c:v>
                </c:pt>
                <c:pt idx="1107">
                  <c:v>6.92173481432</c:v>
                </c:pt>
                <c:pt idx="1108">
                  <c:v>6.92453369868</c:v>
                </c:pt>
                <c:pt idx="1109">
                  <c:v>6.92468808547</c:v>
                </c:pt>
                <c:pt idx="1110">
                  <c:v>6.92744597074</c:v>
                </c:pt>
                <c:pt idx="1111">
                  <c:v>6.92759800677</c:v>
                </c:pt>
                <c:pt idx="1112">
                  <c:v>6.93030750696</c:v>
                </c:pt>
                <c:pt idx="1113">
                  <c:v>6.93045638225</c:v>
                </c:pt>
                <c:pt idx="1114">
                  <c:v>6.93310180581</c:v>
                </c:pt>
                <c:pt idx="1115">
                  <c:v>6.93324661802</c:v>
                </c:pt>
                <c:pt idx="1116">
                  <c:v>6.93581293072</c:v>
                </c:pt>
                <c:pt idx="1117">
                  <c:v>6.93595310719</c:v>
                </c:pt>
                <c:pt idx="1118">
                  <c:v>6.93843025137</c:v>
                </c:pt>
                <c:pt idx="1119">
                  <c:v>6.93856533153</c:v>
                </c:pt>
                <c:pt idx="1120">
                  <c:v>6.94094708808</c:v>
                </c:pt>
                <c:pt idx="1121">
                  <c:v>6.9410765427</c:v>
                </c:pt>
                <c:pt idx="1122">
                  <c:v>6.94335134148</c:v>
                </c:pt>
                <c:pt idx="1123">
                  <c:v>6.94347440293</c:v>
                </c:pt>
                <c:pt idx="1124">
                  <c:v>6.94562740022</c:v>
                </c:pt>
                <c:pt idx="1125">
                  <c:v>6.94574349234</c:v>
                </c:pt>
                <c:pt idx="1126">
                  <c:v>6.94776614259</c:v>
                </c:pt>
                <c:pt idx="1127">
                  <c:v>6.94787481706</c:v>
                </c:pt>
                <c:pt idx="1128">
                  <c:v>6.94976166133</c:v>
                </c:pt>
                <c:pt idx="1129">
                  <c:v>6.9498625609</c:v>
                </c:pt>
                <c:pt idx="1130">
                  <c:v>6.95160729212</c:v>
                </c:pt>
                <c:pt idx="1131">
                  <c:v>6.95170002334</c:v>
                </c:pt>
                <c:pt idx="1132">
                  <c:v>6.95329067496</c:v>
                </c:pt>
                <c:pt idx="1133">
                  <c:v>6.95337460167</c:v>
                </c:pt>
                <c:pt idx="1134">
                  <c:v>6.95480207336</c:v>
                </c:pt>
                <c:pt idx="1135">
                  <c:v>6.95487685282</c:v>
                </c:pt>
                <c:pt idx="1136">
                  <c:v>6.95614005103</c:v>
                </c:pt>
                <c:pt idx="1137">
                  <c:v>6.95620557573</c:v>
                </c:pt>
                <c:pt idx="1138">
                  <c:v>6.95730142564</c:v>
                </c:pt>
                <c:pt idx="1139">
                  <c:v>6.95735748686</c:v>
                </c:pt>
                <c:pt idx="1140">
                  <c:v>6.95827774044</c:v>
                </c:pt>
                <c:pt idx="1141">
                  <c:v>6.95832388727</c:v>
                </c:pt>
                <c:pt idx="1142">
                  <c:v>6.95906201609</c:v>
                </c:pt>
                <c:pt idx="1143">
                  <c:v>6.95909793626</c:v>
                </c:pt>
                <c:pt idx="1144">
                  <c:v>6.95965393127</c:v>
                </c:pt>
                <c:pt idx="1145">
                  <c:v>6.95967976523</c:v>
                </c:pt>
                <c:pt idx="1146">
                  <c:v>6.96005567681</c:v>
                </c:pt>
                <c:pt idx="1147">
                  <c:v>6.96007150659</c:v>
                </c:pt>
                <c:pt idx="1148">
                  <c:v>6.96026324045</c:v>
                </c:pt>
                <c:pt idx="1149">
                  <c:v>6.96026873699</c:v>
                </c:pt>
                <c:pt idx="1150">
                  <c:v>6.96028763594</c:v>
                </c:pt>
                <c:pt idx="1151">
                  <c:v>6.96029294011</c:v>
                </c:pt>
                <c:pt idx="1152">
                  <c:v>6.96027260691</c:v>
                </c:pt>
                <c:pt idx="1153">
                  <c:v>6.96026757896</c:v>
                </c:pt>
                <c:pt idx="1154">
                  <c:v>6.96008554567</c:v>
                </c:pt>
                <c:pt idx="1155">
                  <c:v>6.96007030328</c:v>
                </c:pt>
                <c:pt idx="1156">
                  <c:v>6.9597077027</c:v>
                </c:pt>
                <c:pt idx="1157">
                  <c:v>6.95968263117</c:v>
                </c:pt>
                <c:pt idx="1158">
                  <c:v>6.9591414162</c:v>
                </c:pt>
                <c:pt idx="1159">
                  <c:v>6.95910640342</c:v>
                </c:pt>
                <c:pt idx="1160">
                  <c:v>6.95838468993</c:v>
                </c:pt>
                <c:pt idx="1161">
                  <c:v>6.95833956821</c:v>
                </c:pt>
                <c:pt idx="1162">
                  <c:v>6.95744080785</c:v>
                </c:pt>
                <c:pt idx="1163">
                  <c:v>6.95738612196</c:v>
                </c:pt>
                <c:pt idx="1164">
                  <c:v>6.95632030085</c:v>
                </c:pt>
                <c:pt idx="1165">
                  <c:v>6.95625659044</c:v>
                </c:pt>
                <c:pt idx="1166">
                  <c:v>6.9550288867</c:v>
                </c:pt>
                <c:pt idx="1167">
                  <c:v>6.95495627805</c:v>
                </c:pt>
                <c:pt idx="1168">
                  <c:v>6.95356939549</c:v>
                </c:pt>
                <c:pt idx="1169">
                  <c:v>6.95348794413</c:v>
                </c:pt>
                <c:pt idx="1170">
                  <c:v>6.95194677422</c:v>
                </c:pt>
                <c:pt idx="1171">
                  <c:v>6.95185702422</c:v>
                </c:pt>
                <c:pt idx="1172">
                  <c:v>6.95017281885</c:v>
                </c:pt>
                <c:pt idx="1173">
                  <c:v>6.9500755963</c:v>
                </c:pt>
                <c:pt idx="1174">
                  <c:v>6.94825926671</c:v>
                </c:pt>
                <c:pt idx="1175">
                  <c:v>6.94815480928</c:v>
                </c:pt>
                <c:pt idx="1176">
                  <c:v>6.94621100381</c:v>
                </c:pt>
                <c:pt idx="1177">
                  <c:v>6.94609947864</c:v>
                </c:pt>
                <c:pt idx="1178">
                  <c:v>6.94403429648</c:v>
                </c:pt>
                <c:pt idx="1179">
                  <c:v>6.94391641956</c:v>
                </c:pt>
                <c:pt idx="1180">
                  <c:v>6.94174197218</c:v>
                </c:pt>
                <c:pt idx="1181">
                  <c:v>6.94161846633</c:v>
                </c:pt>
                <c:pt idx="1182">
                  <c:v>6.93934888897</c:v>
                </c:pt>
                <c:pt idx="1183">
                  <c:v>6.93922035784</c:v>
                </c:pt>
                <c:pt idx="1184">
                  <c:v>6.93686418774</c:v>
                </c:pt>
                <c:pt idx="1185">
                  <c:v>6.93673092288</c:v>
                </c:pt>
                <c:pt idx="1186">
                  <c:v>6.93429481124</c:v>
                </c:pt>
                <c:pt idx="1187">
                  <c:v>6.93415749612</c:v>
                </c:pt>
                <c:pt idx="1188">
                  <c:v>6.93165514407</c:v>
                </c:pt>
                <c:pt idx="1189">
                  <c:v>6.93151465628</c:v>
                </c:pt>
                <c:pt idx="1190">
                  <c:v>6.92896183173</c:v>
                </c:pt>
                <c:pt idx="1191">
                  <c:v>6.92881882474</c:v>
                </c:pt>
                <c:pt idx="1192">
                  <c:v>6.92622760796</c:v>
                </c:pt>
                <c:pt idx="1193">
                  <c:v>6.92608266343</c:v>
                </c:pt>
                <c:pt idx="1194">
                  <c:v>6.92346107757</c:v>
                </c:pt>
                <c:pt idx="1195">
                  <c:v>6.92331481396</c:v>
                </c:pt>
                <c:pt idx="1196">
                  <c:v>6.92067426652</c:v>
                </c:pt>
                <c:pt idx="1197">
                  <c:v>6.92052743964</c:v>
                </c:pt>
                <c:pt idx="1198">
                  <c:v>6.91788583936</c:v>
                </c:pt>
                <c:pt idx="1199">
                  <c:v>6.91773928255</c:v>
                </c:pt>
                <c:pt idx="1200">
                  <c:v>6.91510938615</c:v>
                </c:pt>
                <c:pt idx="1201">
                  <c:v>6.91496372278</c:v>
                </c:pt>
                <c:pt idx="1202">
                  <c:v>6.91235371911</c:v>
                </c:pt>
                <c:pt idx="1203">
                  <c:v>6.91220948064</c:v>
                </c:pt>
                <c:pt idx="1204">
                  <c:v>6.90963020247</c:v>
                </c:pt>
                <c:pt idx="1205">
                  <c:v>6.90948808835</c:v>
                </c:pt>
                <c:pt idx="1206">
                  <c:v>6.90695544133</c:v>
                </c:pt>
                <c:pt idx="1207">
                  <c:v>6.90681626654</c:v>
                </c:pt>
                <c:pt idx="1208">
                  <c:v>6.90434448336</c:v>
                </c:pt>
                <c:pt idx="1209">
                  <c:v>6.90420902084</c:v>
                </c:pt>
                <c:pt idx="1210">
                  <c:v>6.90180648825</c:v>
                </c:pt>
                <c:pt idx="1211">
                  <c:v>6.90167512701</c:v>
                </c:pt>
                <c:pt idx="1212">
                  <c:v>6.89934984688</c:v>
                </c:pt>
                <c:pt idx="1213">
                  <c:v>6.89922304196</c:v>
                </c:pt>
                <c:pt idx="1214">
                  <c:v>6.89698845962</c:v>
                </c:pt>
                <c:pt idx="1215">
                  <c:v>6.89686710196</c:v>
                </c:pt>
                <c:pt idx="1216">
                  <c:v>6.89473801953</c:v>
                </c:pt>
                <c:pt idx="1217">
                  <c:v>6.89462281718</c:v>
                </c:pt>
                <c:pt idx="1218">
                  <c:v>6.89260552423</c:v>
                </c:pt>
                <c:pt idx="1219">
                  <c:v>6.89249672631</c:v>
                </c:pt>
                <c:pt idx="1220">
                  <c:v>6.89059770993</c:v>
                </c:pt>
                <c:pt idx="1221">
                  <c:v>6.89049563057</c:v>
                </c:pt>
                <c:pt idx="1222">
                  <c:v>6.88872446271</c:v>
                </c:pt>
                <c:pt idx="1223">
                  <c:v>6.88862977194</c:v>
                </c:pt>
                <c:pt idx="1224">
                  <c:v>6.88699827948</c:v>
                </c:pt>
                <c:pt idx="1225">
                  <c:v>6.88691175682</c:v>
                </c:pt>
                <c:pt idx="1226">
                  <c:v>6.88542802836</c:v>
                </c:pt>
                <c:pt idx="1227">
                  <c:v>6.88534976543</c:v>
                </c:pt>
                <c:pt idx="1228">
                  <c:v>6.88401455703</c:v>
                </c:pt>
                <c:pt idx="1229">
                  <c:v>6.88394456891</c:v>
                </c:pt>
                <c:pt idx="1230">
                  <c:v>6.88276502085</c:v>
                </c:pt>
                <c:pt idx="1231">
                  <c:v>6.88270394199</c:v>
                </c:pt>
                <c:pt idx="1232">
                  <c:v>6.88168865208</c:v>
                </c:pt>
                <c:pt idx="1233">
                  <c:v>6.88163696742</c:v>
                </c:pt>
                <c:pt idx="1234">
                  <c:v>6.88079116145</c:v>
                </c:pt>
                <c:pt idx="1235">
                  <c:v>6.88074895854</c:v>
                </c:pt>
                <c:pt idx="1236">
                  <c:v>6.88007336538</c:v>
                </c:pt>
                <c:pt idx="1237">
                  <c:v>6.88004045569</c:v>
                </c:pt>
                <c:pt idx="1238">
                  <c:v>6.87953454293</c:v>
                </c:pt>
                <c:pt idx="1239">
                  <c:v>6.87951125471</c:v>
                </c:pt>
                <c:pt idx="1240">
                  <c:v>6.87918268688</c:v>
                </c:pt>
                <c:pt idx="1241">
                  <c:v>6.87916950412</c:v>
                </c:pt>
                <c:pt idx="1242">
                  <c:v>6.87902079166</c:v>
                </c:pt>
                <c:pt idx="1243">
                  <c:v>6.87901747748</c:v>
                </c:pt>
                <c:pt idx="1244">
                  <c:v>6.87900835889</c:v>
                </c:pt>
                <c:pt idx="1245">
                  <c:v>6.87902109207</c:v>
                </c:pt>
                <c:pt idx="1246">
                  <c:v>6.87904572075</c:v>
                </c:pt>
                <c:pt idx="1247">
                  <c:v>6.87905210795</c:v>
                </c:pt>
                <c:pt idx="1248">
                  <c:v>6.87925449632</c:v>
                </c:pt>
                <c:pt idx="1249">
                  <c:v>6.87927054388</c:v>
                </c:pt>
                <c:pt idx="1250">
                  <c:v>6.87964719974</c:v>
                </c:pt>
                <c:pt idx="1251">
                  <c:v>6.87967311758</c:v>
                </c:pt>
                <c:pt idx="1252">
                  <c:v>6.88022708175</c:v>
                </c:pt>
                <c:pt idx="1253">
                  <c:v>6.88026272858</c:v>
                </c:pt>
                <c:pt idx="1254">
                  <c:v>6.88098865962</c:v>
                </c:pt>
                <c:pt idx="1255">
                  <c:v>6.8810335143</c:v>
                </c:pt>
                <c:pt idx="1256">
                  <c:v>6.88192351731</c:v>
                </c:pt>
                <c:pt idx="1257">
                  <c:v>6.88197751292</c:v>
                </c:pt>
                <c:pt idx="1258">
                  <c:v>6.88302948655</c:v>
                </c:pt>
                <c:pt idx="1259">
                  <c:v>6.88309245356</c:v>
                </c:pt>
                <c:pt idx="1260">
                  <c:v>6.88430484739</c:v>
                </c:pt>
                <c:pt idx="1261">
                  <c:v>6.88437656141</c:v>
                </c:pt>
                <c:pt idx="1262">
                  <c:v>6.88574384055</c:v>
                </c:pt>
                <c:pt idx="1263">
                  <c:v>6.88582384897</c:v>
                </c:pt>
                <c:pt idx="1264">
                  <c:v>6.88733492158</c:v>
                </c:pt>
                <c:pt idx="1265">
                  <c:v>6.88742271322</c:v>
                </c:pt>
                <c:pt idx="1266">
                  <c:v>6.88906996491</c:v>
                </c:pt>
                <c:pt idx="1267">
                  <c:v>6.88916527173</c:v>
                </c:pt>
                <c:pt idx="1268">
                  <c:v>6.8909466058</c:v>
                </c:pt>
                <c:pt idx="1269">
                  <c:v>6.89104911866</c:v>
                </c:pt>
                <c:pt idx="1270">
                  <c:v>6.89295653742</c:v>
                </c:pt>
                <c:pt idx="1271">
                  <c:v>6.89306574564</c:v>
                </c:pt>
                <c:pt idx="1272">
                  <c:v>6.89508733417</c:v>
                </c:pt>
                <c:pt idx="1273">
                  <c:v>6.89520265494</c:v>
                </c:pt>
                <c:pt idx="1274">
                  <c:v>6.89732810568</c:v>
                </c:pt>
                <c:pt idx="1275">
                  <c:v>6.897448953</c:v>
                </c:pt>
                <c:pt idx="1276">
                  <c:v>6.89967160103</c:v>
                </c:pt>
                <c:pt idx="1277">
                  <c:v>6.89979762226</c:v>
                </c:pt>
                <c:pt idx="1278">
                  <c:v>6.90211069351</c:v>
                </c:pt>
                <c:pt idx="1279">
                  <c:v>6.90224144691</c:v>
                </c:pt>
                <c:pt idx="1280">
                  <c:v>6.90463099313</c:v>
                </c:pt>
                <c:pt idx="1281">
                  <c:v>6.90476563227</c:v>
                </c:pt>
                <c:pt idx="1282">
                  <c:v>6.90721699752</c:v>
                </c:pt>
                <c:pt idx="1283">
                  <c:v>6.90735473821</c:v>
                </c:pt>
                <c:pt idx="1284">
                  <c:v>6.90985987205</c:v>
                </c:pt>
                <c:pt idx="1285">
                  <c:v>6.91000036013</c:v>
                </c:pt>
                <c:pt idx="1286">
                  <c:v>6.91255144455</c:v>
                </c:pt>
                <c:pt idx="1287">
                  <c:v>6.91269423852</c:v>
                </c:pt>
                <c:pt idx="1288">
                  <c:v>6.91527768678</c:v>
                </c:pt>
                <c:pt idx="1289">
                  <c:v>6.9154218319</c:v>
                </c:pt>
                <c:pt idx="1290">
                  <c:v>6.91802188656</c:v>
                </c:pt>
                <c:pt idx="1291">
                  <c:v>6.91816655677</c:v>
                </c:pt>
                <c:pt idx="1292">
                  <c:v>6.9207730097</c:v>
                </c:pt>
                <c:pt idx="1293">
                  <c:v>6.92091778388</c:v>
                </c:pt>
                <c:pt idx="1294">
                  <c:v>6.92352278302</c:v>
                </c:pt>
                <c:pt idx="1295">
                  <c:v>6.92366730408</c:v>
                </c:pt>
                <c:pt idx="1296">
                  <c:v>6.92625862864</c:v>
                </c:pt>
                <c:pt idx="1297">
                  <c:v>6.92640195265</c:v>
                </c:pt>
                <c:pt idx="1298">
                  <c:v>6.92896424485</c:v>
                </c:pt>
                <c:pt idx="1299">
                  <c:v>6.92910548855</c:v>
                </c:pt>
                <c:pt idx="1300">
                  <c:v>6.93162636178</c:v>
                </c:pt>
                <c:pt idx="1301">
                  <c:v>6.93176508971</c:v>
                </c:pt>
                <c:pt idx="1302">
                  <c:v>6.93423826526</c:v>
                </c:pt>
                <c:pt idx="1303">
                  <c:v>6.93437420711</c:v>
                </c:pt>
                <c:pt idx="1304">
                  <c:v>6.93678877991</c:v>
                </c:pt>
                <c:pt idx="1305">
                  <c:v>6.93692108602</c:v>
                </c:pt>
                <c:pt idx="1306">
                  <c:v>6.9392632613</c:v>
                </c:pt>
                <c:pt idx="1307">
                  <c:v>6.93939104178</c:v>
                </c:pt>
                <c:pt idx="1308">
                  <c:v>6.94164824166</c:v>
                </c:pt>
                <c:pt idx="1309">
                  <c:v>6.94177114452</c:v>
                </c:pt>
                <c:pt idx="1310">
                  <c:v>6.94393697398</c:v>
                </c:pt>
                <c:pt idx="1311">
                  <c:v>6.94405469842</c:v>
                </c:pt>
                <c:pt idx="1312">
                  <c:v>6.94612225512</c:v>
                </c:pt>
                <c:pt idx="1313">
                  <c:v>6.94623417904</c:v>
                </c:pt>
                <c:pt idx="1314">
                  <c:v>6.948191165</c:v>
                </c:pt>
                <c:pt idx="1315">
                  <c:v>6.94829650836</c:v>
                </c:pt>
                <c:pt idx="1316">
                  <c:v>6.95013135329</c:v>
                </c:pt>
                <c:pt idx="1317">
                  <c:v>6.95022976106</c:v>
                </c:pt>
                <c:pt idx="1318">
                  <c:v>6.95193644371</c:v>
                </c:pt>
                <c:pt idx="1319">
                  <c:v>6.95202771645</c:v>
                </c:pt>
                <c:pt idx="1320">
                  <c:v>6.95360294038</c:v>
                </c:pt>
                <c:pt idx="1321">
                  <c:v>6.95368667412</c:v>
                </c:pt>
                <c:pt idx="1322">
                  <c:v>6.95512220925</c:v>
                </c:pt>
                <c:pt idx="1323">
                  <c:v>6.95519778438</c:v>
                </c:pt>
                <c:pt idx="1324">
                  <c:v>6.95648264343</c:v>
                </c:pt>
                <c:pt idx="1325">
                  <c:v>6.95654977603</c:v>
                </c:pt>
                <c:pt idx="1326">
                  <c:v>6.95768080859</c:v>
                </c:pt>
                <c:pt idx="1327">
                  <c:v>6.95773939252</c:v>
                </c:pt>
                <c:pt idx="1328">
                  <c:v>6.95871507066</c:v>
                </c:pt>
                <c:pt idx="1329">
                  <c:v>6.95876488801</c:v>
                </c:pt>
                <c:pt idx="1330">
                  <c:v>6.95958115623</c:v>
                </c:pt>
                <c:pt idx="1331">
                  <c:v>6.95962189668</c:v>
                </c:pt>
                <c:pt idx="1332">
                  <c:v>6.96027166291</c:v>
                </c:pt>
                <c:pt idx="1333">
                  <c:v>6.96030307599</c:v>
                </c:pt>
                <c:pt idx="1334">
                  <c:v>6.96078282702</c:v>
                </c:pt>
                <c:pt idx="1335">
                  <c:v>6.96080484376</c:v>
                </c:pt>
                <c:pt idx="1336">
                  <c:v>6.96111749106</c:v>
                </c:pt>
                <c:pt idx="1337">
                  <c:v>6.96113020944</c:v>
                </c:pt>
                <c:pt idx="1338">
                  <c:v>6.96127605307</c:v>
                </c:pt>
                <c:pt idx="1339">
                  <c:v>6.96127940777</c:v>
                </c:pt>
                <c:pt idx="1340">
                  <c:v>6.96128465973</c:v>
                </c:pt>
                <c:pt idx="1341">
                  <c:v>6.9612890935</c:v>
                </c:pt>
                <c:pt idx="1342">
                  <c:v>6.96125396611</c:v>
                </c:pt>
                <c:pt idx="1343">
                  <c:v>6.9612478282</c:v>
                </c:pt>
                <c:pt idx="1344">
                  <c:v>6.9610502111</c:v>
                </c:pt>
                <c:pt idx="1345">
                  <c:v>6.96103452953</c:v>
                </c:pt>
                <c:pt idx="1346">
                  <c:v>6.96066937093</c:v>
                </c:pt>
                <c:pt idx="1347">
                  <c:v>6.96064449026</c:v>
                </c:pt>
                <c:pt idx="1348">
                  <c:v>6.9601167245</c:v>
                </c:pt>
                <c:pt idx="1349">
                  <c:v>6.96008287936</c:v>
                </c:pt>
                <c:pt idx="1350">
                  <c:v>6.95939250129</c:v>
                </c:pt>
                <c:pt idx="1351">
                  <c:v>6.95934967345</c:v>
                </c:pt>
                <c:pt idx="1352">
                  <c:v>6.95849671518</c:v>
                </c:pt>
                <c:pt idx="1353">
                  <c:v>6.95844491919</c:v>
                </c:pt>
                <c:pt idx="1354">
                  <c:v>6.95743630452</c:v>
                </c:pt>
                <c:pt idx="1355">
                  <c:v>6.95737606856</c:v>
                </c:pt>
                <c:pt idx="1356">
                  <c:v>6.95622072474</c:v>
                </c:pt>
                <c:pt idx="1357">
                  <c:v>6.95615256388</c:v>
                </c:pt>
                <c:pt idx="1358">
                  <c:v>6.95485391207</c:v>
                </c:pt>
                <c:pt idx="1359">
                  <c:v>6.95477785759</c:v>
                </c:pt>
                <c:pt idx="1360">
                  <c:v>6.95333864396</c:v>
                </c:pt>
                <c:pt idx="1361">
                  <c:v>6.95325491493</c:v>
                </c:pt>
                <c:pt idx="1362">
                  <c:v>6.95168362451</c:v>
                </c:pt>
                <c:pt idx="1363">
                  <c:v>6.95159280227</c:v>
                </c:pt>
                <c:pt idx="1364">
                  <c:v>6.9498998629</c:v>
                </c:pt>
                <c:pt idx="1365">
                  <c:v>6.9498026683</c:v>
                </c:pt>
                <c:pt idx="1366">
                  <c:v>6.94799684709</c:v>
                </c:pt>
                <c:pt idx="1367">
                  <c:v>6.94789350664</c:v>
                </c:pt>
                <c:pt idx="1368">
                  <c:v>6.94597847042</c:v>
                </c:pt>
                <c:pt idx="1369">
                  <c:v>6.94586913153</c:v>
                </c:pt>
                <c:pt idx="1370">
                  <c:v>6.94385331243</c:v>
                </c:pt>
                <c:pt idx="1371">
                  <c:v>6.94373873188</c:v>
                </c:pt>
                <c:pt idx="1372">
                  <c:v>6.94163557491</c:v>
                </c:pt>
                <c:pt idx="1373">
                  <c:v>6.94151659927</c:v>
                </c:pt>
                <c:pt idx="1374">
                  <c:v>6.93933705179</c:v>
                </c:pt>
                <c:pt idx="1375">
                  <c:v>6.93921402731</c:v>
                </c:pt>
                <c:pt idx="1376">
                  <c:v>6.93696543455</c:v>
                </c:pt>
                <c:pt idx="1377">
                  <c:v>6.93683864836</c:v>
                </c:pt>
                <c:pt idx="1378">
                  <c:v>6.9345288537</c:v>
                </c:pt>
                <c:pt idx="1379">
                  <c:v>6.93439910472</c:v>
                </c:pt>
                <c:pt idx="1380">
                  <c:v>6.93204372742</c:v>
                </c:pt>
                <c:pt idx="1381">
                  <c:v>6.93191194192</c:v>
                </c:pt>
                <c:pt idx="1382">
                  <c:v>6.92952400726</c:v>
                </c:pt>
                <c:pt idx="1383">
                  <c:v>6.92939062815</c:v>
                </c:pt>
                <c:pt idx="1384">
                  <c:v>6.92697847077</c:v>
                </c:pt>
                <c:pt idx="1385">
                  <c:v>6.92684388776</c:v>
                </c:pt>
                <c:pt idx="1386">
                  <c:v>6.92441650941</c:v>
                </c:pt>
                <c:pt idx="1387">
                  <c:v>6.92428141571</c:v>
                </c:pt>
                <c:pt idx="1388">
                  <c:v>6.92185140016</c:v>
                </c:pt>
                <c:pt idx="1389">
                  <c:v>6.92171670594</c:v>
                </c:pt>
                <c:pt idx="1390">
                  <c:v>6.91930021991</c:v>
                </c:pt>
                <c:pt idx="1391">
                  <c:v>6.91916654955</c:v>
                </c:pt>
                <c:pt idx="1392">
                  <c:v>6.91677284416</c:v>
                </c:pt>
                <c:pt idx="1393">
                  <c:v>6.91664054849</c:v>
                </c:pt>
                <c:pt idx="1394">
                  <c:v>6.91427677775</c:v>
                </c:pt>
                <c:pt idx="1395">
                  <c:v>6.91414654516</c:v>
                </c:pt>
                <c:pt idx="1396">
                  <c:v>6.91182540327</c:v>
                </c:pt>
                <c:pt idx="1397">
                  <c:v>6.91169794427</c:v>
                </c:pt>
                <c:pt idx="1398">
                  <c:v>6.90943322381</c:v>
                </c:pt>
                <c:pt idx="1399">
                  <c:v>6.90930919307</c:v>
                </c:pt>
                <c:pt idx="1400">
                  <c:v>6.90711239483</c:v>
                </c:pt>
                <c:pt idx="1401">
                  <c:v>6.90699228458</c:v>
                </c:pt>
                <c:pt idx="1402">
                  <c:v>6.90486898499</c:v>
                </c:pt>
                <c:pt idx="1403">
                  <c:v>6.90475323154</c:v>
                </c:pt>
                <c:pt idx="1404">
                  <c:v>6.90271251269</c:v>
                </c:pt>
                <c:pt idx="1405">
                  <c:v>6.9026017367</c:v>
                </c:pt>
                <c:pt idx="1406">
                  <c:v>6.90065805866</c:v>
                </c:pt>
                <c:pt idx="1407">
                  <c:v>6.9005529006</c:v>
                </c:pt>
                <c:pt idx="1408">
                  <c:v>6.89871512189</c:v>
                </c:pt>
                <c:pt idx="1409">
                  <c:v>6.89861606216</c:v>
                </c:pt>
                <c:pt idx="1410">
                  <c:v>6.89688960694</c:v>
                </c:pt>
                <c:pt idx="1411">
                  <c:v>6.89679692567</c:v>
                </c:pt>
                <c:pt idx="1412">
                  <c:v>6.89518759372</c:v>
                </c:pt>
                <c:pt idx="1413">
                  <c:v>6.8951016384</c:v>
                </c:pt>
                <c:pt idx="1414">
                  <c:v>6.89361987213</c:v>
                </c:pt>
                <c:pt idx="1415">
                  <c:v>6.89354125809</c:v>
                </c:pt>
                <c:pt idx="1416">
                  <c:v>6.89219682659</c:v>
                </c:pt>
                <c:pt idx="1417">
                  <c:v>6.89212601004</c:v>
                </c:pt>
                <c:pt idx="1418">
                  <c:v>6.89092170547</c:v>
                </c:pt>
                <c:pt idx="1419">
                  <c:v>6.89085876381</c:v>
                </c:pt>
                <c:pt idx="1420">
                  <c:v>6.88979699956</c:v>
                </c:pt>
                <c:pt idx="1421">
                  <c:v>6.88974209329</c:v>
                </c:pt>
                <c:pt idx="1422">
                  <c:v>6.88882983786</c:v>
                </c:pt>
                <c:pt idx="1423">
                  <c:v>6.88878339916</c:v>
                </c:pt>
                <c:pt idx="1424">
                  <c:v>6.88802791681</c:v>
                </c:pt>
                <c:pt idx="1425">
                  <c:v>6.88799039948</c:v>
                </c:pt>
                <c:pt idx="1426">
                  <c:v>6.88739373227</c:v>
                </c:pt>
                <c:pt idx="1427">
                  <c:v>6.88736498832</c:v>
                </c:pt>
                <c:pt idx="1428">
                  <c:v>6.88692533804</c:v>
                </c:pt>
                <c:pt idx="1429">
                  <c:v>6.88690528133</c:v>
                </c:pt>
                <c:pt idx="1430">
                  <c:v>6.88662582684</c:v>
                </c:pt>
                <c:pt idx="1431">
                  <c:v>6.88661479499</c:v>
                </c:pt>
                <c:pt idx="1432">
                  <c:v>6.88650022053</c:v>
                </c:pt>
                <c:pt idx="1433">
                  <c:v>6.88649851111</c:v>
                </c:pt>
                <c:pt idx="1434">
                  <c:v>6.88649614991</c:v>
                </c:pt>
                <c:pt idx="1435">
                  <c:v>6.88650756309</c:v>
                </c:pt>
                <c:pt idx="1436">
                  <c:v>6.8865490297</c:v>
                </c:pt>
                <c:pt idx="1437">
                  <c:v>6.88655636802</c:v>
                </c:pt>
                <c:pt idx="1438">
                  <c:v>6.88676759003</c:v>
                </c:pt>
                <c:pt idx="1439">
                  <c:v>6.88678365484</c:v>
                </c:pt>
                <c:pt idx="1440">
                  <c:v>6.88715343149</c:v>
                </c:pt>
                <c:pt idx="1441">
                  <c:v>6.88717836154</c:v>
                </c:pt>
                <c:pt idx="1442">
                  <c:v>6.88770888711</c:v>
                </c:pt>
                <c:pt idx="1443">
                  <c:v>6.88774287922</c:v>
                </c:pt>
                <c:pt idx="1444">
                  <c:v>6.88843244176</c:v>
                </c:pt>
                <c:pt idx="1445">
                  <c:v>6.88847510367</c:v>
                </c:pt>
                <c:pt idx="1446">
                  <c:v>6.88931737639</c:v>
                </c:pt>
                <c:pt idx="1447">
                  <c:v>6.88936823125</c:v>
                </c:pt>
                <c:pt idx="1448">
                  <c:v>6.89035688534</c:v>
                </c:pt>
                <c:pt idx="1449">
                  <c:v>6.89041583112</c:v>
                </c:pt>
                <c:pt idx="1450">
                  <c:v>6.89154968403</c:v>
                </c:pt>
                <c:pt idx="1451">
                  <c:v>6.89161673835</c:v>
                </c:pt>
                <c:pt idx="1452">
                  <c:v>6.89289269525</c:v>
                </c:pt>
                <c:pt idx="1453">
                  <c:v>6.89296738382</c:v>
                </c:pt>
                <c:pt idx="1454">
                  <c:v>6.89437673064</c:v>
                </c:pt>
                <c:pt idx="1455">
                  <c:v>6.8944584968</c:v>
                </c:pt>
                <c:pt idx="1456">
                  <c:v>6.89599219627</c:v>
                </c:pt>
                <c:pt idx="1457">
                  <c:v>6.89608072062</c:v>
                </c:pt>
                <c:pt idx="1458">
                  <c:v>6.89773278295</c:v>
                </c:pt>
                <c:pt idx="1459">
                  <c:v>6.89782789163</c:v>
                </c:pt>
                <c:pt idx="1460">
                  <c:v>6.89959606805</c:v>
                </c:pt>
                <c:pt idx="1461">
                  <c:v>6.8996973601</c:v>
                </c:pt>
                <c:pt idx="1462">
                  <c:v>6.90157163584</c:v>
                </c:pt>
                <c:pt idx="1463">
                  <c:v>6.90167838872</c:v>
                </c:pt>
                <c:pt idx="1464">
                  <c:v>6.90364604857</c:v>
                </c:pt>
                <c:pt idx="1465">
                  <c:v>6.90375786976</c:v>
                </c:pt>
                <c:pt idx="1466">
                  <c:v>6.90581225318</c:v>
                </c:pt>
                <c:pt idx="1467">
                  <c:v>6.9059287193</c:v>
                </c:pt>
                <c:pt idx="1468">
                  <c:v>6.90806301204</c:v>
                </c:pt>
                <c:pt idx="1469">
                  <c:v>6.90818364304</c:v>
                </c:pt>
                <c:pt idx="1470">
                  <c:v>6.91038918277</c:v>
                </c:pt>
                <c:pt idx="1471">
                  <c:v>6.91051337074</c:v>
                </c:pt>
                <c:pt idx="1472">
                  <c:v>6.9127756301</c:v>
                </c:pt>
                <c:pt idx="1473">
                  <c:v>6.91290265763</c:v>
                </c:pt>
                <c:pt idx="1474">
                  <c:v>6.91521042271</c:v>
                </c:pt>
                <c:pt idx="1475">
                  <c:v>6.91533984638</c:v>
                </c:pt>
                <c:pt idx="1476">
                  <c:v>6.91768687996</c:v>
                </c:pt>
                <c:pt idx="1477">
                  <c:v>6.91781812865</c:v>
                </c:pt>
                <c:pt idx="1478">
                  <c:v>6.9201947182</c:v>
                </c:pt>
                <c:pt idx="1479">
                  <c:v>6.92032731776</c:v>
                </c:pt>
                <c:pt idx="1480">
                  <c:v>6.92271961514</c:v>
                </c:pt>
                <c:pt idx="1481">
                  <c:v>6.92285273256</c:v>
                </c:pt>
                <c:pt idx="1482">
                  <c:v>6.92524734234</c:v>
                </c:pt>
                <c:pt idx="1483">
                  <c:v>6.92538030116</c:v>
                </c:pt>
                <c:pt idx="1484">
                  <c:v>6.92777013969</c:v>
                </c:pt>
                <c:pt idx="1485">
                  <c:v>6.92790258804</c:v>
                </c:pt>
                <c:pt idx="1486">
                  <c:v>6.93027916773</c:v>
                </c:pt>
                <c:pt idx="1487">
                  <c:v>6.93041056954</c:v>
                </c:pt>
                <c:pt idx="1488">
                  <c:v>6.9327607663</c:v>
                </c:pt>
                <c:pt idx="1489">
                  <c:v>6.93289038386</c:v>
                </c:pt>
                <c:pt idx="1490">
                  <c:v>6.93520085713</c:v>
                </c:pt>
                <c:pt idx="1491">
                  <c:v>6.9353278954</c:v>
                </c:pt>
                <c:pt idx="1492">
                  <c:v>6.93758983014</c:v>
                </c:pt>
                <c:pt idx="1493">
                  <c:v>6.93771400837</c:v>
                </c:pt>
                <c:pt idx="1494">
                  <c:v>6.93992204615</c:v>
                </c:pt>
                <c:pt idx="1495">
                  <c:v>6.94004303378</c:v>
                </c:pt>
                <c:pt idx="1496">
                  <c:v>6.94218492894</c:v>
                </c:pt>
                <c:pt idx="1497">
                  <c:v>6.94230187899</c:v>
                </c:pt>
                <c:pt idx="1498">
                  <c:v>6.94436474482</c:v>
                </c:pt>
                <c:pt idx="1499">
                  <c:v>6.94447693806</c:v>
                </c:pt>
                <c:pt idx="1500">
                  <c:v>6.94645218984</c:v>
                </c:pt>
                <c:pt idx="1501">
                  <c:v>6.94655933411</c:v>
                </c:pt>
                <c:pt idx="1502">
                  <c:v>6.94844183967</c:v>
                </c:pt>
                <c:pt idx="1503">
                  <c:v>6.94854377963</c:v>
                </c:pt>
                <c:pt idx="1504">
                  <c:v>6.95032568498</c:v>
                </c:pt>
                <c:pt idx="1505">
                  <c:v>6.9504216738</c:v>
                </c:pt>
                <c:pt idx="1506">
                  <c:v>6.95209106184</c:v>
                </c:pt>
                <c:pt idx="1507">
                  <c:v>6.95218047415</c:v>
                </c:pt>
                <c:pt idx="1508">
                  <c:v>6.95372969743</c:v>
                </c:pt>
                <c:pt idx="1509">
                  <c:v>6.95381231845</c:v>
                </c:pt>
                <c:pt idx="1510">
                  <c:v>6.95523785684</c:v>
                </c:pt>
                <c:pt idx="1511">
                  <c:v>6.95531360676</c:v>
                </c:pt>
                <c:pt idx="1512">
                  <c:v>6.9566110528</c:v>
                </c:pt>
                <c:pt idx="1513">
                  <c:v>6.95667946268</c:v>
                </c:pt>
                <c:pt idx="1514">
                  <c:v>6.95784044124</c:v>
                </c:pt>
                <c:pt idx="1515">
                  <c:v>6.95790088817</c:v>
                </c:pt>
                <c:pt idx="1516">
                  <c:v>6.9589172945</c:v>
                </c:pt>
                <c:pt idx="1517">
                  <c:v>6.95896973607</c:v>
                </c:pt>
                <c:pt idx="1518">
                  <c:v>6.95984143067</c:v>
                </c:pt>
                <c:pt idx="1519">
                  <c:v>6.95988588839</c:v>
                </c:pt>
                <c:pt idx="1520">
                  <c:v>6.96061156619</c:v>
                </c:pt>
                <c:pt idx="1521">
                  <c:v>6.96064774318</c:v>
                </c:pt>
                <c:pt idx="1522">
                  <c:v>6.96122170373</c:v>
                </c:pt>
                <c:pt idx="1523">
                  <c:v>6.96124920738</c:v>
                </c:pt>
                <c:pt idx="1524">
                  <c:v>6.96166692405</c:v>
                </c:pt>
                <c:pt idx="1525">
                  <c:v>6.96168574072</c:v>
                </c:pt>
                <c:pt idx="1526">
                  <c:v>6.96194682781</c:v>
                </c:pt>
                <c:pt idx="1527">
                  <c:v>6.96195713489</c:v>
                </c:pt>
                <c:pt idx="1528">
                  <c:v>6.9620650582</c:v>
                </c:pt>
                <c:pt idx="1529">
                  <c:v>6.96206675767</c:v>
                </c:pt>
                <c:pt idx="1530">
                  <c:v>6.96206922808</c:v>
                </c:pt>
                <c:pt idx="1531">
                  <c:v>6.96202024001</c:v>
                </c:pt>
                <c:pt idx="1532">
                  <c:v>6.96201321497</c:v>
                </c:pt>
                <c:pt idx="1533">
                  <c:v>6.96180847041</c:v>
                </c:pt>
                <c:pt idx="1534">
                  <c:v>6.96179277821</c:v>
                </c:pt>
                <c:pt idx="1535">
                  <c:v>6.96143260414</c:v>
                </c:pt>
                <c:pt idx="1536">
                  <c:v>6.96140841611</c:v>
                </c:pt>
                <c:pt idx="1537">
                  <c:v>6.96089799993</c:v>
                </c:pt>
                <c:pt idx="1538">
                  <c:v>6.96086553188</c:v>
                </c:pt>
                <c:pt idx="1539">
                  <c:v>6.96020826706</c:v>
                </c:pt>
                <c:pt idx="1540">
                  <c:v>6.96016761273</c:v>
                </c:pt>
                <c:pt idx="1541">
                  <c:v>6.95936304641</c:v>
                </c:pt>
                <c:pt idx="1542">
                  <c:v>6.95931431001</c:v>
                </c:pt>
                <c:pt idx="1543">
                  <c:v>6.95836499635</c:v>
                </c:pt>
                <c:pt idx="1544">
                  <c:v>6.9583084711</c:v>
                </c:pt>
                <c:pt idx="1545">
                  <c:v>6.95722373639</c:v>
                </c:pt>
                <c:pt idx="1546">
                  <c:v>6.95715980514</c:v>
                </c:pt>
                <c:pt idx="1547">
                  <c:v>6.95594644619</c:v>
                </c:pt>
                <c:pt idx="1548">
                  <c:v>6.95587547905</c:v>
                </c:pt>
                <c:pt idx="1549">
                  <c:v>6.95453528461</c:v>
                </c:pt>
                <c:pt idx="1550">
                  <c:v>6.95445742822</c:v>
                </c:pt>
                <c:pt idx="1551">
                  <c:v>6.95299588412</c:v>
                </c:pt>
                <c:pt idx="1552">
                  <c:v>6.95291149374</c:v>
                </c:pt>
                <c:pt idx="1553">
                  <c:v>6.95133763655</c:v>
                </c:pt>
                <c:pt idx="1554">
                  <c:v>6.95124722354</c:v>
                </c:pt>
                <c:pt idx="1555">
                  <c:v>6.94957104359</c:v>
                </c:pt>
                <c:pt idx="1556">
                  <c:v>6.94947521078</c:v>
                </c:pt>
                <c:pt idx="1557">
                  <c:v>6.94770267705</c:v>
                </c:pt>
                <c:pt idx="1558">
                  <c:v>6.94760164366</c:v>
                </c:pt>
                <c:pt idx="1559">
                  <c:v>6.94573696953</c:v>
                </c:pt>
                <c:pt idx="1560">
                  <c:v>6.94563100115</c:v>
                </c:pt>
                <c:pt idx="1561">
                  <c:v>6.94368552843</c:v>
                </c:pt>
                <c:pt idx="1562">
                  <c:v>6.94357538311</c:v>
                </c:pt>
                <c:pt idx="1563">
                  <c:v>6.94156157592</c:v>
                </c:pt>
                <c:pt idx="1564">
                  <c:v>6.94144798669</c:v>
                </c:pt>
                <c:pt idx="1565">
                  <c:v>6.93937418297</c:v>
                </c:pt>
                <c:pt idx="1566">
                  <c:v>6.93925748192</c:v>
                </c:pt>
                <c:pt idx="1567">
                  <c:v>6.93713020854</c:v>
                </c:pt>
                <c:pt idx="1568">
                  <c:v>6.93701068531</c:v>
                </c:pt>
                <c:pt idx="1569">
                  <c:v>6.93484033505</c:v>
                </c:pt>
                <c:pt idx="1570">
                  <c:v>6.93471878602</c:v>
                </c:pt>
                <c:pt idx="1571">
                  <c:v>6.93251973824</c:v>
                </c:pt>
                <c:pt idx="1572">
                  <c:v>6.93239704004</c:v>
                </c:pt>
                <c:pt idx="1573">
                  <c:v>6.93017956182</c:v>
                </c:pt>
                <c:pt idx="1574">
                  <c:v>6.93005600812</c:v>
                </c:pt>
                <c:pt idx="1575">
                  <c:v>6.92782694856</c:v>
                </c:pt>
                <c:pt idx="1576">
                  <c:v>6.92770293091</c:v>
                </c:pt>
                <c:pt idx="1577">
                  <c:v>6.92547159787</c:v>
                </c:pt>
                <c:pt idx="1578">
                  <c:v>6.92534778313</c:v>
                </c:pt>
                <c:pt idx="1579">
                  <c:v>6.92312858461</c:v>
                </c:pt>
                <c:pt idx="1580">
                  <c:v>6.92300595493</c:v>
                </c:pt>
                <c:pt idx="1581">
                  <c:v>6.92081103511</c:v>
                </c:pt>
                <c:pt idx="1582">
                  <c:v>6.92068993388</c:v>
                </c:pt>
                <c:pt idx="1583">
                  <c:v>6.91852592489</c:v>
                </c:pt>
                <c:pt idx="1584">
                  <c:v>6.91840664505</c:v>
                </c:pt>
                <c:pt idx="1585">
                  <c:v>6.916281709</c:v>
                </c:pt>
                <c:pt idx="1586">
                  <c:v>6.91616498809</c:v>
                </c:pt>
                <c:pt idx="1587">
                  <c:v>6.91409239092</c:v>
                </c:pt>
                <c:pt idx="1588">
                  <c:v>6.91397899466</c:v>
                </c:pt>
                <c:pt idx="1589">
                  <c:v>6.91197030156</c:v>
                </c:pt>
                <c:pt idx="1590">
                  <c:v>6.91186065674</c:v>
                </c:pt>
                <c:pt idx="1591">
                  <c:v>6.90992360312</c:v>
                </c:pt>
                <c:pt idx="1592">
                  <c:v>6.90981800081</c:v>
                </c:pt>
                <c:pt idx="1593">
                  <c:v>6.90795757653</c:v>
                </c:pt>
                <c:pt idx="1594">
                  <c:v>6.90785656056</c:v>
                </c:pt>
                <c:pt idx="1595">
                  <c:v>6.90608367233</c:v>
                </c:pt>
                <c:pt idx="1596">
                  <c:v>6.90598791351</c:v>
                </c:pt>
                <c:pt idx="1597">
                  <c:v>6.90431402423</c:v>
                </c:pt>
                <c:pt idx="1598">
                  <c:v>6.90422391996</c:v>
                </c:pt>
                <c:pt idx="1599">
                  <c:v>6.90265572786</c:v>
                </c:pt>
                <c:pt idx="1600">
                  <c:v>6.9025715211</c:v>
                </c:pt>
                <c:pt idx="1601">
                  <c:v>6.90111204676</c:v>
                </c:pt>
                <c:pt idx="1602">
                  <c:v>6.90103416819</c:v>
                </c:pt>
                <c:pt idx="1603">
                  <c:v>6.89969102697</c:v>
                </c:pt>
                <c:pt idx="1604">
                  <c:v>6.8996198689</c:v>
                </c:pt>
                <c:pt idx="1605">
                  <c:v>6.89840245864</c:v>
                </c:pt>
                <c:pt idx="1606">
                  <c:v>6.89833844461</c:v>
                </c:pt>
                <c:pt idx="1607">
                  <c:v>6.89725287538</c:v>
                </c:pt>
                <c:pt idx="1608">
                  <c:v>6.89719618918</c:v>
                </c:pt>
                <c:pt idx="1609">
                  <c:v>6.89624344662</c:v>
                </c:pt>
                <c:pt idx="1610">
                  <c:v>6.89619428442</c:v>
                </c:pt>
                <c:pt idx="1611">
                  <c:v>6.89537749478</c:v>
                </c:pt>
                <c:pt idx="1612">
                  <c:v>6.89533605499</c:v>
                </c:pt>
                <c:pt idx="1613">
                  <c:v>6.89466230436</c:v>
                </c:pt>
                <c:pt idx="1614">
                  <c:v>6.89462892947</c:v>
                </c:pt>
                <c:pt idx="1615">
                  <c:v>6.89410292302</c:v>
                </c:pt>
                <c:pt idx="1616">
                  <c:v>6.89407777325</c:v>
                </c:pt>
                <c:pt idx="1617">
                  <c:v>6.89369839288</c:v>
                </c:pt>
                <c:pt idx="1618">
                  <c:v>6.89368139829</c:v>
                </c:pt>
                <c:pt idx="1619">
                  <c:v>6.89344777236</c:v>
                </c:pt>
                <c:pt idx="1620">
                  <c:v>6.89343891758</c:v>
                </c:pt>
                <c:pt idx="1621">
                  <c:v>6.89335502584</c:v>
                </c:pt>
                <c:pt idx="1622">
                  <c:v>6.89335452918</c:v>
                </c:pt>
                <c:pt idx="1623">
                  <c:v>6.89336403126</c:v>
                </c:pt>
                <c:pt idx="1624">
                  <c:v>6.8934230472</c:v>
                </c:pt>
                <c:pt idx="1625">
                  <c:v>6.89343105317</c:v>
                </c:pt>
                <c:pt idx="1626">
                  <c:v>6.89364906954</c:v>
                </c:pt>
                <c:pt idx="1627">
                  <c:v>6.89366529661</c:v>
                </c:pt>
                <c:pt idx="1628">
                  <c:v>6.89402855921</c:v>
                </c:pt>
                <c:pt idx="1629">
                  <c:v>6.89405274315</c:v>
                </c:pt>
                <c:pt idx="1630">
                  <c:v>6.89456110702</c:v>
                </c:pt>
                <c:pt idx="1631">
                  <c:v>6.89459337571</c:v>
                </c:pt>
                <c:pt idx="1632">
                  <c:v>6.8952478832</c:v>
                </c:pt>
                <c:pt idx="1633">
                  <c:v>6.89528824043</c:v>
                </c:pt>
                <c:pt idx="1634">
                  <c:v>6.89608432715</c:v>
                </c:pt>
                <c:pt idx="1635">
                  <c:v>6.89613240334</c:v>
                </c:pt>
                <c:pt idx="1636">
                  <c:v>6.89706324197</c:v>
                </c:pt>
                <c:pt idx="1637">
                  <c:v>6.897118518</c:v>
                </c:pt>
                <c:pt idx="1638">
                  <c:v>6.89817924838</c:v>
                </c:pt>
                <c:pt idx="1639">
                  <c:v>6.89824174783</c:v>
                </c:pt>
                <c:pt idx="1640">
                  <c:v>6.89943181903</c:v>
                </c:pt>
                <c:pt idx="1641">
                  <c:v>6.89950151425</c:v>
                </c:pt>
                <c:pt idx="1642">
                  <c:v>6.90081567472</c:v>
                </c:pt>
                <c:pt idx="1643">
                  <c:v>6.90089197302</c:v>
                </c:pt>
                <c:pt idx="1644">
                  <c:v>6.90231984517</c:v>
                </c:pt>
                <c:pt idx="1645">
                  <c:v>6.90240214331</c:v>
                </c:pt>
                <c:pt idx="1646">
                  <c:v>6.90393722872</c:v>
                </c:pt>
                <c:pt idx="1647">
                  <c:v>6.90402537975</c:v>
                </c:pt>
                <c:pt idx="1648">
                  <c:v>6.9056638863</c:v>
                </c:pt>
                <c:pt idx="1649">
                  <c:v>6.90575775638</c:v>
                </c:pt>
                <c:pt idx="1650">
                  <c:v>6.90749395286</c:v>
                </c:pt>
                <c:pt idx="1651">
                  <c:v>6.90759295679</c:v>
                </c:pt>
                <c:pt idx="1652">
                  <c:v>6.90941630532</c:v>
                </c:pt>
                <c:pt idx="1653">
                  <c:v>6.9095197392</c:v>
                </c:pt>
                <c:pt idx="1654">
                  <c:v>6.91141953338</c:v>
                </c:pt>
                <c:pt idx="1655">
                  <c:v>6.91152709351</c:v>
                </c:pt>
                <c:pt idx="1656">
                  <c:v>6.91349743575</c:v>
                </c:pt>
                <c:pt idx="1657">
                  <c:v>6.91360881727</c:v>
                </c:pt>
                <c:pt idx="1658">
                  <c:v>6.91564351049</c:v>
                </c:pt>
                <c:pt idx="1659">
                  <c:v>6.91575815166</c:v>
                </c:pt>
                <c:pt idx="1660">
                  <c:v>6.91784574069</c:v>
                </c:pt>
                <c:pt idx="1661">
                  <c:v>6.91796286205</c:v>
                </c:pt>
                <c:pt idx="1662">
                  <c:v>6.92009061255</c:v>
                </c:pt>
                <c:pt idx="1663">
                  <c:v>6.92020978824</c:v>
                </c:pt>
                <c:pt idx="1664">
                  <c:v>6.92236963466</c:v>
                </c:pt>
                <c:pt idx="1665">
                  <c:v>6.92249047592</c:v>
                </c:pt>
                <c:pt idx="1666">
                  <c:v>6.92467634356</c:v>
                </c:pt>
                <c:pt idx="1667">
                  <c:v>6.924798298</c:v>
                </c:pt>
                <c:pt idx="1668">
                  <c:v>6.92699902493</c:v>
                </c:pt>
                <c:pt idx="1669">
                  <c:v>6.92712135977</c:v>
                </c:pt>
                <c:pt idx="1670">
                  <c:v>6.92932318294</c:v>
                </c:pt>
                <c:pt idx="1671">
                  <c:v>6.92944536862</c:v>
                </c:pt>
                <c:pt idx="1672">
                  <c:v>6.93163880873</c:v>
                </c:pt>
                <c:pt idx="1673">
                  <c:v>6.93176039173</c:v>
                </c:pt>
                <c:pt idx="1674">
                  <c:v>6.93393940862</c:v>
                </c:pt>
                <c:pt idx="1675">
                  <c:v>6.93405986084</c:v>
                </c:pt>
                <c:pt idx="1676">
                  <c:v>6.9362149047</c:v>
                </c:pt>
                <c:pt idx="1677">
                  <c:v>6.93633372051</c:v>
                </c:pt>
                <c:pt idx="1678">
                  <c:v>6.93845229746</c:v>
                </c:pt>
                <c:pt idx="1679">
                  <c:v>6.93856876673</c:v>
                </c:pt>
                <c:pt idx="1680">
                  <c:v>6.94063946742</c:v>
                </c:pt>
                <c:pt idx="1681">
                  <c:v>6.94075313955</c:v>
                </c:pt>
                <c:pt idx="1682">
                  <c:v>6.94277136243</c:v>
                </c:pt>
                <c:pt idx="1683">
                  <c:v>6.94288183027</c:v>
                </c:pt>
                <c:pt idx="1684">
                  <c:v>6.94483942387</c:v>
                </c:pt>
                <c:pt idx="1685">
                  <c:v>6.94494626419</c:v>
                </c:pt>
                <c:pt idx="1686">
                  <c:v>6.94683154517</c:v>
                </c:pt>
                <c:pt idx="1687">
                  <c:v>6.94693412378</c:v>
                </c:pt>
                <c:pt idx="1688">
                  <c:v>6.94873673539</c:v>
                </c:pt>
                <c:pt idx="1689">
                  <c:v>6.94883446152</c:v>
                </c:pt>
                <c:pt idx="1690">
                  <c:v>6.9505483502</c:v>
                </c:pt>
                <c:pt idx="1691">
                  <c:v>6.95064100258</c:v>
                </c:pt>
                <c:pt idx="1692">
                  <c:v>6.95226236366</c:v>
                </c:pt>
                <c:pt idx="1693">
                  <c:v>6.95234969822</c:v>
                </c:pt>
                <c:pt idx="1694">
                  <c:v>6.95386847824</c:v>
                </c:pt>
                <c:pt idx="1695">
                  <c:v>6.95394985129</c:v>
                </c:pt>
                <c:pt idx="1696">
                  <c:v>6.95535675712</c:v>
                </c:pt>
                <c:pt idx="1697">
                  <c:v>6.95543170717</c:v>
                </c:pt>
                <c:pt idx="1698">
                  <c:v>6.95672215488</c:v>
                </c:pt>
                <c:pt idx="1699">
                  <c:v>6.95679052301</c:v>
                </c:pt>
                <c:pt idx="1700">
                  <c:v>6.95796254317</c:v>
                </c:pt>
                <c:pt idx="1701">
                  <c:v>6.95802429522</c:v>
                </c:pt>
                <c:pt idx="1702">
                  <c:v>6.95907167744</c:v>
                </c:pt>
                <c:pt idx="1703">
                  <c:v>6.95912629494</c:v>
                </c:pt>
                <c:pt idx="1704">
                  <c:v>6.95939324778</c:v>
                </c:pt>
                <c:pt idx="1705">
                  <c:v>6.95944554278</c:v>
                </c:pt>
                <c:pt idx="1706">
                  <c:v>6.95949732852</c:v>
                </c:pt>
                <c:pt idx="1707">
                  <c:v>6.9595488353</c:v>
                </c:pt>
                <c:pt idx="1708">
                  <c:v>6.95959982941</c:v>
                </c:pt>
                <c:pt idx="1709">
                  <c:v>6.96004136194</c:v>
                </c:pt>
                <c:pt idx="1710">
                  <c:v>6.96008838791</c:v>
                </c:pt>
                <c:pt idx="1711">
                  <c:v>6.96086774198</c:v>
                </c:pt>
                <c:pt idx="1712">
                  <c:v>6.96090722631</c:v>
                </c:pt>
                <c:pt idx="1713">
                  <c:v>6.96155087874</c:v>
                </c:pt>
                <c:pt idx="1714">
                  <c:v>6.96158289575</c:v>
                </c:pt>
                <c:pt idx="1715">
                  <c:v>6.96208897632</c:v>
                </c:pt>
                <c:pt idx="1716">
                  <c:v>6.9621132182</c:v>
                </c:pt>
                <c:pt idx="1717">
                  <c:v>6.96247655222</c:v>
                </c:pt>
                <c:pt idx="1718">
                  <c:v>6.96249264047</c:v>
                </c:pt>
                <c:pt idx="1719">
                  <c:v>6.96271033127</c:v>
                </c:pt>
                <c:pt idx="1720">
                  <c:v>6.9627184112</c:v>
                </c:pt>
                <c:pt idx="1721">
                  <c:v>6.96278878437</c:v>
                </c:pt>
                <c:pt idx="1722">
                  <c:v>6.9627941194</c:v>
                </c:pt>
                <c:pt idx="1723">
                  <c:v>6.96279447244</c:v>
                </c:pt>
                <c:pt idx="1724">
                  <c:v>6.96272898916</c:v>
                </c:pt>
                <c:pt idx="1725">
                  <c:v>6.96272143589</c:v>
                </c:pt>
                <c:pt idx="1726">
                  <c:v>6.96251327472</c:v>
                </c:pt>
                <c:pt idx="1727">
                  <c:v>6.96249764041</c:v>
                </c:pt>
                <c:pt idx="1728">
                  <c:v>6.96214549093</c:v>
                </c:pt>
                <c:pt idx="1729">
                  <c:v>6.96212198856</c:v>
                </c:pt>
                <c:pt idx="1730">
                  <c:v>6.9616301136</c:v>
                </c:pt>
                <c:pt idx="1731">
                  <c:v>6.96159907779</c:v>
                </c:pt>
                <c:pt idx="1732">
                  <c:v>6.96097348878</c:v>
                </c:pt>
                <c:pt idx="1733">
                  <c:v>6.96093505291</c:v>
                </c:pt>
                <c:pt idx="1734">
                  <c:v>6.96017658742</c:v>
                </c:pt>
                <c:pt idx="1735">
                  <c:v>6.96013069374</c:v>
                </c:pt>
                <c:pt idx="1736">
                  <c:v>6.95924022232</c:v>
                </c:pt>
                <c:pt idx="1737">
                  <c:v>6.95918716112</c:v>
                </c:pt>
                <c:pt idx="1738">
                  <c:v>6.9581702486</c:v>
                </c:pt>
                <c:pt idx="1739">
                  <c:v>6.95811047682</c:v>
                </c:pt>
                <c:pt idx="1740">
                  <c:v>6.95697618914</c:v>
                </c:pt>
                <c:pt idx="1741">
                  <c:v>6.95691000043</c:v>
                </c:pt>
                <c:pt idx="1742">
                  <c:v>6.95566256409</c:v>
                </c:pt>
                <c:pt idx="1743">
                  <c:v>6.95559009513</c:v>
                </c:pt>
                <c:pt idx="1744">
                  <c:v>6.95423190126</c:v>
                </c:pt>
                <c:pt idx="1745">
                  <c:v>6.95415353003</c:v>
                </c:pt>
                <c:pt idx="1746">
                  <c:v>6.95269174891</c:v>
                </c:pt>
                <c:pt idx="1747">
                  <c:v>6.95260788405</c:v>
                </c:pt>
                <c:pt idx="1748">
                  <c:v>6.95105223666</c:v>
                </c:pt>
                <c:pt idx="1749">
                  <c:v>6.95096332433</c:v>
                </c:pt>
                <c:pt idx="1750">
                  <c:v>6.94932204578</c:v>
                </c:pt>
                <c:pt idx="1751">
                  <c:v>6.94922853083</c:v>
                </c:pt>
                <c:pt idx="1752">
                  <c:v>6.94750560882</c:v>
                </c:pt>
                <c:pt idx="1753">
                  <c:v>6.94740776116</c:v>
                </c:pt>
                <c:pt idx="1754">
                  <c:v>6.9456097966</c:v>
                </c:pt>
                <c:pt idx="1755">
                  <c:v>6.94550808508</c:v>
                </c:pt>
                <c:pt idx="1756">
                  <c:v>6.94364758182</c:v>
                </c:pt>
                <c:pt idx="1757">
                  <c:v>6.94354263067</c:v>
                </c:pt>
                <c:pt idx="1758">
                  <c:v>6.94162968355</c:v>
                </c:pt>
                <c:pt idx="1759">
                  <c:v>6.94152205899</c:v>
                </c:pt>
                <c:pt idx="1760">
                  <c:v>6.93956295796</c:v>
                </c:pt>
                <c:pt idx="1761">
                  <c:v>6.93945302465</c:v>
                </c:pt>
                <c:pt idx="1762">
                  <c:v>6.93745510885</c:v>
                </c:pt>
                <c:pt idx="1763">
                  <c:v>6.93734325755</c:v>
                </c:pt>
                <c:pt idx="1764">
                  <c:v>6.93531845212</c:v>
                </c:pt>
                <c:pt idx="1765">
                  <c:v>6.93520538847</c:v>
                </c:pt>
                <c:pt idx="1766">
                  <c:v>6.93316580941</c:v>
                </c:pt>
                <c:pt idx="1767">
                  <c:v>6.93305225749</c:v>
                </c:pt>
                <c:pt idx="1768">
                  <c:v>6.93100571089</c:v>
                </c:pt>
                <c:pt idx="1769">
                  <c:v>6.93089197699</c:v>
                </c:pt>
                <c:pt idx="1770">
                  <c:v>6.92884469503</c:v>
                </c:pt>
                <c:pt idx="1771">
                  <c:v>6.92873113437</c:v>
                </c:pt>
                <c:pt idx="1772">
                  <c:v>6.92669434995</c:v>
                </c:pt>
                <c:pt idx="1773">
                  <c:v>6.92658170147</c:v>
                </c:pt>
                <c:pt idx="1774">
                  <c:v>6.92456838465</c:v>
                </c:pt>
                <c:pt idx="1775">
                  <c:v>6.92445739426</c:v>
                </c:pt>
                <c:pt idx="1776">
                  <c:v>6.92247608712</c:v>
                </c:pt>
                <c:pt idx="1777">
                  <c:v>6.92236705606</c:v>
                </c:pt>
                <c:pt idx="1778">
                  <c:v>6.92042363346</c:v>
                </c:pt>
                <c:pt idx="1779">
                  <c:v>6.92031682639</c:v>
                </c:pt>
                <c:pt idx="1780">
                  <c:v>6.91842064042</c:v>
                </c:pt>
                <c:pt idx="1781">
                  <c:v>6.9183168064</c:v>
                </c:pt>
                <c:pt idx="1782">
                  <c:v>6.91647981317</c:v>
                </c:pt>
                <c:pt idx="1783">
                  <c:v>6.91637964089</c:v>
                </c:pt>
                <c:pt idx="1784">
                  <c:v>6.91461116997</c:v>
                </c:pt>
                <c:pt idx="1785">
                  <c:v>6.91451498164</c:v>
                </c:pt>
                <c:pt idx="1786">
                  <c:v>6.9128200854</c:v>
                </c:pt>
                <c:pt idx="1787">
                  <c:v>6.91272797768</c:v>
                </c:pt>
                <c:pt idx="1788">
                  <c:v>6.91111236661</c:v>
                </c:pt>
                <c:pt idx="1789">
                  <c:v>6.91102502192</c:v>
                </c:pt>
                <c:pt idx="1790">
                  <c:v>6.90950042288</c:v>
                </c:pt>
                <c:pt idx="1791">
                  <c:v>6.90941847988</c:v>
                </c:pt>
                <c:pt idx="1792">
                  <c:v>6.90799299022</c:v>
                </c:pt>
                <c:pt idx="1793">
                  <c:v>6.90791664202</c:v>
                </c:pt>
                <c:pt idx="1794">
                  <c:v>6.90659352685</c:v>
                </c:pt>
                <c:pt idx="1795">
                  <c:v>6.90652288271</c:v>
                </c:pt>
                <c:pt idx="1796">
                  <c:v>6.9053072637</c:v>
                </c:pt>
                <c:pt idx="1797">
                  <c:v>6.90524280661</c:v>
                </c:pt>
                <c:pt idx="1798">
                  <c:v>6.90414086453</c:v>
                </c:pt>
                <c:pt idx="1799">
                  <c:v>6.90408305635</c:v>
                </c:pt>
                <c:pt idx="1800">
                  <c:v>6.90310354581</c:v>
                </c:pt>
                <c:pt idx="1801">
                  <c:v>6.90305260642</c:v>
                </c:pt>
                <c:pt idx="1802">
                  <c:v>6.90219783431</c:v>
                </c:pt>
                <c:pt idx="1803">
                  <c:v>6.90215373955</c:v>
                </c:pt>
                <c:pt idx="1804">
                  <c:v>6.9014239491</c:v>
                </c:pt>
                <c:pt idx="1805">
                  <c:v>6.90138696459</c:v>
                </c:pt>
                <c:pt idx="1806">
                  <c:v>6.90078727735</c:v>
                </c:pt>
                <c:pt idx="1807">
                  <c:v>6.90075774377</c:v>
                </c:pt>
                <c:pt idx="1808">
                  <c:v>6.90029366871</c:v>
                </c:pt>
                <c:pt idx="1809">
                  <c:v>6.90027167677</c:v>
                </c:pt>
                <c:pt idx="1810">
                  <c:v>6.89994474283</c:v>
                </c:pt>
                <c:pt idx="1811">
                  <c:v>6.89993029346</c:v>
                </c:pt>
                <c:pt idx="1812">
                  <c:v>6.89973838925</c:v>
                </c:pt>
                <c:pt idx="1813">
                  <c:v>6.89973148255</c:v>
                </c:pt>
                <c:pt idx="1814">
                  <c:v>6.89967430685</c:v>
                </c:pt>
                <c:pt idx="1815">
                  <c:v>6.89967453513</c:v>
                </c:pt>
                <c:pt idx="1816">
                  <c:v>6.89967525688</c:v>
                </c:pt>
                <c:pt idx="1817">
                  <c:v>6.89967973829</c:v>
                </c:pt>
                <c:pt idx="1818">
                  <c:v>6.89975770482</c:v>
                </c:pt>
                <c:pt idx="1819">
                  <c:v>6.8997661338</c:v>
                </c:pt>
                <c:pt idx="1820">
                  <c:v>6.89998757763</c:v>
                </c:pt>
                <c:pt idx="1821">
                  <c:v>6.90000361878</c:v>
                </c:pt>
                <c:pt idx="1822">
                  <c:v>6.90035932563</c:v>
                </c:pt>
                <c:pt idx="1823">
                  <c:v>6.90038278512</c:v>
                </c:pt>
                <c:pt idx="1824">
                  <c:v>6.90087003504</c:v>
                </c:pt>
                <c:pt idx="1825">
                  <c:v>6.9009008205</c:v>
                </c:pt>
                <c:pt idx="1826">
                  <c:v>6.9015207029</c:v>
                </c:pt>
                <c:pt idx="1827">
                  <c:v>6.90155874031</c:v>
                </c:pt>
                <c:pt idx="1828">
                  <c:v>6.90230908851</c:v>
                </c:pt>
                <c:pt idx="1829">
                  <c:v>6.90235431139</c:v>
                </c:pt>
                <c:pt idx="1830">
                  <c:v>6.90322990023</c:v>
                </c:pt>
                <c:pt idx="1831">
                  <c:v>6.9032819302</c:v>
                </c:pt>
                <c:pt idx="1832">
                  <c:v>6.90427564432</c:v>
                </c:pt>
                <c:pt idx="1833">
                  <c:v>6.90433408219</c:v>
                </c:pt>
                <c:pt idx="1834">
                  <c:v>6.90544360931</c:v>
                </c:pt>
                <c:pt idx="1835">
                  <c:v>6.90550840473</c:v>
                </c:pt>
                <c:pt idx="1836">
                  <c:v>6.906732132</c:v>
                </c:pt>
                <c:pt idx="1837">
                  <c:v>6.90680312349</c:v>
                </c:pt>
                <c:pt idx="1838">
                  <c:v>6.9081323166</c:v>
                </c:pt>
                <c:pt idx="1839">
                  <c:v>6.90820899526</c:v>
                </c:pt>
                <c:pt idx="1840">
                  <c:v>6.9096357876</c:v>
                </c:pt>
                <c:pt idx="1841">
                  <c:v>6.90971761617</c:v>
                </c:pt>
                <c:pt idx="1842">
                  <c:v>6.9112360511</c:v>
                </c:pt>
                <c:pt idx="1843">
                  <c:v>6.91132284159</c:v>
                </c:pt>
                <c:pt idx="1844">
                  <c:v>6.91292992519</c:v>
                </c:pt>
                <c:pt idx="1845">
                  <c:v>6.91302158488</c:v>
                </c:pt>
                <c:pt idx="1846">
                  <c:v>6.91470982753</c:v>
                </c:pt>
                <c:pt idx="1847">
                  <c:v>6.91480567249</c:v>
                </c:pt>
                <c:pt idx="1848">
                  <c:v>6.91656313375</c:v>
                </c:pt>
                <c:pt idx="1849">
                  <c:v>6.91666251047</c:v>
                </c:pt>
                <c:pt idx="1850">
                  <c:v>6.91848224766</c:v>
                </c:pt>
                <c:pt idx="1851">
                  <c:v>6.9185849367</c:v>
                </c:pt>
                <c:pt idx="1852">
                  <c:v>6.92046123861</c:v>
                </c:pt>
                <c:pt idx="1853">
                  <c:v>6.920566957</c:v>
                </c:pt>
                <c:pt idx="1854">
                  <c:v>6.92249212361</c:v>
                </c:pt>
                <c:pt idx="1855">
                  <c:v>6.92260027327</c:v>
                </c:pt>
                <c:pt idx="1856">
                  <c:v>6.92456247499</c:v>
                </c:pt>
                <c:pt idx="1857">
                  <c:v>6.9246722196</c:v>
                </c:pt>
                <c:pt idx="1858">
                  <c:v>6.92666065499</c:v>
                </c:pt>
                <c:pt idx="1859">
                  <c:v>6.92677173398</c:v>
                </c:pt>
                <c:pt idx="1860">
                  <c:v>6.92878123295</c:v>
                </c:pt>
                <c:pt idx="1861">
                  <c:v>6.92889339435</c:v>
                </c:pt>
                <c:pt idx="1862">
                  <c:v>6.93091608273</c:v>
                </c:pt>
                <c:pt idx="1863">
                  <c:v>6.93102860515</c:v>
                </c:pt>
                <c:pt idx="1864">
                  <c:v>6.93305287283</c:v>
                </c:pt>
                <c:pt idx="1865">
                  <c:v>6.93316510094</c:v>
                </c:pt>
                <c:pt idx="1866">
                  <c:v>6.93517938455</c:v>
                </c:pt>
                <c:pt idx="1867">
                  <c:v>6.93529087062</c:v>
                </c:pt>
                <c:pt idx="1868">
                  <c:v>6.93728858893</c:v>
                </c:pt>
                <c:pt idx="1869">
                  <c:v>6.93739906738</c:v>
                </c:pt>
                <c:pt idx="1870">
                  <c:v>6.93937398058</c:v>
                </c:pt>
                <c:pt idx="1871">
                  <c:v>6.93948290284</c:v>
                </c:pt>
                <c:pt idx="1872">
                  <c:v>6.94142450625</c:v>
                </c:pt>
                <c:pt idx="1873">
                  <c:v>6.94153113132</c:v>
                </c:pt>
                <c:pt idx="1874">
                  <c:v>6.94342823036</c:v>
                </c:pt>
                <c:pt idx="1875">
                  <c:v>6.94353226031</c:v>
                </c:pt>
                <c:pt idx="1876">
                  <c:v>6.94537693012</c:v>
                </c:pt>
                <c:pt idx="1877">
                  <c:v>6.94547790462</c:v>
                </c:pt>
                <c:pt idx="1878">
                  <c:v>6.94726562167</c:v>
                </c:pt>
                <c:pt idx="1879">
                  <c:v>6.94736320005</c:v>
                </c:pt>
                <c:pt idx="1880">
                  <c:v>6.94908568913</c:v>
                </c:pt>
                <c:pt idx="1881">
                  <c:v>6.94917929813</c:v>
                </c:pt>
                <c:pt idx="1882">
                  <c:v>6.95082472025</c:v>
                </c:pt>
                <c:pt idx="1883">
                  <c:v>6.95091387472</c:v>
                </c:pt>
                <c:pt idx="1884">
                  <c:v>6.95247526561</c:v>
                </c:pt>
                <c:pt idx="1885">
                  <c:v>6.9525596718</c:v>
                </c:pt>
                <c:pt idx="1886">
                  <c:v>6.95403384705</c:v>
                </c:pt>
                <c:pt idx="1887">
                  <c:v>6.95411316602</c:v>
                </c:pt>
                <c:pt idx="1888">
                  <c:v>6.95549360981</c:v>
                </c:pt>
                <c:pt idx="1889">
                  <c:v>6.95556752701</c:v>
                </c:pt>
                <c:pt idx="1890">
                  <c:v>6.95684591447</c:v>
                </c:pt>
                <c:pt idx="1891">
                  <c:v>6.95691398297</c:v>
                </c:pt>
                <c:pt idx="1892">
                  <c:v>6.95808277092</c:v>
                </c:pt>
                <c:pt idx="1893">
                  <c:v>6.95814464821</c:v>
                </c:pt>
                <c:pt idx="1894">
                  <c:v>6.95920250282</c:v>
                </c:pt>
                <c:pt idx="1895">
                  <c:v>6.95925810306</c:v>
                </c:pt>
                <c:pt idx="1896">
                  <c:v>6.96020194386</c:v>
                </c:pt>
                <c:pt idx="1897">
                  <c:v>6.96025109601</c:v>
                </c:pt>
                <c:pt idx="1898">
                  <c:v>6.96107422636</c:v>
                </c:pt>
                <c:pt idx="1899">
                  <c:v>6.96111653921</c:v>
                </c:pt>
                <c:pt idx="1900">
                  <c:v>6.96181360777</c:v>
                </c:pt>
                <c:pt idx="1901">
                  <c:v>6.96184880119</c:v>
                </c:pt>
                <c:pt idx="1902">
                  <c:v>6.9624193033</c:v>
                </c:pt>
                <c:pt idx="1903">
                  <c:v>6.96244740278</c:v>
                </c:pt>
                <c:pt idx="1904">
                  <c:v>6.96289141664</c:v>
                </c:pt>
                <c:pt idx="1905">
                  <c:v>6.96291255676</c:v>
                </c:pt>
                <c:pt idx="1906">
                  <c:v>6.96322715695</c:v>
                </c:pt>
                <c:pt idx="1907">
                  <c:v>6.96324099124</c:v>
                </c:pt>
                <c:pt idx="1908">
                  <c:v>6.96342180402</c:v>
                </c:pt>
                <c:pt idx="1909">
                  <c:v>6.96342812168</c:v>
                </c:pt>
                <c:pt idx="1910">
                  <c:v>6.96347205929</c:v>
                </c:pt>
                <c:pt idx="1911">
                  <c:v>6.96347675507</c:v>
                </c:pt>
                <c:pt idx="1912">
                  <c:v>6.96347598521</c:v>
                </c:pt>
                <c:pt idx="1913">
                  <c:v>6.9634749836</c:v>
                </c:pt>
                <c:pt idx="1914">
                  <c:v>6.96339350591</c:v>
                </c:pt>
                <c:pt idx="1915">
                  <c:v>6.96338543058</c:v>
                </c:pt>
                <c:pt idx="1916">
                  <c:v>6.96317422578</c:v>
                </c:pt>
                <c:pt idx="1917">
                  <c:v>6.96315890059</c:v>
                </c:pt>
                <c:pt idx="1918">
                  <c:v>6.96281684659</c:v>
                </c:pt>
                <c:pt idx="1919">
                  <c:v>6.96279415727</c:v>
                </c:pt>
                <c:pt idx="1920">
                  <c:v>6.96232254162</c:v>
                </c:pt>
                <c:pt idx="1921">
                  <c:v>6.96229277463</c:v>
                </c:pt>
                <c:pt idx="1922">
                  <c:v>6.96169694651</c:v>
                </c:pt>
                <c:pt idx="1923">
                  <c:v>6.96166056668</c:v>
                </c:pt>
                <c:pt idx="1924">
                  <c:v>6.96094548173</c:v>
                </c:pt>
                <c:pt idx="1925">
                  <c:v>6.96090246502</c:v>
                </c:pt>
                <c:pt idx="1926">
                  <c:v>6.96006764495</c:v>
                </c:pt>
                <c:pt idx="1927">
                  <c:v>6.96001791768</c:v>
                </c:pt>
                <c:pt idx="1928">
                  <c:v>6.95906663469</c:v>
                </c:pt>
                <c:pt idx="1929">
                  <c:v>6.95901066261</c:v>
                </c:pt>
                <c:pt idx="1930">
                  <c:v>6.95795032871</c:v>
                </c:pt>
                <c:pt idx="1931">
                  <c:v>6.95788859792</c:v>
                </c:pt>
                <c:pt idx="1932">
                  <c:v>6.9567261677</c:v>
                </c:pt>
                <c:pt idx="1933">
                  <c:v>6.95665883587</c:v>
                </c:pt>
                <c:pt idx="1934">
                  <c:v>6.95539796395</c:v>
                </c:pt>
                <c:pt idx="1935">
                  <c:v>6.95532516075</c:v>
                </c:pt>
                <c:pt idx="1936">
                  <c:v>6.95396844705</c:v>
                </c:pt>
                <c:pt idx="1937">
                  <c:v>6.95389056036</c:v>
                </c:pt>
                <c:pt idx="1938">
                  <c:v>6.95244739804</c:v>
                </c:pt>
                <c:pt idx="1939">
                  <c:v>6.95236508974</c:v>
                </c:pt>
                <c:pt idx="1940">
                  <c:v>6.95084444014</c:v>
                </c:pt>
                <c:pt idx="1941">
                  <c:v>6.95075790572</c:v>
                </c:pt>
                <c:pt idx="1942">
                  <c:v>6.94916526387</c:v>
                </c:pt>
                <c:pt idx="1943">
                  <c:v>6.94907480402</c:v>
                </c:pt>
                <c:pt idx="1944">
                  <c:v>6.94741515184</c:v>
                </c:pt>
                <c:pt idx="1945">
                  <c:v>6.94732124064</c:v>
                </c:pt>
                <c:pt idx="1946">
                  <c:v>6.94560285809</c:v>
                </c:pt>
                <c:pt idx="1947">
                  <c:v>6.94550603024</c:v>
                </c:pt>
                <c:pt idx="1948">
                  <c:v>6.94374082197</c:v>
                </c:pt>
                <c:pt idx="1949">
                  <c:v>6.9436415987</c:v>
                </c:pt>
                <c:pt idx="1950">
                  <c:v>6.94183746585</c:v>
                </c:pt>
                <c:pt idx="1951">
                  <c:v>6.94173617005</c:v>
                </c:pt>
                <c:pt idx="1952">
                  <c:v>6.93989835541</c:v>
                </c:pt>
                <c:pt idx="1953">
                  <c:v>6.9397954982</c:v>
                </c:pt>
                <c:pt idx="1954">
                  <c:v>6.93793253981</c:v>
                </c:pt>
                <c:pt idx="1955">
                  <c:v>6.93782859866</c:v>
                </c:pt>
                <c:pt idx="1956">
                  <c:v>6.93595225374</c:v>
                </c:pt>
                <c:pt idx="1957">
                  <c:v>6.93584781196</c:v>
                </c:pt>
                <c:pt idx="1958">
                  <c:v>6.93396823141</c:v>
                </c:pt>
                <c:pt idx="1959">
                  <c:v>6.93386376665</c:v>
                </c:pt>
                <c:pt idx="1960">
                  <c:v>6.93198595821</c:v>
                </c:pt>
                <c:pt idx="1961">
                  <c:v>6.93188186313</c:v>
                </c:pt>
                <c:pt idx="1962">
                  <c:v>6.93001413789</c:v>
                </c:pt>
                <c:pt idx="1963">
                  <c:v>6.92991087319</c:v>
                </c:pt>
                <c:pt idx="1964">
                  <c:v>6.9280642362</c:v>
                </c:pt>
                <c:pt idx="1965">
                  <c:v>6.92796239274</c:v>
                </c:pt>
                <c:pt idx="1966">
                  <c:v>6.92614748081</c:v>
                </c:pt>
                <c:pt idx="1967">
                  <c:v>6.92604768485</c:v>
                </c:pt>
                <c:pt idx="1968">
                  <c:v>6.92427113897</c:v>
                </c:pt>
                <c:pt idx="1969">
                  <c:v>6.92417361761</c:v>
                </c:pt>
                <c:pt idx="1970">
                  <c:v>6.92244002701</c:v>
                </c:pt>
                <c:pt idx="1971">
                  <c:v>6.92234510752</c:v>
                </c:pt>
                <c:pt idx="1972">
                  <c:v>6.92066580266</c:v>
                </c:pt>
                <c:pt idx="1973">
                  <c:v>6.92057415834</c:v>
                </c:pt>
                <c:pt idx="1974">
                  <c:v>6.91895933607</c:v>
                </c:pt>
                <c:pt idx="1975">
                  <c:v>6.91887154292</c:v>
                </c:pt>
                <c:pt idx="1976">
                  <c:v>6.91732631216</c:v>
                </c:pt>
                <c:pt idx="1977">
                  <c:v>6.91724256743</c:v>
                </c:pt>
                <c:pt idx="1978">
                  <c:v>6.91577252018</c:v>
                </c:pt>
                <c:pt idx="1979">
                  <c:v>6.91569299736</c:v>
                </c:pt>
                <c:pt idx="1980">
                  <c:v>6.91430476022</c:v>
                </c:pt>
                <c:pt idx="1981">
                  <c:v>6.91423005988</c:v>
                </c:pt>
                <c:pt idx="1982">
                  <c:v>6.91293371893</c:v>
                </c:pt>
                <c:pt idx="1983">
                  <c:v>6.91286440853</c:v>
                </c:pt>
                <c:pt idx="1984">
                  <c:v>6.9116649888</c:v>
                </c:pt>
                <c:pt idx="1985">
                  <c:v>6.91160115054</c:v>
                </c:pt>
                <c:pt idx="1986">
                  <c:v>6.91050109704</c:v>
                </c:pt>
                <c:pt idx="1987">
                  <c:v>6.91044279641</c:v>
                </c:pt>
                <c:pt idx="1988">
                  <c:v>6.90944705125</c:v>
                </c:pt>
                <c:pt idx="1989">
                  <c:v>6.90939471341</c:v>
                </c:pt>
                <c:pt idx="1990">
                  <c:v>6.90851047465</c:v>
                </c:pt>
                <c:pt idx="1991">
                  <c:v>6.90846461898</c:v>
                </c:pt>
                <c:pt idx="1992">
                  <c:v>6.90769721057</c:v>
                </c:pt>
                <c:pt idx="1993">
                  <c:v>6.90765784712</c:v>
                </c:pt>
                <c:pt idx="1994">
                  <c:v>6.90700706291</c:v>
                </c:pt>
                <c:pt idx="1995">
                  <c:v>6.90697411963</c:v>
                </c:pt>
                <c:pt idx="1996">
                  <c:v>6.90644193447</c:v>
                </c:pt>
                <c:pt idx="1997">
                  <c:v>6.90641572804</c:v>
                </c:pt>
                <c:pt idx="1998">
                  <c:v>6.90600682511</c:v>
                </c:pt>
                <c:pt idx="1999">
                  <c:v>6.90598767795</c:v>
                </c:pt>
                <c:pt idx="2000">
                  <c:v>6.90570583612</c:v>
                </c:pt>
                <c:pt idx="2001">
                  <c:v>6.90569372083</c:v>
                </c:pt>
                <c:pt idx="2002">
                  <c:v>6.90553783794</c:v>
                </c:pt>
                <c:pt idx="2003">
                  <c:v>6.9055325311</c:v>
                </c:pt>
                <c:pt idx="2004">
                  <c:v>6.90549713185</c:v>
                </c:pt>
                <c:pt idx="2005">
                  <c:v>6.90550019293</c:v>
                </c:pt>
                <c:pt idx="2006">
                  <c:v>6.90550187163</c:v>
                </c:pt>
                <c:pt idx="2007">
                  <c:v>6.90559556319</c:v>
                </c:pt>
                <c:pt idx="2008">
                  <c:v>6.90560438294</c:v>
                </c:pt>
                <c:pt idx="2009">
                  <c:v>6.9058259201</c:v>
                </c:pt>
                <c:pt idx="2010">
                  <c:v>6.90584173498</c:v>
                </c:pt>
                <c:pt idx="2011">
                  <c:v>6.90618867805</c:v>
                </c:pt>
                <c:pt idx="2012">
                  <c:v>6.90621128097</c:v>
                </c:pt>
                <c:pt idx="2013">
                  <c:v>6.90667874977</c:v>
                </c:pt>
                <c:pt idx="2014">
                  <c:v>6.90670803649</c:v>
                </c:pt>
                <c:pt idx="2015">
                  <c:v>6.90729457207</c:v>
                </c:pt>
                <c:pt idx="2016">
                  <c:v>6.90733053676</c:v>
                </c:pt>
                <c:pt idx="2017">
                  <c:v>6.9080367092</c:v>
                </c:pt>
                <c:pt idx="2018">
                  <c:v>6.90807919623</c:v>
                </c:pt>
                <c:pt idx="2019">
                  <c:v>6.90890144343</c:v>
                </c:pt>
                <c:pt idx="2020">
                  <c:v>6.90895014653</c:v>
                </c:pt>
                <c:pt idx="2021">
                  <c:v>6.90988105515</c:v>
                </c:pt>
                <c:pt idx="2022">
                  <c:v>6.90993573733</c:v>
                </c:pt>
                <c:pt idx="2023">
                  <c:v>6.91097091342</c:v>
                </c:pt>
                <c:pt idx="2024">
                  <c:v>6.91103132576</c:v>
                </c:pt>
                <c:pt idx="2025">
                  <c:v>6.91216919941</c:v>
                </c:pt>
                <c:pt idx="2026">
                  <c:v>6.91223517981</c:v>
                </c:pt>
                <c:pt idx="2027">
                  <c:v>6.91347131604</c:v>
                </c:pt>
                <c:pt idx="2028">
                  <c:v>6.91354252269</c:v>
                </c:pt>
                <c:pt idx="2029">
                  <c:v>6.9148685069</c:v>
                </c:pt>
                <c:pt idx="2030">
                  <c:v>6.91494455767</c:v>
                </c:pt>
                <c:pt idx="2031">
                  <c:v>6.91635278739</c:v>
                </c:pt>
                <c:pt idx="2032">
                  <c:v>6.91643325378</c:v>
                </c:pt>
                <c:pt idx="2033">
                  <c:v>6.91792039025</c:v>
                </c:pt>
                <c:pt idx="2034">
                  <c:v>6.91800508338</c:v>
                </c:pt>
                <c:pt idx="2035">
                  <c:v>6.91956624241</c:v>
                </c:pt>
                <c:pt idx="2036">
                  <c:v>6.91965484858</c:v>
                </c:pt>
                <c:pt idx="2037">
                  <c:v>6.92128054405</c:v>
                </c:pt>
                <c:pt idx="2038">
                  <c:v>6.92137251319</c:v>
                </c:pt>
                <c:pt idx="2039">
                  <c:v>6.92305327074</c:v>
                </c:pt>
                <c:pt idx="2040">
                  <c:v>6.92314806266</c:v>
                </c:pt>
                <c:pt idx="2041">
                  <c:v>6.92487798589</c:v>
                </c:pt>
                <c:pt idx="2042">
                  <c:v>6.92497531526</c:v>
                </c:pt>
                <c:pt idx="2043">
                  <c:v>6.92674892312</c:v>
                </c:pt>
                <c:pt idx="2044">
                  <c:v>6.92684853421</c:v>
                </c:pt>
                <c:pt idx="2045">
                  <c:v>6.92865719545</c:v>
                </c:pt>
                <c:pt idx="2046">
                  <c:v>6.92875845312</c:v>
                </c:pt>
                <c:pt idx="2047">
                  <c:v>6.93058994071</c:v>
                </c:pt>
                <c:pt idx="2048">
                  <c:v>6.93069214929</c:v>
                </c:pt>
                <c:pt idx="2049">
                  <c:v>6.93253958698</c:v>
                </c:pt>
                <c:pt idx="2050">
                  <c:v>6.93264254581</c:v>
                </c:pt>
                <c:pt idx="2051">
                  <c:v>6.93450052416</c:v>
                </c:pt>
                <c:pt idx="2052">
                  <c:v>6.93460390886</c:v>
                </c:pt>
                <c:pt idx="2053">
                  <c:v>6.93646357237</c:v>
                </c:pt>
                <c:pt idx="2054">
                  <c:v>6.93656677929</c:v>
                </c:pt>
                <c:pt idx="2055">
                  <c:v>6.9384173212</c:v>
                </c:pt>
                <c:pt idx="2056">
                  <c:v>6.93851961479</c:v>
                </c:pt>
                <c:pt idx="2057">
                  <c:v>6.94035139792</c:v>
                </c:pt>
                <c:pt idx="2058">
                  <c:v>6.94045252599</c:v>
                </c:pt>
                <c:pt idx="2059">
                  <c:v>6.94226128752</c:v>
                </c:pt>
                <c:pt idx="2060">
                  <c:v>6.94236110411</c:v>
                </c:pt>
                <c:pt idx="2061">
                  <c:v>6.94413982664</c:v>
                </c:pt>
                <c:pt idx="2062">
                  <c:v>6.94423758246</c:v>
                </c:pt>
                <c:pt idx="2063">
                  <c:v>6.9459745083</c:v>
                </c:pt>
                <c:pt idx="2064">
                  <c:v>6.94606963775</c:v>
                </c:pt>
                <c:pt idx="2065">
                  <c:v>6.94775699995</c:v>
                </c:pt>
                <c:pt idx="2066">
                  <c:v>6.94784922143</c:v>
                </c:pt>
                <c:pt idx="2067">
                  <c:v>6.949481185</c:v>
                </c:pt>
                <c:pt idx="2068">
                  <c:v>6.94957029959</c:v>
                </c:pt>
                <c:pt idx="2069">
                  <c:v>6.95114197053</c:v>
                </c:pt>
                <c:pt idx="2070">
                  <c:v>6.95122744732</c:v>
                </c:pt>
                <c:pt idx="2071">
                  <c:v>6.95272969623</c:v>
                </c:pt>
                <c:pt idx="2072">
                  <c:v>6.95281095359</c:v>
                </c:pt>
                <c:pt idx="2073">
                  <c:v>6.95423429883</c:v>
                </c:pt>
                <c:pt idx="2074">
                  <c:v>6.95431107323</c:v>
                </c:pt>
                <c:pt idx="2075">
                  <c:v>6.95565107683</c:v>
                </c:pt>
                <c:pt idx="2076">
                  <c:v>6.95572323157</c:v>
                </c:pt>
                <c:pt idx="2077">
                  <c:v>6.9569769371</c:v>
                </c:pt>
                <c:pt idx="2078">
                  <c:v>6.95704405609</c:v>
                </c:pt>
                <c:pt idx="2079">
                  <c:v>6.95820452186</c:v>
                </c:pt>
                <c:pt idx="2080">
                  <c:v>6.95826619991</c:v>
                </c:pt>
                <c:pt idx="2081">
                  <c:v>6.95932584657</c:v>
                </c:pt>
                <c:pt idx="2082">
                  <c:v>6.95938185728</c:v>
                </c:pt>
                <c:pt idx="2083">
                  <c:v>6.96033663775</c:v>
                </c:pt>
                <c:pt idx="2084">
                  <c:v>6.96038680037</c:v>
                </c:pt>
                <c:pt idx="2085">
                  <c:v>6.96123568556</c:v>
                </c:pt>
                <c:pt idx="2086">
                  <c:v>6.96127982228</c:v>
                </c:pt>
                <c:pt idx="2087">
                  <c:v>6.96201974954</c:v>
                </c:pt>
                <c:pt idx="2088">
                  <c:v>6.96205765292</c:v>
                </c:pt>
                <c:pt idx="2089">
                  <c:v>6.96268143087</c:v>
                </c:pt>
                <c:pt idx="2090">
                  <c:v>6.96271282661</c:v>
                </c:pt>
                <c:pt idx="2091">
                  <c:v>6.96321825395</c:v>
                </c:pt>
                <c:pt idx="2092">
                  <c:v>6.9632431291</c:v>
                </c:pt>
                <c:pt idx="2093">
                  <c:v>6.96363117583</c:v>
                </c:pt>
                <c:pt idx="2094">
                  <c:v>6.96364942291</c:v>
                </c:pt>
                <c:pt idx="2095">
                  <c:v>6.96391947314</c:v>
                </c:pt>
                <c:pt idx="2096">
                  <c:v>6.96393111966</c:v>
                </c:pt>
                <c:pt idx="2097">
                  <c:v>6.9640800696</c:v>
                </c:pt>
                <c:pt idx="2098">
                  <c:v>6.96408496423</c:v>
                </c:pt>
                <c:pt idx="2099">
                  <c:v>6.96411060983</c:v>
                </c:pt>
                <c:pt idx="2100">
                  <c:v>6.9641148996</c:v>
                </c:pt>
                <c:pt idx="2101">
                  <c:v>6.96411029567</c:v>
                </c:pt>
                <c:pt idx="2102">
                  <c:v>6.96410833809</c:v>
                </c:pt>
                <c:pt idx="2103">
                  <c:v>6.96401332039</c:v>
                </c:pt>
                <c:pt idx="2104">
                  <c:v>6.96400471461</c:v>
                </c:pt>
                <c:pt idx="2105">
                  <c:v>6.9637920282</c:v>
                </c:pt>
                <c:pt idx="2106">
                  <c:v>6.96377694163</c:v>
                </c:pt>
                <c:pt idx="2107">
                  <c:v>6.96344522166</c:v>
                </c:pt>
                <c:pt idx="2108">
                  <c:v>6.96342351815</c:v>
                </c:pt>
                <c:pt idx="2109">
                  <c:v>6.96297291885</c:v>
                </c:pt>
                <c:pt idx="2110">
                  <c:v>6.96294464746</c:v>
                </c:pt>
                <c:pt idx="2111">
                  <c:v>6.96237895378</c:v>
                </c:pt>
                <c:pt idx="2112">
                  <c:v>6.96234436709</c:v>
                </c:pt>
                <c:pt idx="2113">
                  <c:v>6.96166917048</c:v>
                </c:pt>
                <c:pt idx="2114">
                  <c:v>6.9616286982</c:v>
                </c:pt>
                <c:pt idx="2115">
                  <c:v>6.96084633544</c:v>
                </c:pt>
                <c:pt idx="2116">
                  <c:v>6.96079996682</c:v>
                </c:pt>
                <c:pt idx="2117">
                  <c:v>6.9599112028</c:v>
                </c:pt>
                <c:pt idx="2118">
                  <c:v>6.95985891687</c:v>
                </c:pt>
                <c:pt idx="2119">
                  <c:v>6.95886887127</c:v>
                </c:pt>
                <c:pt idx="2120">
                  <c:v>6.95881114201</c:v>
                </c:pt>
                <c:pt idx="2121">
                  <c:v>6.95772778636</c:v>
                </c:pt>
                <c:pt idx="2122">
                  <c:v>6.95766516641</c:v>
                </c:pt>
                <c:pt idx="2123">
                  <c:v>6.95649341755</c:v>
                </c:pt>
                <c:pt idx="2124">
                  <c:v>6.95642596365</c:v>
                </c:pt>
                <c:pt idx="2125">
                  <c:v>6.9551685173</c:v>
                </c:pt>
                <c:pt idx="2126">
                  <c:v>6.95509630878</c:v>
                </c:pt>
                <c:pt idx="2127">
                  <c:v>6.95375838204</c:v>
                </c:pt>
                <c:pt idx="2128">
                  <c:v>6.9536819509</c:v>
                </c:pt>
                <c:pt idx="2129">
                  <c:v>6.95227316848</c:v>
                </c:pt>
                <c:pt idx="2130">
                  <c:v>6.95219313085</c:v>
                </c:pt>
                <c:pt idx="2131">
                  <c:v>6.95072055416</c:v>
                </c:pt>
                <c:pt idx="2132">
                  <c:v>6.95063709373</c:v>
                </c:pt>
                <c:pt idx="2133">
                  <c:v>6.94910515711</c:v>
                </c:pt>
                <c:pt idx="2134">
                  <c:v>6.94901844754</c:v>
                </c:pt>
                <c:pt idx="2135">
                  <c:v>6.9474329729</c:v>
                </c:pt>
                <c:pt idx="2136">
                  <c:v>6.94734356118</c:v>
                </c:pt>
                <c:pt idx="2137">
                  <c:v>6.94571475411</c:v>
                </c:pt>
                <c:pt idx="2138">
                  <c:v>6.94562329114</c:v>
                </c:pt>
                <c:pt idx="2139">
                  <c:v>6.94396057791</c:v>
                </c:pt>
                <c:pt idx="2140">
                  <c:v>6.94386739006</c:v>
                </c:pt>
                <c:pt idx="2141">
                  <c:v>6.94217665388</c:v>
                </c:pt>
                <c:pt idx="2142">
                  <c:v>6.94208199116</c:v>
                </c:pt>
                <c:pt idx="2143">
                  <c:v>6.94036900852</c:v>
                </c:pt>
                <c:pt idx="2144">
                  <c:v>6.94027340573</c:v>
                </c:pt>
                <c:pt idx="2145">
                  <c:v>6.93854771424</c:v>
                </c:pt>
                <c:pt idx="2146">
                  <c:v>6.93845175047</c:v>
                </c:pt>
                <c:pt idx="2147">
                  <c:v>6.93672423137</c:v>
                </c:pt>
                <c:pt idx="2148">
                  <c:v>6.93662836678</c:v>
                </c:pt>
                <c:pt idx="2149">
                  <c:v>6.9349066175</c:v>
                </c:pt>
                <c:pt idx="2150">
                  <c:v>6.93481110909</c:v>
                </c:pt>
                <c:pt idx="2151">
                  <c:v>6.93309956998</c:v>
                </c:pt>
                <c:pt idx="2152">
                  <c:v>6.93300494926</c:v>
                </c:pt>
                <c:pt idx="2153">
                  <c:v>6.93131246717</c:v>
                </c:pt>
                <c:pt idx="2154">
                  <c:v>6.93121922409</c:v>
                </c:pt>
                <c:pt idx="2155">
                  <c:v>6.9295566525</c:v>
                </c:pt>
                <c:pt idx="2156">
                  <c:v>6.9294652497</c:v>
                </c:pt>
                <c:pt idx="2157">
                  <c:v>6.92784003746</c:v>
                </c:pt>
                <c:pt idx="2158">
                  <c:v>6.92775084962</c:v>
                </c:pt>
                <c:pt idx="2159">
                  <c:v>6.92616775272</c:v>
                </c:pt>
                <c:pt idx="2160">
                  <c:v>6.92608108915</c:v>
                </c:pt>
                <c:pt idx="2161">
                  <c:v>6.92454657706</c:v>
                </c:pt>
                <c:pt idx="2162">
                  <c:v>6.92446290748</c:v>
                </c:pt>
                <c:pt idx="2163">
                  <c:v>6.92298773515</c:v>
                </c:pt>
                <c:pt idx="2164">
                  <c:v>6.92290753841</c:v>
                </c:pt>
                <c:pt idx="2165">
                  <c:v>6.92149901685</c:v>
                </c:pt>
                <c:pt idx="2166">
                  <c:v>6.92142267383</c:v>
                </c:pt>
                <c:pt idx="2167">
                  <c:v>6.92008476614</c:v>
                </c:pt>
                <c:pt idx="2168">
                  <c:v>6.92001254026</c:v>
                </c:pt>
                <c:pt idx="2169">
                  <c:v>6.91875016853</c:v>
                </c:pt>
                <c:pt idx="2170">
                  <c:v>6.9186822683</c:v>
                </c:pt>
                <c:pt idx="2171">
                  <c:v>6.91750291755</c:v>
                </c:pt>
                <c:pt idx="2172">
                  <c:v>6.91743982347</c:v>
                </c:pt>
                <c:pt idx="2173">
                  <c:v>6.91635168108</c:v>
                </c:pt>
                <c:pt idx="2174">
                  <c:v>6.91629380099</c:v>
                </c:pt>
                <c:pt idx="2175">
                  <c:v>6.91529882721</c:v>
                </c:pt>
                <c:pt idx="2176">
                  <c:v>6.91524623888</c:v>
                </c:pt>
                <c:pt idx="2177">
                  <c:v>6.91434729906</c:v>
                </c:pt>
                <c:pt idx="2178">
                  <c:v>6.91430009692</c:v>
                </c:pt>
                <c:pt idx="2179">
                  <c:v>6.91350270164</c:v>
                </c:pt>
                <c:pt idx="2180">
                  <c:v>6.91346129968</c:v>
                </c:pt>
                <c:pt idx="2181">
                  <c:v>6.91277133526</c:v>
                </c:pt>
                <c:pt idx="2182">
                  <c:v>6.91273607927</c:v>
                </c:pt>
                <c:pt idx="2183">
                  <c:v>6.91215617392</c:v>
                </c:pt>
                <c:pt idx="2184">
                  <c:v>6.91212703665</c:v>
                </c:pt>
                <c:pt idx="2185">
                  <c:v>6.91165597548</c:v>
                </c:pt>
                <c:pt idx="2186">
                  <c:v>6.91163284172</c:v>
                </c:pt>
                <c:pt idx="2187">
                  <c:v>6.91127400309</c:v>
                </c:pt>
                <c:pt idx="2188">
                  <c:v>6.91125719654</c:v>
                </c:pt>
                <c:pt idx="2189">
                  <c:v>6.91101448912</c:v>
                </c:pt>
                <c:pt idx="2190">
                  <c:v>6.91100434067</c:v>
                </c:pt>
                <c:pt idx="2191">
                  <c:v>6.91087908886</c:v>
                </c:pt>
                <c:pt idx="2192">
                  <c:v>6.91087535927</c:v>
                </c:pt>
                <c:pt idx="2193">
                  <c:v>6.91085589585</c:v>
                </c:pt>
                <c:pt idx="2194">
                  <c:v>6.91086048724</c:v>
                </c:pt>
                <c:pt idx="2195">
                  <c:v>6.91086464104</c:v>
                </c:pt>
                <c:pt idx="2196">
                  <c:v>6.91086717263</c:v>
                </c:pt>
                <c:pt idx="2197">
                  <c:v>6.91097079364</c:v>
                </c:pt>
                <c:pt idx="2198">
                  <c:v>6.91097971123</c:v>
                </c:pt>
                <c:pt idx="2199">
                  <c:v>6.91119944639</c:v>
                </c:pt>
                <c:pt idx="2200">
                  <c:v>6.91121494095</c:v>
                </c:pt>
                <c:pt idx="2201">
                  <c:v>6.91155049268</c:v>
                </c:pt>
                <c:pt idx="2202">
                  <c:v>6.91157234784</c:v>
                </c:pt>
                <c:pt idx="2203">
                  <c:v>6.9120204935</c:v>
                </c:pt>
                <c:pt idx="2204">
                  <c:v>6.91204831871</c:v>
                </c:pt>
                <c:pt idx="2205">
                  <c:v>6.91260374707</c:v>
                </c:pt>
                <c:pt idx="2206">
                  <c:v>6.91263758217</c:v>
                </c:pt>
                <c:pt idx="2207">
                  <c:v>6.91330135097</c:v>
                </c:pt>
                <c:pt idx="2208">
                  <c:v>6.91334129904</c:v>
                </c:pt>
                <c:pt idx="2209">
                  <c:v>6.91411194682</c:v>
                </c:pt>
                <c:pt idx="2210">
                  <c:v>6.91415763835</c:v>
                </c:pt>
                <c:pt idx="2211">
                  <c:v>6.91502924615</c:v>
                </c:pt>
                <c:pt idx="2212">
                  <c:v>6.9150802738</c:v>
                </c:pt>
                <c:pt idx="2213">
                  <c:v>6.91604684238</c:v>
                </c:pt>
                <c:pt idx="2214">
                  <c:v>6.91610312178</c:v>
                </c:pt>
                <c:pt idx="2215">
                  <c:v>6.91716138736</c:v>
                </c:pt>
                <c:pt idx="2216">
                  <c:v>6.91722275298</c:v>
                </c:pt>
                <c:pt idx="2217">
                  <c:v>6.9183704103</c:v>
                </c:pt>
                <c:pt idx="2218">
                  <c:v>6.91843655486</c:v>
                </c:pt>
                <c:pt idx="2219">
                  <c:v>6.91966783823</c:v>
                </c:pt>
                <c:pt idx="2220">
                  <c:v>6.91973833823</c:v>
                </c:pt>
                <c:pt idx="2221">
                  <c:v>6.92104504624</c:v>
                </c:pt>
                <c:pt idx="2222">
                  <c:v>6.92111961793</c:v>
                </c:pt>
                <c:pt idx="2223">
                  <c:v>6.92249544124</c:v>
                </c:pt>
                <c:pt idx="2224">
                  <c:v>6.92257382419</c:v>
                </c:pt>
                <c:pt idx="2225">
                  <c:v>6.92401678108</c:v>
                </c:pt>
                <c:pt idx="2226">
                  <c:v>6.92409867102</c:v>
                </c:pt>
                <c:pt idx="2227">
                  <c:v>6.92560139167</c:v>
                </c:pt>
                <c:pt idx="2228">
                  <c:v>6.92568631092</c:v>
                </c:pt>
                <c:pt idx="2229">
                  <c:v>6.92723910543</c:v>
                </c:pt>
                <c:pt idx="2230">
                  <c:v>6.92732664091</c:v>
                </c:pt>
                <c:pt idx="2231">
                  <c:v>6.92892225276</c:v>
                </c:pt>
                <c:pt idx="2232">
                  <c:v>6.92901202867</c:v>
                </c:pt>
                <c:pt idx="2233">
                  <c:v>6.9306454404</c:v>
                </c:pt>
                <c:pt idx="2234">
                  <c:v>6.93073709885</c:v>
                </c:pt>
                <c:pt idx="2235">
                  <c:v>6.93240264285</c:v>
                </c:pt>
                <c:pt idx="2236">
                  <c:v>6.93249584168</c:v>
                </c:pt>
                <c:pt idx="2237">
                  <c:v>6.93418290144</c:v>
                </c:pt>
                <c:pt idx="2238">
                  <c:v>6.93427707251</c:v>
                </c:pt>
                <c:pt idx="2239">
                  <c:v>6.93597622093</c:v>
                </c:pt>
                <c:pt idx="2240">
                  <c:v>6.93607088067</c:v>
                </c:pt>
                <c:pt idx="2241">
                  <c:v>6.93777752704</c:v>
                </c:pt>
                <c:pt idx="2242">
                  <c:v>6.93787237723</c:v>
                </c:pt>
                <c:pt idx="2243">
                  <c:v>6.93957985365</c:v>
                </c:pt>
                <c:pt idx="2244">
                  <c:v>6.93967460566</c:v>
                </c:pt>
                <c:pt idx="2245">
                  <c:v>6.94137407445</c:v>
                </c:pt>
                <c:pt idx="2246">
                  <c:v>6.94146813283</c:v>
                </c:pt>
                <c:pt idx="2247">
                  <c:v>6.9431496971</c:v>
                </c:pt>
                <c:pt idx="2248">
                  <c:v>6.94324247184</c:v>
                </c:pt>
                <c:pt idx="2249">
                  <c:v>6.94489972087</c:v>
                </c:pt>
                <c:pt idx="2250">
                  <c:v>6.94499097475</c:v>
                </c:pt>
                <c:pt idx="2251">
                  <c:v>6.94661923475</c:v>
                </c:pt>
                <c:pt idx="2252">
                  <c:v>6.94670878282</c:v>
                </c:pt>
                <c:pt idx="2253">
                  <c:v>6.94829990977</c:v>
                </c:pt>
                <c:pt idx="2254">
                  <c:v>6.94838712025</c:v>
                </c:pt>
                <c:pt idx="2255">
                  <c:v>6.94993077475</c:v>
                </c:pt>
                <c:pt idx="2256">
                  <c:v>6.95001505683</c:v>
                </c:pt>
                <c:pt idx="2257">
                  <c:v>6.95150529208</c:v>
                </c:pt>
                <c:pt idx="2258">
                  <c:v>6.95158648942</c:v>
                </c:pt>
                <c:pt idx="2259">
                  <c:v>6.95301964931</c:v>
                </c:pt>
                <c:pt idx="2260">
                  <c:v>6.95309762969</c:v>
                </c:pt>
                <c:pt idx="2261">
                  <c:v>6.95446700255</c:v>
                </c:pt>
                <c:pt idx="2262">
                  <c:v>6.95454118341</c:v>
                </c:pt>
                <c:pt idx="2263">
                  <c:v>6.9558385979</c:v>
                </c:pt>
                <c:pt idx="2264">
                  <c:v>6.95590848923</c:v>
                </c:pt>
                <c:pt idx="2265">
                  <c:v>6.95712707479</c:v>
                </c:pt>
                <c:pt idx="2266">
                  <c:v>6.95719248491</c:v>
                </c:pt>
                <c:pt idx="2267">
                  <c:v>6.95832967333</c:v>
                </c:pt>
                <c:pt idx="2268">
                  <c:v>6.95839060217</c:v>
                </c:pt>
                <c:pt idx="2269">
                  <c:v>6.95944294299</c:v>
                </c:pt>
                <c:pt idx="2270">
                  <c:v>6.95949893696</c:v>
                </c:pt>
                <c:pt idx="2271">
                  <c:v>6.96045911396</c:v>
                </c:pt>
                <c:pt idx="2272">
                  <c:v>6.96050970173</c:v>
                </c:pt>
                <c:pt idx="2273">
                  <c:v>6.96137225617</c:v>
                </c:pt>
                <c:pt idx="2274">
                  <c:v>6.96141742597</c:v>
                </c:pt>
                <c:pt idx="2275">
                  <c:v>6.96218065712</c:v>
                </c:pt>
                <c:pt idx="2276">
                  <c:v>6.96222035539</c:v>
                </c:pt>
                <c:pt idx="2277">
                  <c:v>6.96288311658</c:v>
                </c:pt>
                <c:pt idx="2278">
                  <c:v>6.96291708258</c:v>
                </c:pt>
                <c:pt idx="2279">
                  <c:v>6.96347514573</c:v>
                </c:pt>
                <c:pt idx="2280">
                  <c:v>6.96350305107</c:v>
                </c:pt>
                <c:pt idx="2281">
                  <c:v>6.96395156598</c:v>
                </c:pt>
                <c:pt idx="2282">
                  <c:v>6.96397340965</c:v>
                </c:pt>
                <c:pt idx="2283">
                  <c:v>6.96431189423</c:v>
                </c:pt>
                <c:pt idx="2284">
                  <c:v>6.96432776432</c:v>
                </c:pt>
                <c:pt idx="2285">
                  <c:v>6.96455796921</c:v>
                </c:pt>
                <c:pt idx="2286">
                  <c:v>6.96456770758</c:v>
                </c:pt>
                <c:pt idx="2287">
                  <c:v>6.96468798877</c:v>
                </c:pt>
                <c:pt idx="2288">
                  <c:v>6.96469151526</c:v>
                </c:pt>
                <c:pt idx="2289">
                  <c:v>6.96470455805</c:v>
                </c:pt>
                <c:pt idx="2290">
                  <c:v>6.96470911747</c:v>
                </c:pt>
                <c:pt idx="2291">
                  <c:v>6.96469895714</c:v>
                </c:pt>
                <c:pt idx="2292">
                  <c:v>6.96469622005</c:v>
                </c:pt>
                <c:pt idx="2293">
                  <c:v>6.96459099058</c:v>
                </c:pt>
                <c:pt idx="2294">
                  <c:v>6.96458217095</c:v>
                </c:pt>
                <c:pt idx="2295">
                  <c:v>6.96436864994</c:v>
                </c:pt>
                <c:pt idx="2296">
                  <c:v>6.96435377687</c:v>
                </c:pt>
                <c:pt idx="2297">
                  <c:v>6.96403297729</c:v>
                </c:pt>
                <c:pt idx="2298">
                  <c:v>6.96401211584</c:v>
                </c:pt>
                <c:pt idx="2299">
                  <c:v>6.96358282842</c:v>
                </c:pt>
                <c:pt idx="2300">
                  <c:v>6.96355604425</c:v>
                </c:pt>
                <c:pt idx="2301">
                  <c:v>6.96302044056</c:v>
                </c:pt>
                <c:pt idx="2302">
                  <c:v>6.96298785949</c:v>
                </c:pt>
                <c:pt idx="2303">
                  <c:v>6.96235057209</c:v>
                </c:pt>
                <c:pt idx="2304">
                  <c:v>6.96231239413</c:v>
                </c:pt>
                <c:pt idx="2305">
                  <c:v>6.96157851377</c:v>
                </c:pt>
                <c:pt idx="2306">
                  <c:v>6.96153504494</c:v>
                </c:pt>
                <c:pt idx="2307">
                  <c:v>6.9607054541</c:v>
                </c:pt>
                <c:pt idx="2308">
                  <c:v>6.96065678209</c:v>
                </c:pt>
                <c:pt idx="2309">
                  <c:v>6.95973382268</c:v>
                </c:pt>
                <c:pt idx="2310">
                  <c:v>6.95968008231</c:v>
                </c:pt>
                <c:pt idx="2311">
                  <c:v>6.95867069166</c:v>
                </c:pt>
                <c:pt idx="2312">
                  <c:v>6.95861231107</c:v>
                </c:pt>
                <c:pt idx="2313">
                  <c:v>6.9575231705</c:v>
                </c:pt>
                <c:pt idx="2314">
                  <c:v>6.95746052017</c:v>
                </c:pt>
                <c:pt idx="2315">
                  <c:v>6.95629502079</c:v>
                </c:pt>
                <c:pt idx="2316">
                  <c:v>6.95622826083</c:v>
                </c:pt>
                <c:pt idx="2317">
                  <c:v>6.95498945425</c:v>
                </c:pt>
                <c:pt idx="2318">
                  <c:v>6.95491867453</c:v>
                </c:pt>
                <c:pt idx="2319">
                  <c:v>6.95361360416</c:v>
                </c:pt>
                <c:pt idx="2320">
                  <c:v>6.9535393773</c:v>
                </c:pt>
                <c:pt idx="2321">
                  <c:v>6.95217729961</c:v>
                </c:pt>
                <c:pt idx="2322">
                  <c:v>6.95210017532</c:v>
                </c:pt>
                <c:pt idx="2323">
                  <c:v>6.95068602981</c:v>
                </c:pt>
                <c:pt idx="2324">
                  <c:v>6.95060614779</c:v>
                </c:pt>
                <c:pt idx="2325">
                  <c:v>6.94914465623</c:v>
                </c:pt>
                <c:pt idx="2326">
                  <c:v>6.94906224438</c:v>
                </c:pt>
                <c:pt idx="2327">
                  <c:v>6.94756018566</c:v>
                </c:pt>
                <c:pt idx="2328">
                  <c:v>6.94747574419</c:v>
                </c:pt>
                <c:pt idx="2329">
                  <c:v>6.94594293324</c:v>
                </c:pt>
                <c:pt idx="2330">
                  <c:v>6.94585713829</c:v>
                </c:pt>
                <c:pt idx="2331">
                  <c:v>6.94430169456</c:v>
                </c:pt>
                <c:pt idx="2332">
                  <c:v>6.94421473696</c:v>
                </c:pt>
                <c:pt idx="2333">
                  <c:v>6.94264030491</c:v>
                </c:pt>
                <c:pt idx="2334">
                  <c:v>6.94255237825</c:v>
                </c:pt>
                <c:pt idx="2335">
                  <c:v>6.94096648667</c:v>
                </c:pt>
                <c:pt idx="2336">
                  <c:v>6.94087821721</c:v>
                </c:pt>
                <c:pt idx="2337">
                  <c:v>6.93929099154</c:v>
                </c:pt>
                <c:pt idx="2338">
                  <c:v>6.93920299276</c:v>
                </c:pt>
                <c:pt idx="2339">
                  <c:v>6.93762288695</c:v>
                </c:pt>
                <c:pt idx="2340">
                  <c:v>6.93753543026</c:v>
                </c:pt>
                <c:pt idx="2341">
                  <c:v>6.93596769516</c:v>
                </c:pt>
                <c:pt idx="2342">
                  <c:v>6.93588094834</c:v>
                </c:pt>
                <c:pt idx="2343">
                  <c:v>6.93433102586</c:v>
                </c:pt>
                <c:pt idx="2344">
                  <c:v>6.93424557327</c:v>
                </c:pt>
                <c:pt idx="2345">
                  <c:v>6.9327223949</c:v>
                </c:pt>
                <c:pt idx="2346">
                  <c:v>6.9326387324</c:v>
                </c:pt>
                <c:pt idx="2347">
                  <c:v>6.93115134751</c:v>
                </c:pt>
                <c:pt idx="2348">
                  <c:v>6.93106983047</c:v>
                </c:pt>
                <c:pt idx="2349">
                  <c:v>6.9296238248</c:v>
                </c:pt>
                <c:pt idx="2350">
                  <c:v>6.92954462505</c:v>
                </c:pt>
                <c:pt idx="2351">
                  <c:v>6.92814349055</c:v>
                </c:pt>
                <c:pt idx="2352">
                  <c:v>6.92806706085</c:v>
                </c:pt>
                <c:pt idx="2353">
                  <c:v>6.92671951918</c:v>
                </c:pt>
                <c:pt idx="2354">
                  <c:v>6.92664640428</c:v>
                </c:pt>
                <c:pt idx="2355">
                  <c:v>6.92536135097</c:v>
                </c:pt>
                <c:pt idx="2356">
                  <c:v>6.92529175561</c:v>
                </c:pt>
                <c:pt idx="2357">
                  <c:v>6.92407370932</c:v>
                </c:pt>
                <c:pt idx="2358">
                  <c:v>6.92400792474</c:v>
                </c:pt>
                <c:pt idx="2359">
                  <c:v>6.92286068872</c:v>
                </c:pt>
                <c:pt idx="2360">
                  <c:v>6.92279899878</c:v>
                </c:pt>
                <c:pt idx="2361">
                  <c:v>6.92172715131</c:v>
                </c:pt>
                <c:pt idx="2362">
                  <c:v>6.92166991487</c:v>
                </c:pt>
                <c:pt idx="2363">
                  <c:v>6.92068171081</c:v>
                </c:pt>
                <c:pt idx="2364">
                  <c:v>6.92062920518</c:v>
                </c:pt>
                <c:pt idx="2365">
                  <c:v>6.91972918576</c:v>
                </c:pt>
                <c:pt idx="2366">
                  <c:v>6.91968161659</c:v>
                </c:pt>
                <c:pt idx="2367">
                  <c:v>6.91887119115</c:v>
                </c:pt>
                <c:pt idx="2368">
                  <c:v>6.91882874963</c:v>
                </c:pt>
                <c:pt idx="2369">
                  <c:v>6.91811063597</c:v>
                </c:pt>
                <c:pt idx="2370">
                  <c:v>6.91807344309</c:v>
                </c:pt>
                <c:pt idx="2371">
                  <c:v>6.91745352061</c:v>
                </c:pt>
                <c:pt idx="2372">
                  <c:v>6.9174218558</c:v>
                </c:pt>
                <c:pt idx="2373">
                  <c:v>6.91690432694</c:v>
                </c:pt>
                <c:pt idx="2374">
                  <c:v>6.91687840347</c:v>
                </c:pt>
                <c:pt idx="2375">
                  <c:v>6.91646267205</c:v>
                </c:pt>
                <c:pt idx="2376">
                  <c:v>6.91644244583</c:v>
                </c:pt>
                <c:pt idx="2377">
                  <c:v>6.9161289586</c:v>
                </c:pt>
                <c:pt idx="2378">
                  <c:v>6.91611446825</c:v>
                </c:pt>
                <c:pt idx="2379">
                  <c:v>6.915906534</c:v>
                </c:pt>
                <c:pt idx="2380">
                  <c:v>6.91589792556</c:v>
                </c:pt>
                <c:pt idx="2381">
                  <c:v>6.91579847287</c:v>
                </c:pt>
                <c:pt idx="2382">
                  <c:v>6.91579594336</c:v>
                </c:pt>
                <c:pt idx="2383">
                  <c:v>6.91578692442</c:v>
                </c:pt>
                <c:pt idx="2384">
                  <c:v>6.91578982373</c:v>
                </c:pt>
                <c:pt idx="2385">
                  <c:v>6.91580338487</c:v>
                </c:pt>
                <c:pt idx="2386">
                  <c:v>6.91580676844</c:v>
                </c:pt>
                <c:pt idx="2387">
                  <c:v>6.91591859724</c:v>
                </c:pt>
                <c:pt idx="2388">
                  <c:v>6.91592769993</c:v>
                </c:pt>
                <c:pt idx="2389">
                  <c:v>6.91614469337</c:v>
                </c:pt>
                <c:pt idx="2390">
                  <c:v>6.9161596682</c:v>
                </c:pt>
                <c:pt idx="2391">
                  <c:v>6.9164830478</c:v>
                </c:pt>
                <c:pt idx="2392">
                  <c:v>6.91650396685</c:v>
                </c:pt>
                <c:pt idx="2393">
                  <c:v>6.91693164187</c:v>
                </c:pt>
                <c:pt idx="2394">
                  <c:v>6.9169582685</c:v>
                </c:pt>
                <c:pt idx="2395">
                  <c:v>6.91748546143</c:v>
                </c:pt>
                <c:pt idx="2396">
                  <c:v>6.91751741239</c:v>
                </c:pt>
                <c:pt idx="2397">
                  <c:v>6.91814134409</c:v>
                </c:pt>
                <c:pt idx="2398">
                  <c:v>6.91817866571</c:v>
                </c:pt>
                <c:pt idx="2399">
                  <c:v>6.91889994068</c:v>
                </c:pt>
                <c:pt idx="2400">
                  <c:v>6.91894271285</c:v>
                </c:pt>
                <c:pt idx="2401">
                  <c:v>6.91975748985</c:v>
                </c:pt>
                <c:pt idx="2402">
                  <c:v>6.91980527216</c:v>
                </c:pt>
                <c:pt idx="2403">
                  <c:v>6.92070760012</c:v>
                </c:pt>
                <c:pt idx="2404">
                  <c:v>6.9207599999</c:v>
                </c:pt>
                <c:pt idx="2405">
                  <c:v>6.92174507575</c:v>
                </c:pt>
                <c:pt idx="2406">
                  <c:v>6.92180202413</c:v>
                </c:pt>
                <c:pt idx="2407">
                  <c:v>6.92286719836</c:v>
                </c:pt>
                <c:pt idx="2408">
                  <c:v>6.92292863291</c:v>
                </c:pt>
                <c:pt idx="2409">
                  <c:v>6.92407116705</c:v>
                </c:pt>
                <c:pt idx="2410">
                  <c:v>6.92413666203</c:v>
                </c:pt>
                <c:pt idx="2411">
                  <c:v>6.92534848537</c:v>
                </c:pt>
                <c:pt idx="2412">
                  <c:v>6.92541752305</c:v>
                </c:pt>
                <c:pt idx="2413">
                  <c:v>6.92669175785</c:v>
                </c:pt>
                <c:pt idx="2414">
                  <c:v>6.92676419832</c:v>
                </c:pt>
                <c:pt idx="2415">
                  <c:v>6.92809726115</c:v>
                </c:pt>
                <c:pt idx="2416">
                  <c:v>6.9281729356</c:v>
                </c:pt>
                <c:pt idx="2417">
                  <c:v>6.9295606533</c:v>
                </c:pt>
                <c:pt idx="2418">
                  <c:v>6.92963913993</c:v>
                </c:pt>
                <c:pt idx="2419">
                  <c:v>6.93107367414</c:v>
                </c:pt>
                <c:pt idx="2420">
                  <c:v>6.93115442913</c:v>
                </c:pt>
                <c:pt idx="2421">
                  <c:v>6.93262655318</c:v>
                </c:pt>
                <c:pt idx="2422">
                  <c:v>6.93270930064</c:v>
                </c:pt>
                <c:pt idx="2423">
                  <c:v>6.93421388049</c:v>
                </c:pt>
                <c:pt idx="2424">
                  <c:v>6.93429836335</c:v>
                </c:pt>
                <c:pt idx="2425">
                  <c:v>6.93583089197</c:v>
                </c:pt>
                <c:pt idx="2426">
                  <c:v>6.93591664552</c:v>
                </c:pt>
                <c:pt idx="2427">
                  <c:v>6.93746961127</c:v>
                </c:pt>
                <c:pt idx="2428">
                  <c:v>6.93755622747</c:v>
                </c:pt>
                <c:pt idx="2429">
                  <c:v>6.93912017401</c:v>
                </c:pt>
                <c:pt idx="2430">
                  <c:v>6.93920724346</c:v>
                </c:pt>
                <c:pt idx="2431">
                  <c:v>6.94077474812</c:v>
                </c:pt>
                <c:pt idx="2432">
                  <c:v>6.94086191868</c:v>
                </c:pt>
                <c:pt idx="2433">
                  <c:v>6.94242918466</c:v>
                </c:pt>
                <c:pt idx="2434">
                  <c:v>6.94251611448</c:v>
                </c:pt>
                <c:pt idx="2435">
                  <c:v>6.94407673441</c:v>
                </c:pt>
                <c:pt idx="2436">
                  <c:v>6.94416298614</c:v>
                </c:pt>
                <c:pt idx="2437">
                  <c:v>6.94570601324</c:v>
                </c:pt>
                <c:pt idx="2438">
                  <c:v>6.94579114611</c:v>
                </c:pt>
                <c:pt idx="2439">
                  <c:v>6.94730986439</c:v>
                </c:pt>
                <c:pt idx="2440">
                  <c:v>6.94739352294</c:v>
                </c:pt>
                <c:pt idx="2441">
                  <c:v>6.94888341785</c:v>
                </c:pt>
                <c:pt idx="2442">
                  <c:v>6.94896524126</c:v>
                </c:pt>
                <c:pt idx="2443">
                  <c:v>6.95042064865</c:v>
                </c:pt>
                <c:pt idx="2444">
                  <c:v>6.95050037251</c:v>
                </c:pt>
                <c:pt idx="2445">
                  <c:v>6.95191312985</c:v>
                </c:pt>
                <c:pt idx="2446">
                  <c:v>6.95199031625</c:v>
                </c:pt>
                <c:pt idx="2447">
                  <c:v>6.95335213789</c:v>
                </c:pt>
                <c:pt idx="2448">
                  <c:v>6.95342629003</c:v>
                </c:pt>
                <c:pt idx="2449">
                  <c:v>6.95473302052</c:v>
                </c:pt>
                <c:pt idx="2450">
                  <c:v>6.95480398808</c:v>
                </c:pt>
                <c:pt idx="2451">
                  <c:v>6.95605188044</c:v>
                </c:pt>
                <c:pt idx="2452">
                  <c:v>6.95611943969</c:v>
                </c:pt>
                <c:pt idx="2453">
                  <c:v>6.95730164637</c:v>
                </c:pt>
                <c:pt idx="2454">
                  <c:v>6.95736541773</c:v>
                </c:pt>
                <c:pt idx="2455">
                  <c:v>6.95847448562</c:v>
                </c:pt>
                <c:pt idx="2456">
                  <c:v>6.95853396228</c:v>
                </c:pt>
                <c:pt idx="2457">
                  <c:v>6.95956576929</c:v>
                </c:pt>
                <c:pt idx="2458">
                  <c:v>6.95962086287</c:v>
                </c:pt>
                <c:pt idx="2459">
                  <c:v>6.96057376087</c:v>
                </c:pt>
                <c:pt idx="2460">
                  <c:v>6.96062448518</c:v>
                </c:pt>
                <c:pt idx="2461">
                  <c:v>6.96149405217</c:v>
                </c:pt>
                <c:pt idx="2462">
                  <c:v>6.96153994939</c:v>
                </c:pt>
                <c:pt idx="2463">
                  <c:v>6.96231912737</c:v>
                </c:pt>
                <c:pt idx="2464">
                  <c:v>6.9623598121</c:v>
                </c:pt>
                <c:pt idx="2465">
                  <c:v>6.96304651813</c:v>
                </c:pt>
                <c:pt idx="2466">
                  <c:v>6.96308203469</c:v>
                </c:pt>
                <c:pt idx="2467">
                  <c:v>6.9636750828</c:v>
                </c:pt>
                <c:pt idx="2468">
                  <c:v>6.96370545396</c:v>
                </c:pt>
                <c:pt idx="2469">
                  <c:v>6.9642031077</c:v>
                </c:pt>
                <c:pt idx="2470">
                  <c:v>6.96422809101</c:v>
                </c:pt>
                <c:pt idx="2471">
                  <c:v>6.96462609931</c:v>
                </c:pt>
                <c:pt idx="2472">
                  <c:v>6.96464530893</c:v>
                </c:pt>
                <c:pt idx="2473">
                  <c:v>6.96494055512</c:v>
                </c:pt>
                <c:pt idx="2474">
                  <c:v>6.96495410852</c:v>
                </c:pt>
                <c:pt idx="2475">
                  <c:v>6.96514897497</c:v>
                </c:pt>
                <c:pt idx="2476">
                  <c:v>6.96515709274</c:v>
                </c:pt>
                <c:pt idx="2477">
                  <c:v>6.96525156869</c:v>
                </c:pt>
                <c:pt idx="2478">
                  <c:v>6.9652539949</c:v>
                </c:pt>
                <c:pt idx="2479">
                  <c:v>6.96525607799</c:v>
                </c:pt>
                <c:pt idx="2480">
                  <c:v>6.96526245015</c:v>
                </c:pt>
                <c:pt idx="2481">
                  <c:v>6.96524609439</c:v>
                </c:pt>
                <c:pt idx="2482">
                  <c:v>6.96524274169</c:v>
                </c:pt>
                <c:pt idx="2483">
                  <c:v>6.96513131027</c:v>
                </c:pt>
                <c:pt idx="2484">
                  <c:v>6.9651222581</c:v>
                </c:pt>
                <c:pt idx="2485">
                  <c:v>6.96490936213</c:v>
                </c:pt>
                <c:pt idx="2486">
                  <c:v>6.96489487122</c:v>
                </c:pt>
                <c:pt idx="2487">
                  <c:v>6.96458447113</c:v>
                </c:pt>
                <c:pt idx="2488">
                  <c:v>6.96456454653</c:v>
                </c:pt>
                <c:pt idx="2489">
                  <c:v>6.96415639302</c:v>
                </c:pt>
                <c:pt idx="2490">
                  <c:v>6.96413090952</c:v>
                </c:pt>
                <c:pt idx="2491">
                  <c:v>6.96362485062</c:v>
                </c:pt>
                <c:pt idx="2492">
                  <c:v>6.96359408074</c:v>
                </c:pt>
                <c:pt idx="2493">
                  <c:v>6.96299409169</c:v>
                </c:pt>
                <c:pt idx="2494">
                  <c:v>6.96295828535</c:v>
                </c:pt>
                <c:pt idx="2495">
                  <c:v>6.96226902943</c:v>
                </c:pt>
                <c:pt idx="2496">
                  <c:v>6.96222834736</c:v>
                </c:pt>
                <c:pt idx="2497">
                  <c:v>6.96145404503</c:v>
                </c:pt>
                <c:pt idx="2498">
                  <c:v>6.96140862188</c:v>
                </c:pt>
                <c:pt idx="2499">
                  <c:v>6.96054918837</c:v>
                </c:pt>
                <c:pt idx="2500">
                  <c:v>6.96049919301</c:v>
                </c:pt>
                <c:pt idx="2501">
                  <c:v>6.95955956252</c:v>
                </c:pt>
                <c:pt idx="2502">
                  <c:v>6.9595053158</c:v>
                </c:pt>
                <c:pt idx="2503">
                  <c:v>6.95849258369</c:v>
                </c:pt>
                <c:pt idx="2504">
                  <c:v>6.95843433668</c:v>
                </c:pt>
                <c:pt idx="2505">
                  <c:v>6.95735351736</c:v>
                </c:pt>
                <c:pt idx="2506">
                  <c:v>6.95729160068</c:v>
                </c:pt>
                <c:pt idx="2507">
                  <c:v>6.95614557102</c:v>
                </c:pt>
                <c:pt idx="2508">
                  <c:v>6.95608019128</c:v>
                </c:pt>
                <c:pt idx="2509">
                  <c:v>6.95487293396</c:v>
                </c:pt>
                <c:pt idx="2510">
                  <c:v>6.95480433555</c:v>
                </c:pt>
                <c:pt idx="2511">
                  <c:v>6.95354434081</c:v>
                </c:pt>
                <c:pt idx="2512">
                  <c:v>6.95347299542</c:v>
                </c:pt>
                <c:pt idx="2513">
                  <c:v>6.95216744684</c:v>
                </c:pt>
                <c:pt idx="2514">
                  <c:v>6.95209369548</c:v>
                </c:pt>
                <c:pt idx="2515">
                  <c:v>6.950746391</c:v>
                </c:pt>
                <c:pt idx="2516">
                  <c:v>6.95067052674</c:v>
                </c:pt>
                <c:pt idx="2517">
                  <c:v>6.94928643114</c:v>
                </c:pt>
                <c:pt idx="2518">
                  <c:v>6.94920865156</c:v>
                </c:pt>
                <c:pt idx="2519">
                  <c:v>6.94779590339</c:v>
                </c:pt>
                <c:pt idx="2520">
                  <c:v>6.94771675394</c:v>
                </c:pt>
                <c:pt idx="2521">
                  <c:v>6.94628482031</c:v>
                </c:pt>
                <c:pt idx="2522">
                  <c:v>6.94620484144</c:v>
                </c:pt>
                <c:pt idx="2523">
                  <c:v>6.94475827953</c:v>
                </c:pt>
                <c:pt idx="2524">
                  <c:v>6.94467763</c:v>
                </c:pt>
                <c:pt idx="2525">
                  <c:v>6.94322124038</c:v>
                </c:pt>
                <c:pt idx="2526">
                  <c:v>6.94314021308</c:v>
                </c:pt>
                <c:pt idx="2527">
                  <c:v>6.94168244274</c:v>
                </c:pt>
                <c:pt idx="2528">
                  <c:v>6.94160150975</c:v>
                </c:pt>
                <c:pt idx="2529">
                  <c:v>6.94015016366</c:v>
                </c:pt>
                <c:pt idx="2530">
                  <c:v>6.9400699111</c:v>
                </c:pt>
                <c:pt idx="2531">
                  <c:v>6.93863271326</c:v>
                </c:pt>
                <c:pt idx="2532">
                  <c:v>6.93855338246</c:v>
                </c:pt>
                <c:pt idx="2533">
                  <c:v>6.93713365251</c:v>
                </c:pt>
                <c:pt idx="2534">
                  <c:v>6.93705531785</c:v>
                </c:pt>
                <c:pt idx="2535">
                  <c:v>6.93565966114</c:v>
                </c:pt>
                <c:pt idx="2536">
                  <c:v>6.93558294686</c:v>
                </c:pt>
                <c:pt idx="2537">
                  <c:v>6.93422139203</c:v>
                </c:pt>
                <c:pt idx="2538">
                  <c:v>6.93414685654</c:v>
                </c:pt>
                <c:pt idx="2539">
                  <c:v>6.93282495934</c:v>
                </c:pt>
                <c:pt idx="2540">
                  <c:v>6.93275274091</c:v>
                </c:pt>
                <c:pt idx="2541">
                  <c:v>6.93147486639</c:v>
                </c:pt>
                <c:pt idx="2542">
                  <c:v>6.93140514665</c:v>
                </c:pt>
                <c:pt idx="2543">
                  <c:v>6.93017603553</c:v>
                </c:pt>
                <c:pt idx="2544">
                  <c:v>6.93010923036</c:v>
                </c:pt>
                <c:pt idx="2545">
                  <c:v>6.9289367161</c:v>
                </c:pt>
                <c:pt idx="2546">
                  <c:v>6.92887335664</c:v>
                </c:pt>
                <c:pt idx="2547">
                  <c:v>6.92776466291</c:v>
                </c:pt>
                <c:pt idx="2548">
                  <c:v>6.92770489597</c:v>
                </c:pt>
                <c:pt idx="2549">
                  <c:v>6.92666243245</c:v>
                </c:pt>
                <c:pt idx="2550">
                  <c:v>6.92660634899</c:v>
                </c:pt>
                <c:pt idx="2551">
                  <c:v>6.92563379928</c:v>
                </c:pt>
                <c:pt idx="2552">
                  <c:v>6.92558179745</c:v>
                </c:pt>
                <c:pt idx="2553">
                  <c:v>6.92468474415</c:v>
                </c:pt>
                <c:pt idx="2554">
                  <c:v>6.92463721717</c:v>
                </c:pt>
                <c:pt idx="2555">
                  <c:v>6.92382213823</c:v>
                </c:pt>
                <c:pt idx="2556">
                  <c:v>6.92377918944</c:v>
                </c:pt>
                <c:pt idx="2557">
                  <c:v>6.92304883072</c:v>
                </c:pt>
                <c:pt idx="2558">
                  <c:v>6.92301053108</c:v>
                </c:pt>
                <c:pt idx="2559">
                  <c:v>6.92236500301</c:v>
                </c:pt>
                <c:pt idx="2560">
                  <c:v>6.92233158072</c:v>
                </c:pt>
                <c:pt idx="2561">
                  <c:v>6.92177541328</c:v>
                </c:pt>
                <c:pt idx="2562">
                  <c:v>6.92174714019</c:v>
                </c:pt>
                <c:pt idx="2563">
                  <c:v>6.92128495379</c:v>
                </c:pt>
                <c:pt idx="2564">
                  <c:v>6.92126190076</c:v>
                </c:pt>
                <c:pt idx="2565">
                  <c:v>6.92089489509</c:v>
                </c:pt>
                <c:pt idx="2566">
                  <c:v>6.92087709076</c:v>
                </c:pt>
                <c:pt idx="2567">
                  <c:v>6.92060506079</c:v>
                </c:pt>
                <c:pt idx="2568">
                  <c:v>6.92059258987</c:v>
                </c:pt>
                <c:pt idx="2569">
                  <c:v>6.92041597385</c:v>
                </c:pt>
                <c:pt idx="2570">
                  <c:v>6.92040893819</c:v>
                </c:pt>
                <c:pt idx="2571">
                  <c:v>6.92033117549</c:v>
                </c:pt>
                <c:pt idx="2572">
                  <c:v>6.92032959829</c:v>
                </c:pt>
                <c:pt idx="2573">
                  <c:v>6.92032635567</c:v>
                </c:pt>
                <c:pt idx="2574">
                  <c:v>6.92032898861</c:v>
                </c:pt>
                <c:pt idx="2575">
                  <c:v>6.92035177528</c:v>
                </c:pt>
                <c:pt idx="2576">
                  <c:v>6.9203556878</c:v>
                </c:pt>
                <c:pt idx="2577">
                  <c:v>6.9204746941</c:v>
                </c:pt>
                <c:pt idx="2578">
                  <c:v>6.92048400627</c:v>
                </c:pt>
                <c:pt idx="2579">
                  <c:v>6.92069800016</c:v>
                </c:pt>
                <c:pt idx="2580">
                  <c:v>6.92071255618</c:v>
                </c:pt>
                <c:pt idx="2581">
                  <c:v>6.92102328321</c:v>
                </c:pt>
                <c:pt idx="2582">
                  <c:v>6.92104319686</c:v>
                </c:pt>
                <c:pt idx="2583">
                  <c:v>6.92145006308</c:v>
                </c:pt>
                <c:pt idx="2584">
                  <c:v>6.92147524966</c:v>
                </c:pt>
                <c:pt idx="2585">
                  <c:v>6.92197431156</c:v>
                </c:pt>
                <c:pt idx="2586">
                  <c:v>6.92200457582</c:v>
                </c:pt>
                <c:pt idx="2587">
                  <c:v>6.92259205548</c:v>
                </c:pt>
                <c:pt idx="2588">
                  <c:v>6.92262715001</c:v>
                </c:pt>
                <c:pt idx="2589">
                  <c:v>6.92330168069</c:v>
                </c:pt>
                <c:pt idx="2590">
                  <c:v>6.92334150445</c:v>
                </c:pt>
                <c:pt idx="2591">
                  <c:v>6.92410248837</c:v>
                </c:pt>
                <c:pt idx="2592">
                  <c:v>6.92414711139</c:v>
                </c:pt>
                <c:pt idx="2593">
                  <c:v>6.92498921759</c:v>
                </c:pt>
                <c:pt idx="2594">
                  <c:v>6.92503818492</c:v>
                </c:pt>
                <c:pt idx="2595">
                  <c:v>6.92595518957</c:v>
                </c:pt>
                <c:pt idx="2596">
                  <c:v>6.92600812932</c:v>
                </c:pt>
                <c:pt idx="2597">
                  <c:v>6.92699713318</c:v>
                </c:pt>
                <c:pt idx="2598">
                  <c:v>6.9270539961</c:v>
                </c:pt>
                <c:pt idx="2599">
                  <c:v>6.9281127375</c:v>
                </c:pt>
                <c:pt idx="2600">
                  <c:v>6.92817343286</c:v>
                </c:pt>
                <c:pt idx="2601">
                  <c:v>6.92929668871</c:v>
                </c:pt>
                <c:pt idx="2602">
                  <c:v>6.92936081584</c:v>
                </c:pt>
                <c:pt idx="2603">
                  <c:v>6.93054128747</c:v>
                </c:pt>
                <c:pt idx="2604">
                  <c:v>6.9306083037</c:v>
                </c:pt>
                <c:pt idx="2605">
                  <c:v>6.93184055728</c:v>
                </c:pt>
                <c:pt idx="2606">
                  <c:v>6.93191034929</c:v>
                </c:pt>
                <c:pt idx="2607">
                  <c:v>6.93319115223</c:v>
                </c:pt>
                <c:pt idx="2608">
                  <c:v>6.93326361915</c:v>
                </c:pt>
                <c:pt idx="2609">
                  <c:v>6.93458771339</c:v>
                </c:pt>
                <c:pt idx="2610">
                  <c:v>6.93466236696</c:v>
                </c:pt>
                <c:pt idx="2611">
                  <c:v>6.93602126817</c:v>
                </c:pt>
                <c:pt idx="2612">
                  <c:v>6.9360975246</c:v>
                </c:pt>
                <c:pt idx="2613">
                  <c:v>6.93748422845</c:v>
                </c:pt>
                <c:pt idx="2614">
                  <c:v>6.93756191726</c:v>
                </c:pt>
                <c:pt idx="2615">
                  <c:v>6.93897215891</c:v>
                </c:pt>
                <c:pt idx="2616">
                  <c:v>6.9390511354</c:v>
                </c:pt>
                <c:pt idx="2617">
                  <c:v>6.94047990331</c:v>
                </c:pt>
                <c:pt idx="2618">
                  <c:v>6.9405596626</c:v>
                </c:pt>
                <c:pt idx="2619">
                  <c:v>6.94199875931</c:v>
                </c:pt>
                <c:pt idx="2620">
                  <c:v>6.94207874361</c:v>
                </c:pt>
                <c:pt idx="2621">
                  <c:v>6.94351915342</c:v>
                </c:pt>
                <c:pt idx="2622">
                  <c:v>6.94359912373</c:v>
                </c:pt>
                <c:pt idx="2623">
                  <c:v>6.94503682067</c:v>
                </c:pt>
                <c:pt idx="2624">
                  <c:v>6.94511655843</c:v>
                </c:pt>
                <c:pt idx="2625">
                  <c:v>6.94654637642</c:v>
                </c:pt>
                <c:pt idx="2626">
                  <c:v>6.94662546839</c:v>
                </c:pt>
                <c:pt idx="2627">
                  <c:v>6.94804041205</c:v>
                </c:pt>
                <c:pt idx="2628">
                  <c:v>6.94811837215</c:v>
                </c:pt>
                <c:pt idx="2629">
                  <c:v>6.94950983801</c:v>
                </c:pt>
                <c:pt idx="2630">
                  <c:v>6.94958638933</c:v>
                </c:pt>
                <c:pt idx="2631">
                  <c:v>6.95094868902</c:v>
                </c:pt>
                <c:pt idx="2632">
                  <c:v>6.95102357519</c:v>
                </c:pt>
                <c:pt idx="2633">
                  <c:v>6.95235405506</c:v>
                </c:pt>
                <c:pt idx="2634">
                  <c:v>6.95242694233</c:v>
                </c:pt>
                <c:pt idx="2635">
                  <c:v>6.95371868563</c:v>
                </c:pt>
                <c:pt idx="2636">
                  <c:v>6.95378917463</c:v>
                </c:pt>
                <c:pt idx="2637">
                  <c:v>6.95503387996</c:v>
                </c:pt>
                <c:pt idx="2638">
                  <c:v>6.95510164657</c:v>
                </c:pt>
                <c:pt idx="2639">
                  <c:v>6.95629373614</c:v>
                </c:pt>
                <c:pt idx="2640">
                  <c:v>6.95635848945</c:v>
                </c:pt>
                <c:pt idx="2641">
                  <c:v>6.95749499894</c:v>
                </c:pt>
                <c:pt idx="2642">
                  <c:v>6.95755648522</c:v>
                </c:pt>
                <c:pt idx="2643">
                  <c:v>6.95863324473</c:v>
                </c:pt>
                <c:pt idx="2644">
                  <c:v>6.95869123039</c:v>
                </c:pt>
                <c:pt idx="2645">
                  <c:v>6.95970093399</c:v>
                </c:pt>
                <c:pt idx="2646">
                  <c:v>6.95975510496</c:v>
                </c:pt>
                <c:pt idx="2647">
                  <c:v>6.96069256903</c:v>
                </c:pt>
                <c:pt idx="2648">
                  <c:v>6.96074260665</c:v>
                </c:pt>
                <c:pt idx="2649">
                  <c:v>6.96160575957</c:v>
                </c:pt>
                <c:pt idx="2650">
                  <c:v>6.96165157432</c:v>
                </c:pt>
                <c:pt idx="2651">
                  <c:v>6.96243824159</c:v>
                </c:pt>
                <c:pt idx="2652">
                  <c:v>6.96247969795</c:v>
                </c:pt>
                <c:pt idx="2653">
                  <c:v>6.96318425128</c:v>
                </c:pt>
                <c:pt idx="2654">
                  <c:v>6.96322109134</c:v>
                </c:pt>
                <c:pt idx="2655">
                  <c:v>6.96383933669</c:v>
                </c:pt>
                <c:pt idx="2656">
                  <c:v>6.96387124603</c:v>
                </c:pt>
                <c:pt idx="2657">
                  <c:v>6.96440191235</c:v>
                </c:pt>
                <c:pt idx="2658">
                  <c:v>6.96442891623</c:v>
                </c:pt>
                <c:pt idx="2659">
                  <c:v>6.96487214433</c:v>
                </c:pt>
                <c:pt idx="2660">
                  <c:v>6.9648942919</c:v>
                </c:pt>
                <c:pt idx="2661">
                  <c:v>6.96524677601</c:v>
                </c:pt>
                <c:pt idx="2662">
                  <c:v>6.96526381134</c:v>
                </c:pt>
                <c:pt idx="2663">
                  <c:v>6.96552217389</c:v>
                </c:pt>
                <c:pt idx="2664">
                  <c:v>6.9655338774</c:v>
                </c:pt>
                <c:pt idx="2665">
                  <c:v>6.96569813285</c:v>
                </c:pt>
                <c:pt idx="2666">
                  <c:v>6.96570462791</c:v>
                </c:pt>
                <c:pt idx="2667">
                  <c:v>6.9657745471</c:v>
                </c:pt>
                <c:pt idx="2668">
                  <c:v>6.96577620796</c:v>
                </c:pt>
                <c:pt idx="2669">
                  <c:v>6.96577766402</c:v>
                </c:pt>
                <c:pt idx="2670">
                  <c:v>6.96578080304</c:v>
                </c:pt>
                <c:pt idx="2671">
                  <c:v>6.96575720585</c:v>
                </c:pt>
                <c:pt idx="2672">
                  <c:v>6.96575350681</c:v>
                </c:pt>
                <c:pt idx="2673">
                  <c:v>6.96563790223</c:v>
                </c:pt>
                <c:pt idx="2674">
                  <c:v>6.96562878419</c:v>
                </c:pt>
                <c:pt idx="2675">
                  <c:v>6.96541929422</c:v>
                </c:pt>
                <c:pt idx="2676">
                  <c:v>6.96540509615</c:v>
                </c:pt>
                <c:pt idx="2677">
                  <c:v>6.96510523848</c:v>
                </c:pt>
                <c:pt idx="2678">
                  <c:v>6.96508615028</c:v>
                </c:pt>
                <c:pt idx="2679">
                  <c:v>6.96469742579</c:v>
                </c:pt>
                <c:pt idx="2680">
                  <c:v>6.96467343128</c:v>
                </c:pt>
                <c:pt idx="2681">
                  <c:v>6.96419711686</c:v>
                </c:pt>
                <c:pt idx="2682">
                  <c:v>6.96416815719</c:v>
                </c:pt>
                <c:pt idx="2683">
                  <c:v>6.96360393414</c:v>
                </c:pt>
                <c:pt idx="2684">
                  <c:v>6.96357021366</c:v>
                </c:pt>
                <c:pt idx="2685">
                  <c:v>6.9629240128</c:v>
                </c:pt>
                <c:pt idx="2686">
                  <c:v>6.96288603687</c:v>
                </c:pt>
                <c:pt idx="2687">
                  <c:v>6.96216275384</c:v>
                </c:pt>
                <c:pt idx="2688">
                  <c:v>6.9621204479</c:v>
                </c:pt>
                <c:pt idx="2689">
                  <c:v>6.96132070493</c:v>
                </c:pt>
                <c:pt idx="2690">
                  <c:v>6.96127412656</c:v>
                </c:pt>
                <c:pt idx="2691">
                  <c:v>6.96040134136</c:v>
                </c:pt>
                <c:pt idx="2692">
                  <c:v>6.96035088416</c:v>
                </c:pt>
                <c:pt idx="2693">
                  <c:v>6.9594094097</c:v>
                </c:pt>
                <c:pt idx="2694">
                  <c:v>6.95935540004</c:v>
                </c:pt>
                <c:pt idx="2695">
                  <c:v>6.95835264869</c:v>
                </c:pt>
                <c:pt idx="2696">
                  <c:v>6.95829533637</c:v>
                </c:pt>
                <c:pt idx="2697">
                  <c:v>6.95723489626</c:v>
                </c:pt>
                <c:pt idx="2698">
                  <c:v>6.95717434147</c:v>
                </c:pt>
                <c:pt idx="2699">
                  <c:v>6.95605823932</c:v>
                </c:pt>
                <c:pt idx="2700">
                  <c:v>6.95599483781</c:v>
                </c:pt>
                <c:pt idx="2701">
                  <c:v>6.95483014025</c:v>
                </c:pt>
                <c:pt idx="2702">
                  <c:v>6.95476425847</c:v>
                </c:pt>
                <c:pt idx="2703">
                  <c:v>6.95355779484</c:v>
                </c:pt>
                <c:pt idx="2704">
                  <c:v>6.95348970348</c:v>
                </c:pt>
                <c:pt idx="2705">
                  <c:v>6.95224756659</c:v>
                </c:pt>
                <c:pt idx="2706">
                  <c:v>6.95217758933</c:v>
                </c:pt>
                <c:pt idx="2707">
                  <c:v>6.95090339883</c:v>
                </c:pt>
                <c:pt idx="2708">
                  <c:v>6.95083184098</c:v>
                </c:pt>
                <c:pt idx="2709">
                  <c:v>6.94953071603</c:v>
                </c:pt>
                <c:pt idx="2710">
                  <c:v>6.94945792334</c:v>
                </c:pt>
                <c:pt idx="2711">
                  <c:v>6.94813930782</c:v>
                </c:pt>
                <c:pt idx="2712">
                  <c:v>6.94806565427</c:v>
                </c:pt>
                <c:pt idx="2713">
                  <c:v>6.94673568724</c:v>
                </c:pt>
                <c:pt idx="2714">
                  <c:v>6.94666152492</c:v>
                </c:pt>
                <c:pt idx="2715">
                  <c:v>6.94532433211</c:v>
                </c:pt>
                <c:pt idx="2716">
                  <c:v>6.94524999</c:v>
                </c:pt>
                <c:pt idx="2717">
                  <c:v>6.94391091554</c:v>
                </c:pt>
                <c:pt idx="2718">
                  <c:v>6.94383664115</c:v>
                </c:pt>
                <c:pt idx="2719">
                  <c:v>6.9425040895</c:v>
                </c:pt>
                <c:pt idx="2720">
                  <c:v>6.94243034975</c:v>
                </c:pt>
                <c:pt idx="2721">
                  <c:v>6.94111225524</c:v>
                </c:pt>
                <c:pt idx="2722">
                  <c:v>6.94103950289</c:v>
                </c:pt>
                <c:pt idx="2723">
                  <c:v>6.93973967939</c:v>
                </c:pt>
                <c:pt idx="2724">
                  <c:v>6.93966809498</c:v>
                </c:pt>
                <c:pt idx="2725">
                  <c:v>6.93839119161</c:v>
                </c:pt>
                <c:pt idx="2726">
                  <c:v>6.9383210268</c:v>
                </c:pt>
                <c:pt idx="2727">
                  <c:v>6.93707420291</c:v>
                </c:pt>
                <c:pt idx="2728">
                  <c:v>6.93700586215</c:v>
                </c:pt>
                <c:pt idx="2729">
                  <c:v>6.93579676443</c:v>
                </c:pt>
                <c:pt idx="2730">
                  <c:v>6.93573077196</c:v>
                </c:pt>
                <c:pt idx="2731">
                  <c:v>6.93456471058</c:v>
                </c:pt>
                <c:pt idx="2732">
                  <c:v>6.93450120516</c:v>
                </c:pt>
                <c:pt idx="2733">
                  <c:v>6.93338042712</c:v>
                </c:pt>
                <c:pt idx="2734">
                  <c:v>6.93331950161</c:v>
                </c:pt>
                <c:pt idx="2735">
                  <c:v>6.93225057394</c:v>
                </c:pt>
                <c:pt idx="2736">
                  <c:v>6.93219271846</c:v>
                </c:pt>
                <c:pt idx="2737">
                  <c:v>6.93118267792</c:v>
                </c:pt>
                <c:pt idx="2738">
                  <c:v>6.93112831949</c:v>
                </c:pt>
                <c:pt idx="2739">
                  <c:v>6.93018121861</c:v>
                </c:pt>
                <c:pt idx="2740">
                  <c:v>6.93013044434</c:v>
                </c:pt>
                <c:pt idx="2741">
                  <c:v>6.92924899887</c:v>
                </c:pt>
                <c:pt idx="2742">
                  <c:v>6.92920184156</c:v>
                </c:pt>
                <c:pt idx="2743">
                  <c:v>6.92838876682</c:v>
                </c:pt>
                <c:pt idx="2744">
                  <c:v>6.92834559333</c:v>
                </c:pt>
                <c:pt idx="2745">
                  <c:v>6.92760796101</c:v>
                </c:pt>
                <c:pt idx="2746">
                  <c:v>6.92756920607</c:v>
                </c:pt>
                <c:pt idx="2747">
                  <c:v>6.92691012165</c:v>
                </c:pt>
                <c:pt idx="2748">
                  <c:v>6.92687574851</c:v>
                </c:pt>
                <c:pt idx="2749">
                  <c:v>6.92629674071</c:v>
                </c:pt>
                <c:pt idx="2750">
                  <c:v>6.92626675362</c:v>
                </c:pt>
                <c:pt idx="2751">
                  <c:v>6.92576894146</c:v>
                </c:pt>
                <c:pt idx="2752">
                  <c:v>6.92574358801</c:v>
                </c:pt>
                <c:pt idx="2753">
                  <c:v>6.92533099318</c:v>
                </c:pt>
                <c:pt idx="2754">
                  <c:v>6.92531057591</c:v>
                </c:pt>
                <c:pt idx="2755">
                  <c:v>6.92498680928</c:v>
                </c:pt>
                <c:pt idx="2756">
                  <c:v>6.92497131975</c:v>
                </c:pt>
                <c:pt idx="2757">
                  <c:v>6.92473563624</c:v>
                </c:pt>
                <c:pt idx="2758">
                  <c:v>6.92472490232</c:v>
                </c:pt>
                <c:pt idx="2759">
                  <c:v>6.92457703443</c:v>
                </c:pt>
                <c:pt idx="2760">
                  <c:v>6.92457129163</c:v>
                </c:pt>
                <c:pt idx="2761">
                  <c:v>6.92451298468</c:v>
                </c:pt>
                <c:pt idx="2762">
                  <c:v>6.92451232879</c:v>
                </c:pt>
                <c:pt idx="2763">
                  <c:v>6.92451170551</c:v>
                </c:pt>
                <c:pt idx="2764">
                  <c:v>6.92451370848</c:v>
                </c:pt>
                <c:pt idx="2765">
                  <c:v>6.92454551325</c:v>
                </c:pt>
                <c:pt idx="2766">
                  <c:v>6.92454988451</c:v>
                </c:pt>
                <c:pt idx="2767">
                  <c:v>6.92467380422</c:v>
                </c:pt>
                <c:pt idx="2768">
                  <c:v>6.92468305953</c:v>
                </c:pt>
                <c:pt idx="2769">
                  <c:v>6.9248938207</c:v>
                </c:pt>
                <c:pt idx="2770">
                  <c:v>6.92490795131</c:v>
                </c:pt>
                <c:pt idx="2771">
                  <c:v>6.92520602176</c:v>
                </c:pt>
                <c:pt idx="2772">
                  <c:v>6.92522507108</c:v>
                </c:pt>
                <c:pt idx="2773">
                  <c:v>6.92561067679</c:v>
                </c:pt>
                <c:pt idx="2774">
                  <c:v>6.92563447082</c:v>
                </c:pt>
                <c:pt idx="2775">
                  <c:v>6.92610639268</c:v>
                </c:pt>
                <c:pt idx="2776">
                  <c:v>6.92613488633</c:v>
                </c:pt>
                <c:pt idx="2777">
                  <c:v>6.92668835916</c:v>
                </c:pt>
                <c:pt idx="2778">
                  <c:v>6.92672131844</c:v>
                </c:pt>
                <c:pt idx="2779">
                  <c:v>6.92735252999</c:v>
                </c:pt>
                <c:pt idx="2780">
                  <c:v>6.9273898222</c:v>
                </c:pt>
                <c:pt idx="2781">
                  <c:v>6.92809972464</c:v>
                </c:pt>
                <c:pt idx="2782">
                  <c:v>6.92814126249</c:v>
                </c:pt>
                <c:pt idx="2783">
                  <c:v>6.92892595107</c:v>
                </c:pt>
                <c:pt idx="2784">
                  <c:v>6.92897145136</c:v>
                </c:pt>
                <c:pt idx="2785">
                  <c:v>6.92982538018</c:v>
                </c:pt>
                <c:pt idx="2786">
                  <c:v>6.929874727</c:v>
                </c:pt>
                <c:pt idx="2787">
                  <c:v>6.93079359296</c:v>
                </c:pt>
                <c:pt idx="2788">
                  <c:v>6.93084638199</c:v>
                </c:pt>
                <c:pt idx="2789">
                  <c:v>6.93182691191</c:v>
                </c:pt>
                <c:pt idx="2790">
                  <c:v>6.93188302424</c:v>
                </c:pt>
                <c:pt idx="2791">
                  <c:v>6.93292353866</c:v>
                </c:pt>
                <c:pt idx="2792">
                  <c:v>6.93298289227</c:v>
                </c:pt>
                <c:pt idx="2793">
                  <c:v>6.93407627103</c:v>
                </c:pt>
                <c:pt idx="2794">
                  <c:v>6.93413837917</c:v>
                </c:pt>
                <c:pt idx="2795">
                  <c:v>6.93527795018</c:v>
                </c:pt>
                <c:pt idx="2796">
                  <c:v>6.93534247691</c:v>
                </c:pt>
                <c:pt idx="2797">
                  <c:v>6.93652481798</c:v>
                </c:pt>
                <c:pt idx="2798">
                  <c:v>6.9365915648</c:v>
                </c:pt>
                <c:pt idx="2799">
                  <c:v>6.9378127194</c:v>
                </c:pt>
                <c:pt idx="2800">
                  <c:v>6.93788154507</c:v>
                </c:pt>
                <c:pt idx="2801">
                  <c:v>6.93913520285</c:v>
                </c:pt>
                <c:pt idx="2802">
                  <c:v>6.9392056685</c:v>
                </c:pt>
                <c:pt idx="2803">
                  <c:v>6.94048422981</c:v>
                </c:pt>
                <c:pt idx="2804">
                  <c:v>6.94055578621</c:v>
                </c:pt>
                <c:pt idx="2805">
                  <c:v>6.94185339305</c:v>
                </c:pt>
                <c:pt idx="2806">
                  <c:v>6.94192590162</c:v>
                </c:pt>
                <c:pt idx="2807">
                  <c:v>6.94323934968</c:v>
                </c:pt>
                <c:pt idx="2808">
                  <c:v>6.94331270128</c:v>
                </c:pt>
                <c:pt idx="2809">
                  <c:v>6.94463597848</c:v>
                </c:pt>
                <c:pt idx="2810">
                  <c:v>6.944709655</c:v>
                </c:pt>
                <c:pt idx="2811">
                  <c:v>6.94603402279</c:v>
                </c:pt>
                <c:pt idx="2812">
                  <c:v>6.94610744368</c:v>
                </c:pt>
                <c:pt idx="2813">
                  <c:v>6.94742718425</c:v>
                </c:pt>
                <c:pt idx="2814">
                  <c:v>6.9475002761</c:v>
                </c:pt>
                <c:pt idx="2815">
                  <c:v>6.94881183279</c:v>
                </c:pt>
                <c:pt idx="2816">
                  <c:v>6.94888441941</c:v>
                </c:pt>
                <c:pt idx="2817">
                  <c:v>6.95018211496</c:v>
                </c:pt>
                <c:pt idx="2818">
                  <c:v>6.95025371442</c:v>
                </c:pt>
                <c:pt idx="2819">
                  <c:v>6.95153007909</c:v>
                </c:pt>
                <c:pt idx="2820">
                  <c:v>6.9516002146</c:v>
                </c:pt>
                <c:pt idx="2821">
                  <c:v>6.95284845534</c:v>
                </c:pt>
                <c:pt idx="2822">
                  <c:v>6.95291689721</c:v>
                </c:pt>
                <c:pt idx="2823">
                  <c:v>6.95413280178</c:v>
                </c:pt>
                <c:pt idx="2824">
                  <c:v>6.95419946795</c:v>
                </c:pt>
                <c:pt idx="2825">
                  <c:v>6.95538005284</c:v>
                </c:pt>
                <c:pt idx="2826">
                  <c:v>6.95544453756</c:v>
                </c:pt>
                <c:pt idx="2827">
                  <c:v>6.95658173396</c:v>
                </c:pt>
                <c:pt idx="2828">
                  <c:v>6.95664352312</c:v>
                </c:pt>
                <c:pt idx="2829">
                  <c:v>6.95773179835</c:v>
                </c:pt>
                <c:pt idx="2830">
                  <c:v>6.95779083563</c:v>
                </c:pt>
                <c:pt idx="2831">
                  <c:v>6.95882627887</c:v>
                </c:pt>
                <c:pt idx="2832">
                  <c:v>6.95888232105</c:v>
                </c:pt>
                <c:pt idx="2833">
                  <c:v>6.95986174703</c:v>
                </c:pt>
                <c:pt idx="2834">
                  <c:v>6.95991451949</c:v>
                </c:pt>
                <c:pt idx="2835">
                  <c:v>6.96083395716</c:v>
                </c:pt>
                <c:pt idx="2836">
                  <c:v>6.96088317289</c:v>
                </c:pt>
                <c:pt idx="2837">
                  <c:v>6.96173495385</c:v>
                </c:pt>
                <c:pt idx="2838">
                  <c:v>6.96178034408</c:v>
                </c:pt>
                <c:pt idx="2839">
                  <c:v>6.96256192325</c:v>
                </c:pt>
                <c:pt idx="2840">
                  <c:v>6.96260345514</c:v>
                </c:pt>
                <c:pt idx="2841">
                  <c:v>6.96331420792</c:v>
                </c:pt>
                <c:pt idx="2842">
                  <c:v>6.96335160869</c:v>
                </c:pt>
                <c:pt idx="2843">
                  <c:v>6.96398746517</c:v>
                </c:pt>
                <c:pt idx="2844">
                  <c:v>6.96402058781</c:v>
                </c:pt>
                <c:pt idx="2845">
                  <c:v>6.9645775256</c:v>
                </c:pt>
                <c:pt idx="2846">
                  <c:v>6.96460624483</c:v>
                </c:pt>
                <c:pt idx="2847">
                  <c:v>6.96508108627</c:v>
                </c:pt>
                <c:pt idx="2848">
                  <c:v>6.96510521893</c:v>
                </c:pt>
                <c:pt idx="2849">
                  <c:v>6.96549821129</c:v>
                </c:pt>
                <c:pt idx="2850">
                  <c:v>6.96551776904</c:v>
                </c:pt>
                <c:pt idx="2851">
                  <c:v>6.96582868147</c:v>
                </c:pt>
                <c:pt idx="2852">
                  <c:v>6.96584357658</c:v>
                </c:pt>
                <c:pt idx="2853">
                  <c:v>6.96606904389</c:v>
                </c:pt>
                <c:pt idx="2854">
                  <c:v>6.96607918604</c:v>
                </c:pt>
                <c:pt idx="2855">
                  <c:v>6.96621694579</c:v>
                </c:pt>
                <c:pt idx="2856">
                  <c:v>6.9662222125</c:v>
                </c:pt>
                <c:pt idx="2857">
                  <c:v>6.96626950975</c:v>
                </c:pt>
                <c:pt idx="2858">
                  <c:v>6.96627416845</c:v>
                </c:pt>
                <c:pt idx="2859">
                  <c:v>6.9662746626</c:v>
                </c:pt>
                <c:pt idx="2860">
                  <c:v>6.96627501726</c:v>
                </c:pt>
                <c:pt idx="2861">
                  <c:v>6.96624215223</c:v>
                </c:pt>
                <c:pt idx="2862">
                  <c:v>6.9662379999</c:v>
                </c:pt>
                <c:pt idx="2863">
                  <c:v>6.96611995798</c:v>
                </c:pt>
                <c:pt idx="2864">
                  <c:v>6.96611104631</c:v>
                </c:pt>
                <c:pt idx="2865">
                  <c:v>6.96590623917</c:v>
                </c:pt>
                <c:pt idx="2866">
                  <c:v>6.96589247762</c:v>
                </c:pt>
                <c:pt idx="2867">
                  <c:v>6.96560358322</c:v>
                </c:pt>
                <c:pt idx="2868">
                  <c:v>6.96558520119</c:v>
                </c:pt>
                <c:pt idx="2869">
                  <c:v>6.96521543588</c:v>
                </c:pt>
                <c:pt idx="2870">
                  <c:v>6.96519269082</c:v>
                </c:pt>
                <c:pt idx="2871">
                  <c:v>6.96474320496</c:v>
                </c:pt>
                <c:pt idx="2872">
                  <c:v>6.96471609285</c:v>
                </c:pt>
                <c:pt idx="2873">
                  <c:v>6.96418717625</c:v>
                </c:pt>
                <c:pt idx="2874">
                  <c:v>6.96415559027</c:v>
                </c:pt>
                <c:pt idx="2875">
                  <c:v>6.96355042072</c:v>
                </c:pt>
                <c:pt idx="2876">
                  <c:v>6.9635147337</c:v>
                </c:pt>
                <c:pt idx="2877">
                  <c:v>6.96283848735</c:v>
                </c:pt>
                <c:pt idx="2878">
                  <c:v>6.96279904785</c:v>
                </c:pt>
                <c:pt idx="2879">
                  <c:v>6.96205488927</c:v>
                </c:pt>
                <c:pt idx="2880">
                  <c:v>6.962011724</c:v>
                </c:pt>
                <c:pt idx="2881">
                  <c:v>6.96120098799</c:v>
                </c:pt>
                <c:pt idx="2882">
                  <c:v>6.96115413509</c:v>
                </c:pt>
                <c:pt idx="2883">
                  <c:v>6.9602805711</c:v>
                </c:pt>
                <c:pt idx="2884">
                  <c:v>6.96023035904</c:v>
                </c:pt>
                <c:pt idx="2885">
                  <c:v>6.95929986486</c:v>
                </c:pt>
                <c:pt idx="2886">
                  <c:v>6.95924676012</c:v>
                </c:pt>
                <c:pt idx="2887">
                  <c:v>6.95826501875</c:v>
                </c:pt>
                <c:pt idx="2888">
                  <c:v>6.95820912679</c:v>
                </c:pt>
                <c:pt idx="2889">
                  <c:v>6.9571782765</c:v>
                </c:pt>
                <c:pt idx="2890">
                  <c:v>6.95711962074</c:v>
                </c:pt>
                <c:pt idx="2891">
                  <c:v>6.9560433389</c:v>
                </c:pt>
                <c:pt idx="2892">
                  <c:v>6.95598241898</c:v>
                </c:pt>
                <c:pt idx="2893">
                  <c:v>6.95486828655</c:v>
                </c:pt>
                <c:pt idx="2894">
                  <c:v>6.95480549643</c:v>
                </c:pt>
                <c:pt idx="2895">
                  <c:v>6.95365920146</c:v>
                </c:pt>
                <c:pt idx="2896">
                  <c:v>6.95359476253</c:v>
                </c:pt>
                <c:pt idx="2897">
                  <c:v>6.95242116878</c:v>
                </c:pt>
                <c:pt idx="2898">
                  <c:v>6.95235522073</c:v>
                </c:pt>
                <c:pt idx="2899">
                  <c:v>6.95115820212</c:v>
                </c:pt>
                <c:pt idx="2900">
                  <c:v>6.951091156</c:v>
                </c:pt>
                <c:pt idx="2901">
                  <c:v>6.94987703521</c:v>
                </c:pt>
                <c:pt idx="2902">
                  <c:v>6.94980931254</c:v>
                </c:pt>
                <c:pt idx="2903">
                  <c:v>6.94858627837</c:v>
                </c:pt>
                <c:pt idx="2904">
                  <c:v>6.94851817576</c:v>
                </c:pt>
                <c:pt idx="2905">
                  <c:v>6.94729098362</c:v>
                </c:pt>
                <c:pt idx="2906">
                  <c:v>6.94722272005</c:v>
                </c:pt>
                <c:pt idx="2907">
                  <c:v>6.94599526009</c:v>
                </c:pt>
                <c:pt idx="2908">
                  <c:v>6.9459271698</c:v>
                </c:pt>
                <c:pt idx="2909">
                  <c:v>6.94470499282</c:v>
                </c:pt>
                <c:pt idx="2910">
                  <c:v>6.94463745492</c:v>
                </c:pt>
                <c:pt idx="2911">
                  <c:v>6.94342933787</c:v>
                </c:pt>
                <c:pt idx="2912">
                  <c:v>6.94336268023</c:v>
                </c:pt>
                <c:pt idx="2913">
                  <c:v>6.94217368066</c:v>
                </c:pt>
                <c:pt idx="2914">
                  <c:v>6.94210813621</c:v>
                </c:pt>
                <c:pt idx="2915">
                  <c:v>6.94094097614</c:v>
                </c:pt>
                <c:pt idx="2916">
                  <c:v>6.94087688282</c:v>
                </c:pt>
                <c:pt idx="2917">
                  <c:v>6.93973740278</c:v>
                </c:pt>
                <c:pt idx="2918">
                  <c:v>6.93967501836</c:v>
                </c:pt>
                <c:pt idx="2919">
                  <c:v>6.93856958872</c:v>
                </c:pt>
                <c:pt idx="2920">
                  <c:v>6.93850920679</c:v>
                </c:pt>
                <c:pt idx="2921">
                  <c:v>6.93744440537</c:v>
                </c:pt>
                <c:pt idx="2922">
                  <c:v>6.93738642399</c:v>
                </c:pt>
                <c:pt idx="2923">
                  <c:v>6.93636550482</c:v>
                </c:pt>
                <c:pt idx="2924">
                  <c:v>6.93631009561</c:v>
                </c:pt>
                <c:pt idx="2925">
                  <c:v>6.93533574914</c:v>
                </c:pt>
                <c:pt idx="2926">
                  <c:v>6.93528303917</c:v>
                </c:pt>
                <c:pt idx="2927">
                  <c:v>6.93436246389</c:v>
                </c:pt>
                <c:pt idx="2928">
                  <c:v>6.93431289577</c:v>
                </c:pt>
                <c:pt idx="2929">
                  <c:v>6.93345185618</c:v>
                </c:pt>
                <c:pt idx="2930">
                  <c:v>6.93340569615</c:v>
                </c:pt>
                <c:pt idx="2931">
                  <c:v>6.93260571967</c:v>
                </c:pt>
                <c:pt idx="2932">
                  <c:v>6.93256308365</c:v>
                </c:pt>
                <c:pt idx="2933">
                  <c:v>6.93182715487</c:v>
                </c:pt>
                <c:pt idx="2934">
                  <c:v>6.93178809627</c:v>
                </c:pt>
                <c:pt idx="2935">
                  <c:v>6.9311199307</c:v>
                </c:pt>
                <c:pt idx="2936">
                  <c:v>6.93108474524</c:v>
                </c:pt>
                <c:pt idx="2937">
                  <c:v>6.93048982452</c:v>
                </c:pt>
                <c:pt idx="2938">
                  <c:v>6.93045887491</c:v>
                </c:pt>
                <c:pt idx="2939">
                  <c:v>6.92993896625</c:v>
                </c:pt>
                <c:pt idx="2940">
                  <c:v>6.92991219447</c:v>
                </c:pt>
                <c:pt idx="2941">
                  <c:v>6.92946694373</c:v>
                </c:pt>
                <c:pt idx="2942">
                  <c:v>6.92944431232</c:v>
                </c:pt>
                <c:pt idx="2943">
                  <c:v>6.9290772408</c:v>
                </c:pt>
                <c:pt idx="2944">
                  <c:v>6.92905901525</c:v>
                </c:pt>
                <c:pt idx="2945">
                  <c:v>6.9287725521</c:v>
                </c:pt>
                <c:pt idx="2946">
                  <c:v>6.92875895931</c:v>
                </c:pt>
                <c:pt idx="2947">
                  <c:v>6.92855511613</c:v>
                </c:pt>
                <c:pt idx="2948">
                  <c:v>6.92854613106</c:v>
                </c:pt>
                <c:pt idx="2949">
                  <c:v>6.92842392182</c:v>
                </c:pt>
                <c:pt idx="2950">
                  <c:v>6.92841930309</c:v>
                </c:pt>
                <c:pt idx="2951">
                  <c:v>6.92837743093</c:v>
                </c:pt>
                <c:pt idx="2952">
                  <c:v>6.92837736744</c:v>
                </c:pt>
                <c:pt idx="2953">
                  <c:v>6.92837806454</c:v>
                </c:pt>
                <c:pt idx="2954">
                  <c:v>6.92841967803</c:v>
                </c:pt>
                <c:pt idx="2955">
                  <c:v>6.92842442075</c:v>
                </c:pt>
                <c:pt idx="2956">
                  <c:v>6.92854995825</c:v>
                </c:pt>
                <c:pt idx="2957">
                  <c:v>6.92855924048</c:v>
                </c:pt>
                <c:pt idx="2958">
                  <c:v>6.92876635201</c:v>
                </c:pt>
                <c:pt idx="2959">
                  <c:v>6.92878001265</c:v>
                </c:pt>
                <c:pt idx="2960">
                  <c:v>6.92906618731</c:v>
                </c:pt>
                <c:pt idx="2961">
                  <c:v>6.92908426735</c:v>
                </c:pt>
                <c:pt idx="2962">
                  <c:v>6.92944925899</c:v>
                </c:pt>
                <c:pt idx="2963">
                  <c:v>6.92947181945</c:v>
                </c:pt>
                <c:pt idx="2964">
                  <c:v>6.92991645957</c:v>
                </c:pt>
                <c:pt idx="2965">
                  <c:v>6.92994332059</c:v>
                </c:pt>
                <c:pt idx="2966">
                  <c:v>6.93046328862</c:v>
                </c:pt>
                <c:pt idx="2967">
                  <c:v>6.93049410357</c:v>
                </c:pt>
                <c:pt idx="2968">
                  <c:v>6.93108554532</c:v>
                </c:pt>
                <c:pt idx="2969">
                  <c:v>6.93112037232</c:v>
                </c:pt>
                <c:pt idx="2970">
                  <c:v>6.93178205587</c:v>
                </c:pt>
                <c:pt idx="2971">
                  <c:v>6.93182078595</c:v>
                </c:pt>
                <c:pt idx="2972">
                  <c:v>6.93255057957</c:v>
                </c:pt>
                <c:pt idx="2973">
                  <c:v>6.93259297171</c:v>
                </c:pt>
                <c:pt idx="2974">
                  <c:v>6.93338793489</c:v>
                </c:pt>
                <c:pt idx="2975">
                  <c:v>6.93343373694</c:v>
                </c:pt>
                <c:pt idx="2976">
                  <c:v>6.93428738926</c:v>
                </c:pt>
                <c:pt idx="2977">
                  <c:v>6.9343363799</c:v>
                </c:pt>
                <c:pt idx="2978">
                  <c:v>6.93524528792</c:v>
                </c:pt>
                <c:pt idx="2979">
                  <c:v>6.93529734681</c:v>
                </c:pt>
                <c:pt idx="2980">
                  <c:v>6.93626020975</c:v>
                </c:pt>
                <c:pt idx="2981">
                  <c:v>6.93631509516</c:v>
                </c:pt>
                <c:pt idx="2982">
                  <c:v>6.9373267366</c:v>
                </c:pt>
                <c:pt idx="2983">
                  <c:v>6.93738416155</c:v>
                </c:pt>
                <c:pt idx="2984">
                  <c:v>6.93843865647</c:v>
                </c:pt>
                <c:pt idx="2985">
                  <c:v>6.93849836682</c:v>
                </c:pt>
                <c:pt idx="2986">
                  <c:v>6.93959005329</c:v>
                </c:pt>
                <c:pt idx="2987">
                  <c:v>6.93965167773</c:v>
                </c:pt>
                <c:pt idx="2988">
                  <c:v>6.9407775145</c:v>
                </c:pt>
                <c:pt idx="2989">
                  <c:v>6.94084090485</c:v>
                </c:pt>
                <c:pt idx="2990">
                  <c:v>6.94199695616</c:v>
                </c:pt>
                <c:pt idx="2991">
                  <c:v>6.94206183862</c:v>
                </c:pt>
                <c:pt idx="2992">
                  <c:v>6.94323975875</c:v>
                </c:pt>
                <c:pt idx="2993">
                  <c:v>6.94330579826</c:v>
                </c:pt>
                <c:pt idx="2994">
                  <c:v>6.94450074137</c:v>
                </c:pt>
                <c:pt idx="2995">
                  <c:v>6.94456749929</c:v>
                </c:pt>
                <c:pt idx="2996">
                  <c:v>6.9456395136</c:v>
                </c:pt>
                <c:pt idx="2997">
                  <c:v>6.94570669118</c:v>
                </c:pt>
                <c:pt idx="2998">
                  <c:v>6.94577400912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5"/>
          <c:min val="4"/>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P_pos / 10⁶ (Dateieinheit)</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50112"/>
        <c:crossesAt val="4"/>
        <c:majorUnit val="1"/>
      </c:valAx>
      <c:valAx>
        <c:axId val="48650112"/>
        <c:scaling>
          <c:orientation val="minMax"/>
          <c:max val="7"/>
          <c:min val="0"/>
        </c:scaling>
        <c:delete val="0"/>
        <c:axPos val="b"/>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72768"/>
        <c:crossesAt val="0"/>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Geschätzter Anteil</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Data'!$A$2:$A$1202</c:f>
              <c:numCache>
                <c:formatCode>General</c:formatCode>
                <c:ptCount val="1201"/>
                <c:pt idx="0">
                  <c:v>0</c:v>
                </c:pt>
                <c:pt idx="1">
                  <c:v>0.005</c:v>
                </c:pt>
                <c:pt idx="2">
                  <c:v>0.01</c:v>
                </c:pt>
                <c:pt idx="3">
                  <c:v>0.015</c:v>
                </c:pt>
                <c:pt idx="4">
                  <c:v>0.02</c:v>
                </c:pt>
                <c:pt idx="5">
                  <c:v>0.025</c:v>
                </c:pt>
                <c:pt idx="6">
                  <c:v>0.03</c:v>
                </c:pt>
                <c:pt idx="7">
                  <c:v>0.035</c:v>
                </c:pt>
                <c:pt idx="8">
                  <c:v>0.04</c:v>
                </c:pt>
                <c:pt idx="9">
                  <c:v>0.045</c:v>
                </c:pt>
                <c:pt idx="10">
                  <c:v>0.05</c:v>
                </c:pt>
                <c:pt idx="11">
                  <c:v>0.055</c:v>
                </c:pt>
                <c:pt idx="12">
                  <c:v>0.06</c:v>
                </c:pt>
                <c:pt idx="13">
                  <c:v>0.065</c:v>
                </c:pt>
                <c:pt idx="14">
                  <c:v>0.07</c:v>
                </c:pt>
                <c:pt idx="15">
                  <c:v>0.075</c:v>
                </c:pt>
                <c:pt idx="16">
                  <c:v>0.08</c:v>
                </c:pt>
                <c:pt idx="17">
                  <c:v>0.085</c:v>
                </c:pt>
                <c:pt idx="18">
                  <c:v>0.09</c:v>
                </c:pt>
                <c:pt idx="19">
                  <c:v>0.095</c:v>
                </c:pt>
                <c:pt idx="20">
                  <c:v>0.1</c:v>
                </c:pt>
                <c:pt idx="21">
                  <c:v>0.105</c:v>
                </c:pt>
                <c:pt idx="22">
                  <c:v>0.11</c:v>
                </c:pt>
                <c:pt idx="23">
                  <c:v>0.115</c:v>
                </c:pt>
                <c:pt idx="24">
                  <c:v>0.12</c:v>
                </c:pt>
                <c:pt idx="25">
                  <c:v>0.125</c:v>
                </c:pt>
                <c:pt idx="26">
                  <c:v>0.13</c:v>
                </c:pt>
                <c:pt idx="27">
                  <c:v>0.135</c:v>
                </c:pt>
                <c:pt idx="28">
                  <c:v>0.14</c:v>
                </c:pt>
                <c:pt idx="29">
                  <c:v>0.145</c:v>
                </c:pt>
                <c:pt idx="30">
                  <c:v>0.15</c:v>
                </c:pt>
                <c:pt idx="31">
                  <c:v>0.155</c:v>
                </c:pt>
                <c:pt idx="32">
                  <c:v>0.16</c:v>
                </c:pt>
                <c:pt idx="33">
                  <c:v>0.165</c:v>
                </c:pt>
                <c:pt idx="34">
                  <c:v>0.17</c:v>
                </c:pt>
                <c:pt idx="35">
                  <c:v>0.175</c:v>
                </c:pt>
                <c:pt idx="36">
                  <c:v>0.18</c:v>
                </c:pt>
                <c:pt idx="37">
                  <c:v>0.185</c:v>
                </c:pt>
                <c:pt idx="38">
                  <c:v>0.19</c:v>
                </c:pt>
                <c:pt idx="39">
                  <c:v>0.195</c:v>
                </c:pt>
                <c:pt idx="40">
                  <c:v>0.2</c:v>
                </c:pt>
                <c:pt idx="41">
                  <c:v>0.205</c:v>
                </c:pt>
                <c:pt idx="42">
                  <c:v>0.21</c:v>
                </c:pt>
                <c:pt idx="43">
                  <c:v>0.215</c:v>
                </c:pt>
                <c:pt idx="44">
                  <c:v>0.22</c:v>
                </c:pt>
                <c:pt idx="45">
                  <c:v>0.225</c:v>
                </c:pt>
                <c:pt idx="46">
                  <c:v>0.23</c:v>
                </c:pt>
                <c:pt idx="47">
                  <c:v>0.235</c:v>
                </c:pt>
                <c:pt idx="48">
                  <c:v>0.24</c:v>
                </c:pt>
                <c:pt idx="49">
                  <c:v>0.245</c:v>
                </c:pt>
                <c:pt idx="50">
                  <c:v>0.25</c:v>
                </c:pt>
                <c:pt idx="51">
                  <c:v>0.255</c:v>
                </c:pt>
                <c:pt idx="52">
                  <c:v>0.26</c:v>
                </c:pt>
                <c:pt idx="53">
                  <c:v>0.265</c:v>
                </c:pt>
                <c:pt idx="54">
                  <c:v>0.27</c:v>
                </c:pt>
                <c:pt idx="55">
                  <c:v>0.275</c:v>
                </c:pt>
                <c:pt idx="56">
                  <c:v>0.28</c:v>
                </c:pt>
                <c:pt idx="57">
                  <c:v>0.285</c:v>
                </c:pt>
                <c:pt idx="58">
                  <c:v>0.29</c:v>
                </c:pt>
                <c:pt idx="59">
                  <c:v>0.295</c:v>
                </c:pt>
                <c:pt idx="60">
                  <c:v>0.3</c:v>
                </c:pt>
                <c:pt idx="61">
                  <c:v>0.305</c:v>
                </c:pt>
                <c:pt idx="62">
                  <c:v>0.31</c:v>
                </c:pt>
                <c:pt idx="63">
                  <c:v>0.315</c:v>
                </c:pt>
                <c:pt idx="64">
                  <c:v>0.32</c:v>
                </c:pt>
                <c:pt idx="65">
                  <c:v>0.325</c:v>
                </c:pt>
                <c:pt idx="66">
                  <c:v>0.33</c:v>
                </c:pt>
                <c:pt idx="67">
                  <c:v>0.335</c:v>
                </c:pt>
                <c:pt idx="68">
                  <c:v>0.34</c:v>
                </c:pt>
                <c:pt idx="69">
                  <c:v>0.345</c:v>
                </c:pt>
                <c:pt idx="70">
                  <c:v>0.35</c:v>
                </c:pt>
                <c:pt idx="71">
                  <c:v>0.355</c:v>
                </c:pt>
                <c:pt idx="72">
                  <c:v>0.36</c:v>
                </c:pt>
                <c:pt idx="73">
                  <c:v>0.365</c:v>
                </c:pt>
                <c:pt idx="74">
                  <c:v>0.37</c:v>
                </c:pt>
                <c:pt idx="75">
                  <c:v>0.375</c:v>
                </c:pt>
                <c:pt idx="76">
                  <c:v>0.38</c:v>
                </c:pt>
                <c:pt idx="77">
                  <c:v>0.385</c:v>
                </c:pt>
                <c:pt idx="78">
                  <c:v>0.39</c:v>
                </c:pt>
                <c:pt idx="79">
                  <c:v>0.395</c:v>
                </c:pt>
                <c:pt idx="80">
                  <c:v>0.4</c:v>
                </c:pt>
                <c:pt idx="81">
                  <c:v>0.405</c:v>
                </c:pt>
                <c:pt idx="82">
                  <c:v>0.41</c:v>
                </c:pt>
                <c:pt idx="83">
                  <c:v>0.415</c:v>
                </c:pt>
                <c:pt idx="84">
                  <c:v>0.42</c:v>
                </c:pt>
                <c:pt idx="85">
                  <c:v>0.425</c:v>
                </c:pt>
                <c:pt idx="86">
                  <c:v>0.43</c:v>
                </c:pt>
                <c:pt idx="87">
                  <c:v>0.435</c:v>
                </c:pt>
                <c:pt idx="88">
                  <c:v>0.44</c:v>
                </c:pt>
                <c:pt idx="89">
                  <c:v>0.445</c:v>
                </c:pt>
                <c:pt idx="90">
                  <c:v>0.45</c:v>
                </c:pt>
                <c:pt idx="91">
                  <c:v>0.455</c:v>
                </c:pt>
                <c:pt idx="92">
                  <c:v>0.46</c:v>
                </c:pt>
                <c:pt idx="93">
                  <c:v>0.465</c:v>
                </c:pt>
                <c:pt idx="94">
                  <c:v>0.47</c:v>
                </c:pt>
                <c:pt idx="95">
                  <c:v>0.475</c:v>
                </c:pt>
                <c:pt idx="96">
                  <c:v>0.48</c:v>
                </c:pt>
                <c:pt idx="97">
                  <c:v>0.485</c:v>
                </c:pt>
                <c:pt idx="98">
                  <c:v>0.49</c:v>
                </c:pt>
                <c:pt idx="99">
                  <c:v>0.495</c:v>
                </c:pt>
                <c:pt idx="100">
                  <c:v>0.5</c:v>
                </c:pt>
                <c:pt idx="101">
                  <c:v>0.505</c:v>
                </c:pt>
                <c:pt idx="102">
                  <c:v>0.51</c:v>
                </c:pt>
                <c:pt idx="103">
                  <c:v>0.515</c:v>
                </c:pt>
                <c:pt idx="104">
                  <c:v>0.52</c:v>
                </c:pt>
                <c:pt idx="105">
                  <c:v>0.525</c:v>
                </c:pt>
                <c:pt idx="106">
                  <c:v>0.53</c:v>
                </c:pt>
                <c:pt idx="107">
                  <c:v>0.535</c:v>
                </c:pt>
                <c:pt idx="108">
                  <c:v>0.54</c:v>
                </c:pt>
                <c:pt idx="109">
                  <c:v>0.545</c:v>
                </c:pt>
                <c:pt idx="110">
                  <c:v>0.55</c:v>
                </c:pt>
                <c:pt idx="111">
                  <c:v>0.555</c:v>
                </c:pt>
                <c:pt idx="112">
                  <c:v>0.56</c:v>
                </c:pt>
                <c:pt idx="113">
                  <c:v>0.565</c:v>
                </c:pt>
                <c:pt idx="114">
                  <c:v>0.57</c:v>
                </c:pt>
                <c:pt idx="115">
                  <c:v>0.575</c:v>
                </c:pt>
                <c:pt idx="116">
                  <c:v>0.58</c:v>
                </c:pt>
                <c:pt idx="117">
                  <c:v>0.585</c:v>
                </c:pt>
                <c:pt idx="118">
                  <c:v>0.59</c:v>
                </c:pt>
                <c:pt idx="119">
                  <c:v>0.595</c:v>
                </c:pt>
                <c:pt idx="120">
                  <c:v>0.6</c:v>
                </c:pt>
                <c:pt idx="121">
                  <c:v>0.605</c:v>
                </c:pt>
                <c:pt idx="122">
                  <c:v>0.61</c:v>
                </c:pt>
                <c:pt idx="123">
                  <c:v>0.615</c:v>
                </c:pt>
                <c:pt idx="124">
                  <c:v>0.62</c:v>
                </c:pt>
                <c:pt idx="125">
                  <c:v>0.625</c:v>
                </c:pt>
                <c:pt idx="126">
                  <c:v>0.63</c:v>
                </c:pt>
                <c:pt idx="127">
                  <c:v>0.635</c:v>
                </c:pt>
                <c:pt idx="128">
                  <c:v>0.64</c:v>
                </c:pt>
                <c:pt idx="129">
                  <c:v>0.645</c:v>
                </c:pt>
                <c:pt idx="130">
                  <c:v>0.65</c:v>
                </c:pt>
                <c:pt idx="131">
                  <c:v>0.655</c:v>
                </c:pt>
                <c:pt idx="132">
                  <c:v>0.66</c:v>
                </c:pt>
                <c:pt idx="133">
                  <c:v>0.665</c:v>
                </c:pt>
                <c:pt idx="134">
                  <c:v>0.67</c:v>
                </c:pt>
                <c:pt idx="135">
                  <c:v>0.675</c:v>
                </c:pt>
                <c:pt idx="136">
                  <c:v>0.68</c:v>
                </c:pt>
                <c:pt idx="137">
                  <c:v>0.685</c:v>
                </c:pt>
                <c:pt idx="138">
                  <c:v>0.69</c:v>
                </c:pt>
                <c:pt idx="139">
                  <c:v>0.695</c:v>
                </c:pt>
                <c:pt idx="140">
                  <c:v>0.7</c:v>
                </c:pt>
                <c:pt idx="141">
                  <c:v>0.705</c:v>
                </c:pt>
                <c:pt idx="142">
                  <c:v>0.71</c:v>
                </c:pt>
                <c:pt idx="143">
                  <c:v>0.715</c:v>
                </c:pt>
                <c:pt idx="144">
                  <c:v>0.72</c:v>
                </c:pt>
                <c:pt idx="145">
                  <c:v>0.725</c:v>
                </c:pt>
                <c:pt idx="146">
                  <c:v>0.73</c:v>
                </c:pt>
                <c:pt idx="147">
                  <c:v>0.735</c:v>
                </c:pt>
                <c:pt idx="148">
                  <c:v>0.74</c:v>
                </c:pt>
                <c:pt idx="149">
                  <c:v>0.745</c:v>
                </c:pt>
                <c:pt idx="150">
                  <c:v>0.75</c:v>
                </c:pt>
                <c:pt idx="151">
                  <c:v>0.755</c:v>
                </c:pt>
                <c:pt idx="152">
                  <c:v>0.76</c:v>
                </c:pt>
                <c:pt idx="153">
                  <c:v>0.765</c:v>
                </c:pt>
                <c:pt idx="154">
                  <c:v>0.77</c:v>
                </c:pt>
                <c:pt idx="155">
                  <c:v>0.775</c:v>
                </c:pt>
                <c:pt idx="156">
                  <c:v>0.78</c:v>
                </c:pt>
                <c:pt idx="157">
                  <c:v>0.785</c:v>
                </c:pt>
                <c:pt idx="158">
                  <c:v>0.79</c:v>
                </c:pt>
                <c:pt idx="159">
                  <c:v>0.795</c:v>
                </c:pt>
                <c:pt idx="160">
                  <c:v>0.8</c:v>
                </c:pt>
                <c:pt idx="161">
                  <c:v>0.805</c:v>
                </c:pt>
                <c:pt idx="162">
                  <c:v>0.81</c:v>
                </c:pt>
                <c:pt idx="163">
                  <c:v>0.815</c:v>
                </c:pt>
                <c:pt idx="164">
                  <c:v>0.82</c:v>
                </c:pt>
                <c:pt idx="165">
                  <c:v>0.825</c:v>
                </c:pt>
                <c:pt idx="166">
                  <c:v>0.83</c:v>
                </c:pt>
                <c:pt idx="167">
                  <c:v>0.835</c:v>
                </c:pt>
                <c:pt idx="168">
                  <c:v>0.84</c:v>
                </c:pt>
                <c:pt idx="169">
                  <c:v>0.845</c:v>
                </c:pt>
                <c:pt idx="170">
                  <c:v>0.85</c:v>
                </c:pt>
                <c:pt idx="171">
                  <c:v>0.855</c:v>
                </c:pt>
                <c:pt idx="172">
                  <c:v>0.86</c:v>
                </c:pt>
                <c:pt idx="173">
                  <c:v>0.865</c:v>
                </c:pt>
                <c:pt idx="174">
                  <c:v>0.87</c:v>
                </c:pt>
                <c:pt idx="175">
                  <c:v>0.875</c:v>
                </c:pt>
                <c:pt idx="176">
                  <c:v>0.88</c:v>
                </c:pt>
                <c:pt idx="177">
                  <c:v>0.885</c:v>
                </c:pt>
                <c:pt idx="178">
                  <c:v>0.89</c:v>
                </c:pt>
                <c:pt idx="179">
                  <c:v>0.895</c:v>
                </c:pt>
                <c:pt idx="180">
                  <c:v>0.9</c:v>
                </c:pt>
                <c:pt idx="181">
                  <c:v>0.905</c:v>
                </c:pt>
                <c:pt idx="182">
                  <c:v>0.91</c:v>
                </c:pt>
                <c:pt idx="183">
                  <c:v>0.915</c:v>
                </c:pt>
                <c:pt idx="184">
                  <c:v>0.92</c:v>
                </c:pt>
                <c:pt idx="185">
                  <c:v>0.925</c:v>
                </c:pt>
                <c:pt idx="186">
                  <c:v>0.93</c:v>
                </c:pt>
                <c:pt idx="187">
                  <c:v>0.935</c:v>
                </c:pt>
                <c:pt idx="188">
                  <c:v>0.94</c:v>
                </c:pt>
                <c:pt idx="189">
                  <c:v>0.945</c:v>
                </c:pt>
                <c:pt idx="190">
                  <c:v>0.95</c:v>
                </c:pt>
                <c:pt idx="191">
                  <c:v>0.955</c:v>
                </c:pt>
                <c:pt idx="192">
                  <c:v>0.96</c:v>
                </c:pt>
                <c:pt idx="193">
                  <c:v>0.965</c:v>
                </c:pt>
                <c:pt idx="194">
                  <c:v>0.97</c:v>
                </c:pt>
                <c:pt idx="195">
                  <c:v>0.975</c:v>
                </c:pt>
                <c:pt idx="196">
                  <c:v>0.98</c:v>
                </c:pt>
                <c:pt idx="197">
                  <c:v>0.985</c:v>
                </c:pt>
                <c:pt idx="198">
                  <c:v>0.99</c:v>
                </c:pt>
                <c:pt idx="199">
                  <c:v>0.995</c:v>
                </c:pt>
                <c:pt idx="200">
                  <c:v>1</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c:v>
                </c:pt>
                <c:pt idx="401">
                  <c:v>2.005</c:v>
                </c:pt>
                <c:pt idx="402">
                  <c:v>2.01</c:v>
                </c:pt>
                <c:pt idx="403">
                  <c:v>2.015</c:v>
                </c:pt>
                <c:pt idx="404">
                  <c:v>2.02</c:v>
                </c:pt>
                <c:pt idx="405">
                  <c:v>2.025</c:v>
                </c:pt>
                <c:pt idx="406">
                  <c:v>2.03</c:v>
                </c:pt>
                <c:pt idx="407">
                  <c:v>2.035</c:v>
                </c:pt>
                <c:pt idx="408">
                  <c:v>2.04</c:v>
                </c:pt>
                <c:pt idx="409">
                  <c:v>2.045</c:v>
                </c:pt>
                <c:pt idx="410">
                  <c:v>2.05</c:v>
                </c:pt>
                <c:pt idx="411">
                  <c:v>2.055</c:v>
                </c:pt>
                <c:pt idx="412">
                  <c:v>2.06</c:v>
                </c:pt>
                <c:pt idx="413">
                  <c:v>2.065</c:v>
                </c:pt>
                <c:pt idx="414">
                  <c:v>2.07</c:v>
                </c:pt>
                <c:pt idx="415">
                  <c:v>2.075</c:v>
                </c:pt>
                <c:pt idx="416">
                  <c:v>2.08</c:v>
                </c:pt>
                <c:pt idx="417">
                  <c:v>2.085</c:v>
                </c:pt>
                <c:pt idx="418">
                  <c:v>2.09</c:v>
                </c:pt>
                <c:pt idx="419">
                  <c:v>2.095</c:v>
                </c:pt>
                <c:pt idx="420">
                  <c:v>2.1</c:v>
                </c:pt>
                <c:pt idx="421">
                  <c:v>2.105</c:v>
                </c:pt>
                <c:pt idx="422">
                  <c:v>2.11</c:v>
                </c:pt>
                <c:pt idx="423">
                  <c:v>2.115</c:v>
                </c:pt>
                <c:pt idx="424">
                  <c:v>2.12</c:v>
                </c:pt>
                <c:pt idx="425">
                  <c:v>2.125</c:v>
                </c:pt>
                <c:pt idx="426">
                  <c:v>2.13</c:v>
                </c:pt>
                <c:pt idx="427">
                  <c:v>2.135</c:v>
                </c:pt>
                <c:pt idx="428">
                  <c:v>2.14</c:v>
                </c:pt>
                <c:pt idx="429">
                  <c:v>2.145</c:v>
                </c:pt>
                <c:pt idx="430">
                  <c:v>2.15</c:v>
                </c:pt>
                <c:pt idx="431">
                  <c:v>2.155</c:v>
                </c:pt>
                <c:pt idx="432">
                  <c:v>2.16</c:v>
                </c:pt>
                <c:pt idx="433">
                  <c:v>2.165</c:v>
                </c:pt>
                <c:pt idx="434">
                  <c:v>2.17</c:v>
                </c:pt>
                <c:pt idx="435">
                  <c:v>2.175</c:v>
                </c:pt>
                <c:pt idx="436">
                  <c:v>2.18</c:v>
                </c:pt>
                <c:pt idx="437">
                  <c:v>2.185</c:v>
                </c:pt>
                <c:pt idx="438">
                  <c:v>2.19</c:v>
                </c:pt>
                <c:pt idx="439">
                  <c:v>2.195</c:v>
                </c:pt>
                <c:pt idx="440">
                  <c:v>2.2</c:v>
                </c:pt>
                <c:pt idx="441">
                  <c:v>2.205</c:v>
                </c:pt>
                <c:pt idx="442">
                  <c:v>2.21</c:v>
                </c:pt>
                <c:pt idx="443">
                  <c:v>2.215</c:v>
                </c:pt>
                <c:pt idx="444">
                  <c:v>2.22</c:v>
                </c:pt>
                <c:pt idx="445">
                  <c:v>2.225</c:v>
                </c:pt>
                <c:pt idx="446">
                  <c:v>2.23</c:v>
                </c:pt>
                <c:pt idx="447">
                  <c:v>2.235</c:v>
                </c:pt>
                <c:pt idx="448">
                  <c:v>2.24</c:v>
                </c:pt>
                <c:pt idx="449">
                  <c:v>2.245</c:v>
                </c:pt>
                <c:pt idx="450">
                  <c:v>2.25</c:v>
                </c:pt>
                <c:pt idx="451">
                  <c:v>2.255</c:v>
                </c:pt>
                <c:pt idx="452">
                  <c:v>2.26</c:v>
                </c:pt>
                <c:pt idx="453">
                  <c:v>2.265</c:v>
                </c:pt>
                <c:pt idx="454">
                  <c:v>2.27</c:v>
                </c:pt>
                <c:pt idx="455">
                  <c:v>2.275</c:v>
                </c:pt>
                <c:pt idx="456">
                  <c:v>2.28</c:v>
                </c:pt>
                <c:pt idx="457">
                  <c:v>2.285</c:v>
                </c:pt>
                <c:pt idx="458">
                  <c:v>2.29</c:v>
                </c:pt>
                <c:pt idx="459">
                  <c:v>2.295</c:v>
                </c:pt>
                <c:pt idx="460">
                  <c:v>2.3</c:v>
                </c:pt>
                <c:pt idx="461">
                  <c:v>2.305</c:v>
                </c:pt>
                <c:pt idx="462">
                  <c:v>2.31</c:v>
                </c:pt>
                <c:pt idx="463">
                  <c:v>2.315</c:v>
                </c:pt>
                <c:pt idx="464">
                  <c:v>2.32</c:v>
                </c:pt>
                <c:pt idx="465">
                  <c:v>2.325</c:v>
                </c:pt>
                <c:pt idx="466">
                  <c:v>2.33</c:v>
                </c:pt>
                <c:pt idx="467">
                  <c:v>2.335</c:v>
                </c:pt>
                <c:pt idx="468">
                  <c:v>2.34</c:v>
                </c:pt>
                <c:pt idx="469">
                  <c:v>2.345</c:v>
                </c:pt>
                <c:pt idx="470">
                  <c:v>2.35</c:v>
                </c:pt>
                <c:pt idx="471">
                  <c:v>2.355</c:v>
                </c:pt>
                <c:pt idx="472">
                  <c:v>2.36</c:v>
                </c:pt>
                <c:pt idx="473">
                  <c:v>2.365</c:v>
                </c:pt>
                <c:pt idx="474">
                  <c:v>2.37</c:v>
                </c:pt>
                <c:pt idx="475">
                  <c:v>2.375</c:v>
                </c:pt>
                <c:pt idx="476">
                  <c:v>2.38</c:v>
                </c:pt>
                <c:pt idx="477">
                  <c:v>2.385</c:v>
                </c:pt>
                <c:pt idx="478">
                  <c:v>2.39</c:v>
                </c:pt>
                <c:pt idx="479">
                  <c:v>2.395</c:v>
                </c:pt>
                <c:pt idx="480">
                  <c:v>2.4</c:v>
                </c:pt>
                <c:pt idx="481">
                  <c:v>2.405</c:v>
                </c:pt>
                <c:pt idx="482">
                  <c:v>2.41</c:v>
                </c:pt>
                <c:pt idx="483">
                  <c:v>2.415</c:v>
                </c:pt>
                <c:pt idx="484">
                  <c:v>2.42</c:v>
                </c:pt>
                <c:pt idx="485">
                  <c:v>2.425</c:v>
                </c:pt>
                <c:pt idx="486">
                  <c:v>2.43</c:v>
                </c:pt>
                <c:pt idx="487">
                  <c:v>2.435</c:v>
                </c:pt>
                <c:pt idx="488">
                  <c:v>2.44</c:v>
                </c:pt>
                <c:pt idx="489">
                  <c:v>2.445</c:v>
                </c:pt>
                <c:pt idx="490">
                  <c:v>2.45</c:v>
                </c:pt>
                <c:pt idx="491">
                  <c:v>2.455</c:v>
                </c:pt>
                <c:pt idx="492">
                  <c:v>2.46</c:v>
                </c:pt>
                <c:pt idx="493">
                  <c:v>2.465</c:v>
                </c:pt>
                <c:pt idx="494">
                  <c:v>2.47</c:v>
                </c:pt>
                <c:pt idx="495">
                  <c:v>2.475</c:v>
                </c:pt>
                <c:pt idx="496">
                  <c:v>2.48</c:v>
                </c:pt>
                <c:pt idx="497">
                  <c:v>2.485</c:v>
                </c:pt>
                <c:pt idx="498">
                  <c:v>2.49</c:v>
                </c:pt>
                <c:pt idx="499">
                  <c:v>2.495</c:v>
                </c:pt>
                <c:pt idx="500">
                  <c:v>2.5</c:v>
                </c:pt>
                <c:pt idx="501">
                  <c:v>2.505</c:v>
                </c:pt>
                <c:pt idx="502">
                  <c:v>2.51</c:v>
                </c:pt>
                <c:pt idx="503">
                  <c:v>2.515</c:v>
                </c:pt>
                <c:pt idx="504">
                  <c:v>2.52</c:v>
                </c:pt>
                <c:pt idx="505">
                  <c:v>2.525</c:v>
                </c:pt>
                <c:pt idx="506">
                  <c:v>2.53</c:v>
                </c:pt>
                <c:pt idx="507">
                  <c:v>2.535</c:v>
                </c:pt>
                <c:pt idx="508">
                  <c:v>2.54</c:v>
                </c:pt>
                <c:pt idx="509">
                  <c:v>2.545</c:v>
                </c:pt>
                <c:pt idx="510">
                  <c:v>2.55</c:v>
                </c:pt>
                <c:pt idx="511">
                  <c:v>2.555</c:v>
                </c:pt>
                <c:pt idx="512">
                  <c:v>2.56</c:v>
                </c:pt>
                <c:pt idx="513">
                  <c:v>2.565</c:v>
                </c:pt>
                <c:pt idx="514">
                  <c:v>2.57</c:v>
                </c:pt>
                <c:pt idx="515">
                  <c:v>2.575</c:v>
                </c:pt>
                <c:pt idx="516">
                  <c:v>2.58</c:v>
                </c:pt>
                <c:pt idx="517">
                  <c:v>2.585</c:v>
                </c:pt>
                <c:pt idx="518">
                  <c:v>2.59</c:v>
                </c:pt>
                <c:pt idx="519">
                  <c:v>2.595</c:v>
                </c:pt>
                <c:pt idx="520">
                  <c:v>2.6</c:v>
                </c:pt>
                <c:pt idx="521">
                  <c:v>2.605</c:v>
                </c:pt>
                <c:pt idx="522">
                  <c:v>2.61</c:v>
                </c:pt>
                <c:pt idx="523">
                  <c:v>2.615</c:v>
                </c:pt>
                <c:pt idx="524">
                  <c:v>2.62</c:v>
                </c:pt>
                <c:pt idx="525">
                  <c:v>2.625</c:v>
                </c:pt>
                <c:pt idx="526">
                  <c:v>2.63</c:v>
                </c:pt>
                <c:pt idx="527">
                  <c:v>2.635</c:v>
                </c:pt>
                <c:pt idx="528">
                  <c:v>2.64</c:v>
                </c:pt>
                <c:pt idx="529">
                  <c:v>2.645</c:v>
                </c:pt>
                <c:pt idx="530">
                  <c:v>2.65</c:v>
                </c:pt>
                <c:pt idx="531">
                  <c:v>2.655</c:v>
                </c:pt>
                <c:pt idx="532">
                  <c:v>2.66</c:v>
                </c:pt>
                <c:pt idx="533">
                  <c:v>2.665</c:v>
                </c:pt>
                <c:pt idx="534">
                  <c:v>2.67</c:v>
                </c:pt>
                <c:pt idx="535">
                  <c:v>2.675</c:v>
                </c:pt>
                <c:pt idx="536">
                  <c:v>2.68</c:v>
                </c:pt>
                <c:pt idx="537">
                  <c:v>2.685</c:v>
                </c:pt>
                <c:pt idx="538">
                  <c:v>2.69</c:v>
                </c:pt>
                <c:pt idx="539">
                  <c:v>2.695</c:v>
                </c:pt>
                <c:pt idx="540">
                  <c:v>2.7</c:v>
                </c:pt>
                <c:pt idx="541">
                  <c:v>2.705</c:v>
                </c:pt>
                <c:pt idx="542">
                  <c:v>2.71</c:v>
                </c:pt>
                <c:pt idx="543">
                  <c:v>2.715</c:v>
                </c:pt>
                <c:pt idx="544">
                  <c:v>2.72</c:v>
                </c:pt>
                <c:pt idx="545">
                  <c:v>2.725</c:v>
                </c:pt>
                <c:pt idx="546">
                  <c:v>2.73</c:v>
                </c:pt>
                <c:pt idx="547">
                  <c:v>2.735</c:v>
                </c:pt>
                <c:pt idx="548">
                  <c:v>2.74</c:v>
                </c:pt>
                <c:pt idx="549">
                  <c:v>2.745</c:v>
                </c:pt>
                <c:pt idx="550">
                  <c:v>2.75</c:v>
                </c:pt>
                <c:pt idx="551">
                  <c:v>2.755</c:v>
                </c:pt>
                <c:pt idx="552">
                  <c:v>2.76</c:v>
                </c:pt>
                <c:pt idx="553">
                  <c:v>2.765</c:v>
                </c:pt>
                <c:pt idx="554">
                  <c:v>2.77</c:v>
                </c:pt>
                <c:pt idx="555">
                  <c:v>2.775</c:v>
                </c:pt>
                <c:pt idx="556">
                  <c:v>2.78</c:v>
                </c:pt>
                <c:pt idx="557">
                  <c:v>2.785</c:v>
                </c:pt>
                <c:pt idx="558">
                  <c:v>2.79</c:v>
                </c:pt>
                <c:pt idx="559">
                  <c:v>2.795</c:v>
                </c:pt>
                <c:pt idx="560">
                  <c:v>2.8</c:v>
                </c:pt>
                <c:pt idx="561">
                  <c:v>2.805</c:v>
                </c:pt>
                <c:pt idx="562">
                  <c:v>2.81</c:v>
                </c:pt>
                <c:pt idx="563">
                  <c:v>2.815</c:v>
                </c:pt>
                <c:pt idx="564">
                  <c:v>2.82</c:v>
                </c:pt>
                <c:pt idx="565">
                  <c:v>2.825</c:v>
                </c:pt>
                <c:pt idx="566">
                  <c:v>2.83</c:v>
                </c:pt>
                <c:pt idx="567">
                  <c:v>2.835</c:v>
                </c:pt>
                <c:pt idx="568">
                  <c:v>2.84</c:v>
                </c:pt>
                <c:pt idx="569">
                  <c:v>2.845</c:v>
                </c:pt>
                <c:pt idx="570">
                  <c:v>2.85</c:v>
                </c:pt>
                <c:pt idx="571">
                  <c:v>2.855</c:v>
                </c:pt>
                <c:pt idx="572">
                  <c:v>2.86</c:v>
                </c:pt>
                <c:pt idx="573">
                  <c:v>2.865</c:v>
                </c:pt>
                <c:pt idx="574">
                  <c:v>2.87</c:v>
                </c:pt>
                <c:pt idx="575">
                  <c:v>2.875</c:v>
                </c:pt>
                <c:pt idx="576">
                  <c:v>2.88</c:v>
                </c:pt>
                <c:pt idx="577">
                  <c:v>2.885</c:v>
                </c:pt>
                <c:pt idx="578">
                  <c:v>2.89</c:v>
                </c:pt>
                <c:pt idx="579">
                  <c:v>2.895</c:v>
                </c:pt>
                <c:pt idx="580">
                  <c:v>2.9</c:v>
                </c:pt>
                <c:pt idx="581">
                  <c:v>2.905</c:v>
                </c:pt>
                <c:pt idx="582">
                  <c:v>2.91</c:v>
                </c:pt>
                <c:pt idx="583">
                  <c:v>2.915</c:v>
                </c:pt>
                <c:pt idx="584">
                  <c:v>2.92</c:v>
                </c:pt>
                <c:pt idx="585">
                  <c:v>2.925</c:v>
                </c:pt>
                <c:pt idx="586">
                  <c:v>2.93</c:v>
                </c:pt>
                <c:pt idx="587">
                  <c:v>2.935</c:v>
                </c:pt>
                <c:pt idx="588">
                  <c:v>2.94</c:v>
                </c:pt>
                <c:pt idx="589">
                  <c:v>2.945</c:v>
                </c:pt>
                <c:pt idx="590">
                  <c:v>2.95</c:v>
                </c:pt>
                <c:pt idx="591">
                  <c:v>2.955</c:v>
                </c:pt>
                <c:pt idx="592">
                  <c:v>2.96</c:v>
                </c:pt>
                <c:pt idx="593">
                  <c:v>2.965</c:v>
                </c:pt>
                <c:pt idx="594">
                  <c:v>2.97</c:v>
                </c:pt>
                <c:pt idx="595">
                  <c:v>2.975</c:v>
                </c:pt>
                <c:pt idx="596">
                  <c:v>2.98</c:v>
                </c:pt>
                <c:pt idx="597">
                  <c:v>2.985</c:v>
                </c:pt>
                <c:pt idx="598">
                  <c:v>2.99</c:v>
                </c:pt>
                <c:pt idx="599">
                  <c:v>2.995</c:v>
                </c:pt>
                <c:pt idx="600">
                  <c:v>3</c:v>
                </c:pt>
                <c:pt idx="601">
                  <c:v>3.005</c:v>
                </c:pt>
                <c:pt idx="602">
                  <c:v>3.01</c:v>
                </c:pt>
                <c:pt idx="603">
                  <c:v>3.015</c:v>
                </c:pt>
                <c:pt idx="604">
                  <c:v>3.02</c:v>
                </c:pt>
                <c:pt idx="605">
                  <c:v>3.025</c:v>
                </c:pt>
                <c:pt idx="606">
                  <c:v>3.03</c:v>
                </c:pt>
                <c:pt idx="607">
                  <c:v>3.035</c:v>
                </c:pt>
                <c:pt idx="608">
                  <c:v>3.04</c:v>
                </c:pt>
                <c:pt idx="609">
                  <c:v>3.045</c:v>
                </c:pt>
                <c:pt idx="610">
                  <c:v>3.05</c:v>
                </c:pt>
                <c:pt idx="611">
                  <c:v>3.055</c:v>
                </c:pt>
                <c:pt idx="612">
                  <c:v>3.06</c:v>
                </c:pt>
                <c:pt idx="613">
                  <c:v>3.065</c:v>
                </c:pt>
                <c:pt idx="614">
                  <c:v>3.07</c:v>
                </c:pt>
                <c:pt idx="615">
                  <c:v>3.075</c:v>
                </c:pt>
                <c:pt idx="616">
                  <c:v>3.08</c:v>
                </c:pt>
                <c:pt idx="617">
                  <c:v>3.085</c:v>
                </c:pt>
                <c:pt idx="618">
                  <c:v>3.09</c:v>
                </c:pt>
                <c:pt idx="619">
                  <c:v>3.095</c:v>
                </c:pt>
                <c:pt idx="620">
                  <c:v>3.1</c:v>
                </c:pt>
                <c:pt idx="621">
                  <c:v>3.105</c:v>
                </c:pt>
                <c:pt idx="622">
                  <c:v>3.11</c:v>
                </c:pt>
                <c:pt idx="623">
                  <c:v>3.115</c:v>
                </c:pt>
                <c:pt idx="624">
                  <c:v>3.12</c:v>
                </c:pt>
                <c:pt idx="625">
                  <c:v>3.125</c:v>
                </c:pt>
                <c:pt idx="626">
                  <c:v>3.13</c:v>
                </c:pt>
                <c:pt idx="627">
                  <c:v>3.135</c:v>
                </c:pt>
                <c:pt idx="628">
                  <c:v>3.14</c:v>
                </c:pt>
                <c:pt idx="629">
                  <c:v>3.145</c:v>
                </c:pt>
                <c:pt idx="630">
                  <c:v>3.15</c:v>
                </c:pt>
                <c:pt idx="631">
                  <c:v>3.155</c:v>
                </c:pt>
                <c:pt idx="632">
                  <c:v>3.16</c:v>
                </c:pt>
                <c:pt idx="633">
                  <c:v>3.165</c:v>
                </c:pt>
                <c:pt idx="634">
                  <c:v>3.17</c:v>
                </c:pt>
                <c:pt idx="635">
                  <c:v>3.175</c:v>
                </c:pt>
                <c:pt idx="636">
                  <c:v>3.18</c:v>
                </c:pt>
                <c:pt idx="637">
                  <c:v>3.185</c:v>
                </c:pt>
                <c:pt idx="638">
                  <c:v>3.19</c:v>
                </c:pt>
                <c:pt idx="639">
                  <c:v>3.195</c:v>
                </c:pt>
                <c:pt idx="640">
                  <c:v>3.2</c:v>
                </c:pt>
                <c:pt idx="641">
                  <c:v>3.205</c:v>
                </c:pt>
                <c:pt idx="642">
                  <c:v>3.21</c:v>
                </c:pt>
                <c:pt idx="643">
                  <c:v>3.215</c:v>
                </c:pt>
                <c:pt idx="644">
                  <c:v>3.22</c:v>
                </c:pt>
                <c:pt idx="645">
                  <c:v>3.225</c:v>
                </c:pt>
                <c:pt idx="646">
                  <c:v>3.23</c:v>
                </c:pt>
                <c:pt idx="647">
                  <c:v>3.235</c:v>
                </c:pt>
                <c:pt idx="648">
                  <c:v>3.24</c:v>
                </c:pt>
                <c:pt idx="649">
                  <c:v>3.245</c:v>
                </c:pt>
                <c:pt idx="650">
                  <c:v>3.25</c:v>
                </c:pt>
                <c:pt idx="651">
                  <c:v>3.255</c:v>
                </c:pt>
                <c:pt idx="652">
                  <c:v>3.26</c:v>
                </c:pt>
                <c:pt idx="653">
                  <c:v>3.265</c:v>
                </c:pt>
                <c:pt idx="654">
                  <c:v>3.27</c:v>
                </c:pt>
                <c:pt idx="655">
                  <c:v>3.275</c:v>
                </c:pt>
                <c:pt idx="656">
                  <c:v>3.28</c:v>
                </c:pt>
                <c:pt idx="657">
                  <c:v>3.285</c:v>
                </c:pt>
                <c:pt idx="658">
                  <c:v>3.29</c:v>
                </c:pt>
                <c:pt idx="659">
                  <c:v>3.295</c:v>
                </c:pt>
                <c:pt idx="660">
                  <c:v>3.3</c:v>
                </c:pt>
                <c:pt idx="661">
                  <c:v>3.305</c:v>
                </c:pt>
                <c:pt idx="662">
                  <c:v>3.31</c:v>
                </c:pt>
                <c:pt idx="663">
                  <c:v>3.315</c:v>
                </c:pt>
                <c:pt idx="664">
                  <c:v>3.32</c:v>
                </c:pt>
                <c:pt idx="665">
                  <c:v>3.325</c:v>
                </c:pt>
                <c:pt idx="666">
                  <c:v>3.33</c:v>
                </c:pt>
                <c:pt idx="667">
                  <c:v>3.335</c:v>
                </c:pt>
                <c:pt idx="668">
                  <c:v>3.34</c:v>
                </c:pt>
                <c:pt idx="669">
                  <c:v>3.345</c:v>
                </c:pt>
                <c:pt idx="670">
                  <c:v>3.35</c:v>
                </c:pt>
                <c:pt idx="671">
                  <c:v>3.355</c:v>
                </c:pt>
                <c:pt idx="672">
                  <c:v>3.36</c:v>
                </c:pt>
                <c:pt idx="673">
                  <c:v>3.365</c:v>
                </c:pt>
                <c:pt idx="674">
                  <c:v>3.37</c:v>
                </c:pt>
                <c:pt idx="675">
                  <c:v>3.375</c:v>
                </c:pt>
                <c:pt idx="676">
                  <c:v>3.38</c:v>
                </c:pt>
                <c:pt idx="677">
                  <c:v>3.385</c:v>
                </c:pt>
                <c:pt idx="678">
                  <c:v>3.39</c:v>
                </c:pt>
                <c:pt idx="679">
                  <c:v>3.395</c:v>
                </c:pt>
                <c:pt idx="680">
                  <c:v>3.4</c:v>
                </c:pt>
                <c:pt idx="681">
                  <c:v>3.405</c:v>
                </c:pt>
                <c:pt idx="682">
                  <c:v>3.41</c:v>
                </c:pt>
                <c:pt idx="683">
                  <c:v>3.415</c:v>
                </c:pt>
                <c:pt idx="684">
                  <c:v>3.42</c:v>
                </c:pt>
                <c:pt idx="685">
                  <c:v>3.425</c:v>
                </c:pt>
                <c:pt idx="686">
                  <c:v>3.43</c:v>
                </c:pt>
                <c:pt idx="687">
                  <c:v>3.435</c:v>
                </c:pt>
                <c:pt idx="688">
                  <c:v>3.44</c:v>
                </c:pt>
                <c:pt idx="689">
                  <c:v>3.445</c:v>
                </c:pt>
                <c:pt idx="690">
                  <c:v>3.45</c:v>
                </c:pt>
                <c:pt idx="691">
                  <c:v>3.455</c:v>
                </c:pt>
                <c:pt idx="692">
                  <c:v>3.46</c:v>
                </c:pt>
                <c:pt idx="693">
                  <c:v>3.465</c:v>
                </c:pt>
                <c:pt idx="694">
                  <c:v>3.47</c:v>
                </c:pt>
                <c:pt idx="695">
                  <c:v>3.475</c:v>
                </c:pt>
                <c:pt idx="696">
                  <c:v>3.48</c:v>
                </c:pt>
                <c:pt idx="697">
                  <c:v>3.485</c:v>
                </c:pt>
                <c:pt idx="698">
                  <c:v>3.49</c:v>
                </c:pt>
                <c:pt idx="699">
                  <c:v>3.495</c:v>
                </c:pt>
                <c:pt idx="700">
                  <c:v>3.5</c:v>
                </c:pt>
                <c:pt idx="701">
                  <c:v>3.505</c:v>
                </c:pt>
                <c:pt idx="702">
                  <c:v>3.51</c:v>
                </c:pt>
                <c:pt idx="703">
                  <c:v>3.515</c:v>
                </c:pt>
                <c:pt idx="704">
                  <c:v>3.52</c:v>
                </c:pt>
                <c:pt idx="705">
                  <c:v>3.525</c:v>
                </c:pt>
                <c:pt idx="706">
                  <c:v>3.53</c:v>
                </c:pt>
                <c:pt idx="707">
                  <c:v>3.535</c:v>
                </c:pt>
                <c:pt idx="708">
                  <c:v>3.54</c:v>
                </c:pt>
                <c:pt idx="709">
                  <c:v>3.545</c:v>
                </c:pt>
                <c:pt idx="710">
                  <c:v>3.55</c:v>
                </c:pt>
                <c:pt idx="711">
                  <c:v>3.555</c:v>
                </c:pt>
                <c:pt idx="712">
                  <c:v>3.56</c:v>
                </c:pt>
                <c:pt idx="713">
                  <c:v>3.565</c:v>
                </c:pt>
                <c:pt idx="714">
                  <c:v>3.57</c:v>
                </c:pt>
                <c:pt idx="715">
                  <c:v>3.575</c:v>
                </c:pt>
                <c:pt idx="716">
                  <c:v>3.58</c:v>
                </c:pt>
                <c:pt idx="717">
                  <c:v>3.585</c:v>
                </c:pt>
                <c:pt idx="718">
                  <c:v>3.59</c:v>
                </c:pt>
                <c:pt idx="719">
                  <c:v>3.595</c:v>
                </c:pt>
                <c:pt idx="720">
                  <c:v>3.6</c:v>
                </c:pt>
                <c:pt idx="721">
                  <c:v>3.605</c:v>
                </c:pt>
                <c:pt idx="722">
                  <c:v>3.61</c:v>
                </c:pt>
                <c:pt idx="723">
                  <c:v>3.615</c:v>
                </c:pt>
                <c:pt idx="724">
                  <c:v>3.62</c:v>
                </c:pt>
                <c:pt idx="725">
                  <c:v>3.625</c:v>
                </c:pt>
                <c:pt idx="726">
                  <c:v>3.63</c:v>
                </c:pt>
                <c:pt idx="727">
                  <c:v>3.635</c:v>
                </c:pt>
                <c:pt idx="728">
                  <c:v>3.64</c:v>
                </c:pt>
                <c:pt idx="729">
                  <c:v>3.645</c:v>
                </c:pt>
                <c:pt idx="730">
                  <c:v>3.65</c:v>
                </c:pt>
                <c:pt idx="731">
                  <c:v>3.655</c:v>
                </c:pt>
                <c:pt idx="732">
                  <c:v>3.66</c:v>
                </c:pt>
                <c:pt idx="733">
                  <c:v>3.665</c:v>
                </c:pt>
                <c:pt idx="734">
                  <c:v>3.67</c:v>
                </c:pt>
                <c:pt idx="735">
                  <c:v>3.675</c:v>
                </c:pt>
                <c:pt idx="736">
                  <c:v>3.68</c:v>
                </c:pt>
                <c:pt idx="737">
                  <c:v>3.685</c:v>
                </c:pt>
                <c:pt idx="738">
                  <c:v>3.69</c:v>
                </c:pt>
                <c:pt idx="739">
                  <c:v>3.695</c:v>
                </c:pt>
                <c:pt idx="740">
                  <c:v>3.7</c:v>
                </c:pt>
                <c:pt idx="741">
                  <c:v>3.705</c:v>
                </c:pt>
                <c:pt idx="742">
                  <c:v>3.71</c:v>
                </c:pt>
                <c:pt idx="743">
                  <c:v>3.715</c:v>
                </c:pt>
                <c:pt idx="744">
                  <c:v>3.72</c:v>
                </c:pt>
                <c:pt idx="745">
                  <c:v>3.725</c:v>
                </c:pt>
                <c:pt idx="746">
                  <c:v>3.73</c:v>
                </c:pt>
                <c:pt idx="747">
                  <c:v>3.735</c:v>
                </c:pt>
                <c:pt idx="748">
                  <c:v>3.74</c:v>
                </c:pt>
                <c:pt idx="749">
                  <c:v>3.745</c:v>
                </c:pt>
                <c:pt idx="750">
                  <c:v>3.75</c:v>
                </c:pt>
                <c:pt idx="751">
                  <c:v>3.755</c:v>
                </c:pt>
                <c:pt idx="752">
                  <c:v>3.76</c:v>
                </c:pt>
                <c:pt idx="753">
                  <c:v>3.765</c:v>
                </c:pt>
                <c:pt idx="754">
                  <c:v>3.77</c:v>
                </c:pt>
                <c:pt idx="755">
                  <c:v>3.775</c:v>
                </c:pt>
                <c:pt idx="756">
                  <c:v>3.78</c:v>
                </c:pt>
                <c:pt idx="757">
                  <c:v>3.785</c:v>
                </c:pt>
                <c:pt idx="758">
                  <c:v>3.79</c:v>
                </c:pt>
                <c:pt idx="759">
                  <c:v>3.795</c:v>
                </c:pt>
                <c:pt idx="760">
                  <c:v>3.8</c:v>
                </c:pt>
                <c:pt idx="761">
                  <c:v>3.805</c:v>
                </c:pt>
                <c:pt idx="762">
                  <c:v>3.81</c:v>
                </c:pt>
                <c:pt idx="763">
                  <c:v>3.815</c:v>
                </c:pt>
                <c:pt idx="764">
                  <c:v>3.82</c:v>
                </c:pt>
                <c:pt idx="765">
                  <c:v>3.825</c:v>
                </c:pt>
                <c:pt idx="766">
                  <c:v>3.83</c:v>
                </c:pt>
                <c:pt idx="767">
                  <c:v>3.835</c:v>
                </c:pt>
                <c:pt idx="768">
                  <c:v>3.84</c:v>
                </c:pt>
                <c:pt idx="769">
                  <c:v>3.845</c:v>
                </c:pt>
                <c:pt idx="770">
                  <c:v>3.85</c:v>
                </c:pt>
                <c:pt idx="771">
                  <c:v>3.855</c:v>
                </c:pt>
                <c:pt idx="772">
                  <c:v>3.86</c:v>
                </c:pt>
                <c:pt idx="773">
                  <c:v>3.865</c:v>
                </c:pt>
                <c:pt idx="774">
                  <c:v>3.87</c:v>
                </c:pt>
                <c:pt idx="775">
                  <c:v>3.875</c:v>
                </c:pt>
                <c:pt idx="776">
                  <c:v>3.88</c:v>
                </c:pt>
                <c:pt idx="777">
                  <c:v>3.885</c:v>
                </c:pt>
                <c:pt idx="778">
                  <c:v>3.89</c:v>
                </c:pt>
                <c:pt idx="779">
                  <c:v>3.895</c:v>
                </c:pt>
                <c:pt idx="780">
                  <c:v>3.9</c:v>
                </c:pt>
                <c:pt idx="781">
                  <c:v>3.905</c:v>
                </c:pt>
                <c:pt idx="782">
                  <c:v>3.91</c:v>
                </c:pt>
                <c:pt idx="783">
                  <c:v>3.915</c:v>
                </c:pt>
                <c:pt idx="784">
                  <c:v>3.92</c:v>
                </c:pt>
                <c:pt idx="785">
                  <c:v>3.925</c:v>
                </c:pt>
                <c:pt idx="786">
                  <c:v>3.93</c:v>
                </c:pt>
                <c:pt idx="787">
                  <c:v>3.935</c:v>
                </c:pt>
                <c:pt idx="788">
                  <c:v>3.94</c:v>
                </c:pt>
                <c:pt idx="789">
                  <c:v>3.945</c:v>
                </c:pt>
                <c:pt idx="790">
                  <c:v>3.95</c:v>
                </c:pt>
                <c:pt idx="791">
                  <c:v>3.955</c:v>
                </c:pt>
                <c:pt idx="792">
                  <c:v>3.96</c:v>
                </c:pt>
                <c:pt idx="793">
                  <c:v>3.965</c:v>
                </c:pt>
                <c:pt idx="794">
                  <c:v>3.97</c:v>
                </c:pt>
                <c:pt idx="795">
                  <c:v>3.975</c:v>
                </c:pt>
                <c:pt idx="796">
                  <c:v>3.98</c:v>
                </c:pt>
                <c:pt idx="797">
                  <c:v>3.985</c:v>
                </c:pt>
                <c:pt idx="798">
                  <c:v>3.99</c:v>
                </c:pt>
                <c:pt idx="799">
                  <c:v>3.995</c:v>
                </c:pt>
                <c:pt idx="800">
                  <c:v>4</c:v>
                </c:pt>
                <c:pt idx="801">
                  <c:v>4.005</c:v>
                </c:pt>
                <c:pt idx="802">
                  <c:v>4.01</c:v>
                </c:pt>
                <c:pt idx="803">
                  <c:v>4.015</c:v>
                </c:pt>
                <c:pt idx="804">
                  <c:v>4.02</c:v>
                </c:pt>
                <c:pt idx="805">
                  <c:v>4.025</c:v>
                </c:pt>
                <c:pt idx="806">
                  <c:v>4.03</c:v>
                </c:pt>
                <c:pt idx="807">
                  <c:v>4.035</c:v>
                </c:pt>
                <c:pt idx="808">
                  <c:v>4.04</c:v>
                </c:pt>
                <c:pt idx="809">
                  <c:v>4.045</c:v>
                </c:pt>
                <c:pt idx="810">
                  <c:v>4.05</c:v>
                </c:pt>
                <c:pt idx="811">
                  <c:v>4.055</c:v>
                </c:pt>
                <c:pt idx="812">
                  <c:v>4.06</c:v>
                </c:pt>
                <c:pt idx="813">
                  <c:v>4.065</c:v>
                </c:pt>
                <c:pt idx="814">
                  <c:v>4.07</c:v>
                </c:pt>
                <c:pt idx="815">
                  <c:v>4.075</c:v>
                </c:pt>
                <c:pt idx="816">
                  <c:v>4.08</c:v>
                </c:pt>
                <c:pt idx="817">
                  <c:v>4.085</c:v>
                </c:pt>
                <c:pt idx="818">
                  <c:v>4.09</c:v>
                </c:pt>
                <c:pt idx="819">
                  <c:v>4.095</c:v>
                </c:pt>
                <c:pt idx="820">
                  <c:v>4.1</c:v>
                </c:pt>
                <c:pt idx="821">
                  <c:v>4.105</c:v>
                </c:pt>
                <c:pt idx="822">
                  <c:v>4.11</c:v>
                </c:pt>
                <c:pt idx="823">
                  <c:v>4.115</c:v>
                </c:pt>
                <c:pt idx="824">
                  <c:v>4.12</c:v>
                </c:pt>
                <c:pt idx="825">
                  <c:v>4.125</c:v>
                </c:pt>
                <c:pt idx="826">
                  <c:v>4.13</c:v>
                </c:pt>
                <c:pt idx="827">
                  <c:v>4.135</c:v>
                </c:pt>
                <c:pt idx="828">
                  <c:v>4.14</c:v>
                </c:pt>
                <c:pt idx="829">
                  <c:v>4.145</c:v>
                </c:pt>
                <c:pt idx="830">
                  <c:v>4.15</c:v>
                </c:pt>
                <c:pt idx="831">
                  <c:v>4.155</c:v>
                </c:pt>
                <c:pt idx="832">
                  <c:v>4.16</c:v>
                </c:pt>
                <c:pt idx="833">
                  <c:v>4.165</c:v>
                </c:pt>
                <c:pt idx="834">
                  <c:v>4.17</c:v>
                </c:pt>
                <c:pt idx="835">
                  <c:v>4.175</c:v>
                </c:pt>
                <c:pt idx="836">
                  <c:v>4.18</c:v>
                </c:pt>
                <c:pt idx="837">
                  <c:v>4.185</c:v>
                </c:pt>
                <c:pt idx="838">
                  <c:v>4.19</c:v>
                </c:pt>
                <c:pt idx="839">
                  <c:v>4.195</c:v>
                </c:pt>
                <c:pt idx="840">
                  <c:v>4.2</c:v>
                </c:pt>
                <c:pt idx="841">
                  <c:v>4.205</c:v>
                </c:pt>
                <c:pt idx="842">
                  <c:v>4.21</c:v>
                </c:pt>
                <c:pt idx="843">
                  <c:v>4.215</c:v>
                </c:pt>
                <c:pt idx="844">
                  <c:v>4.22</c:v>
                </c:pt>
                <c:pt idx="845">
                  <c:v>4.225</c:v>
                </c:pt>
                <c:pt idx="846">
                  <c:v>4.23</c:v>
                </c:pt>
                <c:pt idx="847">
                  <c:v>4.235</c:v>
                </c:pt>
                <c:pt idx="848">
                  <c:v>4.24</c:v>
                </c:pt>
                <c:pt idx="849">
                  <c:v>4.245</c:v>
                </c:pt>
                <c:pt idx="850">
                  <c:v>4.25</c:v>
                </c:pt>
                <c:pt idx="851">
                  <c:v>4.255</c:v>
                </c:pt>
                <c:pt idx="852">
                  <c:v>4.26</c:v>
                </c:pt>
                <c:pt idx="853">
                  <c:v>4.265</c:v>
                </c:pt>
                <c:pt idx="854">
                  <c:v>4.27</c:v>
                </c:pt>
                <c:pt idx="855">
                  <c:v>4.275</c:v>
                </c:pt>
                <c:pt idx="856">
                  <c:v>4.28</c:v>
                </c:pt>
                <c:pt idx="857">
                  <c:v>4.285</c:v>
                </c:pt>
                <c:pt idx="858">
                  <c:v>4.29</c:v>
                </c:pt>
                <c:pt idx="859">
                  <c:v>4.295</c:v>
                </c:pt>
                <c:pt idx="860">
                  <c:v>4.3</c:v>
                </c:pt>
                <c:pt idx="861">
                  <c:v>4.305</c:v>
                </c:pt>
                <c:pt idx="862">
                  <c:v>4.31</c:v>
                </c:pt>
                <c:pt idx="863">
                  <c:v>4.315</c:v>
                </c:pt>
                <c:pt idx="864">
                  <c:v>4.32</c:v>
                </c:pt>
                <c:pt idx="865">
                  <c:v>4.325</c:v>
                </c:pt>
                <c:pt idx="866">
                  <c:v>4.33</c:v>
                </c:pt>
                <c:pt idx="867">
                  <c:v>4.335</c:v>
                </c:pt>
                <c:pt idx="868">
                  <c:v>4.34</c:v>
                </c:pt>
                <c:pt idx="869">
                  <c:v>4.345</c:v>
                </c:pt>
                <c:pt idx="870">
                  <c:v>4.35</c:v>
                </c:pt>
                <c:pt idx="871">
                  <c:v>4.355</c:v>
                </c:pt>
                <c:pt idx="872">
                  <c:v>4.36</c:v>
                </c:pt>
                <c:pt idx="873">
                  <c:v>4.365</c:v>
                </c:pt>
                <c:pt idx="874">
                  <c:v>4.37</c:v>
                </c:pt>
                <c:pt idx="875">
                  <c:v>4.375</c:v>
                </c:pt>
                <c:pt idx="876">
                  <c:v>4.38</c:v>
                </c:pt>
                <c:pt idx="877">
                  <c:v>4.385</c:v>
                </c:pt>
                <c:pt idx="878">
                  <c:v>4.39</c:v>
                </c:pt>
                <c:pt idx="879">
                  <c:v>4.395</c:v>
                </c:pt>
                <c:pt idx="880">
                  <c:v>4.4</c:v>
                </c:pt>
                <c:pt idx="881">
                  <c:v>4.405</c:v>
                </c:pt>
                <c:pt idx="882">
                  <c:v>4.41</c:v>
                </c:pt>
                <c:pt idx="883">
                  <c:v>4.415</c:v>
                </c:pt>
                <c:pt idx="884">
                  <c:v>4.42</c:v>
                </c:pt>
                <c:pt idx="885">
                  <c:v>4.425</c:v>
                </c:pt>
                <c:pt idx="886">
                  <c:v>4.43</c:v>
                </c:pt>
                <c:pt idx="887">
                  <c:v>4.435</c:v>
                </c:pt>
                <c:pt idx="888">
                  <c:v>4.44</c:v>
                </c:pt>
                <c:pt idx="889">
                  <c:v>4.445</c:v>
                </c:pt>
                <c:pt idx="890">
                  <c:v>4.45</c:v>
                </c:pt>
                <c:pt idx="891">
                  <c:v>4.455</c:v>
                </c:pt>
                <c:pt idx="892">
                  <c:v>4.46</c:v>
                </c:pt>
                <c:pt idx="893">
                  <c:v>4.465</c:v>
                </c:pt>
                <c:pt idx="894">
                  <c:v>4.47</c:v>
                </c:pt>
                <c:pt idx="895">
                  <c:v>4.475</c:v>
                </c:pt>
                <c:pt idx="896">
                  <c:v>4.48</c:v>
                </c:pt>
                <c:pt idx="897">
                  <c:v>4.485</c:v>
                </c:pt>
                <c:pt idx="898">
                  <c:v>4.49</c:v>
                </c:pt>
                <c:pt idx="899">
                  <c:v>4.495</c:v>
                </c:pt>
                <c:pt idx="900">
                  <c:v>4.5</c:v>
                </c:pt>
                <c:pt idx="901">
                  <c:v>4.505</c:v>
                </c:pt>
                <c:pt idx="902">
                  <c:v>4.51</c:v>
                </c:pt>
                <c:pt idx="903">
                  <c:v>4.515</c:v>
                </c:pt>
                <c:pt idx="904">
                  <c:v>4.52</c:v>
                </c:pt>
                <c:pt idx="905">
                  <c:v>4.525</c:v>
                </c:pt>
                <c:pt idx="906">
                  <c:v>4.53</c:v>
                </c:pt>
                <c:pt idx="907">
                  <c:v>4.535</c:v>
                </c:pt>
                <c:pt idx="908">
                  <c:v>4.54</c:v>
                </c:pt>
                <c:pt idx="909">
                  <c:v>4.545</c:v>
                </c:pt>
                <c:pt idx="910">
                  <c:v>4.55</c:v>
                </c:pt>
                <c:pt idx="911">
                  <c:v>4.555</c:v>
                </c:pt>
                <c:pt idx="912">
                  <c:v>4.56</c:v>
                </c:pt>
                <c:pt idx="913">
                  <c:v>4.565</c:v>
                </c:pt>
                <c:pt idx="914">
                  <c:v>4.57</c:v>
                </c:pt>
                <c:pt idx="915">
                  <c:v>4.575</c:v>
                </c:pt>
                <c:pt idx="916">
                  <c:v>4.58</c:v>
                </c:pt>
                <c:pt idx="917">
                  <c:v>4.585</c:v>
                </c:pt>
                <c:pt idx="918">
                  <c:v>4.59</c:v>
                </c:pt>
                <c:pt idx="919">
                  <c:v>4.595</c:v>
                </c:pt>
                <c:pt idx="920">
                  <c:v>4.6</c:v>
                </c:pt>
                <c:pt idx="921">
                  <c:v>4.605</c:v>
                </c:pt>
                <c:pt idx="922">
                  <c:v>4.61</c:v>
                </c:pt>
                <c:pt idx="923">
                  <c:v>4.615</c:v>
                </c:pt>
                <c:pt idx="924">
                  <c:v>4.62</c:v>
                </c:pt>
                <c:pt idx="925">
                  <c:v>4.625</c:v>
                </c:pt>
                <c:pt idx="926">
                  <c:v>4.63</c:v>
                </c:pt>
                <c:pt idx="927">
                  <c:v>4.635</c:v>
                </c:pt>
                <c:pt idx="928">
                  <c:v>4.64</c:v>
                </c:pt>
                <c:pt idx="929">
                  <c:v>4.645</c:v>
                </c:pt>
                <c:pt idx="930">
                  <c:v>4.65</c:v>
                </c:pt>
                <c:pt idx="931">
                  <c:v>4.655</c:v>
                </c:pt>
                <c:pt idx="932">
                  <c:v>4.66</c:v>
                </c:pt>
                <c:pt idx="933">
                  <c:v>4.665</c:v>
                </c:pt>
                <c:pt idx="934">
                  <c:v>4.67</c:v>
                </c:pt>
                <c:pt idx="935">
                  <c:v>4.675</c:v>
                </c:pt>
                <c:pt idx="936">
                  <c:v>4.68</c:v>
                </c:pt>
                <c:pt idx="937">
                  <c:v>4.685</c:v>
                </c:pt>
                <c:pt idx="938">
                  <c:v>4.69</c:v>
                </c:pt>
                <c:pt idx="939">
                  <c:v>4.695</c:v>
                </c:pt>
                <c:pt idx="940">
                  <c:v>4.7</c:v>
                </c:pt>
                <c:pt idx="941">
                  <c:v>4.705</c:v>
                </c:pt>
                <c:pt idx="942">
                  <c:v>4.71</c:v>
                </c:pt>
                <c:pt idx="943">
                  <c:v>4.715</c:v>
                </c:pt>
                <c:pt idx="944">
                  <c:v>4.72</c:v>
                </c:pt>
                <c:pt idx="945">
                  <c:v>4.725</c:v>
                </c:pt>
                <c:pt idx="946">
                  <c:v>4.73</c:v>
                </c:pt>
                <c:pt idx="947">
                  <c:v>4.735</c:v>
                </c:pt>
                <c:pt idx="948">
                  <c:v>4.74</c:v>
                </c:pt>
                <c:pt idx="949">
                  <c:v>4.745</c:v>
                </c:pt>
                <c:pt idx="950">
                  <c:v>4.75</c:v>
                </c:pt>
                <c:pt idx="951">
                  <c:v>4.755</c:v>
                </c:pt>
                <c:pt idx="952">
                  <c:v>4.76</c:v>
                </c:pt>
                <c:pt idx="953">
                  <c:v>4.765</c:v>
                </c:pt>
                <c:pt idx="954">
                  <c:v>4.77</c:v>
                </c:pt>
                <c:pt idx="955">
                  <c:v>4.775</c:v>
                </c:pt>
                <c:pt idx="956">
                  <c:v>4.78</c:v>
                </c:pt>
                <c:pt idx="957">
                  <c:v>4.785</c:v>
                </c:pt>
                <c:pt idx="958">
                  <c:v>4.79</c:v>
                </c:pt>
                <c:pt idx="959">
                  <c:v>4.795</c:v>
                </c:pt>
                <c:pt idx="960">
                  <c:v>4.8</c:v>
                </c:pt>
                <c:pt idx="961">
                  <c:v>4.805</c:v>
                </c:pt>
                <c:pt idx="962">
                  <c:v>4.81</c:v>
                </c:pt>
                <c:pt idx="963">
                  <c:v>4.815</c:v>
                </c:pt>
                <c:pt idx="964">
                  <c:v>4.82</c:v>
                </c:pt>
                <c:pt idx="965">
                  <c:v>4.825</c:v>
                </c:pt>
                <c:pt idx="966">
                  <c:v>4.83</c:v>
                </c:pt>
                <c:pt idx="967">
                  <c:v>4.835</c:v>
                </c:pt>
                <c:pt idx="968">
                  <c:v>4.84</c:v>
                </c:pt>
                <c:pt idx="969">
                  <c:v>4.845</c:v>
                </c:pt>
                <c:pt idx="970">
                  <c:v>4.85</c:v>
                </c:pt>
                <c:pt idx="971">
                  <c:v>4.855</c:v>
                </c:pt>
                <c:pt idx="972">
                  <c:v>4.86</c:v>
                </c:pt>
                <c:pt idx="973">
                  <c:v>4.865</c:v>
                </c:pt>
                <c:pt idx="974">
                  <c:v>4.87</c:v>
                </c:pt>
                <c:pt idx="975">
                  <c:v>4.875</c:v>
                </c:pt>
                <c:pt idx="976">
                  <c:v>4.88</c:v>
                </c:pt>
                <c:pt idx="977">
                  <c:v>4.885</c:v>
                </c:pt>
                <c:pt idx="978">
                  <c:v>4.89</c:v>
                </c:pt>
                <c:pt idx="979">
                  <c:v>4.895</c:v>
                </c:pt>
                <c:pt idx="980">
                  <c:v>4.9</c:v>
                </c:pt>
                <c:pt idx="981">
                  <c:v>4.905</c:v>
                </c:pt>
                <c:pt idx="982">
                  <c:v>4.91</c:v>
                </c:pt>
                <c:pt idx="983">
                  <c:v>4.915</c:v>
                </c:pt>
                <c:pt idx="984">
                  <c:v>4.92</c:v>
                </c:pt>
                <c:pt idx="985">
                  <c:v>4.925</c:v>
                </c:pt>
                <c:pt idx="986">
                  <c:v>4.93</c:v>
                </c:pt>
                <c:pt idx="987">
                  <c:v>4.935</c:v>
                </c:pt>
                <c:pt idx="988">
                  <c:v>4.94</c:v>
                </c:pt>
                <c:pt idx="989">
                  <c:v>4.945</c:v>
                </c:pt>
                <c:pt idx="990">
                  <c:v>4.95</c:v>
                </c:pt>
                <c:pt idx="991">
                  <c:v>4.955</c:v>
                </c:pt>
                <c:pt idx="992">
                  <c:v>4.96</c:v>
                </c:pt>
                <c:pt idx="993">
                  <c:v>4.965</c:v>
                </c:pt>
                <c:pt idx="994">
                  <c:v>4.97</c:v>
                </c:pt>
                <c:pt idx="995">
                  <c:v>4.975</c:v>
                </c:pt>
                <c:pt idx="996">
                  <c:v>4.98</c:v>
                </c:pt>
                <c:pt idx="997">
                  <c:v>4.985</c:v>
                </c:pt>
                <c:pt idx="998">
                  <c:v>4.99</c:v>
                </c:pt>
                <c:pt idx="999">
                  <c:v>4.995</c:v>
                </c:pt>
                <c:pt idx="1000">
                  <c:v>5</c:v>
                </c:pt>
                <c:pt idx="1001">
                  <c:v>5.005</c:v>
                </c:pt>
                <c:pt idx="1002">
                  <c:v>5.01</c:v>
                </c:pt>
                <c:pt idx="1003">
                  <c:v>5.015</c:v>
                </c:pt>
                <c:pt idx="1004">
                  <c:v>5.02</c:v>
                </c:pt>
                <c:pt idx="1005">
                  <c:v>5.025</c:v>
                </c:pt>
                <c:pt idx="1006">
                  <c:v>5.03</c:v>
                </c:pt>
                <c:pt idx="1007">
                  <c:v>5.035</c:v>
                </c:pt>
                <c:pt idx="1008">
                  <c:v>5.04</c:v>
                </c:pt>
                <c:pt idx="1009">
                  <c:v>5.045</c:v>
                </c:pt>
                <c:pt idx="1010">
                  <c:v>5.05</c:v>
                </c:pt>
                <c:pt idx="1011">
                  <c:v>5.055</c:v>
                </c:pt>
                <c:pt idx="1012">
                  <c:v>5.06</c:v>
                </c:pt>
                <c:pt idx="1013">
                  <c:v>5.065</c:v>
                </c:pt>
                <c:pt idx="1014">
                  <c:v>5.07</c:v>
                </c:pt>
                <c:pt idx="1015">
                  <c:v>5.075</c:v>
                </c:pt>
                <c:pt idx="1016">
                  <c:v>5.08</c:v>
                </c:pt>
                <c:pt idx="1017">
                  <c:v>5.085</c:v>
                </c:pt>
                <c:pt idx="1018">
                  <c:v>5.09</c:v>
                </c:pt>
                <c:pt idx="1019">
                  <c:v>5.095</c:v>
                </c:pt>
                <c:pt idx="1020">
                  <c:v>5.1</c:v>
                </c:pt>
                <c:pt idx="1021">
                  <c:v>5.105</c:v>
                </c:pt>
                <c:pt idx="1022">
                  <c:v>5.11</c:v>
                </c:pt>
                <c:pt idx="1023">
                  <c:v>5.115</c:v>
                </c:pt>
                <c:pt idx="1024">
                  <c:v>5.12</c:v>
                </c:pt>
                <c:pt idx="1025">
                  <c:v>5.125</c:v>
                </c:pt>
                <c:pt idx="1026">
                  <c:v>5.13</c:v>
                </c:pt>
                <c:pt idx="1027">
                  <c:v>5.135</c:v>
                </c:pt>
                <c:pt idx="1028">
                  <c:v>5.14</c:v>
                </c:pt>
                <c:pt idx="1029">
                  <c:v>5.145</c:v>
                </c:pt>
                <c:pt idx="1030">
                  <c:v>5.15</c:v>
                </c:pt>
                <c:pt idx="1031">
                  <c:v>5.155</c:v>
                </c:pt>
                <c:pt idx="1032">
                  <c:v>5.16</c:v>
                </c:pt>
                <c:pt idx="1033">
                  <c:v>5.165</c:v>
                </c:pt>
                <c:pt idx="1034">
                  <c:v>5.17</c:v>
                </c:pt>
                <c:pt idx="1035">
                  <c:v>5.175</c:v>
                </c:pt>
                <c:pt idx="1036">
                  <c:v>5.18</c:v>
                </c:pt>
                <c:pt idx="1037">
                  <c:v>5.185</c:v>
                </c:pt>
                <c:pt idx="1038">
                  <c:v>5.19</c:v>
                </c:pt>
                <c:pt idx="1039">
                  <c:v>5.195</c:v>
                </c:pt>
                <c:pt idx="1040">
                  <c:v>5.2</c:v>
                </c:pt>
                <c:pt idx="1041">
                  <c:v>5.205</c:v>
                </c:pt>
                <c:pt idx="1042">
                  <c:v>5.21</c:v>
                </c:pt>
                <c:pt idx="1043">
                  <c:v>5.215</c:v>
                </c:pt>
                <c:pt idx="1044">
                  <c:v>5.22</c:v>
                </c:pt>
                <c:pt idx="1045">
                  <c:v>5.225</c:v>
                </c:pt>
                <c:pt idx="1046">
                  <c:v>5.23</c:v>
                </c:pt>
                <c:pt idx="1047">
                  <c:v>5.235</c:v>
                </c:pt>
                <c:pt idx="1048">
                  <c:v>5.24</c:v>
                </c:pt>
                <c:pt idx="1049">
                  <c:v>5.245</c:v>
                </c:pt>
                <c:pt idx="1050">
                  <c:v>5.25</c:v>
                </c:pt>
                <c:pt idx="1051">
                  <c:v>5.255</c:v>
                </c:pt>
                <c:pt idx="1052">
                  <c:v>5.26</c:v>
                </c:pt>
                <c:pt idx="1053">
                  <c:v>5.265</c:v>
                </c:pt>
                <c:pt idx="1054">
                  <c:v>5.27</c:v>
                </c:pt>
                <c:pt idx="1055">
                  <c:v>5.275</c:v>
                </c:pt>
                <c:pt idx="1056">
                  <c:v>5.28</c:v>
                </c:pt>
                <c:pt idx="1057">
                  <c:v>5.285</c:v>
                </c:pt>
                <c:pt idx="1058">
                  <c:v>5.29</c:v>
                </c:pt>
                <c:pt idx="1059">
                  <c:v>5.295</c:v>
                </c:pt>
                <c:pt idx="1060">
                  <c:v>5.3</c:v>
                </c:pt>
                <c:pt idx="1061">
                  <c:v>5.305</c:v>
                </c:pt>
                <c:pt idx="1062">
                  <c:v>5.31</c:v>
                </c:pt>
                <c:pt idx="1063">
                  <c:v>5.315</c:v>
                </c:pt>
                <c:pt idx="1064">
                  <c:v>5.32</c:v>
                </c:pt>
                <c:pt idx="1065">
                  <c:v>5.325</c:v>
                </c:pt>
                <c:pt idx="1066">
                  <c:v>5.33</c:v>
                </c:pt>
                <c:pt idx="1067">
                  <c:v>5.335</c:v>
                </c:pt>
                <c:pt idx="1068">
                  <c:v>5.34</c:v>
                </c:pt>
                <c:pt idx="1069">
                  <c:v>5.345</c:v>
                </c:pt>
                <c:pt idx="1070">
                  <c:v>5.35</c:v>
                </c:pt>
                <c:pt idx="1071">
                  <c:v>5.355</c:v>
                </c:pt>
                <c:pt idx="1072">
                  <c:v>5.36</c:v>
                </c:pt>
                <c:pt idx="1073">
                  <c:v>5.365</c:v>
                </c:pt>
                <c:pt idx="1074">
                  <c:v>5.37</c:v>
                </c:pt>
                <c:pt idx="1075">
                  <c:v>5.375</c:v>
                </c:pt>
                <c:pt idx="1076">
                  <c:v>5.38</c:v>
                </c:pt>
                <c:pt idx="1077">
                  <c:v>5.385</c:v>
                </c:pt>
                <c:pt idx="1078">
                  <c:v>5.39</c:v>
                </c:pt>
                <c:pt idx="1079">
                  <c:v>5.395</c:v>
                </c:pt>
                <c:pt idx="1080">
                  <c:v>5.4</c:v>
                </c:pt>
                <c:pt idx="1081">
                  <c:v>5.405</c:v>
                </c:pt>
                <c:pt idx="1082">
                  <c:v>5.41</c:v>
                </c:pt>
                <c:pt idx="1083">
                  <c:v>5.415</c:v>
                </c:pt>
                <c:pt idx="1084">
                  <c:v>5.42</c:v>
                </c:pt>
                <c:pt idx="1085">
                  <c:v>5.425</c:v>
                </c:pt>
                <c:pt idx="1086">
                  <c:v>5.43</c:v>
                </c:pt>
                <c:pt idx="1087">
                  <c:v>5.435</c:v>
                </c:pt>
                <c:pt idx="1088">
                  <c:v>5.44</c:v>
                </c:pt>
                <c:pt idx="1089">
                  <c:v>5.445</c:v>
                </c:pt>
                <c:pt idx="1090">
                  <c:v>5.45</c:v>
                </c:pt>
                <c:pt idx="1091">
                  <c:v>5.455</c:v>
                </c:pt>
                <c:pt idx="1092">
                  <c:v>5.46</c:v>
                </c:pt>
                <c:pt idx="1093">
                  <c:v>5.465</c:v>
                </c:pt>
                <c:pt idx="1094">
                  <c:v>5.47</c:v>
                </c:pt>
                <c:pt idx="1095">
                  <c:v>5.475</c:v>
                </c:pt>
                <c:pt idx="1096">
                  <c:v>5.48</c:v>
                </c:pt>
                <c:pt idx="1097">
                  <c:v>5.485</c:v>
                </c:pt>
                <c:pt idx="1098">
                  <c:v>5.49</c:v>
                </c:pt>
                <c:pt idx="1099">
                  <c:v>5.495</c:v>
                </c:pt>
                <c:pt idx="1100">
                  <c:v>5.5</c:v>
                </c:pt>
                <c:pt idx="1101">
                  <c:v>5.505</c:v>
                </c:pt>
                <c:pt idx="1102">
                  <c:v>5.51</c:v>
                </c:pt>
                <c:pt idx="1103">
                  <c:v>5.515</c:v>
                </c:pt>
                <c:pt idx="1104">
                  <c:v>5.52</c:v>
                </c:pt>
                <c:pt idx="1105">
                  <c:v>5.525</c:v>
                </c:pt>
                <c:pt idx="1106">
                  <c:v>5.53</c:v>
                </c:pt>
                <c:pt idx="1107">
                  <c:v>5.535</c:v>
                </c:pt>
                <c:pt idx="1108">
                  <c:v>5.54</c:v>
                </c:pt>
                <c:pt idx="1109">
                  <c:v>5.545</c:v>
                </c:pt>
                <c:pt idx="1110">
                  <c:v>5.55</c:v>
                </c:pt>
                <c:pt idx="1111">
                  <c:v>5.555</c:v>
                </c:pt>
                <c:pt idx="1112">
                  <c:v>5.56</c:v>
                </c:pt>
                <c:pt idx="1113">
                  <c:v>5.565</c:v>
                </c:pt>
                <c:pt idx="1114">
                  <c:v>5.57</c:v>
                </c:pt>
                <c:pt idx="1115">
                  <c:v>5.575</c:v>
                </c:pt>
                <c:pt idx="1116">
                  <c:v>5.58</c:v>
                </c:pt>
                <c:pt idx="1117">
                  <c:v>5.585</c:v>
                </c:pt>
                <c:pt idx="1118">
                  <c:v>5.59</c:v>
                </c:pt>
                <c:pt idx="1119">
                  <c:v>5.595</c:v>
                </c:pt>
                <c:pt idx="1120">
                  <c:v>5.6</c:v>
                </c:pt>
                <c:pt idx="1121">
                  <c:v>5.605</c:v>
                </c:pt>
                <c:pt idx="1122">
                  <c:v>5.61</c:v>
                </c:pt>
                <c:pt idx="1123">
                  <c:v>5.615</c:v>
                </c:pt>
                <c:pt idx="1124">
                  <c:v>5.62</c:v>
                </c:pt>
                <c:pt idx="1125">
                  <c:v>5.625</c:v>
                </c:pt>
                <c:pt idx="1126">
                  <c:v>5.63</c:v>
                </c:pt>
                <c:pt idx="1127">
                  <c:v>5.635</c:v>
                </c:pt>
                <c:pt idx="1128">
                  <c:v>5.64</c:v>
                </c:pt>
                <c:pt idx="1129">
                  <c:v>5.645</c:v>
                </c:pt>
                <c:pt idx="1130">
                  <c:v>5.65</c:v>
                </c:pt>
                <c:pt idx="1131">
                  <c:v>5.655</c:v>
                </c:pt>
                <c:pt idx="1132">
                  <c:v>5.66</c:v>
                </c:pt>
                <c:pt idx="1133">
                  <c:v>5.665</c:v>
                </c:pt>
                <c:pt idx="1134">
                  <c:v>5.67</c:v>
                </c:pt>
                <c:pt idx="1135">
                  <c:v>5.675</c:v>
                </c:pt>
                <c:pt idx="1136">
                  <c:v>5.68</c:v>
                </c:pt>
                <c:pt idx="1137">
                  <c:v>5.685</c:v>
                </c:pt>
                <c:pt idx="1138">
                  <c:v>5.69</c:v>
                </c:pt>
                <c:pt idx="1139">
                  <c:v>5.695</c:v>
                </c:pt>
                <c:pt idx="1140">
                  <c:v>5.7</c:v>
                </c:pt>
                <c:pt idx="1141">
                  <c:v>5.705</c:v>
                </c:pt>
                <c:pt idx="1142">
                  <c:v>5.71</c:v>
                </c:pt>
                <c:pt idx="1143">
                  <c:v>5.715</c:v>
                </c:pt>
                <c:pt idx="1144">
                  <c:v>5.72</c:v>
                </c:pt>
                <c:pt idx="1145">
                  <c:v>5.725</c:v>
                </c:pt>
                <c:pt idx="1146">
                  <c:v>5.73</c:v>
                </c:pt>
                <c:pt idx="1147">
                  <c:v>5.735</c:v>
                </c:pt>
                <c:pt idx="1148">
                  <c:v>5.74</c:v>
                </c:pt>
                <c:pt idx="1149">
                  <c:v>5.745</c:v>
                </c:pt>
                <c:pt idx="1150">
                  <c:v>5.75</c:v>
                </c:pt>
                <c:pt idx="1151">
                  <c:v>5.755</c:v>
                </c:pt>
                <c:pt idx="1152">
                  <c:v>5.76</c:v>
                </c:pt>
                <c:pt idx="1153">
                  <c:v>5.765</c:v>
                </c:pt>
                <c:pt idx="1154">
                  <c:v>5.77</c:v>
                </c:pt>
                <c:pt idx="1155">
                  <c:v>5.775</c:v>
                </c:pt>
                <c:pt idx="1156">
                  <c:v>5.78</c:v>
                </c:pt>
                <c:pt idx="1157">
                  <c:v>5.785</c:v>
                </c:pt>
                <c:pt idx="1158">
                  <c:v>5.79</c:v>
                </c:pt>
                <c:pt idx="1159">
                  <c:v>5.795</c:v>
                </c:pt>
                <c:pt idx="1160">
                  <c:v>5.8</c:v>
                </c:pt>
                <c:pt idx="1161">
                  <c:v>5.805</c:v>
                </c:pt>
                <c:pt idx="1162">
                  <c:v>5.81</c:v>
                </c:pt>
                <c:pt idx="1163">
                  <c:v>5.815</c:v>
                </c:pt>
                <c:pt idx="1164">
                  <c:v>5.82</c:v>
                </c:pt>
                <c:pt idx="1165">
                  <c:v>5.825</c:v>
                </c:pt>
                <c:pt idx="1166">
                  <c:v>5.83</c:v>
                </c:pt>
                <c:pt idx="1167">
                  <c:v>5.835</c:v>
                </c:pt>
                <c:pt idx="1168">
                  <c:v>5.84</c:v>
                </c:pt>
                <c:pt idx="1169">
                  <c:v>5.845</c:v>
                </c:pt>
                <c:pt idx="1170">
                  <c:v>5.85</c:v>
                </c:pt>
                <c:pt idx="1171">
                  <c:v>5.855</c:v>
                </c:pt>
                <c:pt idx="1172">
                  <c:v>5.86</c:v>
                </c:pt>
                <c:pt idx="1173">
                  <c:v>5.865</c:v>
                </c:pt>
                <c:pt idx="1174">
                  <c:v>5.87</c:v>
                </c:pt>
                <c:pt idx="1175">
                  <c:v>5.875</c:v>
                </c:pt>
                <c:pt idx="1176">
                  <c:v>5.88</c:v>
                </c:pt>
                <c:pt idx="1177">
                  <c:v>5.885</c:v>
                </c:pt>
                <c:pt idx="1178">
                  <c:v>5.89</c:v>
                </c:pt>
                <c:pt idx="1179">
                  <c:v>5.895</c:v>
                </c:pt>
                <c:pt idx="1180">
                  <c:v>5.9</c:v>
                </c:pt>
                <c:pt idx="1181">
                  <c:v>5.905</c:v>
                </c:pt>
                <c:pt idx="1182">
                  <c:v>5.91</c:v>
                </c:pt>
                <c:pt idx="1183">
                  <c:v>5.915</c:v>
                </c:pt>
                <c:pt idx="1184">
                  <c:v>5.92</c:v>
                </c:pt>
                <c:pt idx="1185">
                  <c:v>5.925</c:v>
                </c:pt>
                <c:pt idx="1186">
                  <c:v>5.93</c:v>
                </c:pt>
                <c:pt idx="1187">
                  <c:v>5.935</c:v>
                </c:pt>
                <c:pt idx="1188">
                  <c:v>5.94</c:v>
                </c:pt>
                <c:pt idx="1189">
                  <c:v>5.945</c:v>
                </c:pt>
                <c:pt idx="1190">
                  <c:v>5.95</c:v>
                </c:pt>
                <c:pt idx="1191">
                  <c:v>5.955</c:v>
                </c:pt>
                <c:pt idx="1192">
                  <c:v>5.96</c:v>
                </c:pt>
                <c:pt idx="1193">
                  <c:v>5.965</c:v>
                </c:pt>
                <c:pt idx="1194">
                  <c:v>5.97</c:v>
                </c:pt>
                <c:pt idx="1195">
                  <c:v>5.975</c:v>
                </c:pt>
                <c:pt idx="1196">
                  <c:v>5.98</c:v>
                </c:pt>
                <c:pt idx="1197">
                  <c:v>5.985</c:v>
                </c:pt>
                <c:pt idx="1198">
                  <c:v>5.99</c:v>
                </c:pt>
                <c:pt idx="1199">
                  <c:v>5.995</c:v>
                </c:pt>
                <c:pt idx="1200">
                  <c:v>6</c:v>
                </c:pt>
              </c:numCache>
            </c:numRef>
          </c:xVal>
          <c:yVal>
            <c:numRef>
              <c:f>'Chart Data'!$B$2:$B$1202</c:f>
              <c:numCache>
                <c:formatCode>0</c:formatCode>
                <c:ptCount val="1201"/>
                <c:pt idx="0">
                  <c:v>41.8109392765</c:v>
                </c:pt>
                <c:pt idx="1">
                  <c:v>38.6898180749</c:v>
                </c:pt>
                <c:pt idx="2">
                  <c:v>35.3784975116</c:v>
                </c:pt>
                <c:pt idx="3">
                  <c:v>31.8941322244</c:v>
                </c:pt>
                <c:pt idx="4">
                  <c:v>28.2547214183</c:v>
                </c:pt>
                <c:pt idx="5">
                  <c:v>24.4790159823</c:v>
                </c:pt>
                <c:pt idx="6">
                  <c:v>20.5864219708</c:v>
                </c:pt>
                <c:pt idx="7">
                  <c:v>16.5969009497</c:v>
                </c:pt>
                <c:pt idx="8">
                  <c:v>12.5308677154</c:v>
                </c:pt>
                <c:pt idx="9">
                  <c:v>8.40908591204</c:v>
                </c:pt>
                <c:pt idx="10">
                  <c:v>4.2525620802</c:v>
                </c:pt>
                <c:pt idx="11">
                  <c:v>0.0824386763977</c:v>
                </c:pt>
                <c:pt idx="12">
                  <c:v>-4.08011339129</c:v>
                </c:pt>
                <c:pt idx="13">
                  <c:v>-8.21400216603</c:v>
                </c:pt>
                <c:pt idx="14">
                  <c:v>-12.298321439</c:v>
                </c:pt>
                <c:pt idx="15">
                  <c:v>-16.3124563996</c:v>
                </c:pt>
                <c:pt idx="16">
                  <c:v>-20.236187606</c:v>
                </c:pt>
                <c:pt idx="17">
                  <c:v>-24.0497927511</c:v>
                </c:pt>
                <c:pt idx="18">
                  <c:v>-27.7341457136</c:v>
                </c:pt>
                <c:pt idx="19">
                  <c:v>-31.2708123958</c:v>
                </c:pt>
                <c:pt idx="20">
                  <c:v>-34.6421428689</c:v>
                </c:pt>
                <c:pt idx="21">
                  <c:v>-37.8313593655</c:v>
                </c:pt>
                <c:pt idx="22">
                  <c:v>-40.8226396816</c:v>
                </c:pt>
                <c:pt idx="23">
                  <c:v>-43.6011955731</c:v>
                </c:pt>
                <c:pt idx="24">
                  <c:v>-46.1533457596</c:v>
                </c:pt>
                <c:pt idx="25">
                  <c:v>-48.4665831753</c:v>
                </c:pt>
                <c:pt idx="26">
                  <c:v>-50.5296361373</c:v>
                </c:pt>
                <c:pt idx="27">
                  <c:v>-52.3325231323</c:v>
                </c:pt>
                <c:pt idx="28">
                  <c:v>-53.8666009568</c:v>
                </c:pt>
                <c:pt idx="29">
                  <c:v>-55.1246059791</c:v>
                </c:pt>
                <c:pt idx="30">
                  <c:v>-56.1006883265</c:v>
                </c:pt>
                <c:pt idx="31">
                  <c:v>-56.7904388393</c:v>
                </c:pt>
                <c:pt idx="32">
                  <c:v>-57.1909086674</c:v>
                </c:pt>
                <c:pt idx="33">
                  <c:v>-57.3006214246</c:v>
                </c:pt>
                <c:pt idx="34">
                  <c:v>-57.1195778541</c:v>
                </c:pt>
                <c:pt idx="35">
                  <c:v>-56.6492529942</c:v>
                </c:pt>
                <c:pt idx="36">
                  <c:v>-55.8925858754</c:v>
                </c:pt>
                <c:pt idx="37">
                  <c:v>-54.8539618119</c:v>
                </c:pt>
                <c:pt idx="38">
                  <c:v>-53.5391873959</c:v>
                </c:pt>
                <c:pt idx="39">
                  <c:v>-51.9554583311</c:v>
                </c:pt>
                <c:pt idx="40">
                  <c:v>-50.1113202857</c:v>
                </c:pt>
                <c:pt idx="41">
                  <c:v>-48.0166229743</c:v>
                </c:pt>
                <c:pt idx="42">
                  <c:v>-45.6824677165</c:v>
                </c:pt>
                <c:pt idx="43">
                  <c:v>-43.1211487486</c:v>
                </c:pt>
                <c:pt idx="44">
                  <c:v>-40.3460886</c:v>
                </c:pt>
                <c:pt idx="45">
                  <c:v>-37.3717678712</c:v>
                </c:pt>
                <c:pt idx="46">
                  <c:v>-34.2136497828</c:v>
                </c:pt>
                <c:pt idx="47">
                  <c:v>-30.888099885</c:v>
                </c:pt>
                <c:pt idx="48">
                  <c:v>-27.4123013469</c:v>
                </c:pt>
                <c:pt idx="49">
                  <c:v>-23.8041662616</c:v>
                </c:pt>
                <c:pt idx="50">
                  <c:v>-20.0822434254</c:v>
                </c:pt>
                <c:pt idx="51">
                  <c:v>-16.2656230652</c:v>
                </c:pt>
                <c:pt idx="52">
                  <c:v>-12.3738390032</c:v>
                </c:pt>
                <c:pt idx="53">
                  <c:v>-8.42676875952</c:v>
                </c:pt>
                <c:pt idx="54">
                  <c:v>-4.44453210362</c:v>
                </c:pt>
                <c:pt idx="55">
                  <c:v>-0.447388571856</c:v>
                </c:pt>
                <c:pt idx="56">
                  <c:v>3.54436552759</c:v>
                </c:pt>
                <c:pt idx="57">
                  <c:v>7.51050009871</c:v>
                </c:pt>
                <c:pt idx="58">
                  <c:v>11.4309537087</c:v>
                </c:pt>
                <c:pt idx="59">
                  <c:v>15.2859349876</c:v>
                </c:pt>
                <c:pt idx="60">
                  <c:v>19.0560224638</c:v>
                </c:pt>
                <c:pt idx="61">
                  <c:v>22.7222623337</c:v>
                </c:pt>
                <c:pt idx="62">
                  <c:v>26.2662636716</c:v>
                </c:pt>
                <c:pt idx="63">
                  <c:v>29.6702906036</c:v>
                </c:pt>
                <c:pt idx="64">
                  <c:v>32.9173509836</c:v>
                </c:pt>
                <c:pt idx="65">
                  <c:v>35.9912811281</c:v>
                </c:pt>
                <c:pt idx="66">
                  <c:v>38.8768261876</c:v>
                </c:pt>
                <c:pt idx="67">
                  <c:v>41.5597157563</c:v>
                </c:pt>
                <c:pt idx="68">
                  <c:v>44.0267343449</c:v>
                </c:pt>
                <c:pt idx="69">
                  <c:v>46.2657863692</c:v>
                </c:pt>
                <c:pt idx="70">
                  <c:v>48.2659553364</c:v>
                </c:pt>
                <c:pt idx="71">
                  <c:v>50.0175569383</c:v>
                </c:pt>
                <c:pt idx="72">
                  <c:v>51.5121857958</c:v>
                </c:pt>
                <c:pt idx="73">
                  <c:v>52.7427556285</c:v>
                </c:pt>
                <c:pt idx="74">
                  <c:v>53.703532659</c:v>
                </c:pt>
                <c:pt idx="75">
                  <c:v>54.3901620948</c:v>
                </c:pt>
                <c:pt idx="76">
                  <c:v>54.7996875683</c:v>
                </c:pt>
                <c:pt idx="77">
                  <c:v>54.9305634473</c:v>
                </c:pt>
                <c:pt idx="78">
                  <c:v>54.78265997</c:v>
                </c:pt>
                <c:pt idx="79">
                  <c:v>54.3572611899</c:v>
                </c:pt>
                <c:pt idx="80">
                  <c:v>53.6570557567</c:v>
                </c:pt>
                <c:pt idx="81">
                  <c:v>52.6861205921</c:v>
                </c:pt>
                <c:pt idx="82">
                  <c:v>51.4498975579</c:v>
                </c:pt>
                <c:pt idx="83">
                  <c:v>49.9551632477</c:v>
                </c:pt>
                <c:pt idx="84">
                  <c:v>48.2099920685</c:v>
                </c:pt>
                <c:pt idx="85">
                  <c:v>46.2237128127</c:v>
                </c:pt>
                <c:pt idx="86">
                  <c:v>44.0068589525</c:v>
                </c:pt>
                <c:pt idx="87">
                  <c:v>41.5711129217</c:v>
                </c:pt>
                <c:pt idx="88">
                  <c:v>38.9292446775</c:v>
                </c:pt>
                <c:pt idx="89">
                  <c:v>36.0950448666</c:v>
                </c:pt>
                <c:pt idx="90">
                  <c:v>33.0832529431</c:v>
                </c:pt>
                <c:pt idx="91">
                  <c:v>29.9094806137</c:v>
                </c:pt>
                <c:pt idx="92">
                  <c:v>26.5901310063</c:v>
                </c:pt>
                <c:pt idx="93">
                  <c:v>23.1423139809</c:v>
                </c:pt>
                <c:pt idx="94">
                  <c:v>19.5837580192</c:v>
                </c:pt>
                <c:pt idx="95">
                  <c:v>15.9327191457</c:v>
                </c:pt>
                <c:pt idx="96">
                  <c:v>12.2078873492</c:v>
                </c:pt>
                <c:pt idx="97">
                  <c:v>8.42829098246</c:v>
                </c:pt>
                <c:pt idx="98">
                  <c:v>4.61319962952</c:v>
                </c:pt>
                <c:pt idx="99">
                  <c:v>0.782025936264</c:v>
                </c:pt>
                <c:pt idx="100">
                  <c:v>-3.04577309681</c:v>
                </c:pt>
                <c:pt idx="101">
                  <c:v>-6.85079485741</c:v>
                </c:pt>
                <c:pt idx="102">
                  <c:v>-10.6137893993</c:v>
                </c:pt>
                <c:pt idx="103">
                  <c:v>-14.3157567576</c:v>
                </c:pt>
                <c:pt idx="104">
                  <c:v>-17.9380428109</c:v>
                </c:pt>
                <c:pt idx="105">
                  <c:v>-21.4624332045</c:v>
                </c:pt>
                <c:pt idx="106">
                  <c:v>-24.8712448658</c:v>
                </c:pt>
                <c:pt idx="107">
                  <c:v>-28.1474146489</c:v>
                </c:pt>
                <c:pt idx="108">
                  <c:v>-31.2745846668</c:v>
                </c:pt>
                <c:pt idx="109">
                  <c:v>-34.2371838836</c:v>
                </c:pt>
                <c:pt idx="110">
                  <c:v>-37.0205055614</c:v>
                </c:pt>
                <c:pt idx="111">
                  <c:v>-39.6107801751</c:v>
                </c:pt>
                <c:pt idx="112">
                  <c:v>-41.9952434367</c:v>
                </c:pt>
                <c:pt idx="113">
                  <c:v>-44.1621990907</c:v>
                </c:pt>
                <c:pt idx="114">
                  <c:v>-46.1010761754</c:v>
                </c:pt>
                <c:pt idx="115">
                  <c:v>-47.8024804667</c:v>
                </c:pt>
                <c:pt idx="116">
                  <c:v>-49.2582398585</c:v>
                </c:pt>
                <c:pt idx="117">
                  <c:v>-50.4614434577</c:v>
                </c:pt>
                <c:pt idx="118">
                  <c:v>-51.4064742103</c:v>
                </c:pt>
                <c:pt idx="119">
                  <c:v>-52.0890349045</c:v>
                </c:pt>
                <c:pt idx="120">
                  <c:v>-52.5061674307</c:v>
                </c:pt>
                <c:pt idx="121">
                  <c:v>-52.6562652156</c:v>
                </c:pt>
                <c:pt idx="122">
                  <c:v>-52.5390787794</c:v>
                </c:pt>
                <c:pt idx="123">
                  <c:v>-52.1557143999</c:v>
                </c:pt>
                <c:pt idx="124">
                  <c:v>-51.5086259067</c:v>
                </c:pt>
                <c:pt idx="125">
                  <c:v>-50.6015996563</c:v>
                </c:pt>
                <c:pt idx="126">
                  <c:v>-49.4397327809</c:v>
                </c:pt>
                <c:pt idx="127">
                  <c:v>-48.0294048314</c:v>
                </c:pt>
                <c:pt idx="128">
                  <c:v>-46.3782429726</c:v>
                </c:pt>
                <c:pt idx="129">
                  <c:v>-44.4950809196</c:v>
                </c:pt>
                <c:pt idx="130">
                  <c:v>-42.3899118333</c:v>
                </c:pt>
                <c:pt idx="131">
                  <c:v>-40.073835429</c:v>
                </c:pt>
                <c:pt idx="132">
                  <c:v>-37.5589995746</c:v>
                </c:pt>
                <c:pt idx="133">
                  <c:v>-34.8585366854</c:v>
                </c:pt>
                <c:pt idx="134">
                  <c:v>-31.98649525</c:v>
                </c:pt>
                <c:pt idx="135">
                  <c:v>-28.9577668408</c:v>
                </c:pt>
                <c:pt idx="136">
                  <c:v>-25.7880089908</c:v>
                </c:pt>
                <c:pt idx="137">
                  <c:v>-22.4935643332</c:v>
                </c:pt>
                <c:pt idx="138">
                  <c:v>-19.0913764231</c:v>
                </c:pt>
                <c:pt idx="139">
                  <c:v>-15.5989026725</c:v>
                </c:pt>
                <c:pt idx="140">
                  <c:v>-12.0340248471</c:v>
                </c:pt>
                <c:pt idx="141">
                  <c:v>-8.41495758291</c:v>
                </c:pt>
                <c:pt idx="142">
                  <c:v>-4.76015539011</c:v>
                </c:pt>
                <c:pt idx="143">
                  <c:v>-1.08821861869</c:v>
                </c:pt>
                <c:pt idx="144">
                  <c:v>2.58220113501</c:v>
                </c:pt>
                <c:pt idx="145">
                  <c:v>6.23249570049</c:v>
                </c:pt>
                <c:pt idx="146">
                  <c:v>9.84419460373</c:v>
                </c:pt>
                <c:pt idx="147">
                  <c:v>13.399058459</c:v>
                </c:pt>
                <c:pt idx="148">
                  <c:v>16.8791710099</c:v>
                </c:pt>
                <c:pt idx="149">
                  <c:v>20.267029356</c:v>
                </c:pt>
                <c:pt idx="150">
                  <c:v>23.5456319099</c:v>
                </c:pt>
                <c:pt idx="151">
                  <c:v>26.6985636448</c:v>
                </c:pt>
                <c:pt idx="152">
                  <c:v>29.7100782038</c:v>
                </c:pt>
                <c:pt idx="153">
                  <c:v>32.5651764617</c:v>
                </c:pt>
                <c:pt idx="154">
                  <c:v>35.2496811476</c:v>
                </c:pt>
                <c:pt idx="155">
                  <c:v>37.7503071566</c:v>
                </c:pt>
                <c:pt idx="156">
                  <c:v>40.0547272036</c:v>
                </c:pt>
                <c:pt idx="157">
                  <c:v>42.1516324947</c:v>
                </c:pt>
                <c:pt idx="158">
                  <c:v>44.0307881175</c:v>
                </c:pt>
                <c:pt idx="159">
                  <c:v>45.6830828806</c:v>
                </c:pt>
                <c:pt idx="160">
                  <c:v>47.1005733595</c:v>
                </c:pt>
                <c:pt idx="161">
                  <c:v>48.276521937</c:v>
                </c:pt>
                <c:pt idx="162">
                  <c:v>49.2054286563</c:v>
                </c:pt>
                <c:pt idx="163">
                  <c:v>49.8830567378</c:v>
                </c:pt>
                <c:pt idx="164">
                  <c:v>50.3064516422</c:v>
                </c:pt>
                <c:pt idx="165">
                  <c:v>50.4739535945</c:v>
                </c:pt>
                <c:pt idx="166">
                  <c:v>50.3852035196</c:v>
                </c:pt>
                <c:pt idx="167">
                  <c:v>50.0411423715</c:v>
                </c:pt>
                <c:pt idx="168">
                  <c:v>49.4440038709</c:v>
                </c:pt>
                <c:pt idx="169">
                  <c:v>48.5973007024</c:v>
                </c:pt>
                <c:pt idx="170">
                  <c:v>47.505804253</c:v>
                </c:pt>
                <c:pt idx="171">
                  <c:v>46.1755180072</c:v>
                </c:pt>
                <c:pt idx="172">
                  <c:v>44.6136447451</c:v>
                </c:pt>
                <c:pt idx="173">
                  <c:v>42.8285477226</c:v>
                </c:pt>
                <c:pt idx="174">
                  <c:v>40.8297060422</c:v>
                </c:pt>
                <c:pt idx="175">
                  <c:v>38.6276644503</c:v>
                </c:pt>
                <c:pt idx="176">
                  <c:v>36.2339778283</c:v>
                </c:pt>
                <c:pt idx="177">
                  <c:v>33.6611506672</c:v>
                </c:pt>
                <c:pt idx="178">
                  <c:v>30.9225718439</c:v>
                </c:pt>
                <c:pt idx="179">
                  <c:v>28.0324450375</c:v>
                </c:pt>
                <c:pt idx="180">
                  <c:v>25.005715148</c:v>
                </c:pt>
                <c:pt idx="181">
                  <c:v>21.8579910967</c:v>
                </c:pt>
                <c:pt idx="182">
                  <c:v>18.6054654087</c:v>
                </c:pt>
                <c:pt idx="183">
                  <c:v>15.2648309893</c:v>
                </c:pt>
                <c:pt idx="184">
                  <c:v>11.8531955232</c:v>
                </c:pt>
                <c:pt idx="185">
                  <c:v>8.38799393389</c:v>
                </c:pt>
                <c:pt idx="186">
                  <c:v>4.88689935262</c:v>
                </c:pt>
                <c:pt idx="187">
                  <c:v>1.36773304881</c:v>
                </c:pt>
                <c:pt idx="188">
                  <c:v>-2.15162621732</c:v>
                </c:pt>
                <c:pt idx="189">
                  <c:v>-5.65333296019</c:v>
                </c:pt>
                <c:pt idx="190">
                  <c:v>-9.11966539172</c:v>
                </c:pt>
                <c:pt idx="191">
                  <c:v>-12.5331150437</c:v>
                </c:pt>
                <c:pt idx="192">
                  <c:v>-15.8764751367</c:v>
                </c:pt>
                <c:pt idx="193">
                  <c:v>-19.1329272502</c:v>
                </c:pt>
                <c:pt idx="194">
                  <c:v>-22.2861258575</c:v>
                </c:pt>
                <c:pt idx="195">
                  <c:v>-25.3202803</c:v>
                </c:pt>
                <c:pt idx="196">
                  <c:v>-28.2202337924</c:v>
                </c:pt>
                <c:pt idx="197">
                  <c:v>-30.9715390613</c:v>
                </c:pt>
                <c:pt idx="198">
                  <c:v>-33.5605302413</c:v>
                </c:pt>
                <c:pt idx="199">
                  <c:v>-35.9743906723</c:v>
                </c:pt>
                <c:pt idx="200">
                  <c:v>-38.2012162593</c:v>
                </c:pt>
                <c:pt idx="201">
                  <c:v>-40.2300740851</c:v>
                </c:pt>
                <c:pt idx="202">
                  <c:v>-42.0510559853</c:v>
                </c:pt>
                <c:pt idx="203">
                  <c:v>-43.6553268251</c:v>
                </c:pt>
                <c:pt idx="204">
                  <c:v>-45.0351672425</c:v>
                </c:pt>
                <c:pt idx="205">
                  <c:v>-46.1840106524</c:v>
                </c:pt>
                <c:pt idx="206">
                  <c:v>-47.0964743338</c:v>
                </c:pt>
                <c:pt idx="207">
                  <c:v>-47.7683844555</c:v>
                </c:pt>
                <c:pt idx="208">
                  <c:v>-48.1967949236</c:v>
                </c:pt>
                <c:pt idx="209">
                  <c:v>-48.3799999676</c:v>
                </c:pt>
                <c:pt idx="210">
                  <c:v>-48.3175404134</c:v>
                </c:pt>
                <c:pt idx="211">
                  <c:v>-48.0102036232</c:v>
                </c:pt>
                <c:pt idx="212">
                  <c:v>-47.460017115</c:v>
                </c:pt>
                <c:pt idx="213">
                  <c:v>-46.6702359061</c:v>
                </c:pt>
                <c:pt idx="214">
                  <c:v>-45.6453236563</c:v>
                </c:pt>
                <c:pt idx="215">
                  <c:v>-44.3909277196</c:v>
                </c:pt>
                <c:pt idx="216">
                  <c:v>-42.9138482406</c:v>
                </c:pt>
                <c:pt idx="217">
                  <c:v>-41.2220014659</c:v>
                </c:pt>
                <c:pt idx="218">
                  <c:v>-39.3243774657</c:v>
                </c:pt>
                <c:pt idx="219">
                  <c:v>-37.2309924919</c:v>
                </c:pt>
                <c:pt idx="220">
                  <c:v>-34.9528362242</c:v>
                </c:pt>
                <c:pt idx="221">
                  <c:v>-32.5018141812</c:v>
                </c:pt>
                <c:pt idx="222">
                  <c:v>-29.8906855982</c:v>
                </c:pt>
                <c:pt idx="223">
                  <c:v>-27.1329970955</c:v>
                </c:pt>
                <c:pt idx="224">
                  <c:v>-24.2430124802</c:v>
                </c:pt>
                <c:pt idx="225">
                  <c:v>-21.2356390475</c:v>
                </c:pt>
                <c:pt idx="226">
                  <c:v>-18.1263507592</c:v>
                </c:pt>
                <c:pt idx="227">
                  <c:v>-14.9311086963</c:v>
                </c:pt>
                <c:pt idx="228">
                  <c:v>-11.6662791944</c:v>
                </c:pt>
                <c:pt idx="229">
                  <c:v>-8.34855008072</c:v>
                </c:pt>
                <c:pt idx="230">
                  <c:v>-4.99484544175</c:v>
                </c:pt>
                <c:pt idx="231">
                  <c:v>-1.62223935575</c:v>
                </c:pt>
                <c:pt idx="232">
                  <c:v>1.75213096953</c:v>
                </c:pt>
                <c:pt idx="233">
                  <c:v>5.11115221304</c:v>
                </c:pt>
                <c:pt idx="234">
                  <c:v>8.43782166876</c:v>
                </c:pt>
                <c:pt idx="235">
                  <c:v>11.715333247</c:v>
                </c:pt>
                <c:pt idx="236">
                  <c:v>14.9271623139</c:v>
                </c:pt>
                <c:pt idx="237">
                  <c:v>18.0571489415</c:v>
                </c:pt>
                <c:pt idx="238">
                  <c:v>21.0895791485</c:v>
                </c:pt>
                <c:pt idx="239">
                  <c:v>24.0092637252</c:v>
                </c:pt>
                <c:pt idx="240">
                  <c:v>26.8016142451</c:v>
                </c:pt>
                <c:pt idx="241">
                  <c:v>29.4527158859</c:v>
                </c:pt>
                <c:pt idx="242">
                  <c:v>31.9493966946</c:v>
                </c:pt>
                <c:pt idx="243">
                  <c:v>34.2792929538</c:v>
                </c:pt>
                <c:pt idx="244">
                  <c:v>36.4309103237</c:v>
                </c:pt>
                <c:pt idx="245">
                  <c:v>38.3936804596</c:v>
                </c:pt>
                <c:pt idx="246">
                  <c:v>40.1580128248</c:v>
                </c:pt>
                <c:pt idx="247">
                  <c:v>41.7153414474</c:v>
                </c:pt>
                <c:pt idx="248">
                  <c:v>43.0581663908</c:v>
                </c:pt>
                <c:pt idx="249">
                  <c:v>44.1800897406</c:v>
                </c:pt>
                <c:pt idx="250">
                  <c:v>45.0758459344</c:v>
                </c:pt>
                <c:pt idx="251">
                  <c:v>45.7413262915</c:v>
                </c:pt>
                <c:pt idx="252">
                  <c:v>46.1735976298</c:v>
                </c:pt>
                <c:pt idx="253">
                  <c:v>46.3709148867</c:v>
                </c:pt>
                <c:pt idx="254">
                  <c:v>46.3327276912</c:v>
                </c:pt>
                <c:pt idx="255">
                  <c:v>46.0596808658</c:v>
                </c:pt>
                <c:pt idx="256">
                  <c:v>45.5536088669</c:v>
                </c:pt>
                <c:pt idx="257">
                  <c:v>44.8175242043</c:v>
                </c:pt>
                <c:pt idx="258">
                  <c:v>43.8555999086</c:v>
                </c:pt>
                <c:pt idx="259">
                  <c:v>42.6731461486</c:v>
                </c:pt>
                <c:pt idx="260">
                  <c:v>41.2765811271</c:v>
                </c:pt>
                <c:pt idx="261">
                  <c:v>39.6733964141</c:v>
                </c:pt>
                <c:pt idx="262">
                  <c:v>37.872116904</c:v>
                </c:pt>
                <c:pt idx="263">
                  <c:v>35.8822556101</c:v>
                </c:pt>
                <c:pt idx="264">
                  <c:v>33.7142635348</c:v>
                </c:pt>
                <c:pt idx="265">
                  <c:v>31.3794748806</c:v>
                </c:pt>
                <c:pt idx="266">
                  <c:v>28.890047887</c:v>
                </c:pt>
                <c:pt idx="267">
                  <c:v>26.2589016029</c:v>
                </c:pt>
                <c:pt idx="268">
                  <c:v>23.499648922</c:v>
                </c:pt>
                <c:pt idx="269">
                  <c:v>20.6265262286</c:v>
                </c:pt>
                <c:pt idx="270">
                  <c:v>17.6543200167</c:v>
                </c:pt>
                <c:pt idx="271">
                  <c:v>14.5982908603</c:v>
                </c:pt>
                <c:pt idx="272">
                  <c:v>11.4740951257</c:v>
                </c:pt>
                <c:pt idx="273">
                  <c:v>8.29770482605</c:v>
                </c:pt>
                <c:pt idx="274">
                  <c:v>5.08532603043</c:v>
                </c:pt>
                <c:pt idx="275">
                  <c:v>1.85331624105</c:v>
                </c:pt>
                <c:pt idx="276">
                  <c:v>-1.38189883832</c:v>
                </c:pt>
                <c:pt idx="277">
                  <c:v>-4.60390872057</c:v>
                </c:pt>
                <c:pt idx="278">
                  <c:v>-7.79640131638</c:v>
                </c:pt>
                <c:pt idx="279">
                  <c:v>-10.9432454571</c:v>
                </c:pt>
                <c:pt idx="280">
                  <c:v>-14.0285723423</c:v>
                </c:pt>
                <c:pt idx="281">
                  <c:v>-17.0368555006</c:v>
                </c:pt>
                <c:pt idx="282">
                  <c:v>-19.9529888616</c:v>
                </c:pt>
                <c:pt idx="283">
                  <c:v>-22.7623625471</c:v>
                </c:pt>
                <c:pt idx="284">
                  <c:v>-25.4509360003</c:v>
                </c:pt>
                <c:pt idx="285">
                  <c:v>-28.0053080887</c:v>
                </c:pt>
                <c:pt idx="286">
                  <c:v>-30.4127838302</c:v>
                </c:pt>
                <c:pt idx="287">
                  <c:v>-32.6614374109</c:v>
                </c:pt>
                <c:pt idx="288">
                  <c:v>-34.740171182</c:v>
                </c:pt>
                <c:pt idx="289">
                  <c:v>-36.6387703446</c:v>
                </c:pt>
                <c:pt idx="290">
                  <c:v>-38.3479530526</c:v>
                </c:pt>
                <c:pt idx="291">
                  <c:v>-39.8594156899</c:v>
                </c:pt>
                <c:pt idx="292">
                  <c:v>-41.1658731</c:v>
                </c:pt>
                <c:pt idx="293">
                  <c:v>-42.2610935747</c:v>
                </c:pt>
                <c:pt idx="294">
                  <c:v>-43.1399284339</c:v>
                </c:pt>
                <c:pt idx="295">
                  <c:v>-43.7983360575</c:v>
                </c:pt>
                <c:pt idx="296">
                  <c:v>-44.2334002576</c:v>
                </c:pt>
                <c:pt idx="297">
                  <c:v>-44.4433429092</c:v>
                </c:pt>
                <c:pt idx="298">
                  <c:v>-44.4275307859</c:v>
                </c:pt>
                <c:pt idx="299">
                  <c:v>-44.186476577</c:v>
                </c:pt>
                <c:pt idx="300">
                  <c:v>-43.7218340928</c:v>
                </c:pt>
                <c:pt idx="301">
                  <c:v>-43.0363876925</c:v>
                </c:pt>
                <c:pt idx="302">
                  <c:v>-42.134036</c:v>
                </c:pt>
                <c:pt idx="303">
                  <c:v>-41.0197700007</c:v>
                </c:pt>
                <c:pt idx="304">
                  <c:v>-39.699645642</c:v>
                </c:pt>
                <c:pt idx="305">
                  <c:v>-38.1807510858</c:v>
                </c:pt>
                <c:pt idx="306">
                  <c:v>-36.4711687899</c:v>
                </c:pt>
                <c:pt idx="307">
                  <c:v>-34.5799326206</c:v>
                </c:pt>
                <c:pt idx="308">
                  <c:v>-32.5169802231</c:v>
                </c:pt>
                <c:pt idx="309">
                  <c:v>-30.2931009008</c:v>
                </c:pt>
                <c:pt idx="310">
                  <c:v>-27.9198792755</c:v>
                </c:pt>
                <c:pt idx="311">
                  <c:v>-25.4096350236</c:v>
                </c:pt>
                <c:pt idx="312">
                  <c:v>-22.7753589998</c:v>
                </c:pt>
                <c:pt idx="313">
                  <c:v>-20.0306460807</c:v>
                </c:pt>
                <c:pt idx="314">
                  <c:v>-17.1896250738</c:v>
                </c:pt>
                <c:pt idx="315">
                  <c:v>-14.2668860535</c:v>
                </c:pt>
                <c:pt idx="316">
                  <c:v>-11.2774054978</c:v>
                </c:pt>
                <c:pt idx="317">
                  <c:v>-8.23646960886</c:v>
                </c:pt>
                <c:pt idx="318">
                  <c:v>-5.15959620978</c:v>
                </c:pt>
                <c:pt idx="319">
                  <c:v>-2.06245561716</c:v>
                </c:pt>
                <c:pt idx="320">
                  <c:v>1.03920910847</c:v>
                </c:pt>
                <c:pt idx="321">
                  <c:v>4.12966212812</c:v>
                </c:pt>
                <c:pt idx="322">
                  <c:v>7.19325459996</c:v>
                </c:pt>
                <c:pt idx="323">
                  <c:v>10.214503861</c:v>
                </c:pt>
                <c:pt idx="324">
                  <c:v>13.1781716146</c:v>
                </c:pt>
                <c:pt idx="325">
                  <c:v>16.0693407287</c:v>
                </c:pt>
                <c:pt idx="326">
                  <c:v>18.8734902589</c:v>
                </c:pt>
                <c:pt idx="327">
                  <c:v>21.5765683186</c:v>
                </c:pt>
                <c:pt idx="328">
                  <c:v>24.1650624316</c:v>
                </c:pt>
                <c:pt idx="329">
                  <c:v>26.6260670138</c:v>
                </c:pt>
                <c:pt idx="330">
                  <c:v>28.9473476497</c:v>
                </c:pt>
                <c:pt idx="331">
                  <c:v>31.1174018414</c:v>
                </c:pt>
                <c:pt idx="332">
                  <c:v>33.1255159306</c:v>
                </c:pt>
                <c:pt idx="333">
                  <c:v>34.9618179116</c:v>
                </c:pt>
                <c:pt idx="334">
                  <c:v>36.6173258752</c:v>
                </c:pt>
                <c:pt idx="335">
                  <c:v>38.0839918469</c:v>
                </c:pt>
                <c:pt idx="336">
                  <c:v>39.3547408051</c:v>
                </c:pt>
                <c:pt idx="337">
                  <c:v>40.4235046917</c:v>
                </c:pt>
                <c:pt idx="338">
                  <c:v>41.2852512511</c:v>
                </c:pt>
                <c:pt idx="339">
                  <c:v>41.9360075621</c:v>
                </c:pt>
                <c:pt idx="340">
                  <c:v>42.3728781533</c:v>
                </c:pt>
                <c:pt idx="341">
                  <c:v>42.5940576209</c:v>
                </c:pt>
                <c:pt idx="342">
                  <c:v>42.5988376941</c:v>
                </c:pt>
                <c:pt idx="343">
                  <c:v>42.3876087247</c:v>
                </c:pt>
                <c:pt idx="344">
                  <c:v>41.9618556034</c:v>
                </c:pt>
                <c:pt idx="345">
                  <c:v>41.324148133</c:v>
                </c:pt>
                <c:pt idx="346">
                  <c:v>40.4781259197</c:v>
                </c:pt>
                <c:pt idx="347">
                  <c:v>39.4284778691</c:v>
                </c:pt>
                <c:pt idx="348">
                  <c:v>38.1809163998</c:v>
                </c:pt>
                <c:pt idx="349">
                  <c:v>36.7421465182</c:v>
                </c:pt>
                <c:pt idx="350">
                  <c:v>35.1198299178</c:v>
                </c:pt>
                <c:pt idx="351">
                  <c:v>33.3225442981</c:v>
                </c:pt>
                <c:pt idx="352">
                  <c:v>31.3597381154</c:v>
                </c:pt>
                <c:pt idx="353">
                  <c:v>29.2416810057</c:v>
                </c:pt>
                <c:pt idx="354">
                  <c:v>26.9794101389</c:v>
                </c:pt>
                <c:pt idx="355">
                  <c:v>24.5846727836</c:v>
                </c:pt>
                <c:pt idx="356">
                  <c:v>22.0698653811</c:v>
                </c:pt>
                <c:pt idx="357">
                  <c:v>19.4479694453</c:v>
                </c:pt>
                <c:pt idx="358">
                  <c:v>16.7324846181</c:v>
                </c:pt>
                <c:pt idx="359">
                  <c:v>13.9373592259</c:v>
                </c:pt>
                <c:pt idx="360">
                  <c:v>11.0769186942</c:v>
                </c:pt>
                <c:pt idx="361">
                  <c:v>8.16579218734</c:v>
                </c:pt>
                <c:pt idx="362">
                  <c:v>5.21883784861</c:v>
                </c:pt>
                <c:pt idx="363">
                  <c:v>2.25106702226</c:v>
                </c:pt>
                <c:pt idx="364">
                  <c:v>-0.72243215574</c:v>
                </c:pt>
                <c:pt idx="365">
                  <c:v>-3.68657141016</c:v>
                </c:pt>
                <c:pt idx="366">
                  <c:v>-6.62633883273</c:v>
                </c:pt>
                <c:pt idx="367">
                  <c:v>-9.52687485459</c:v>
                </c:pt>
                <c:pt idx="368">
                  <c:v>-12.3735473007</c:v>
                </c:pt>
                <c:pt idx="369">
                  <c:v>-15.1520251476</c:v>
                </c:pt>
                <c:pt idx="370">
                  <c:v>-17.8483506126</c:v>
                </c:pt>
                <c:pt idx="371">
                  <c:v>-20.4490092126</c:v>
                </c:pt>
                <c:pt idx="372">
                  <c:v>-22.9409974404</c:v>
                </c:pt>
                <c:pt idx="373">
                  <c:v>-25.3118877214</c:v>
                </c:pt>
                <c:pt idx="374">
                  <c:v>-27.5498903245</c:v>
                </c:pt>
                <c:pt idx="375">
                  <c:v>-29.6439119205</c:v>
                </c:pt>
                <c:pt idx="376">
                  <c:v>-31.5836104978</c:v>
                </c:pt>
                <c:pt idx="377">
                  <c:v>-33.3594463621</c:v>
                </c:pt>
                <c:pt idx="378">
                  <c:v>-34.9627289715</c:v>
                </c:pt>
                <c:pt idx="379">
                  <c:v>-36.3856593749</c:v>
                </c:pt>
                <c:pt idx="380">
                  <c:v>-37.6213680494</c:v>
                </c:pt>
                <c:pt idx="381">
                  <c:v>-38.6639479517</c:v>
                </c:pt>
                <c:pt idx="382">
                  <c:v>-39.5084826262</c:v>
                </c:pt>
                <c:pt idx="383">
                  <c:v>-40.1510692365</c:v>
                </c:pt>
                <c:pt idx="384">
                  <c:v>-40.5888364126</c:v>
                </c:pt>
                <c:pt idx="385">
                  <c:v>-40.8199568348</c:v>
                </c:pt>
                <c:pt idx="386">
                  <c:v>-40.8436544983</c:v>
                </c:pt>
                <c:pt idx="387">
                  <c:v>-40.6602066346</c:v>
                </c:pt>
                <c:pt idx="388">
                  <c:v>-40.2709402871</c:v>
                </c:pt>
                <c:pt idx="389">
                  <c:v>-39.6782235716</c:v>
                </c:pt>
                <c:pt idx="390">
                  <c:v>-38.8854516738</c:v>
                </c:pt>
                <c:pt idx="391">
                  <c:v>-37.8970276663</c:v>
                </c:pt>
                <c:pt idx="392">
                  <c:v>-36.7183382512</c:v>
                </c:pt>
                <c:pt idx="393">
                  <c:v>-35.3557245625</c:v>
                </c:pt>
                <c:pt idx="394">
                  <c:v>-33.8164481841</c:v>
                </c:pt>
                <c:pt idx="395">
                  <c:v>-32.1086525664</c:v>
                </c:pt>
                <c:pt idx="396">
                  <c:v>-30.2413200445</c:v>
                </c:pt>
                <c:pt idx="397">
                  <c:v>-28.224224686</c:v>
                </c:pt>
                <c:pt idx="398">
                  <c:v>-26.0678812139</c:v>
                </c:pt>
                <c:pt idx="399">
                  <c:v>-23.7834902723</c:v>
                </c:pt>
                <c:pt idx="400">
                  <c:v>-21.3828803186</c:v>
                </c:pt>
                <c:pt idx="401">
                  <c:v>-18.8784464436</c:v>
                </c:pt>
                <c:pt idx="402">
                  <c:v>-16.2830864366</c:v>
                </c:pt>
                <c:pt idx="403">
                  <c:v>-13.6101344227</c:v>
                </c:pt>
                <c:pt idx="404">
                  <c:v>-10.8732924153</c:v>
                </c:pt>
                <c:pt idx="405">
                  <c:v>-8.08656013503</c:v>
                </c:pt>
                <c:pt idx="406">
                  <c:v>-5.26416345245</c:v>
                </c:pt>
                <c:pt idx="407">
                  <c:v>-2.42048182189</c:v>
                </c:pt>
                <c:pt idx="408">
                  <c:v>0.430024924654</c:v>
                </c:pt>
                <c:pt idx="409">
                  <c:v>3.272890051</c:v>
                </c:pt>
                <c:pt idx="410">
                  <c:v>6.09371328437</c:v>
                </c:pt>
                <c:pt idx="411">
                  <c:v>8.87823370551</c:v>
                </c:pt>
                <c:pt idx="412">
                  <c:v>11.6124017925</c:v>
                </c:pt>
                <c:pt idx="413">
                  <c:v>14.2824502548</c:v>
                </c:pt>
                <c:pt idx="414">
                  <c:v>16.8749633</c:v>
                </c:pt>
                <c:pt idx="415">
                  <c:v>19.3769439866</c:v>
                </c:pt>
                <c:pt idx="416">
                  <c:v>21.7758793226</c:v>
                </c:pt>
                <c:pt idx="417">
                  <c:v>24.0598027868</c:v>
                </c:pt>
                <c:pt idx="418">
                  <c:v>26.2173539581</c:v>
                </c:pt>
                <c:pt idx="419">
                  <c:v>28.2378349588</c:v>
                </c:pt>
                <c:pt idx="420">
                  <c:v>30.1112634288</c:v>
                </c:pt>
                <c:pt idx="421">
                  <c:v>31.8284217711</c:v>
                </c:pt>
                <c:pt idx="422">
                  <c:v>33.3809024252</c:v>
                </c:pt>
                <c:pt idx="423">
                  <c:v>34.761148946</c:v>
                </c:pt>
                <c:pt idx="424">
                  <c:v>35.9624926886</c:v>
                </c:pt>
                <c:pt idx="425">
                  <c:v>36.9791849212</c:v>
                </c:pt>
                <c:pt idx="426">
                  <c:v>37.8064242119</c:v>
                </c:pt>
                <c:pt idx="427">
                  <c:v>38.4403789601</c:v>
                </c:pt>
                <c:pt idx="428">
                  <c:v>38.878204966</c:v>
                </c:pt>
                <c:pt idx="429">
                  <c:v>39.1180579615</c:v>
                </c:pt>
                <c:pt idx="430">
                  <c:v>39.1591010454</c:v>
                </c:pt>
                <c:pt idx="431">
                  <c:v>39.0015069968</c:v>
                </c:pt>
                <c:pt idx="432">
                  <c:v>38.6464554655</c:v>
                </c:pt>
                <c:pt idx="433">
                  <c:v>38.0961250603</c:v>
                </c:pt>
                <c:pt idx="434">
                  <c:v>37.3536803894</c:v>
                </c:pt>
                <c:pt idx="435">
                  <c:v>36.4232541246</c:v>
                </c:pt>
                <c:pt idx="436">
                  <c:v>35.3099241915</c:v>
                </c:pt>
                <c:pt idx="437">
                  <c:v>34.019686211</c:v>
                </c:pt>
                <c:pt idx="438">
                  <c:v>32.5594213397</c:v>
                </c:pt>
                <c:pt idx="439">
                  <c:v>30.9368596824</c:v>
                </c:pt>
                <c:pt idx="440">
                  <c:v>29.160539469</c:v>
                </c:pt>
                <c:pt idx="441">
                  <c:v>27.2397622136</c:v>
                </c:pt>
                <c:pt idx="442">
                  <c:v>25.1845440875</c:v>
                </c:pt>
                <c:pt idx="443">
                  <c:v>23.0055637627</c:v>
                </c:pt>
                <c:pt idx="444">
                  <c:v>20.714106996</c:v>
                </c:pt>
                <c:pt idx="445">
                  <c:v>18.3220082407</c:v>
                </c:pt>
                <c:pt idx="446">
                  <c:v>15.841589588</c:v>
                </c:pt>
                <c:pt idx="447">
                  <c:v>13.285597353</c:v>
                </c:pt>
                <c:pt idx="448">
                  <c:v>10.6671366308</c:v>
                </c:pt>
                <c:pt idx="449">
                  <c:v>7.99960415933</c:v>
                </c:pt>
                <c:pt idx="450">
                  <c:v>5.29661983153</c:v>
                </c:pt>
                <c:pt idx="451">
                  <c:v>2.57195720721</c:v>
                </c:pt>
                <c:pt idx="452">
                  <c:v>-0.160526620854</c:v>
                </c:pt>
                <c:pt idx="453">
                  <c:v>-2.88696145019</c:v>
                </c:pt>
                <c:pt idx="454">
                  <c:v>-5.59353432337</c:v>
                </c:pt>
                <c:pt idx="455">
                  <c:v>-8.26655945782</c:v>
                </c:pt>
                <c:pt idx="456">
                  <c:v>-10.8925473967</c:v>
                </c:pt>
                <c:pt idx="457">
                  <c:v>-13.4582730316</c:v>
                </c:pt>
                <c:pt idx="458">
                  <c:v>-15.9508421555</c:v>
                </c:pt>
                <c:pt idx="459">
                  <c:v>-18.3577562086</c:v>
                </c:pt>
                <c:pt idx="460">
                  <c:v>-20.6669748958</c:v>
                </c:pt>
                <c:pt idx="461">
                  <c:v>-22.8669763595</c:v>
                </c:pt>
                <c:pt idx="462">
                  <c:v>-24.9468146085</c:v>
                </c:pt>
                <c:pt idx="463">
                  <c:v>-26.896173917</c:v>
                </c:pt>
                <c:pt idx="464">
                  <c:v>-28.705419924</c:v>
                </c:pt>
                <c:pt idx="465">
                  <c:v>-30.3656471788</c:v>
                </c:pt>
                <c:pt idx="466">
                  <c:v>-31.8687229007</c:v>
                </c:pt>
                <c:pt idx="467">
                  <c:v>-33.2073267361</c:v>
                </c:pt>
                <c:pt idx="468">
                  <c:v>-34.3749863205</c:v>
                </c:pt>
                <c:pt idx="469">
                  <c:v>-35.3661084723</c:v>
                </c:pt>
                <c:pt idx="470">
                  <c:v>-36.1760058687</c:v>
                </c:pt>
                <c:pt idx="471">
                  <c:v>-36.8009190781</c:v>
                </c:pt>
                <c:pt idx="472">
                  <c:v>-37.2380338442</c:v>
                </c:pt>
                <c:pt idx="473">
                  <c:v>-37.4854935457</c:v>
                </c:pt>
                <c:pt idx="474">
                  <c:v>-37.5424067749</c:v>
                </c:pt>
                <c:pt idx="475">
                  <c:v>-37.4088500093</c:v>
                </c:pt>
                <c:pt idx="476">
                  <c:v>-37.0858653688</c:v>
                </c:pt>
                <c:pt idx="477">
                  <c:v>-36.5754534819</c:v>
                </c:pt>
                <c:pt idx="478">
                  <c:v>-35.8805615049</c:v>
                </c:pt>
                <c:pt idx="479">
                  <c:v>-35.005066365</c:v>
                </c:pt>
                <c:pt idx="480">
                  <c:v>-33.9537533204</c:v>
                </c:pt>
                <c:pt idx="481">
                  <c:v>-32.7322899563</c:v>
                </c:pt>
                <c:pt idx="482">
                  <c:v>-31.347195757</c:v>
                </c:pt>
                <c:pt idx="483">
                  <c:v>-29.805807416</c:v>
                </c:pt>
                <c:pt idx="484">
                  <c:v>-28.116240069</c:v>
                </c:pt>
                <c:pt idx="485">
                  <c:v>-26.2873446551</c:v>
                </c:pt>
                <c:pt idx="486">
                  <c:v>-24.3286616269</c:v>
                </c:pt>
                <c:pt idx="487">
                  <c:v>-22.2503712547</c:v>
                </c:pt>
                <c:pt idx="488">
                  <c:v>-20.063240781</c:v>
                </c:pt>
                <c:pt idx="489">
                  <c:v>-17.7785686997</c:v>
                </c:pt>
                <c:pt idx="490">
                  <c:v>-15.4081264491</c:v>
                </c:pt>
                <c:pt idx="491">
                  <c:v>-12.9640978174</c:v>
                </c:pt>
                <c:pt idx="492">
                  <c:v>-10.4590163749</c:v>
                </c:pt>
                <c:pt idx="493">
                  <c:v>-7.90570125085</c:v>
                </c:pt>
                <c:pt idx="494">
                  <c:v>-5.31719158689</c:v>
                </c:pt>
                <c:pt idx="495">
                  <c:v>-2.70667999941</c:v>
                </c:pt>
                <c:pt idx="496">
                  <c:v>-0.0874453917528</c:v>
                </c:pt>
                <c:pt idx="497">
                  <c:v>2.52721454262</c:v>
                </c:pt>
                <c:pt idx="498">
                  <c:v>5.12405078281</c:v>
                </c:pt>
                <c:pt idx="499">
                  <c:v>7.6899300672</c:v>
                </c:pt>
                <c:pt idx="500">
                  <c:v>10.2119012646</c:v>
                </c:pt>
                <c:pt idx="501">
                  <c:v>12.6772606948</c:v>
                </c:pt>
                <c:pt idx="502">
                  <c:v>15.0736160694</c:v>
                </c:pt>
                <c:pt idx="503">
                  <c:v>17.3889487305</c:v>
                </c:pt>
                <c:pt idx="504">
                  <c:v>19.611673877</c:v>
                </c:pt>
                <c:pt idx="505">
                  <c:v>21.7306984741</c:v>
                </c:pt>
                <c:pt idx="506">
                  <c:v>23.7354765595</c:v>
                </c:pt>
                <c:pt idx="507">
                  <c:v>25.6160616688</c:v>
                </c:pt>
                <c:pt idx="508">
                  <c:v>27.3631561214</c:v>
                </c:pt>
                <c:pt idx="509">
                  <c:v>28.9681569218</c:v>
                </c:pt>
                <c:pt idx="510">
                  <c:v>30.4231980508</c:v>
                </c:pt>
                <c:pt idx="511">
                  <c:v>31.7211889384</c:v>
                </c:pt>
                <c:pt idx="512">
                  <c:v>32.8558489316</c:v>
                </c:pt>
                <c:pt idx="513">
                  <c:v>33.821737589</c:v>
                </c:pt>
                <c:pt idx="514">
                  <c:v>34.6142806571</c:v>
                </c:pt>
                <c:pt idx="515">
                  <c:v>35.2297916051</c:v>
                </c:pt>
                <c:pt idx="516">
                  <c:v>35.6654886165</c:v>
                </c:pt>
                <c:pt idx="517">
                  <c:v>35.9195069615</c:v>
                </c:pt>
                <c:pt idx="518">
                  <c:v>35.9909066949</c:v>
                </c:pt>
                <c:pt idx="519">
                  <c:v>35.8796756508</c:v>
                </c:pt>
                <c:pt idx="520">
                  <c:v>35.5867277266</c:v>
                </c:pt>
                <c:pt idx="521">
                  <c:v>35.1138964746</c:v>
                </c:pt>
                <c:pt idx="522">
                  <c:v>34.4639240435</c:v>
                </c:pt>
                <c:pt idx="523">
                  <c:v>33.6404455327</c:v>
                </c:pt>
                <c:pt idx="524">
                  <c:v>32.6479688503</c:v>
                </c:pt>
                <c:pt idx="525">
                  <c:v>31.4918501827</c:v>
                </c:pt>
                <c:pt idx="526">
                  <c:v>30.1782652111</c:v>
                </c:pt>
                <c:pt idx="527">
                  <c:v>28.7141762268</c:v>
                </c:pt>
                <c:pt idx="528">
                  <c:v>27.1072953218</c:v>
                </c:pt>
                <c:pt idx="529">
                  <c:v>25.3660438477</c:v>
                </c:pt>
                <c:pt idx="530">
                  <c:v>23.4995083557</c:v>
                </c:pt>
                <c:pt idx="531">
                  <c:v>21.5173932484</c:v>
                </c:pt>
                <c:pt idx="532">
                  <c:v>19.4299703895</c:v>
                </c:pt>
                <c:pt idx="533">
                  <c:v>17.2480259322</c:v>
                </c:pt>
                <c:pt idx="534">
                  <c:v>14.9828046424</c:v>
                </c:pt>
                <c:pt idx="535">
                  <c:v>12.6459520026</c:v>
                </c:pt>
                <c:pt idx="536">
                  <c:v>10.2494543952</c:v>
                </c:pt>
                <c:pt idx="537">
                  <c:v>7.80557767182</c:v>
                </c:pt>
                <c:pt idx="538">
                  <c:v>5.32680442298</c:v>
                </c:pt>
                <c:pt idx="539">
                  <c:v>2.82577026926</c:v>
                </c:pt>
                <c:pt idx="540">
                  <c:v>0.315199498473</c:v>
                </c:pt>
                <c:pt idx="541">
                  <c:v>-2.19215962348</c:v>
                </c:pt>
                <c:pt idx="542">
                  <c:v>-4.68359953938</c:v>
                </c:pt>
                <c:pt idx="543">
                  <c:v>-7.14651775705</c:v>
                </c:pt>
                <c:pt idx="544">
                  <c:v>-9.56848054981</c:v>
                </c:pt>
                <c:pt idx="545">
                  <c:v>-11.937285679</c:v>
                </c:pt>
                <c:pt idx="546">
                  <c:v>-14.2410238228</c:v>
                </c:pt>
                <c:pt idx="547">
                  <c:v>-16.4681384017</c:v>
                </c:pt>
                <c:pt idx="548">
                  <c:v>-18.6074835012</c:v>
                </c:pt>
                <c:pt idx="549">
                  <c:v>-20.648379601</c:v>
                </c:pt>
                <c:pt idx="550">
                  <c:v>-22.5806668327</c:v>
                </c:pt>
                <c:pt idx="551">
                  <c:v>-24.3947555</c:v>
                </c:pt>
                <c:pt idx="552">
                  <c:v>-26.0816736121</c:v>
                </c:pt>
                <c:pt idx="553">
                  <c:v>-27.6331111926</c:v>
                </c:pt>
                <c:pt idx="554">
                  <c:v>-29.041461148</c:v>
                </c:pt>
                <c:pt idx="555">
                  <c:v>-30.2998564929</c:v>
                </c:pt>
                <c:pt idx="556">
                  <c:v>-31.4022037514</c:v>
                </c:pt>
                <c:pt idx="557">
                  <c:v>-32.3432123731</c:v>
                </c:pt>
                <c:pt idx="558">
                  <c:v>-33.1184200202</c:v>
                </c:pt>
                <c:pt idx="559">
                  <c:v>-33.7242136076</c:v>
                </c:pt>
                <c:pt idx="560">
                  <c:v>-34.1578459963</c:v>
                </c:pt>
                <c:pt idx="561">
                  <c:v>-34.4174482636</c:v>
                </c:pt>
                <c:pt idx="562">
                  <c:v>-34.5020374975</c:v>
                </c:pt>
                <c:pt idx="563">
                  <c:v>-34.4115200825</c:v>
                </c:pt>
                <c:pt idx="564">
                  <c:v>-34.1466904714</c:v>
                </c:pt>
                <c:pt idx="565">
                  <c:v>-33.7092254546</c:v>
                </c:pt>
                <c:pt idx="566">
                  <c:v>-33.1016739682</c:v>
                </c:pt>
                <c:pt idx="567">
                  <c:v>-32.3274424982</c:v>
                </c:pt>
                <c:pt idx="568">
                  <c:v>-31.3907761646</c:v>
                </c:pt>
                <c:pt idx="569">
                  <c:v>-30.29673559</c:v>
                </c:pt>
                <c:pt idx="570">
                  <c:v>-29.0511696769</c:v>
                </c:pt>
                <c:pt idx="571">
                  <c:v>-27.66068444</c:v>
                </c:pt>
                <c:pt idx="572">
                  <c:v>-26.1326080599</c:v>
                </c:pt>
                <c:pt idx="573">
                  <c:v>-24.4749523411</c:v>
                </c:pt>
                <c:pt idx="574">
                  <c:v>-22.6963707785</c:v>
                </c:pt>
                <c:pt idx="575">
                  <c:v>-20.8061134497</c:v>
                </c:pt>
                <c:pt idx="576">
                  <c:v>-18.8139789687</c:v>
                </c:pt>
                <c:pt idx="577">
                  <c:v>-16.730263751</c:v>
                </c:pt>
                <c:pt idx="578">
                  <c:v>-14.5657088513</c:v>
                </c:pt>
                <c:pt idx="579">
                  <c:v>-12.3314446479</c:v>
                </c:pt>
                <c:pt idx="580">
                  <c:v>-10.0389336604</c:v>
                </c:pt>
                <c:pt idx="581">
                  <c:v>-7.69991179139</c:v>
                </c:pt>
                <c:pt idx="582">
                  <c:v>-5.32632829534</c:v>
                </c:pt>
                <c:pt idx="583">
                  <c:v>-2.93028478048</c:v>
                </c:pt>
                <c:pt idx="584">
                  <c:v>-0.523973554931</c:v>
                </c:pt>
                <c:pt idx="585">
                  <c:v>1.88038436881</c:v>
                </c:pt>
                <c:pt idx="586">
                  <c:v>4.27060129628</c:v>
                </c:pt>
                <c:pt idx="587">
                  <c:v>6.63458458558</c:v>
                </c:pt>
                <c:pt idx="588">
                  <c:v>8.96039778174</c:v>
                </c:pt>
                <c:pt idx="589">
                  <c:v>11.236320842</c:v>
                </c:pt>
                <c:pt idx="590">
                  <c:v>13.4509091482</c:v>
                </c:pt>
                <c:pt idx="591">
                  <c:v>15.59305101</c:v>
                </c:pt>
                <c:pt idx="592">
                  <c:v>17.6520233692</c:v>
                </c:pt>
                <c:pt idx="593">
                  <c:v>19.6175454273</c:v>
                </c:pt>
                <c:pt idx="594">
                  <c:v>21.4798299276</c:v>
                </c:pt>
                <c:pt idx="595">
                  <c:v>23.229631836</c:v>
                </c:pt>
                <c:pt idx="596">
                  <c:v>24.8582941806</c:v>
                </c:pt>
                <c:pt idx="597">
                  <c:v>26.3577908197</c:v>
                </c:pt>
                <c:pt idx="598">
                  <c:v>27.7207659311</c:v>
                </c:pt>
                <c:pt idx="599">
                  <c:v>28.9405700253</c:v>
                </c:pt>
                <c:pt idx="600">
                  <c:v>30.0112923097</c:v>
                </c:pt>
                <c:pt idx="601">
                  <c:v>30.9277892433</c:v>
                </c:pt>
                <c:pt idx="602">
                  <c:v>31.6857091484</c:v>
                </c:pt>
                <c:pt idx="603">
                  <c:v>32.2815127585</c:v>
                </c:pt>
                <c:pt idx="604">
                  <c:v>32.7124896078</c:v>
                </c:pt>
                <c:pt idx="605">
                  <c:v>32.9767701869</c:v>
                </c:pt>
                <c:pt idx="606">
                  <c:v>33.0733338117</c:v>
                </c:pt>
                <c:pt idx="607">
                  <c:v>33.0020121716</c:v>
                </c:pt>
                <c:pt idx="608">
                  <c:v>32.7634885509</c:v>
                </c:pt>
                <c:pt idx="609">
                  <c:v>32.3592927319</c:v>
                </c:pt>
                <c:pt idx="610">
                  <c:v>31.7917916168</c:v>
                </c:pt>
                <c:pt idx="611">
                  <c:v>31.064175622</c:v>
                </c:pt>
                <c:pt idx="612">
                  <c:v>30.1804409234</c:v>
                </c:pt>
                <c:pt idx="613">
                  <c:v>29.1453676499</c:v>
                </c:pt>
                <c:pt idx="614">
                  <c:v>27.9644941431</c:v>
                </c:pt>
                <c:pt idx="615">
                  <c:v>26.644087423</c:v>
                </c:pt>
                <c:pt idx="616">
                  <c:v>25.1911100137</c:v>
                </c:pt>
                <c:pt idx="617">
                  <c:v>23.6131833078</c:v>
                </c:pt>
                <c:pt idx="618">
                  <c:v>21.9185476589</c:v>
                </c:pt>
                <c:pt idx="619">
                  <c:v>20.1160194131</c:v>
                </c:pt>
                <c:pt idx="620">
                  <c:v>18.214945101</c:v>
                </c:pt>
                <c:pt idx="621">
                  <c:v>16.2251530303</c:v>
                </c:pt>
                <c:pt idx="622">
                  <c:v>14.1569025279</c:v>
                </c:pt>
                <c:pt idx="623">
                  <c:v>12.0208310929</c:v>
                </c:pt>
                <c:pt idx="624">
                  <c:v>9.8278997349</c:v>
                </c:pt>
                <c:pt idx="625">
                  <c:v>7.58933677519</c:v>
                </c:pt>
                <c:pt idx="626">
                  <c:v>5.31658040094</c:v>
                </c:pt>
                <c:pt idx="627">
                  <c:v>3.02122026512</c:v>
                </c:pt>
                <c:pt idx="628">
                  <c:v>0.714938430345</c:v>
                </c:pt>
                <c:pt idx="629">
                  <c:v>-1.59055004282</c:v>
                </c:pt>
                <c:pt idx="630">
                  <c:v>-3.88355656092</c:v>
                </c:pt>
                <c:pt idx="631">
                  <c:v>-6.15247821461</c:v>
                </c:pt>
                <c:pt idx="632">
                  <c:v>-8.38585644774</c:v>
                </c:pt>
                <c:pt idx="633">
                  <c:v>-10.5724348821</c:v>
                </c:pt>
                <c:pt idx="634">
                  <c:v>-12.701216006</c:v>
                </c:pt>
                <c:pt idx="635">
                  <c:v>-14.7615164422</c:v>
                </c:pt>
                <c:pt idx="636">
                  <c:v>-16.7430205164</c:v>
                </c:pt>
                <c:pt idx="637">
                  <c:v>-18.6358318592</c:v>
                </c:pt>
                <c:pt idx="638">
                  <c:v>-20.430522783</c:v>
                </c:pt>
                <c:pt idx="639">
                  <c:v>-22.1181811874</c:v>
                </c:pt>
                <c:pt idx="640">
                  <c:v>-23.6904547609</c:v>
                </c:pt>
                <c:pt idx="641">
                  <c:v>-25.1395922593</c:v>
                </c:pt>
                <c:pt idx="642">
                  <c:v>-26.4584816573</c:v>
                </c:pt>
                <c:pt idx="643">
                  <c:v>-27.6406849859</c:v>
                </c:pt>
                <c:pt idx="644">
                  <c:v>-28.6804696848</c:v>
                </c:pt>
                <c:pt idx="645">
                  <c:v>-29.5728363184</c:v>
                </c:pt>
                <c:pt idx="646">
                  <c:v>-30.3135425213</c:v>
                </c:pt>
                <c:pt idx="647">
                  <c:v>-30.8991230587</c:v>
                </c:pt>
                <c:pt idx="648">
                  <c:v>-31.3269059087</c:v>
                </c:pt>
                <c:pt idx="649">
                  <c:v>-31.5950242905</c:v>
                </c:pt>
                <c:pt idx="650">
                  <c:v>-31.7024245881</c:v>
                </c:pt>
                <c:pt idx="651">
                  <c:v>-31.6488701345</c:v>
                </c:pt>
                <c:pt idx="652">
                  <c:v>-31.4349408463</c:v>
                </c:pt>
                <c:pt idx="653">
                  <c:v>-31.0620287191</c:v>
                </c:pt>
                <c:pt idx="654">
                  <c:v>-30.5323292134</c:v>
                </c:pt>
                <c:pt idx="655">
                  <c:v>-29.8488285831</c:v>
                </c:pt>
                <c:pt idx="656">
                  <c:v>-29.0152872183</c:v>
                </c:pt>
                <c:pt idx="657">
                  <c:v>-28.036219095</c:v>
                </c:pt>
                <c:pt idx="658">
                  <c:v>-26.9168674432</c:v>
                </c:pt>
                <c:pt idx="659">
                  <c:v>-25.6631767632</c:v>
                </c:pt>
                <c:pt idx="660">
                  <c:v>-24.2817613405</c:v>
                </c:pt>
                <c:pt idx="661">
                  <c:v>-22.7798704242</c:v>
                </c:pt>
                <c:pt idx="662">
                  <c:v>-21.1653502529</c:v>
                </c:pt>
                <c:pt idx="663">
                  <c:v>-19.4466031264</c:v>
                </c:pt>
                <c:pt idx="664">
                  <c:v>-17.6325437355</c:v>
                </c:pt>
                <c:pt idx="665">
                  <c:v>-15.7325529782</c:v>
                </c:pt>
                <c:pt idx="666">
                  <c:v>-13.7564295001</c:v>
                </c:pt>
                <c:pt idx="667">
                  <c:v>-11.7143392094</c:v>
                </c:pt>
                <c:pt idx="668">
                  <c:v>-9.61676302652</c:v>
                </c:pt>
                <c:pt idx="669">
                  <c:v>-7.47444313628</c:v>
                </c:pt>
                <c:pt idx="670">
                  <c:v>-5.29832801874</c:v>
                </c:pt>
                <c:pt idx="671">
                  <c:v>-3.0995165389</c:v>
                </c:pt>
                <c:pt idx="672">
                  <c:v>-0.889201381191</c:v>
                </c:pt>
                <c:pt idx="673">
                  <c:v>1.32138788345</c:v>
                </c:pt>
                <c:pt idx="674">
                  <c:v>3.5210418084</c:v>
                </c:pt>
                <c:pt idx="675">
                  <c:v>5.698627871</c:v>
                </c:pt>
                <c:pt idx="676">
                  <c:v>7.84314677323</c:v>
                </c:pt>
                <c:pt idx="677">
                  <c:v>9.9437879591</c:v>
                </c:pt>
                <c:pt idx="678">
                  <c:v>11.9899840685</c:v>
                </c:pt>
                <c:pt idx="679">
                  <c:v>13.971464054</c:v>
                </c:pt>
                <c:pt idx="680">
                  <c:v>15.8783046925</c:v>
                </c:pt>
                <c:pt idx="681">
                  <c:v>17.7009802358</c:v>
                </c:pt>
                <c:pt idx="682">
                  <c:v>19.4304099494</c:v>
                </c:pt>
                <c:pt idx="683">
                  <c:v>21.0580033049</c:v>
                </c:pt>
                <c:pt idx="684">
                  <c:v>22.5757025989</c:v>
                </c:pt>
                <c:pt idx="685">
                  <c:v>23.9760227899</c:v>
                </c:pt>
                <c:pt idx="686">
                  <c:v>25.252088354</c:v>
                </c:pt>
                <c:pt idx="687">
                  <c:v>26.3976669803</c:v>
                </c:pt>
                <c:pt idx="688">
                  <c:v>27.4071999395</c:v>
                </c:pt>
                <c:pt idx="689">
                  <c:v>28.2758289798</c:v>
                </c:pt>
                <c:pt idx="690">
                  <c:v>28.9994196182</c:v>
                </c:pt>
                <c:pt idx="691">
                  <c:v>29.5745807187</c:v>
                </c:pt>
                <c:pt idx="692">
                  <c:v>29.9986802627</c:v>
                </c:pt>
                <c:pt idx="693">
                  <c:v>30.2698572408</c:v>
                </c:pt>
                <c:pt idx="694">
                  <c:v>30.3870296115</c:v>
                </c:pt>
                <c:pt idx="695">
                  <c:v>30.3498982957</c:v>
                </c:pt>
                <c:pt idx="696">
                  <c:v>30.1589471933</c:v>
                </c:pt>
                <c:pt idx="697">
                  <c:v>29.8154392292</c:v>
                </c:pt>
                <c:pt idx="698">
                  <c:v>29.321408457</c:v>
                </c:pt>
                <c:pt idx="699">
                  <c:v>28.6796482683</c:v>
                </c:pt>
                <c:pt idx="700">
                  <c:v>27.8936957733</c:v>
                </c:pt>
                <c:pt idx="701">
                  <c:v>26.9678124412</c:v>
                </c:pt>
                <c:pt idx="702">
                  <c:v>25.9069611043</c:v>
                </c:pt>
                <c:pt idx="703">
                  <c:v>24.7167794501</c:v>
                </c:pt>
                <c:pt idx="704">
                  <c:v>23.4035501417</c:v>
                </c:pt>
                <c:pt idx="705">
                  <c:v>21.9741677261</c:v>
                </c:pt>
                <c:pt idx="706">
                  <c:v>20.4361025023</c:v>
                </c:pt>
                <c:pt idx="707">
                  <c:v>18.7973615399</c:v>
                </c:pt>
                <c:pt idx="708">
                  <c:v>17.0664470502</c:v>
                </c:pt>
                <c:pt idx="709">
                  <c:v>15.2523123269</c:v>
                </c:pt>
                <c:pt idx="710">
                  <c:v>13.3643154833</c:v>
                </c:pt>
                <c:pt idx="711">
                  <c:v>11.4121712263</c:v>
                </c:pt>
                <c:pt idx="712">
                  <c:v>9.40590091397</c:v>
                </c:pt>
                <c:pt idx="713">
                  <c:v>7.35578115425</c:v>
                </c:pt>
                <c:pt idx="714">
                  <c:v>5.27229120775</c:v>
                </c:pt>
                <c:pt idx="715">
                  <c:v>3.16605946385</c:v>
                </c:pt>
                <c:pt idx="716">
                  <c:v>1.04780926307</c:v>
                </c:pt>
                <c:pt idx="717">
                  <c:v>-1.07169565811</c:v>
                </c:pt>
                <c:pt idx="718">
                  <c:v>-3.18170582284</c:v>
                </c:pt>
                <c:pt idx="719">
                  <c:v>-5.27154049239</c:v>
                </c:pt>
                <c:pt idx="720">
                  <c:v>-7.3306416918</c:v>
                </c:pt>
                <c:pt idx="721">
                  <c:v>-9.34862750949</c:v>
                </c:pt>
                <c:pt idx="722">
                  <c:v>-11.315344402</c:v>
                </c:pt>
                <c:pt idx="723">
                  <c:v>-13.2209182408</c:v>
                </c:pt>
                <c:pt idx="724">
                  <c:v>-15.0558038439</c:v>
                </c:pt>
                <c:pt idx="725">
                  <c:v>-16.8108327455</c:v>
                </c:pt>
                <c:pt idx="726">
                  <c:v>-18.4772589632</c:v>
                </c:pt>
                <c:pt idx="727">
                  <c:v>-20.0468025356</c:v>
                </c:pt>
                <c:pt idx="728">
                  <c:v>-21.5116906139</c:v>
                </c:pt>
                <c:pt idx="729">
                  <c:v>-22.8646959023</c:v>
                </c:pt>
                <c:pt idx="730">
                  <c:v>-24.0991722599</c:v>
                </c:pt>
                <c:pt idx="731">
                  <c:v>-25.2090872867</c:v>
                </c:pt>
                <c:pt idx="732">
                  <c:v>-26.1890517351</c:v>
                </c:pt>
                <c:pt idx="733">
                  <c:v>-27.0343456048</c:v>
                </c:pt>
                <c:pt idx="734">
                  <c:v>-27.7409407931</c:v>
                </c:pt>
                <c:pt idx="735">
                  <c:v>-28.3055201944</c:v>
                </c:pt>
                <c:pt idx="736">
                  <c:v>-28.7254931574</c:v>
                </c:pt>
                <c:pt idx="737">
                  <c:v>-28.9990072297</c:v>
                </c:pt>
                <c:pt idx="738">
                  <c:v>-29.1249561359</c:v>
                </c:pt>
                <c:pt idx="739">
                  <c:v>-29.1029839582</c:v>
                </c:pt>
                <c:pt idx="740">
                  <c:v>-28.9334855028</c:v>
                </c:pt>
                <c:pt idx="741">
                  <c:v>-28.6176028603</c:v>
                </c:pt>
                <c:pt idx="742">
                  <c:v>-28.1572181826</c:v>
                </c:pt>
                <c:pt idx="743">
                  <c:v>-27.554942722</c:v>
                </c:pt>
                <c:pt idx="744">
                  <c:v>-26.8141021929</c:v>
                </c:pt>
                <c:pt idx="745">
                  <c:v>-25.938718541</c:v>
                </c:pt>
                <c:pt idx="746">
                  <c:v>-24.9334882147</c:v>
                </c:pt>
                <c:pt idx="747">
                  <c:v>-23.8037570603</c:v>
                </c:pt>
                <c:pt idx="748">
                  <c:v>-22.5554919706</c:v>
                </c:pt>
                <c:pt idx="749">
                  <c:v>-21.19524944</c:v>
                </c:pt>
                <c:pt idx="750">
                  <c:v>-19.7301411898</c:v>
                </c:pt>
                <c:pt idx="751">
                  <c:v>-18.1677970439</c:v>
                </c:pt>
                <c:pt idx="752">
                  <c:v>-16.5163252491</c:v>
                </c:pt>
                <c:pt idx="753">
                  <c:v>-14.7842704446</c:v>
                </c:pt>
                <c:pt idx="754">
                  <c:v>-12.9805695004</c:v>
                </c:pt>
                <c:pt idx="755">
                  <c:v>-11.1145054505</c:v>
                </c:pt>
                <c:pt idx="756">
                  <c:v>-9.1956597598</c:v>
                </c:pt>
                <c:pt idx="757">
                  <c:v>-7.23386316893</c:v>
                </c:pt>
                <c:pt idx="758">
                  <c:v>-5.23914536925</c:v>
                </c:pt>
                <c:pt idx="759">
                  <c:v>-3.22168376562</c:v>
                </c:pt>
                <c:pt idx="760">
                  <c:v>-1.19175158826</c:v>
                </c:pt>
                <c:pt idx="761">
                  <c:v>0.840334381837</c:v>
                </c:pt>
                <c:pt idx="762">
                  <c:v>2.86426620821</c:v>
                </c:pt>
                <c:pt idx="763">
                  <c:v>4.86979704894</c:v>
                </c:pt>
                <c:pt idx="764">
                  <c:v>6.84679299683</c:v>
                </c:pt>
                <c:pt idx="765">
                  <c:v>8.78528424761</c:v>
                </c:pt>
                <c:pt idx="766">
                  <c:v>10.675515338</c:v>
                </c:pt>
                <c:pt idx="767">
                  <c:v>12.5079942006</c:v>
                </c:pt>
                <c:pt idx="768">
                  <c:v>14.2735397898</c:v>
                </c:pt>
                <c:pt idx="769">
                  <c:v>15.9633280381</c:v>
                </c:pt>
                <c:pt idx="770">
                  <c:v>17.5689359159</c:v>
                </c:pt>
                <c:pt idx="771">
                  <c:v>19.0823833725</c:v>
                </c:pt>
                <c:pt idx="772">
                  <c:v>20.4961729502</c:v>
                </c:pt>
                <c:pt idx="773">
                  <c:v>21.8033268768</c:v>
                </c:pt>
                <c:pt idx="774">
                  <c:v>22.9974214504</c:v>
                </c:pt>
                <c:pt idx="775">
                  <c:v>24.0726185503</c:v>
                </c:pt>
                <c:pt idx="776">
                  <c:v>25.0236941173</c:v>
                </c:pt>
                <c:pt idx="777">
                  <c:v>25.8460634659</c:v>
                </c:pt>
                <c:pt idx="778">
                  <c:v>26.5358033069</c:v>
                </c:pt>
                <c:pt idx="779">
                  <c:v>27.0896703729</c:v>
                </c:pt>
                <c:pt idx="780">
                  <c:v>27.5051165613</c:v>
                </c:pt>
                <c:pt idx="781">
                  <c:v>27.780300522</c:v>
                </c:pt>
                <c:pt idx="782">
                  <c:v>27.9140956407</c:v>
                </c:pt>
                <c:pt idx="783">
                  <c:v>27.9060943818</c:v>
                </c:pt>
                <c:pt idx="784">
                  <c:v>27.7566089772</c:v>
                </c:pt>
                <c:pt idx="785">
                  <c:v>27.4666684643</c:v>
                </c:pt>
                <c:pt idx="786">
                  <c:v>27.0380120948</c:v>
                </c:pt>
                <c:pt idx="787">
                  <c:v>26.473079155</c:v>
                </c:pt>
                <c:pt idx="788">
                  <c:v>25.7749952562</c:v>
                </c:pt>
                <c:pt idx="789">
                  <c:v>24.9475551712</c:v>
                </c:pt>
                <c:pt idx="790">
                  <c:v>23.9952023106</c:v>
                </c:pt>
                <c:pt idx="791">
                  <c:v>22.9230049495</c:v>
                </c:pt>
                <c:pt idx="792">
                  <c:v>21.7366293317</c:v>
                </c:pt>
                <c:pt idx="793">
                  <c:v>20.4423097924</c:v>
                </c:pt>
                <c:pt idx="794">
                  <c:v>19.0468160591</c:v>
                </c:pt>
                <c:pt idx="795">
                  <c:v>17.5574178987</c:v>
                </c:pt>
                <c:pt idx="796">
                  <c:v>15.9818472984</c:v>
                </c:pt>
                <c:pt idx="797">
                  <c:v>14.3282583744</c:v>
                </c:pt>
                <c:pt idx="798">
                  <c:v>12.6051852173</c:v>
                </c:pt>
                <c:pt idx="799">
                  <c:v>10.8214978913</c:v>
                </c:pt>
                <c:pt idx="800">
                  <c:v>8.98635681461</c:v>
                </c:pt>
                <c:pt idx="801">
                  <c:v>7.10916575473</c:v>
                </c:pt>
                <c:pt idx="802">
                  <c:v>5.19952367972</c:v>
                </c:pt>
                <c:pt idx="803">
                  <c:v>3.2671757122</c:v>
                </c:pt>
                <c:pt idx="804">
                  <c:v>1.32196343612</c:v>
                </c:pt>
                <c:pt idx="805">
                  <c:v>-0.626225190386</c:v>
                </c:pt>
                <c:pt idx="806">
                  <c:v>-2.56750606131</c:v>
                </c:pt>
                <c:pt idx="807">
                  <c:v>-4.49204903332</c:v>
                </c:pt>
                <c:pt idx="808">
                  <c:v>-6.39012766668</c:v>
                </c:pt>
                <c:pt idx="809">
                  <c:v>-8.25216834507</c:v>
                </c:pt>
                <c:pt idx="810">
                  <c:v>-10.0687985264</c:v>
                </c:pt>
                <c:pt idx="811">
                  <c:v>-11.8308938814</c:v>
                </c:pt>
                <c:pt idx="812">
                  <c:v>-13.529624084</c:v>
                </c:pt>
                <c:pt idx="813">
                  <c:v>-15.1564970221</c:v>
                </c:pt>
                <c:pt idx="814">
                  <c:v>-16.7034012099</c:v>
                </c:pt>
                <c:pt idx="815">
                  <c:v>-18.1626461881</c:v>
                </c:pt>
                <c:pt idx="816">
                  <c:v>-19.5270007124</c:v>
                </c:pt>
                <c:pt idx="817">
                  <c:v>-20.7897285401</c:v>
                </c:pt>
                <c:pt idx="818">
                  <c:v>-21.9446216382</c:v>
                </c:pt>
                <c:pt idx="819">
                  <c:v>-22.9860306494</c:v>
                </c:pt>
                <c:pt idx="820">
                  <c:v>-23.9088924679</c:v>
                </c:pt>
                <c:pt idx="821">
                  <c:v>-24.7087547881</c:v>
                </c:pt>
                <c:pt idx="822">
                  <c:v>-25.3817975106</c:v>
                </c:pt>
                <c:pt idx="823">
                  <c:v>-25.924850901</c:v>
                </c:pt>
                <c:pt idx="824">
                  <c:v>-26.335410416</c:v>
                </c:pt>
                <c:pt idx="825">
                  <c:v>-26.6116481285</c:v>
                </c:pt>
                <c:pt idx="826">
                  <c:v>-26.7524207002</c:v>
                </c:pt>
                <c:pt idx="827">
                  <c:v>-26.7572738668</c:v>
                </c:pt>
                <c:pt idx="828">
                  <c:v>-26.6264434217</c:v>
                </c:pt>
                <c:pt idx="829">
                  <c:v>-26.3608526985</c:v>
                </c:pt>
                <c:pt idx="830">
                  <c:v>-25.9621065711</c:v>
                </c:pt>
                <c:pt idx="831">
                  <c:v>-25.4324820113</c:v>
                </c:pt>
                <c:pt idx="832">
                  <c:v>-24.7749152552</c:v>
                </c:pt>
                <c:pt idx="833">
                  <c:v>-23.9929856518</c:v>
                </c:pt>
                <c:pt idx="834">
                  <c:v>-23.0908962816</c:v>
                </c:pt>
                <c:pt idx="835">
                  <c:v>-22.0734514498</c:v>
                </c:pt>
                <c:pt idx="836">
                  <c:v>-20.9460311739</c:v>
                </c:pt>
                <c:pt idx="837">
                  <c:v>-19.7145628006</c:v>
                </c:pt>
                <c:pt idx="838">
                  <c:v>-18.3854899031</c:v>
                </c:pt>
                <c:pt idx="839">
                  <c:v>-16.9657386187</c:v>
                </c:pt>
                <c:pt idx="840">
                  <c:v>-15.4626816054</c:v>
                </c:pt>
                <c:pt idx="841">
                  <c:v>-13.8840998028</c:v>
                </c:pt>
                <c:pt idx="842">
                  <c:v>-12.2381421963</c:v>
                </c:pt>
                <c:pt idx="843">
                  <c:v>-10.5332837917</c:v>
                </c:pt>
                <c:pt idx="844">
                  <c:v>-8.77828201824</c:v>
                </c:pt>
                <c:pt idx="845">
                  <c:v>-6.98213178169</c:v>
                </c:pt>
                <c:pt idx="846">
                  <c:v>-5.15401940081</c:v>
                </c:pt>
                <c:pt idx="847">
                  <c:v>-3.30327566055</c:v>
                </c:pt>
                <c:pt idx="848">
                  <c:v>-1.43932822309</c:v>
                </c:pt>
                <c:pt idx="849">
                  <c:v>0.428346361325</c:v>
                </c:pt>
                <c:pt idx="850">
                  <c:v>2.29027079939</c:v>
                </c:pt>
                <c:pt idx="851">
                  <c:v>4.13701511137</c:v>
                </c:pt>
                <c:pt idx="852">
                  <c:v>5.95924435571</c:v>
                </c:pt>
                <c:pt idx="853">
                  <c:v>7.74776578031</c:v>
                </c:pt>
                <c:pt idx="854">
                  <c:v>9.49357516248</c:v>
                </c:pt>
                <c:pt idx="855">
                  <c:v>11.1879021042</c:v>
                </c:pt>
                <c:pt idx="856">
                  <c:v>12.822254055</c:v>
                </c:pt>
                <c:pt idx="857">
                  <c:v>14.3884588416</c:v>
                </c:pt>
                <c:pt idx="858">
                  <c:v>15.8787054914</c:v>
                </c:pt>
                <c:pt idx="859">
                  <c:v>17.2855831469</c:v>
                </c:pt>
                <c:pt idx="860">
                  <c:v>18.6021178757</c:v>
                </c:pt>
                <c:pt idx="861">
                  <c:v>19.8218071959</c:v>
                </c:pt>
                <c:pt idx="862">
                  <c:v>20.9386521433</c:v>
                </c:pt>
                <c:pt idx="863">
                  <c:v>21.9471867255</c:v>
                </c:pt>
                <c:pt idx="864">
                  <c:v>22.8425046161</c:v>
                </c:pt>
                <c:pt idx="865">
                  <c:v>23.6202829601</c:v>
                </c:pt>
                <c:pt idx="866">
                  <c:v>24.2768031759</c:v>
                </c:pt>
                <c:pt idx="867">
                  <c:v>24.8089686523</c:v>
                </c:pt>
                <c:pt idx="868">
                  <c:v>25.2143192588</c:v>
                </c:pt>
                <c:pt idx="869">
                  <c:v>25.4910426003</c:v>
                </c:pt>
                <c:pt idx="870">
                  <c:v>25.637981966</c:v>
                </c:pt>
                <c:pt idx="871">
                  <c:v>25.6546409384</c:v>
                </c:pt>
                <c:pt idx="872">
                  <c:v>25.5411846455</c:v>
                </c:pt>
                <c:pt idx="873">
                  <c:v>25.2984376556</c:v>
                </c:pt>
                <c:pt idx="874">
                  <c:v>24.9278785337</c:v>
                </c:pt>
                <c:pt idx="875">
                  <c:v>24.4316310907</c:v>
                </c:pt>
                <c:pt idx="876">
                  <c:v>23.8124523785</c:v>
                </c:pt>
                <c:pt idx="877">
                  <c:v>23.073717497</c:v>
                </c:pt>
                <c:pt idx="878">
                  <c:v>22.2194012968</c:v>
                </c:pt>
                <c:pt idx="879">
                  <c:v>21.2540570745</c:v>
                </c:pt>
                <c:pt idx="880">
                  <c:v>20.1827923777</c:v>
                </c:pt>
                <c:pt idx="881">
                  <c:v>19.0112420446</c:v>
                </c:pt>
                <c:pt idx="882">
                  <c:v>17.7455386217</c:v>
                </c:pt>
                <c:pt idx="883">
                  <c:v>16.3922803155</c:v>
                </c:pt>
                <c:pt idx="884">
                  <c:v>14.9584966433</c:v>
                </c:pt>
                <c:pt idx="885">
                  <c:v>13.4516119634</c:v>
                </c:pt>
                <c:pt idx="886">
                  <c:v>11.8794070731</c:v>
                </c:pt>
                <c:pt idx="887">
                  <c:v>10.2499790727</c:v>
                </c:pt>
                <c:pt idx="888">
                  <c:v>8.57169970276</c:v>
                </c:pt>
                <c:pt idx="889">
                  <c:v>6.85317236854</c:v>
                </c:pt>
                <c:pt idx="890">
                  <c:v>5.10318807207</c:v>
                </c:pt>
                <c:pt idx="891">
                  <c:v>3.33068047745</c:v>
                </c:pt>
                <c:pt idx="892">
                  <c:v>1.5446803389</c:v>
                </c:pt>
                <c:pt idx="893">
                  <c:v>-0.245730476247</c:v>
                </c:pt>
                <c:pt idx="894">
                  <c:v>-2.03146513559</c:v>
                </c:pt>
                <c:pt idx="895">
                  <c:v>-3.80347792649</c:v>
                </c:pt>
                <c:pt idx="896">
                  <c:v>-5.55281004411</c:v>
                </c:pt>
                <c:pt idx="897">
                  <c:v>-7.27063485103</c:v>
                </c:pt>
                <c:pt idx="898">
                  <c:v>-8.94830238003</c:v>
                </c:pt>
                <c:pt idx="899">
                  <c:v>-10.5773828558</c:v>
                </c:pt>
                <c:pt idx="900">
                  <c:v>-12.1497090167</c:v>
                </c:pt>
                <c:pt idx="901">
                  <c:v>-13.6574170244</c:v>
                </c:pt>
                <c:pt idx="902">
                  <c:v>-15.0929857567</c:v>
                </c:pt>
                <c:pt idx="903">
                  <c:v>-16.4492742871</c:v>
                </c:pt>
                <c:pt idx="904">
                  <c:v>-17.719557365</c:v>
                </c:pt>
                <c:pt idx="905">
                  <c:v>-18.89755872</c:v>
                </c:pt>
                <c:pt idx="906">
                  <c:v>-19.977482026</c:v>
                </c:pt>
                <c:pt idx="907">
                  <c:v>-20.9540393722</c:v>
                </c:pt>
                <c:pt idx="908">
                  <c:v>-21.8224771019</c:v>
                </c:pt>
                <c:pt idx="909">
                  <c:v>-22.5785988924</c:v>
                </c:pt>
                <c:pt idx="910">
                  <c:v>-23.2187859651</c:v>
                </c:pt>
                <c:pt idx="911">
                  <c:v>-23.7400143282</c:v>
                </c:pt>
                <c:pt idx="912">
                  <c:v>-24.1398689703</c:v>
                </c:pt>
                <c:pt idx="913">
                  <c:v>-24.4165549395</c:v>
                </c:pt>
                <c:pt idx="914">
                  <c:v>-24.5689052568</c:v>
                </c:pt>
                <c:pt idx="915">
                  <c:v>-24.5963856298</c:v>
                </c:pt>
                <c:pt idx="916">
                  <c:v>-24.4990959504</c:v>
                </c:pt>
                <c:pt idx="917">
                  <c:v>-24.2777685725</c:v>
                </c:pt>
                <c:pt idx="918">
                  <c:v>-23.9337633877</c:v>
                </c:pt>
                <c:pt idx="919">
                  <c:v>-23.469059727</c:v>
                </c:pt>
                <c:pt idx="920">
                  <c:v>-22.8862451379</c:v>
                </c:pt>
                <c:pt idx="921">
                  <c:v>-22.188501099</c:v>
                </c:pt>
                <c:pt idx="922">
                  <c:v>-21.37958575</c:v>
                </c:pt>
                <c:pt idx="923">
                  <c:v>-20.4638137312</c:v>
                </c:pt>
                <c:pt idx="924">
                  <c:v>-19.4460332397</c:v>
                </c:pt>
                <c:pt idx="925">
                  <c:v>-18.3316004239</c:v>
                </c:pt>
                <c:pt idx="926">
                  <c:v>-17.1263512519</c:v>
                </c:pt>
                <c:pt idx="927">
                  <c:v>-15.8365710008</c:v>
                </c:pt>
                <c:pt idx="928">
                  <c:v>-14.4689615253</c:v>
                </c:pt>
                <c:pt idx="929">
                  <c:v>-13.0306064784</c:v>
                </c:pt>
                <c:pt idx="930">
                  <c:v>-11.5289346612</c:v>
                </c:pt>
                <c:pt idx="931">
                  <c:v>-9.97168169353</c:v>
                </c:pt>
                <c:pt idx="932">
                  <c:v>-8.36685020259</c:v>
                </c:pt>
                <c:pt idx="933">
                  <c:v>-6.72266873329</c:v>
                </c:pt>
                <c:pt idx="934">
                  <c:v>-5.04754959221</c:v>
                </c:pt>
                <c:pt idx="935">
                  <c:v>-3.35004584045</c:v>
                </c:pt>
                <c:pt idx="936">
                  <c:v>-1.63880765517</c:v>
                </c:pt>
                <c:pt idx="937">
                  <c:v>0.0774617177037</c:v>
                </c:pt>
                <c:pt idx="938">
                  <c:v>1.79005019546</c:v>
                </c:pt>
                <c:pt idx="939">
                  <c:v>3.49028105064</c:v>
                </c:pt>
                <c:pt idx="940">
                  <c:v>5.16955683921</c:v>
                </c:pt>
                <c:pt idx="941">
                  <c:v>6.81940284242</c:v>
                </c:pt>
                <c:pt idx="942">
                  <c:v>8.4315098033</c:v>
                </c:pt>
                <c:pt idx="943">
                  <c:v>9.99777574222</c:v>
                </c:pt>
                <c:pt idx="944">
                  <c:v>11.5103466413</c:v>
                </c:pt>
                <c:pt idx="945">
                  <c:v>12.9616557937</c:v>
                </c:pt>
                <c:pt idx="946">
                  <c:v>14.3444616204</c:v>
                </c:pt>
                <c:pt idx="947">
                  <c:v>15.6518837664</c:v>
                </c:pt>
                <c:pt idx="948">
                  <c:v>16.8774372957</c:v>
                </c:pt>
                <c:pt idx="949">
                  <c:v>18.0150648163</c:v>
                </c:pt>
                <c:pt idx="950">
                  <c:v>19.0591663748</c:v>
                </c:pt>
                <c:pt idx="951">
                  <c:v>20.0046269758</c:v>
                </c:pt>
                <c:pt idx="952">
                  <c:v>20.8468415878</c:v>
                </c:pt>
                <c:pt idx="953">
                  <c:v>21.5817375169</c:v>
                </c:pt>
                <c:pt idx="954">
                  <c:v>22.2057940374</c:v>
                </c:pt>
                <c:pt idx="955">
                  <c:v>22.7160591865</c:v>
                </c:pt>
                <c:pt idx="956">
                  <c:v>23.1101636428</c:v>
                </c:pt>
                <c:pt idx="957">
                  <c:v>23.3863316235</c:v>
                </c:pt>
                <c:pt idx="958">
                  <c:v>23.5433887518</c:v>
                </c:pt>
                <c:pt idx="959">
                  <c:v>23.5807668594</c:v>
                </c:pt>
                <c:pt idx="960">
                  <c:v>23.498505706</c:v>
                </c:pt>
                <c:pt idx="961">
                  <c:v>23.2972516127</c:v>
                </c:pt>
                <c:pt idx="962">
                  <c:v>22.9782530233</c:v>
                </c:pt>
                <c:pt idx="963">
                  <c:v>22.5433530199</c:v>
                </c:pt>
                <c:pt idx="964">
                  <c:v>21.9949788384</c:v>
                </c:pt>
                <c:pt idx="965">
                  <c:v>21.336128442</c:v>
                </c:pt>
                <c:pt idx="966">
                  <c:v>20.570354226</c:v>
                </c:pt>
                <c:pt idx="967">
                  <c:v>19.7017439437</c:v>
                </c:pt>
                <c:pt idx="968">
                  <c:v>18.7348989528</c:v>
                </c:pt>
                <c:pt idx="969">
                  <c:v>17.6749099005</c:v>
                </c:pt>
                <c:pt idx="970">
                  <c:v>16.5273299732</c:v>
                </c:pt>
                <c:pt idx="971">
                  <c:v>15.2981458531</c:v>
                </c:pt>
                <c:pt idx="972">
                  <c:v>13.9937465315</c:v>
                </c:pt>
                <c:pt idx="973">
                  <c:v>12.6208901423</c:v>
                </c:pt>
                <c:pt idx="974">
                  <c:v>11.1866689873</c:v>
                </c:pt>
                <c:pt idx="975">
                  <c:v>9.69847293443</c:v>
                </c:pt>
                <c:pt idx="976">
                  <c:v>8.1639513762</c:v>
                </c:pt>
                <c:pt idx="977">
                  <c:v>6.59097394637</c:v>
                </c:pt>
                <c:pt idx="978">
                  <c:v>4.98759019431</c:v>
                </c:pt>
                <c:pt idx="979">
                  <c:v>3.36198842468</c:v>
                </c:pt>
                <c:pt idx="980">
                  <c:v>1.72245391229</c:v>
                </c:pt>
                <c:pt idx="981">
                  <c:v>0.0773267053483</c:v>
                </c:pt>
                <c:pt idx="982">
                  <c:v>-1.56504076816</c:v>
                </c:pt>
                <c:pt idx="983">
                  <c:v>-3.19632607566</c:v>
                </c:pt>
                <c:pt idx="984">
                  <c:v>-4.80827892191</c:v>
                </c:pt>
                <c:pt idx="985">
                  <c:v>-6.39276284442</c:v>
                </c:pt>
                <c:pt idx="986">
                  <c:v>-7.94179625171</c:v>
                </c:pt>
                <c:pt idx="987">
                  <c:v>-9.44759259778</c:v>
                </c:pt>
                <c:pt idx="988">
                  <c:v>-10.9025994905</c:v>
                </c:pt>
                <c:pt idx="989">
                  <c:v>-12.2995365381</c:v>
                </c:pt>
                <c:pt idx="990">
                  <c:v>-13.6314317432</c:v>
                </c:pt>
                <c:pt idx="991">
                  <c:v>-14.8916562643</c:v>
                </c:pt>
                <c:pt idx="992">
                  <c:v>-16.0739573703</c:v>
                </c:pt>
                <c:pt idx="993">
                  <c:v>-17.1724894245</c:v>
                </c:pt>
                <c:pt idx="994">
                  <c:v>-18.1818427455</c:v>
                </c:pt>
                <c:pt idx="995">
                  <c:v>-19.0970702019</c:v>
                </c:pt>
                <c:pt idx="996">
                  <c:v>-19.9137114111</c:v>
                </c:pt>
                <c:pt idx="997">
                  <c:v>-20.6278144231</c:v>
                </c:pt>
                <c:pt idx="998">
                  <c:v>-21.2359547852</c:v>
                </c:pt>
                <c:pt idx="999">
                  <c:v>-21.7352518953</c:v>
                </c:pt>
                <c:pt idx="1000">
                  <c:v>-22.1233825661</c:v>
                </c:pt>
                <c:pt idx="1001">
                  <c:v>-22.3985917371</c:v>
                </c:pt>
                <c:pt idx="1002">
                  <c:v>-22.5597002852</c:v>
                </c:pt>
                <c:pt idx="1003">
                  <c:v>-22.6061099003</c:v>
                </c:pt>
                <c:pt idx="1004">
                  <c:v>-22.5378050061</c:v>
                </c:pt>
                <c:pt idx="1005">
                  <c:v>-22.3553517227</c:v>
                </c:pt>
                <c:pt idx="1006">
                  <c:v>-22.0598938818</c:v>
                </c:pt>
                <c:pt idx="1007">
                  <c:v>-21.6531461197</c:v>
                </c:pt>
                <c:pt idx="1008">
                  <c:v>-21.1373840898</c:v>
                </c:pt>
                <c:pt idx="1009">
                  <c:v>-20.5154318488</c:v>
                </c:pt>
                <c:pt idx="1010">
                  <c:v>-19.7906464867</c:v>
                </c:pt>
                <c:pt idx="1011">
                  <c:v>-18.966900083</c:v>
                </c:pt>
                <c:pt idx="1012">
                  <c:v>-18.0485590867</c:v>
                </c:pt>
                <c:pt idx="1013">
                  <c:v>-17.0404612287</c:v>
                </c:pt>
                <c:pt idx="1014">
                  <c:v>-15.9478900886</c:v>
                </c:pt>
                <c:pt idx="1015">
                  <c:v>-14.7765474506</c:v>
                </c:pt>
                <c:pt idx="1016">
                  <c:v>-13.5325235903</c:v>
                </c:pt>
                <c:pt idx="1017">
                  <c:v>-12.2222656495</c:v>
                </c:pt>
                <c:pt idx="1018">
                  <c:v>-10.8525442623</c:v>
                </c:pt>
                <c:pt idx="1019">
                  <c:v>-9.43041860385</c:v>
                </c:pt>
                <c:pt idx="1020">
                  <c:v>-7.96320004393</c:v>
                </c:pt>
                <c:pt idx="1021">
                  <c:v>-6.45841459103</c:v>
                </c:pt>
                <c:pt idx="1022">
                  <c:v>-4.92376431997</c:v>
                </c:pt>
                <c:pt idx="1023">
                  <c:v>-3.36708798086</c:v>
                </c:pt>
                <c:pt idx="1024">
                  <c:v>-1.79632099035</c:v>
                </c:pt>
                <c:pt idx="1025">
                  <c:v>-0.219455009463</c:v>
                </c:pt>
                <c:pt idx="1026">
                  <c:v>1.35550268634</c:v>
                </c:pt>
                <c:pt idx="1027">
                  <c:v>2.92056983844</c:v>
                </c:pt>
                <c:pt idx="1028">
                  <c:v>4.46782963163</c:v>
                </c:pt>
                <c:pt idx="1029">
                  <c:v>5.98947071143</c:v>
                </c:pt>
                <c:pt idx="1030">
                  <c:v>7.47782658992</c:v>
                </c:pt>
                <c:pt idx="1031">
                  <c:v>8.92541424162</c:v>
                </c:pt>
                <c:pt idx="1032">
                  <c:v>10.3249716951</c:v>
                </c:pt>
                <c:pt idx="1033">
                  <c:v>11.6694944317</c:v>
                </c:pt>
                <c:pt idx="1034">
                  <c:v>12.9522704091</c:v>
                </c:pt>
                <c:pt idx="1035">
                  <c:v>14.1669135349</c:v>
                </c:pt>
                <c:pt idx="1036">
                  <c:v>15.307395423</c:v>
                </c:pt>
                <c:pt idx="1037">
                  <c:v>16.3680752758</c:v>
                </c:pt>
                <c:pt idx="1038">
                  <c:v>17.3437277434</c:v>
                </c:pt>
                <c:pt idx="1039">
                  <c:v>18.2295686231</c:v>
                </c:pt>
                <c:pt idx="1040">
                  <c:v>19.0212782732</c:v>
                </c:pt>
                <c:pt idx="1041">
                  <c:v>19.7150226255</c:v>
                </c:pt>
                <c:pt idx="1042">
                  <c:v>20.307471696</c:v>
                </c:pt>
                <c:pt idx="1043">
                  <c:v>20.7958155043</c:v>
                </c:pt>
                <c:pt idx="1044">
                  <c:v>21.1777773251</c:v>
                </c:pt>
                <c:pt idx="1045">
                  <c:v>21.451624211</c:v>
                </c:pt>
                <c:pt idx="1046">
                  <c:v>21.616174738</c:v>
                </c:pt>
                <c:pt idx="1047">
                  <c:v>21.6708039387</c:v>
                </c:pt>
                <c:pt idx="1048">
                  <c:v>21.6154454059</c:v>
                </c:pt>
                <c:pt idx="1049">
                  <c:v>21.4505905587</c:v>
                </c:pt>
                <c:pt idx="1050">
                  <c:v>21.1772850819</c:v>
                </c:pt>
                <c:pt idx="1051">
                  <c:v>20.7971225625</c:v>
                </c:pt>
                <c:pt idx="1052">
                  <c:v>20.3122353592</c:v>
                </c:pt>
                <c:pt idx="1053">
                  <c:v>19.7252827578</c:v>
                </c:pt>
                <c:pt idx="1054">
                  <c:v>19.039436478</c:v>
                </c:pt>
                <c:pt idx="1055">
                  <c:v>18.2583636091</c:v>
                </c:pt>
                <c:pt idx="1056">
                  <c:v>17.3862070667</c:v>
                </c:pt>
                <c:pt idx="1057">
                  <c:v>16.4275636743</c:v>
                </c:pt>
                <c:pt idx="1058">
                  <c:v>15.3874599852</c:v>
                </c:pt>
                <c:pt idx="1059">
                  <c:v>14.2713259715</c:v>
                </c:pt>
                <c:pt idx="1060">
                  <c:v>13.0849667188</c:v>
                </c:pt>
                <c:pt idx="1061">
                  <c:v>11.8345322719</c:v>
                </c:pt>
                <c:pt idx="1062">
                  <c:v>10.5264857901</c:v>
                </c:pt>
                <c:pt idx="1063">
                  <c:v>9.16757017543</c:v>
                </c:pt>
                <c:pt idx="1064">
                  <c:v>7.76477334634</c:v>
                </c:pt>
                <c:pt idx="1065">
                  <c:v>6.32529233577</c:v>
                </c:pt>
                <c:pt idx="1066">
                  <c:v>4.85649639742</c:v>
                </c:pt>
                <c:pt idx="1067">
                  <c:v>3.36588930968</c:v>
                </c:pt>
                <c:pt idx="1068">
                  <c:v>1.86107106945</c:v>
                </c:pt>
                <c:pt idx="1069">
                  <c:v>0.34969917164</c:v>
                </c:pt>
                <c:pt idx="1070">
                  <c:v>-1.16055032876</c:v>
                </c:pt>
                <c:pt idx="1071">
                  <c:v>-2.66202177417</c:v>
                </c:pt>
                <c:pt idx="1072">
                  <c:v>-4.14711868373</c:v>
                </c:pt>
                <c:pt idx="1073">
                  <c:v>-5.60834215841</c:v>
                </c:pt>
                <c:pt idx="1074">
                  <c:v>-7.03832871757</c:v>
                </c:pt>
                <c:pt idx="1075">
                  <c:v>-8.42988737654</c:v>
                </c:pt>
                <c:pt idx="1076">
                  <c:v>-9.77603577843</c:v>
                </c:pt>
                <c:pt idx="1077">
                  <c:v>-11.0700351989</c:v>
                </c:pt>
                <c:pt idx="1078">
                  <c:v>-12.3054242483</c:v>
                </c:pt>
                <c:pt idx="1079">
                  <c:v>-13.4760511037</c:v>
                </c:pt>
                <c:pt idx="1080">
                  <c:v>-14.5761041082</c:v>
                </c:pt>
                <c:pt idx="1081">
                  <c:v>-15.6001405884</c:v>
                </c:pt>
                <c:pt idx="1082">
                  <c:v>-16.5431137441</c:v>
                </c:pt>
                <c:pt idx="1083">
                  <c:v>-17.4003974808</c:v>
                </c:pt>
                <c:pt idx="1084">
                  <c:v>-18.1678090596</c:v>
                </c:pt>
                <c:pt idx="1085">
                  <c:v>-18.8416294574</c:v>
                </c:pt>
                <c:pt idx="1086">
                  <c:v>-19.4186213357</c:v>
                </c:pt>
                <c:pt idx="1087">
                  <c:v>-19.896044533</c:v>
                </c:pt>
                <c:pt idx="1088">
                  <c:v>-20.271669006</c:v>
                </c:pt>
                <c:pt idx="1089">
                  <c:v>-20.5437851607</c:v>
                </c:pt>
                <c:pt idx="1090">
                  <c:v>-20.7112115228</c:v>
                </c:pt>
                <c:pt idx="1091">
                  <c:v>-20.7732997177</c:v>
                </c:pt>
                <c:pt idx="1092">
                  <c:v>-20.7299367361</c:v>
                </c:pt>
                <c:pt idx="1093">
                  <c:v>-20.5815444816</c:v>
                </c:pt>
                <c:pt idx="1094">
                  <c:v>-20.3290766063</c:v>
                </c:pt>
                <c:pt idx="1095">
                  <c:v>-19.974012657</c:v>
                </c:pt>
                <c:pt idx="1096">
                  <c:v>-19.5183495651</c:v>
                </c:pt>
                <c:pt idx="1097">
                  <c:v>-18.9645905303</c:v>
                </c:pt>
                <c:pt idx="1098">
                  <c:v>-18.3157313572</c:v>
                </c:pt>
                <c:pt idx="1099">
                  <c:v>-17.575244322</c:v>
                </c:pt>
                <c:pt idx="1100">
                  <c:v>-16.7470596529</c:v>
                </c:pt>
                <c:pt idx="1101">
                  <c:v>-15.8355447243</c:v>
                </c:pt>
                <c:pt idx="1102">
                  <c:v>-14.8454810742</c:v>
                </c:pt>
                <c:pt idx="1103">
                  <c:v>-13.7820393658</c:v>
                </c:pt>
                <c:pt idx="1104">
                  <c:v>-12.6507524238</c:v>
                </c:pt>
                <c:pt idx="1105">
                  <c:v>-11.457486486</c:v>
                </c:pt>
                <c:pt idx="1106">
                  <c:v>-10.2084108193</c:v>
                </c:pt>
                <c:pt idx="1107">
                  <c:v>-8.90996585796</c:v>
                </c:pt>
                <c:pt idx="1108">
                  <c:v>-7.56883002697</c:v>
                </c:pt>
                <c:pt idx="1109">
                  <c:v>-6.19188542303</c:v>
                </c:pt>
                <c:pt idx="1110">
                  <c:v>-4.78618252824</c:v>
                </c:pt>
                <c:pt idx="1111">
                  <c:v>-3.35890413756</c:v>
                </c:pt>
                <c:pt idx="1112">
                  <c:v>-1.91732868461</c:v>
                </c:pt>
                <c:pt idx="1113">
                  <c:v>-0.468793152644</c:v>
                </c:pt>
                <c:pt idx="1114">
                  <c:v>0.979344240157</c:v>
                </c:pt>
                <c:pt idx="1115">
                  <c:v>2.41974139168</c:v>
                </c:pt>
                <c:pt idx="1116">
                  <c:v>3.84510951355</c:v>
                </c:pt>
                <c:pt idx="1117">
                  <c:v>5.24824998721</c:v>
                </c:pt>
                <c:pt idx="1118">
                  <c:v>6.62209069219</c:v>
                </c:pt>
                <c:pt idx="1119">
                  <c:v>7.95972162334</c:v>
                </c:pt>
                <c:pt idx="1120">
                  <c:v>9.25442961785</c:v>
                </c:pt>
                <c:pt idx="1121">
                  <c:v>10.4997320176</c:v>
                </c:pt>
                <c:pt idx="1122">
                  <c:v>11.6894090981</c:v>
                </c:pt>
                <c:pt idx="1123">
                  <c:v>12.8175351027</c:v>
                </c:pt>
                <c:pt idx="1124">
                  <c:v>13.8785077255</c:v>
                </c:pt>
                <c:pt idx="1125">
                  <c:v>14.8670758994</c:v>
                </c:pt>
                <c:pt idx="1126">
                  <c:v>15.778365748</c:v>
                </c:pt>
                <c:pt idx="1127">
                  <c:v>16.6079045773</c:v>
                </c:pt>
                <c:pt idx="1128">
                  <c:v>17.3516427853</c:v>
                </c:pt>
                <c:pt idx="1129">
                  <c:v>18.0059735856</c:v>
                </c:pt>
                <c:pt idx="1130">
                  <c:v>18.5677504474</c:v>
                </c:pt>
                <c:pt idx="1131">
                  <c:v>19.0343021681</c:v>
                </c:pt>
                <c:pt idx="1132">
                  <c:v>19.4034455076</c:v>
                </c:pt>
                <c:pt idx="1133">
                  <c:v>19.6734953233</c:v>
                </c:pt>
                <c:pt idx="1134">
                  <c:v>19.8432721607</c:v>
                </c:pt>
                <c:pt idx="1135">
                  <c:v>19.9121072646</c:v>
                </c:pt>
                <c:pt idx="1136">
                  <c:v>19.8798449923</c:v>
                </c:pt>
                <c:pt idx="1137">
                  <c:v>19.7468426194</c:v>
                </c:pt>
                <c:pt idx="1138">
                  <c:v>19.5139675454</c:v>
                </c:pt>
                <c:pt idx="1139">
                  <c:v>19.1825919183</c:v>
                </c:pt>
                <c:pt idx="1140">
                  <c:v>18.7545847102</c:v>
                </c:pt>
                <c:pt idx="1141">
                  <c:v>18.2323012886</c:v>
                </c:pt>
                <c:pt idx="1142">
                  <c:v>17.6185705412</c:v>
                </c:pt>
                <c:pt idx="1143">
                  <c:v>16.9166796254</c:v>
                </c:pt>
                <c:pt idx="1144">
                  <c:v>16.1303564217</c:v>
                </c:pt>
                <c:pt idx="1145">
                  <c:v>15.2637497877</c:v>
                </c:pt>
                <c:pt idx="1146">
                  <c:v>14.321407714</c:v>
                </c:pt>
                <c:pt idx="1147">
                  <c:v>13.3082534988</c:v>
                </c:pt>
                <c:pt idx="1148">
                  <c:v>12.2295600654</c:v>
                </c:pt>
                <c:pt idx="1149">
                  <c:v>11.090922555</c:v>
                </c:pt>
                <c:pt idx="1150">
                  <c:v>9.89822933945</c:v>
                </c:pt>
                <c:pt idx="1151">
                  <c:v>8.65763160193</c:v>
                </c:pt>
                <c:pt idx="1152">
                  <c:v>7.37551164347</c:v>
                </c:pt>
                <c:pt idx="1153">
                  <c:v>6.0584500784</c:v>
                </c:pt>
                <c:pt idx="1154">
                  <c:v>4.71319208702</c:v>
                </c:pt>
                <c:pt idx="1155">
                  <c:v>3.34661289844</c:v>
                </c:pt>
                <c:pt idx="1156">
                  <c:v>1.96568268024</c:v>
                </c:pt>
                <c:pt idx="1157">
                  <c:v>0.57743101388</c:v>
                </c:pt>
                <c:pt idx="1158">
                  <c:v>-0.811088862974</c:v>
                </c:pt>
                <c:pt idx="1159">
                  <c:v>-2.19283586566</c:v>
                </c:pt>
                <c:pt idx="1160">
                  <c:v>-3.56081674147</c:v>
                </c:pt>
                <c:pt idx="1161">
                  <c:v>-4.90812143768</c:v>
                </c:pt>
                <c:pt idx="1162">
                  <c:v>-6.22795797998</c:v>
                </c:pt>
                <c:pt idx="1163">
                  <c:v>-7.51368668536</c:v>
                </c:pt>
                <c:pt idx="1164">
                  <c:v>-8.75885353727</c:v>
                </c:pt>
                <c:pt idx="1165">
                  <c:v>-9.95722255533</c:v>
                </c:pt>
                <c:pt idx="1166">
                  <c:v>-11.1028069975</c:v>
                </c:pt>
                <c:pt idx="1167">
                  <c:v>-12.1898992388</c:v>
                </c:pt>
                <c:pt idx="1168">
                  <c:v>-13.2130991772</c:v>
                </c:pt>
                <c:pt idx="1169">
                  <c:v>-14.1673410263</c:v>
                </c:pt>
                <c:pt idx="1170">
                  <c:v>-15.0479183608</c:v>
                </c:pt>
                <c:pt idx="1171">
                  <c:v>-15.8505072926</c:v>
                </c:pt>
                <c:pt idx="1172">
                  <c:v>-16.5711876621</c:v>
                </c:pt>
                <c:pt idx="1173">
                  <c:v>-17.2064621425</c:v>
                </c:pt>
                <c:pt idx="1174">
                  <c:v>-17.7532731628</c:v>
                </c:pt>
                <c:pt idx="1175">
                  <c:v>-18.2090175689</c:v>
                </c:pt>
                <c:pt idx="1176">
                  <c:v>-18.5715589525</c:v>
                </c:pt>
                <c:pt idx="1177">
                  <c:v>-18.8392375899</c:v>
                </c:pt>
                <c:pt idx="1178">
                  <c:v>-19.0108779441</c:v>
                </c:pt>
                <c:pt idx="1179">
                  <c:v>-19.0857936979</c:v>
                </c:pt>
                <c:pt idx="1180">
                  <c:v>-19.063790297</c:v>
                </c:pt>
                <c:pt idx="1181">
                  <c:v>-18.9451649937</c:v>
                </c:pt>
                <c:pt idx="1182">
                  <c:v>-18.7307043979</c:v>
                </c:pt>
                <c:pt idx="1183">
                  <c:v>-18.421679551</c:v>
                </c:pt>
                <c:pt idx="1184">
                  <c:v>-18.0198385528</c:v>
                </c:pt>
                <c:pt idx="1185">
                  <c:v>-17.5273967834</c:v>
                </c:pt>
                <c:pt idx="1186">
                  <c:v>-16.9470247755</c:v>
                </c:pt>
                <c:pt idx="1187">
                  <c:v>-16.2818338004</c:v>
                </c:pt>
                <c:pt idx="1188">
                  <c:v>-15.5353592485</c:v>
                </c:pt>
                <c:pt idx="1189">
                  <c:v>-14.7115418898</c:v>
                </c:pt>
                <c:pt idx="1190">
                  <c:v>-13.8147071156</c:v>
                </c:pt>
                <c:pt idx="1191">
                  <c:v>-12.8495422696</c:v>
                </c:pt>
                <c:pt idx="1192">
                  <c:v>-11.8210721867</c:v>
                </c:pt>
                <c:pt idx="1193">
                  <c:v>-10.7346330677</c:v>
                </c:pt>
                <c:pt idx="1194">
                  <c:v>-9.59584482577</c:v>
                </c:pt>
                <c:pt idx="1195">
                  <c:v>-8.41058204603</c:v>
                </c:pt>
                <c:pt idx="1196">
                  <c:v>-7.18494371081</c:v>
                </c:pt>
                <c:pt idx="1197">
                  <c:v>-5.92522184425</c:v>
                </c:pt>
                <c:pt idx="1198">
                  <c:v>-4.63786923842</c:v>
                </c:pt>
                <c:pt idx="1199">
                  <c:v>-3.32946642603</c:v>
                </c:pt>
                <c:pt idx="1200">
                  <c:v>-2.00668806877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60"/>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Beitrag / 10³ (Dateieinheit)</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50112"/>
        <c:crossesAt val="-60"/>
        <c:majorUnit val="30"/>
      </c:valAx>
      <c:valAx>
        <c:axId val="48650112"/>
        <c:scaling>
          <c:orientation val="minMax"/>
          <c:max val="6"/>
          <c:min val="0"/>
        </c:scaling>
        <c:delete val="0"/>
        <c:axPos val="b"/>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Zeit seit Abschnittsbeginn (s)</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72768"/>
        <c:crossesAt val="0"/>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Eingang</c:v>
          </c:tx>
          <c:spPr>
            <a:solidFill xmlns:a="http://schemas.openxmlformats.org/drawingml/2006/main">
              <a:srgbClr val="5C6F7C"/>
            </a:solidFill>
            <a:ln xmlns:a="http://schemas.openxmlformats.org/drawingml/2006/main" w="22860">
              <a:solidFill>
                <a:srgbClr val="5C6F7C"/>
              </a:solidFill>
              <a:prstDash val="solid"/>
            </a:ln>
          </c:spPr>
          <c:marker>
            <c:symbol val="none"/>
            <c:size val="5"/>
            <c:spPr>
              <a:solidFill xmlns:a="http://schemas.openxmlformats.org/drawingml/2006/main">
                <a:srgbClr val="5C6F7C"/>
              </a:solidFill>
            </c:spPr>
          </c:marker>
          <c:xVal>
            <c:numRef>
              <c:f>'Chart Data'!$A$2:$A$402</c:f>
              <c:numCache>
                <c:formatCode>General</c:formatCode>
                <c:ptCount val="401"/>
                <c:pt idx="0">
                  <c:v>1</c:v>
                </c:pt>
                <c:pt idx="1">
                  <c:v>1.01</c:v>
                </c:pt>
                <c:pt idx="2">
                  <c:v>1.02</c:v>
                </c:pt>
                <c:pt idx="3">
                  <c:v>1.03</c:v>
                </c:pt>
                <c:pt idx="4">
                  <c:v>1.04</c:v>
                </c:pt>
                <c:pt idx="5">
                  <c:v>1.05</c:v>
                </c:pt>
                <c:pt idx="6">
                  <c:v>1.06</c:v>
                </c:pt>
                <c:pt idx="7">
                  <c:v>1.07</c:v>
                </c:pt>
                <c:pt idx="8">
                  <c:v>1.08</c:v>
                </c:pt>
                <c:pt idx="9">
                  <c:v>1.09</c:v>
                </c:pt>
                <c:pt idx="10">
                  <c:v>1.1</c:v>
                </c:pt>
                <c:pt idx="11">
                  <c:v>1.11</c:v>
                </c:pt>
                <c:pt idx="12">
                  <c:v>1.12</c:v>
                </c:pt>
                <c:pt idx="13">
                  <c:v>1.13</c:v>
                </c:pt>
                <c:pt idx="14">
                  <c:v>1.14</c:v>
                </c:pt>
                <c:pt idx="15">
                  <c:v>1.15</c:v>
                </c:pt>
                <c:pt idx="16">
                  <c:v>1.16</c:v>
                </c:pt>
                <c:pt idx="17">
                  <c:v>1.17</c:v>
                </c:pt>
                <c:pt idx="18">
                  <c:v>1.18</c:v>
                </c:pt>
                <c:pt idx="19">
                  <c:v>1.19</c:v>
                </c:pt>
                <c:pt idx="20">
                  <c:v>1.2</c:v>
                </c:pt>
                <c:pt idx="21">
                  <c:v>1.21</c:v>
                </c:pt>
                <c:pt idx="22">
                  <c:v>1.22</c:v>
                </c:pt>
                <c:pt idx="23">
                  <c:v>1.23</c:v>
                </c:pt>
                <c:pt idx="24">
                  <c:v>1.24</c:v>
                </c:pt>
                <c:pt idx="25">
                  <c:v>1.25</c:v>
                </c:pt>
                <c:pt idx="26">
                  <c:v>1.26</c:v>
                </c:pt>
                <c:pt idx="27">
                  <c:v>1.27</c:v>
                </c:pt>
                <c:pt idx="28">
                  <c:v>1.28</c:v>
                </c:pt>
                <c:pt idx="29">
                  <c:v>1.29</c:v>
                </c:pt>
                <c:pt idx="30">
                  <c:v>1.3</c:v>
                </c:pt>
                <c:pt idx="31">
                  <c:v>1.31</c:v>
                </c:pt>
                <c:pt idx="32">
                  <c:v>1.32</c:v>
                </c:pt>
                <c:pt idx="33">
                  <c:v>1.33</c:v>
                </c:pt>
                <c:pt idx="34">
                  <c:v>1.34</c:v>
                </c:pt>
                <c:pt idx="35">
                  <c:v>1.35</c:v>
                </c:pt>
                <c:pt idx="36">
                  <c:v>1.36</c:v>
                </c:pt>
                <c:pt idx="37">
                  <c:v>1.37</c:v>
                </c:pt>
                <c:pt idx="38">
                  <c:v>1.38</c:v>
                </c:pt>
                <c:pt idx="39">
                  <c:v>1.39</c:v>
                </c:pt>
                <c:pt idx="40">
                  <c:v>1.4</c:v>
                </c:pt>
                <c:pt idx="41">
                  <c:v>1.41</c:v>
                </c:pt>
                <c:pt idx="42">
                  <c:v>1.42</c:v>
                </c:pt>
                <c:pt idx="43">
                  <c:v>1.43</c:v>
                </c:pt>
                <c:pt idx="44">
                  <c:v>1.44</c:v>
                </c:pt>
                <c:pt idx="45">
                  <c:v>1.45</c:v>
                </c:pt>
                <c:pt idx="46">
                  <c:v>1.46</c:v>
                </c:pt>
                <c:pt idx="47">
                  <c:v>1.47</c:v>
                </c:pt>
                <c:pt idx="48">
                  <c:v>1.48</c:v>
                </c:pt>
                <c:pt idx="49">
                  <c:v>1.49</c:v>
                </c:pt>
                <c:pt idx="50">
                  <c:v>1.5</c:v>
                </c:pt>
                <c:pt idx="51">
                  <c:v>1.51</c:v>
                </c:pt>
                <c:pt idx="52">
                  <c:v>1.52</c:v>
                </c:pt>
                <c:pt idx="53">
                  <c:v>1.53</c:v>
                </c:pt>
                <c:pt idx="54">
                  <c:v>1.54</c:v>
                </c:pt>
                <c:pt idx="55">
                  <c:v>1.55</c:v>
                </c:pt>
                <c:pt idx="56">
                  <c:v>1.56</c:v>
                </c:pt>
                <c:pt idx="57">
                  <c:v>1.57</c:v>
                </c:pt>
                <c:pt idx="58">
                  <c:v>1.58</c:v>
                </c:pt>
                <c:pt idx="59">
                  <c:v>1.59</c:v>
                </c:pt>
                <c:pt idx="60">
                  <c:v>1.6</c:v>
                </c:pt>
                <c:pt idx="61">
                  <c:v>1.61</c:v>
                </c:pt>
                <c:pt idx="62">
                  <c:v>1.62</c:v>
                </c:pt>
                <c:pt idx="63">
                  <c:v>1.63</c:v>
                </c:pt>
                <c:pt idx="64">
                  <c:v>1.64</c:v>
                </c:pt>
                <c:pt idx="65">
                  <c:v>1.65</c:v>
                </c:pt>
                <c:pt idx="66">
                  <c:v>1.66</c:v>
                </c:pt>
                <c:pt idx="67">
                  <c:v>1.67</c:v>
                </c:pt>
                <c:pt idx="68">
                  <c:v>1.68</c:v>
                </c:pt>
                <c:pt idx="69">
                  <c:v>1.69</c:v>
                </c:pt>
                <c:pt idx="70">
                  <c:v>1.7</c:v>
                </c:pt>
                <c:pt idx="71">
                  <c:v>1.71</c:v>
                </c:pt>
                <c:pt idx="72">
                  <c:v>1.72</c:v>
                </c:pt>
                <c:pt idx="73">
                  <c:v>1.73</c:v>
                </c:pt>
                <c:pt idx="74">
                  <c:v>1.74</c:v>
                </c:pt>
                <c:pt idx="75">
                  <c:v>1.75</c:v>
                </c:pt>
                <c:pt idx="76">
                  <c:v>1.76</c:v>
                </c:pt>
                <c:pt idx="77">
                  <c:v>1.77</c:v>
                </c:pt>
                <c:pt idx="78">
                  <c:v>1.78</c:v>
                </c:pt>
                <c:pt idx="79">
                  <c:v>1.79</c:v>
                </c:pt>
                <c:pt idx="80">
                  <c:v>1.8</c:v>
                </c:pt>
                <c:pt idx="81">
                  <c:v>1.81</c:v>
                </c:pt>
                <c:pt idx="82">
                  <c:v>1.82</c:v>
                </c:pt>
                <c:pt idx="83">
                  <c:v>1.83</c:v>
                </c:pt>
                <c:pt idx="84">
                  <c:v>1.84</c:v>
                </c:pt>
                <c:pt idx="85">
                  <c:v>1.85</c:v>
                </c:pt>
                <c:pt idx="86">
                  <c:v>1.86</c:v>
                </c:pt>
                <c:pt idx="87">
                  <c:v>1.87</c:v>
                </c:pt>
                <c:pt idx="88">
                  <c:v>1.88</c:v>
                </c:pt>
                <c:pt idx="89">
                  <c:v>1.89</c:v>
                </c:pt>
                <c:pt idx="90">
                  <c:v>1.9</c:v>
                </c:pt>
                <c:pt idx="91">
                  <c:v>1.91</c:v>
                </c:pt>
                <c:pt idx="92">
                  <c:v>1.92</c:v>
                </c:pt>
                <c:pt idx="93">
                  <c:v>1.93</c:v>
                </c:pt>
                <c:pt idx="94">
                  <c:v>1.94</c:v>
                </c:pt>
                <c:pt idx="95">
                  <c:v>1.95</c:v>
                </c:pt>
                <c:pt idx="96">
                  <c:v>1.96</c:v>
                </c:pt>
                <c:pt idx="97">
                  <c:v>1.97</c:v>
                </c:pt>
                <c:pt idx="98">
                  <c:v>1.98</c:v>
                </c:pt>
                <c:pt idx="99">
                  <c:v>1.99</c:v>
                </c:pt>
                <c:pt idx="100">
                  <c:v>2</c:v>
                </c:pt>
                <c:pt idx="101">
                  <c:v>2.01</c:v>
                </c:pt>
                <c:pt idx="102">
                  <c:v>2.02</c:v>
                </c:pt>
                <c:pt idx="103">
                  <c:v>2.03</c:v>
                </c:pt>
                <c:pt idx="104">
                  <c:v>2.04</c:v>
                </c:pt>
                <c:pt idx="105">
                  <c:v>2.05</c:v>
                </c:pt>
                <c:pt idx="106">
                  <c:v>2.06</c:v>
                </c:pt>
                <c:pt idx="107">
                  <c:v>2.07</c:v>
                </c:pt>
                <c:pt idx="108">
                  <c:v>2.08</c:v>
                </c:pt>
                <c:pt idx="109">
                  <c:v>2.09</c:v>
                </c:pt>
                <c:pt idx="110">
                  <c:v>2.1</c:v>
                </c:pt>
                <c:pt idx="111">
                  <c:v>2.11</c:v>
                </c:pt>
                <c:pt idx="112">
                  <c:v>2.12</c:v>
                </c:pt>
                <c:pt idx="113">
                  <c:v>2.13</c:v>
                </c:pt>
                <c:pt idx="114">
                  <c:v>2.14</c:v>
                </c:pt>
                <c:pt idx="115">
                  <c:v>2.15</c:v>
                </c:pt>
                <c:pt idx="116">
                  <c:v>2.16</c:v>
                </c:pt>
                <c:pt idx="117">
                  <c:v>2.17</c:v>
                </c:pt>
                <c:pt idx="118">
                  <c:v>2.18</c:v>
                </c:pt>
                <c:pt idx="119">
                  <c:v>2.19</c:v>
                </c:pt>
                <c:pt idx="120">
                  <c:v>2.2</c:v>
                </c:pt>
                <c:pt idx="121">
                  <c:v>2.21</c:v>
                </c:pt>
                <c:pt idx="122">
                  <c:v>2.22</c:v>
                </c:pt>
                <c:pt idx="123">
                  <c:v>2.23</c:v>
                </c:pt>
                <c:pt idx="124">
                  <c:v>2.24</c:v>
                </c:pt>
                <c:pt idx="125">
                  <c:v>2.25</c:v>
                </c:pt>
                <c:pt idx="126">
                  <c:v>2.26</c:v>
                </c:pt>
                <c:pt idx="127">
                  <c:v>2.27</c:v>
                </c:pt>
                <c:pt idx="128">
                  <c:v>2.28</c:v>
                </c:pt>
                <c:pt idx="129">
                  <c:v>2.29</c:v>
                </c:pt>
                <c:pt idx="130">
                  <c:v>2.3</c:v>
                </c:pt>
                <c:pt idx="131">
                  <c:v>2.31</c:v>
                </c:pt>
                <c:pt idx="132">
                  <c:v>2.32</c:v>
                </c:pt>
                <c:pt idx="133">
                  <c:v>2.33</c:v>
                </c:pt>
                <c:pt idx="134">
                  <c:v>2.34</c:v>
                </c:pt>
                <c:pt idx="135">
                  <c:v>2.35</c:v>
                </c:pt>
                <c:pt idx="136">
                  <c:v>2.36</c:v>
                </c:pt>
                <c:pt idx="137">
                  <c:v>2.37</c:v>
                </c:pt>
                <c:pt idx="138">
                  <c:v>2.38</c:v>
                </c:pt>
                <c:pt idx="139">
                  <c:v>2.39</c:v>
                </c:pt>
                <c:pt idx="140">
                  <c:v>2.4</c:v>
                </c:pt>
                <c:pt idx="141">
                  <c:v>2.41</c:v>
                </c:pt>
                <c:pt idx="142">
                  <c:v>2.42</c:v>
                </c:pt>
                <c:pt idx="143">
                  <c:v>2.43</c:v>
                </c:pt>
                <c:pt idx="144">
                  <c:v>2.44</c:v>
                </c:pt>
                <c:pt idx="145">
                  <c:v>2.45</c:v>
                </c:pt>
                <c:pt idx="146">
                  <c:v>2.46</c:v>
                </c:pt>
                <c:pt idx="147">
                  <c:v>2.47</c:v>
                </c:pt>
                <c:pt idx="148">
                  <c:v>2.48</c:v>
                </c:pt>
                <c:pt idx="149">
                  <c:v>2.49</c:v>
                </c:pt>
                <c:pt idx="150">
                  <c:v>2.5</c:v>
                </c:pt>
                <c:pt idx="151">
                  <c:v>2.51</c:v>
                </c:pt>
                <c:pt idx="152">
                  <c:v>2.52</c:v>
                </c:pt>
                <c:pt idx="153">
                  <c:v>2.53</c:v>
                </c:pt>
                <c:pt idx="154">
                  <c:v>2.54</c:v>
                </c:pt>
                <c:pt idx="155">
                  <c:v>2.55</c:v>
                </c:pt>
                <c:pt idx="156">
                  <c:v>2.56</c:v>
                </c:pt>
                <c:pt idx="157">
                  <c:v>2.57</c:v>
                </c:pt>
                <c:pt idx="158">
                  <c:v>2.58</c:v>
                </c:pt>
                <c:pt idx="159">
                  <c:v>2.59</c:v>
                </c:pt>
                <c:pt idx="160">
                  <c:v>2.6</c:v>
                </c:pt>
                <c:pt idx="161">
                  <c:v>2.61</c:v>
                </c:pt>
                <c:pt idx="162">
                  <c:v>2.62</c:v>
                </c:pt>
                <c:pt idx="163">
                  <c:v>2.63</c:v>
                </c:pt>
                <c:pt idx="164">
                  <c:v>2.64</c:v>
                </c:pt>
                <c:pt idx="165">
                  <c:v>2.65</c:v>
                </c:pt>
                <c:pt idx="166">
                  <c:v>2.66</c:v>
                </c:pt>
                <c:pt idx="167">
                  <c:v>2.67</c:v>
                </c:pt>
                <c:pt idx="168">
                  <c:v>2.68</c:v>
                </c:pt>
                <c:pt idx="169">
                  <c:v>2.69</c:v>
                </c:pt>
                <c:pt idx="170">
                  <c:v>2.7</c:v>
                </c:pt>
                <c:pt idx="171">
                  <c:v>2.71</c:v>
                </c:pt>
                <c:pt idx="172">
                  <c:v>2.72</c:v>
                </c:pt>
                <c:pt idx="173">
                  <c:v>2.73</c:v>
                </c:pt>
                <c:pt idx="174">
                  <c:v>2.74</c:v>
                </c:pt>
                <c:pt idx="175">
                  <c:v>2.75</c:v>
                </c:pt>
                <c:pt idx="176">
                  <c:v>2.76</c:v>
                </c:pt>
                <c:pt idx="177">
                  <c:v>2.77</c:v>
                </c:pt>
                <c:pt idx="178">
                  <c:v>2.78</c:v>
                </c:pt>
                <c:pt idx="179">
                  <c:v>2.79</c:v>
                </c:pt>
                <c:pt idx="180">
                  <c:v>2.8</c:v>
                </c:pt>
                <c:pt idx="181">
                  <c:v>2.81</c:v>
                </c:pt>
                <c:pt idx="182">
                  <c:v>2.82</c:v>
                </c:pt>
                <c:pt idx="183">
                  <c:v>2.83</c:v>
                </c:pt>
                <c:pt idx="184">
                  <c:v>2.84</c:v>
                </c:pt>
                <c:pt idx="185">
                  <c:v>2.85</c:v>
                </c:pt>
                <c:pt idx="186">
                  <c:v>2.86</c:v>
                </c:pt>
                <c:pt idx="187">
                  <c:v>2.87</c:v>
                </c:pt>
                <c:pt idx="188">
                  <c:v>2.88</c:v>
                </c:pt>
                <c:pt idx="189">
                  <c:v>2.89</c:v>
                </c:pt>
                <c:pt idx="190">
                  <c:v>2.9</c:v>
                </c:pt>
                <c:pt idx="191">
                  <c:v>2.91</c:v>
                </c:pt>
                <c:pt idx="192">
                  <c:v>2.92</c:v>
                </c:pt>
                <c:pt idx="193">
                  <c:v>2.93</c:v>
                </c:pt>
                <c:pt idx="194">
                  <c:v>2.94</c:v>
                </c:pt>
                <c:pt idx="195">
                  <c:v>2.95</c:v>
                </c:pt>
                <c:pt idx="196">
                  <c:v>2.96</c:v>
                </c:pt>
                <c:pt idx="197">
                  <c:v>2.97</c:v>
                </c:pt>
                <c:pt idx="198">
                  <c:v>2.98</c:v>
                </c:pt>
                <c:pt idx="199">
                  <c:v>2.99</c:v>
                </c:pt>
                <c:pt idx="200">
                  <c:v>3</c:v>
                </c:pt>
                <c:pt idx="201">
                  <c:v>3.01</c:v>
                </c:pt>
                <c:pt idx="202">
                  <c:v>3.02</c:v>
                </c:pt>
                <c:pt idx="203">
                  <c:v>3.03</c:v>
                </c:pt>
                <c:pt idx="204">
                  <c:v>3.04</c:v>
                </c:pt>
                <c:pt idx="205">
                  <c:v>3.05</c:v>
                </c:pt>
                <c:pt idx="206">
                  <c:v>3.06</c:v>
                </c:pt>
                <c:pt idx="207">
                  <c:v>3.07</c:v>
                </c:pt>
                <c:pt idx="208">
                  <c:v>3.08</c:v>
                </c:pt>
                <c:pt idx="209">
                  <c:v>3.09</c:v>
                </c:pt>
                <c:pt idx="210">
                  <c:v>3.1</c:v>
                </c:pt>
                <c:pt idx="211">
                  <c:v>3.11</c:v>
                </c:pt>
                <c:pt idx="212">
                  <c:v>3.12</c:v>
                </c:pt>
                <c:pt idx="213">
                  <c:v>3.13</c:v>
                </c:pt>
                <c:pt idx="214">
                  <c:v>3.14</c:v>
                </c:pt>
                <c:pt idx="215">
                  <c:v>3.15</c:v>
                </c:pt>
                <c:pt idx="216">
                  <c:v>3.16</c:v>
                </c:pt>
                <c:pt idx="217">
                  <c:v>3.17</c:v>
                </c:pt>
                <c:pt idx="218">
                  <c:v>3.18</c:v>
                </c:pt>
                <c:pt idx="219">
                  <c:v>3.19</c:v>
                </c:pt>
                <c:pt idx="220">
                  <c:v>3.2</c:v>
                </c:pt>
                <c:pt idx="221">
                  <c:v>3.21</c:v>
                </c:pt>
                <c:pt idx="222">
                  <c:v>3.22</c:v>
                </c:pt>
                <c:pt idx="223">
                  <c:v>3.23</c:v>
                </c:pt>
                <c:pt idx="224">
                  <c:v>3.24</c:v>
                </c:pt>
                <c:pt idx="225">
                  <c:v>3.25</c:v>
                </c:pt>
                <c:pt idx="226">
                  <c:v>3.26</c:v>
                </c:pt>
                <c:pt idx="227">
                  <c:v>3.27</c:v>
                </c:pt>
                <c:pt idx="228">
                  <c:v>3.28</c:v>
                </c:pt>
                <c:pt idx="229">
                  <c:v>3.29</c:v>
                </c:pt>
                <c:pt idx="230">
                  <c:v>3.3</c:v>
                </c:pt>
                <c:pt idx="231">
                  <c:v>3.31</c:v>
                </c:pt>
                <c:pt idx="232">
                  <c:v>3.32</c:v>
                </c:pt>
                <c:pt idx="233">
                  <c:v>3.33</c:v>
                </c:pt>
                <c:pt idx="234">
                  <c:v>3.34</c:v>
                </c:pt>
                <c:pt idx="235">
                  <c:v>3.35</c:v>
                </c:pt>
                <c:pt idx="236">
                  <c:v>3.36</c:v>
                </c:pt>
                <c:pt idx="237">
                  <c:v>3.37</c:v>
                </c:pt>
                <c:pt idx="238">
                  <c:v>3.38</c:v>
                </c:pt>
                <c:pt idx="239">
                  <c:v>3.39</c:v>
                </c:pt>
                <c:pt idx="240">
                  <c:v>3.4</c:v>
                </c:pt>
                <c:pt idx="241">
                  <c:v>3.41</c:v>
                </c:pt>
                <c:pt idx="242">
                  <c:v>3.42</c:v>
                </c:pt>
                <c:pt idx="243">
                  <c:v>3.43</c:v>
                </c:pt>
                <c:pt idx="244">
                  <c:v>3.44</c:v>
                </c:pt>
                <c:pt idx="245">
                  <c:v>3.45</c:v>
                </c:pt>
                <c:pt idx="246">
                  <c:v>3.46</c:v>
                </c:pt>
                <c:pt idx="247">
                  <c:v>3.47</c:v>
                </c:pt>
                <c:pt idx="248">
                  <c:v>3.48</c:v>
                </c:pt>
                <c:pt idx="249">
                  <c:v>3.49</c:v>
                </c:pt>
                <c:pt idx="250">
                  <c:v>3.5</c:v>
                </c:pt>
                <c:pt idx="251">
                  <c:v>3.51</c:v>
                </c:pt>
                <c:pt idx="252">
                  <c:v>3.52</c:v>
                </c:pt>
                <c:pt idx="253">
                  <c:v>3.53</c:v>
                </c:pt>
                <c:pt idx="254">
                  <c:v>3.54</c:v>
                </c:pt>
                <c:pt idx="255">
                  <c:v>3.55</c:v>
                </c:pt>
                <c:pt idx="256">
                  <c:v>3.56</c:v>
                </c:pt>
                <c:pt idx="257">
                  <c:v>3.57</c:v>
                </c:pt>
                <c:pt idx="258">
                  <c:v>3.58</c:v>
                </c:pt>
                <c:pt idx="259">
                  <c:v>3.59</c:v>
                </c:pt>
                <c:pt idx="260">
                  <c:v>3.6</c:v>
                </c:pt>
                <c:pt idx="261">
                  <c:v>3.61</c:v>
                </c:pt>
                <c:pt idx="262">
                  <c:v>3.62</c:v>
                </c:pt>
                <c:pt idx="263">
                  <c:v>3.63</c:v>
                </c:pt>
                <c:pt idx="264">
                  <c:v>3.64</c:v>
                </c:pt>
                <c:pt idx="265">
                  <c:v>3.65</c:v>
                </c:pt>
                <c:pt idx="266">
                  <c:v>3.66</c:v>
                </c:pt>
                <c:pt idx="267">
                  <c:v>3.67</c:v>
                </c:pt>
                <c:pt idx="268">
                  <c:v>3.68</c:v>
                </c:pt>
                <c:pt idx="269">
                  <c:v>3.69</c:v>
                </c:pt>
                <c:pt idx="270">
                  <c:v>3.7</c:v>
                </c:pt>
                <c:pt idx="271">
                  <c:v>3.71</c:v>
                </c:pt>
                <c:pt idx="272">
                  <c:v>3.72</c:v>
                </c:pt>
                <c:pt idx="273">
                  <c:v>3.73</c:v>
                </c:pt>
                <c:pt idx="274">
                  <c:v>3.74</c:v>
                </c:pt>
                <c:pt idx="275">
                  <c:v>3.75</c:v>
                </c:pt>
                <c:pt idx="276">
                  <c:v>3.76</c:v>
                </c:pt>
                <c:pt idx="277">
                  <c:v>3.77</c:v>
                </c:pt>
                <c:pt idx="278">
                  <c:v>3.78</c:v>
                </c:pt>
                <c:pt idx="279">
                  <c:v>3.79</c:v>
                </c:pt>
                <c:pt idx="280">
                  <c:v>3.8</c:v>
                </c:pt>
                <c:pt idx="281">
                  <c:v>3.81</c:v>
                </c:pt>
                <c:pt idx="282">
                  <c:v>3.82</c:v>
                </c:pt>
                <c:pt idx="283">
                  <c:v>3.83</c:v>
                </c:pt>
                <c:pt idx="284">
                  <c:v>3.84</c:v>
                </c:pt>
                <c:pt idx="285">
                  <c:v>3.85</c:v>
                </c:pt>
                <c:pt idx="286">
                  <c:v>3.86</c:v>
                </c:pt>
                <c:pt idx="287">
                  <c:v>3.87</c:v>
                </c:pt>
                <c:pt idx="288">
                  <c:v>3.88</c:v>
                </c:pt>
                <c:pt idx="289">
                  <c:v>3.89</c:v>
                </c:pt>
                <c:pt idx="290">
                  <c:v>3.9</c:v>
                </c:pt>
                <c:pt idx="291">
                  <c:v>3.91</c:v>
                </c:pt>
                <c:pt idx="292">
                  <c:v>3.92</c:v>
                </c:pt>
                <c:pt idx="293">
                  <c:v>3.93</c:v>
                </c:pt>
                <c:pt idx="294">
                  <c:v>3.94</c:v>
                </c:pt>
                <c:pt idx="295">
                  <c:v>3.95</c:v>
                </c:pt>
                <c:pt idx="296">
                  <c:v>3.96</c:v>
                </c:pt>
                <c:pt idx="297">
                  <c:v>3.97</c:v>
                </c:pt>
                <c:pt idx="298">
                  <c:v>3.98</c:v>
                </c:pt>
                <c:pt idx="299">
                  <c:v>3.99</c:v>
                </c:pt>
                <c:pt idx="300">
                  <c:v>4</c:v>
                </c:pt>
                <c:pt idx="301">
                  <c:v>4.01</c:v>
                </c:pt>
                <c:pt idx="302">
                  <c:v>4.02</c:v>
                </c:pt>
                <c:pt idx="303">
                  <c:v>4.03</c:v>
                </c:pt>
                <c:pt idx="304">
                  <c:v>4.04</c:v>
                </c:pt>
                <c:pt idx="305">
                  <c:v>4.05</c:v>
                </c:pt>
                <c:pt idx="306">
                  <c:v>4.06</c:v>
                </c:pt>
                <c:pt idx="307">
                  <c:v>4.07</c:v>
                </c:pt>
                <c:pt idx="308">
                  <c:v>4.08</c:v>
                </c:pt>
                <c:pt idx="309">
                  <c:v>4.09</c:v>
                </c:pt>
                <c:pt idx="310">
                  <c:v>4.1</c:v>
                </c:pt>
                <c:pt idx="311">
                  <c:v>4.11</c:v>
                </c:pt>
                <c:pt idx="312">
                  <c:v>4.12</c:v>
                </c:pt>
                <c:pt idx="313">
                  <c:v>4.13</c:v>
                </c:pt>
                <c:pt idx="314">
                  <c:v>4.14</c:v>
                </c:pt>
                <c:pt idx="315">
                  <c:v>4.15</c:v>
                </c:pt>
                <c:pt idx="316">
                  <c:v>4.16</c:v>
                </c:pt>
                <c:pt idx="317">
                  <c:v>4.17</c:v>
                </c:pt>
                <c:pt idx="318">
                  <c:v>4.18</c:v>
                </c:pt>
                <c:pt idx="319">
                  <c:v>4.19</c:v>
                </c:pt>
                <c:pt idx="320">
                  <c:v>4.2</c:v>
                </c:pt>
                <c:pt idx="321">
                  <c:v>4.21</c:v>
                </c:pt>
                <c:pt idx="322">
                  <c:v>4.22</c:v>
                </c:pt>
                <c:pt idx="323">
                  <c:v>4.23</c:v>
                </c:pt>
                <c:pt idx="324">
                  <c:v>4.24</c:v>
                </c:pt>
                <c:pt idx="325">
                  <c:v>4.25</c:v>
                </c:pt>
                <c:pt idx="326">
                  <c:v>4.26</c:v>
                </c:pt>
                <c:pt idx="327">
                  <c:v>4.27</c:v>
                </c:pt>
                <c:pt idx="328">
                  <c:v>4.28</c:v>
                </c:pt>
                <c:pt idx="329">
                  <c:v>4.29</c:v>
                </c:pt>
                <c:pt idx="330">
                  <c:v>4.3</c:v>
                </c:pt>
                <c:pt idx="331">
                  <c:v>4.31</c:v>
                </c:pt>
                <c:pt idx="332">
                  <c:v>4.32</c:v>
                </c:pt>
                <c:pt idx="333">
                  <c:v>4.33</c:v>
                </c:pt>
                <c:pt idx="334">
                  <c:v>4.34</c:v>
                </c:pt>
                <c:pt idx="335">
                  <c:v>4.35</c:v>
                </c:pt>
                <c:pt idx="336">
                  <c:v>4.36</c:v>
                </c:pt>
                <c:pt idx="337">
                  <c:v>4.37</c:v>
                </c:pt>
                <c:pt idx="338">
                  <c:v>4.38</c:v>
                </c:pt>
                <c:pt idx="339">
                  <c:v>4.39</c:v>
                </c:pt>
                <c:pt idx="340">
                  <c:v>4.4</c:v>
                </c:pt>
                <c:pt idx="341">
                  <c:v>4.41</c:v>
                </c:pt>
                <c:pt idx="342">
                  <c:v>4.42</c:v>
                </c:pt>
                <c:pt idx="343">
                  <c:v>4.43</c:v>
                </c:pt>
                <c:pt idx="344">
                  <c:v>4.44</c:v>
                </c:pt>
                <c:pt idx="345">
                  <c:v>4.45</c:v>
                </c:pt>
                <c:pt idx="346">
                  <c:v>4.46</c:v>
                </c:pt>
                <c:pt idx="347">
                  <c:v>4.47</c:v>
                </c:pt>
                <c:pt idx="348">
                  <c:v>4.48</c:v>
                </c:pt>
                <c:pt idx="349">
                  <c:v>4.49</c:v>
                </c:pt>
                <c:pt idx="350">
                  <c:v>4.5</c:v>
                </c:pt>
                <c:pt idx="351">
                  <c:v>4.51</c:v>
                </c:pt>
                <c:pt idx="352">
                  <c:v>4.52</c:v>
                </c:pt>
                <c:pt idx="353">
                  <c:v>4.53</c:v>
                </c:pt>
                <c:pt idx="354">
                  <c:v>4.54</c:v>
                </c:pt>
                <c:pt idx="355">
                  <c:v>4.55</c:v>
                </c:pt>
                <c:pt idx="356">
                  <c:v>4.56</c:v>
                </c:pt>
                <c:pt idx="357">
                  <c:v>4.57</c:v>
                </c:pt>
                <c:pt idx="358">
                  <c:v>4.58</c:v>
                </c:pt>
                <c:pt idx="359">
                  <c:v>4.59</c:v>
                </c:pt>
                <c:pt idx="360">
                  <c:v>4.6</c:v>
                </c:pt>
                <c:pt idx="361">
                  <c:v>4.61</c:v>
                </c:pt>
                <c:pt idx="362">
                  <c:v>4.62</c:v>
                </c:pt>
                <c:pt idx="363">
                  <c:v>4.63</c:v>
                </c:pt>
                <c:pt idx="364">
                  <c:v>4.64</c:v>
                </c:pt>
                <c:pt idx="365">
                  <c:v>4.65</c:v>
                </c:pt>
                <c:pt idx="366">
                  <c:v>4.66</c:v>
                </c:pt>
                <c:pt idx="367">
                  <c:v>4.67</c:v>
                </c:pt>
                <c:pt idx="368">
                  <c:v>4.68</c:v>
                </c:pt>
                <c:pt idx="369">
                  <c:v>4.69</c:v>
                </c:pt>
                <c:pt idx="370">
                  <c:v>4.7</c:v>
                </c:pt>
                <c:pt idx="371">
                  <c:v>4.71</c:v>
                </c:pt>
                <c:pt idx="372">
                  <c:v>4.72</c:v>
                </c:pt>
                <c:pt idx="373">
                  <c:v>4.73</c:v>
                </c:pt>
                <c:pt idx="374">
                  <c:v>4.74</c:v>
                </c:pt>
                <c:pt idx="375">
                  <c:v>4.75</c:v>
                </c:pt>
                <c:pt idx="376">
                  <c:v>4.76</c:v>
                </c:pt>
                <c:pt idx="377">
                  <c:v>4.77</c:v>
                </c:pt>
                <c:pt idx="378">
                  <c:v>4.78</c:v>
                </c:pt>
                <c:pt idx="379">
                  <c:v>4.79</c:v>
                </c:pt>
                <c:pt idx="380">
                  <c:v>4.8</c:v>
                </c:pt>
                <c:pt idx="381">
                  <c:v>4.81</c:v>
                </c:pt>
                <c:pt idx="382">
                  <c:v>4.82</c:v>
                </c:pt>
                <c:pt idx="383">
                  <c:v>4.83</c:v>
                </c:pt>
                <c:pt idx="384">
                  <c:v>4.84</c:v>
                </c:pt>
                <c:pt idx="385">
                  <c:v>4.85</c:v>
                </c:pt>
                <c:pt idx="386">
                  <c:v>4.86</c:v>
                </c:pt>
                <c:pt idx="387">
                  <c:v>4.87</c:v>
                </c:pt>
                <c:pt idx="388">
                  <c:v>4.88</c:v>
                </c:pt>
                <c:pt idx="389">
                  <c:v>4.89</c:v>
                </c:pt>
                <c:pt idx="390">
                  <c:v>4.9</c:v>
                </c:pt>
                <c:pt idx="391">
                  <c:v>4.91</c:v>
                </c:pt>
                <c:pt idx="392">
                  <c:v>4.92</c:v>
                </c:pt>
                <c:pt idx="393">
                  <c:v>4.93</c:v>
                </c:pt>
                <c:pt idx="394">
                  <c:v>4.94</c:v>
                </c:pt>
                <c:pt idx="395">
                  <c:v>4.95</c:v>
                </c:pt>
                <c:pt idx="396">
                  <c:v>4.96</c:v>
                </c:pt>
                <c:pt idx="397">
                  <c:v>4.97</c:v>
                </c:pt>
                <c:pt idx="398">
                  <c:v>4.98</c:v>
                </c:pt>
                <c:pt idx="399">
                  <c:v>4.99</c:v>
                </c:pt>
                <c:pt idx="400">
                  <c:v>5</c:v>
                </c:pt>
              </c:numCache>
            </c:numRef>
          </c:xVal>
          <c:yVal>
            <c:numRef>
              <c:f>'Chart Data'!$B$2:$B$402</c:f>
              <c:numCache>
                <c:formatCode>0</c:formatCode>
                <c:ptCount val="401"/>
                <c:pt idx="0">
                  <c:v>122.940199734</c:v>
                </c:pt>
                <c:pt idx="1">
                  <c:v>123.067426057</c:v>
                </c:pt>
                <c:pt idx="2">
                  <c:v>123.1149495</c:v>
                </c:pt>
                <c:pt idx="3">
                  <c:v>123.064802274</c:v>
                </c:pt>
                <c:pt idx="4">
                  <c:v>122.904585541</c:v>
                </c:pt>
                <c:pt idx="5">
                  <c:v>122.629036096</c:v>
                </c:pt>
                <c:pt idx="6">
                  <c:v>122.240962382</c:v>
                </c:pt>
                <c:pt idx="7">
                  <c:v>121.75145062</c:v>
                </c:pt>
                <c:pt idx="8">
                  <c:v>121.179312251</c:v>
                </c:pt>
                <c:pt idx="9">
                  <c:v>120.549817156</c:v>
                </c:pt>
                <c:pt idx="10">
                  <c:v>119.89282616</c:v>
                </c:pt>
                <c:pt idx="11">
                  <c:v>119.240494339</c:v>
                </c:pt>
                <c:pt idx="12">
                  <c:v>118.624758012</c:v>
                </c:pt>
                <c:pt idx="13">
                  <c:v>118.07483903</c:v>
                </c:pt>
                <c:pt idx="14">
                  <c:v>117.614998066</c:v>
                </c:pt>
                <c:pt idx="15">
                  <c:v>117.26274426</c:v>
                </c:pt>
                <c:pt idx="16">
                  <c:v>117.027664279</c:v>
                </c:pt>
                <c:pt idx="17">
                  <c:v>116.91097385</c:v>
                </c:pt>
                <c:pt idx="18">
                  <c:v>116.905825126</c:v>
                </c:pt>
                <c:pt idx="19">
                  <c:v>116.998330544</c:v>
                </c:pt>
                <c:pt idx="20">
                  <c:v>117.169195319</c:v>
                </c:pt>
                <c:pt idx="21">
                  <c:v>117.395792943</c:v>
                </c:pt>
                <c:pt idx="22">
                  <c:v>117.654476769</c:v>
                </c:pt>
                <c:pt idx="23">
                  <c:v>117.922899746</c:v>
                </c:pt>
                <c:pt idx="24">
                  <c:v>118.182115778</c:v>
                </c:pt>
                <c:pt idx="25">
                  <c:v>118.418259683</c:v>
                </c:pt>
                <c:pt idx="26">
                  <c:v>118.623646021</c:v>
                </c:pt>
                <c:pt idx="27">
                  <c:v>118.797185758</c:v>
                </c:pt>
                <c:pt idx="28">
                  <c:v>118.944088133</c:v>
                </c:pt>
                <c:pt idx="29">
                  <c:v>119.074886379</c:v>
                </c:pt>
                <c:pt idx="30">
                  <c:v>119.203893152</c:v>
                </c:pt>
                <c:pt idx="31">
                  <c:v>119.34724805</c:v>
                </c:pt>
                <c:pt idx="32">
                  <c:v>119.520759931</c:v>
                </c:pt>
                <c:pt idx="33">
                  <c:v>119.737766974</c:v>
                </c:pt>
                <c:pt idx="34">
                  <c:v>120.007235511</c:v>
                </c:pt>
                <c:pt idx="35">
                  <c:v>120.332295003</c:v>
                </c:pt>
                <c:pt idx="36">
                  <c:v>120.7093633</c:v>
                </c:pt>
                <c:pt idx="37">
                  <c:v>121.127957906</c:v>
                </c:pt>
                <c:pt idx="38">
                  <c:v>121.571221122</c:v>
                </c:pt>
                <c:pt idx="39">
                  <c:v>122.017116201</c:v>
                </c:pt>
                <c:pt idx="40">
                  <c:v>122.440185161</c:v>
                </c:pt>
                <c:pt idx="41">
                  <c:v>122.813702982</c:v>
                </c:pt>
                <c:pt idx="42">
                  <c:v>123.112023156</c:v>
                </c:pt>
                <c:pt idx="43">
                  <c:v>123.312889829</c:v>
                </c:pt>
                <c:pt idx="44">
                  <c:v>123.399493922</c:v>
                </c:pt>
                <c:pt idx="45">
                  <c:v>123.362074525</c:v>
                </c:pt>
                <c:pt idx="46">
                  <c:v>123.198910071</c:v>
                </c:pt>
                <c:pt idx="47">
                  <c:v>122.916602195</c:v>
                </c:pt>
                <c:pt idx="48">
                  <c:v>122.529622898</c:v>
                </c:pt>
                <c:pt idx="49">
                  <c:v>122.059166287</c:v>
                </c:pt>
                <c:pt idx="50">
                  <c:v>121.531412599</c:v>
                </c:pt>
                <c:pt idx="51">
                  <c:v>120.975368219</c:v>
                </c:pt>
                <c:pt idx="52">
                  <c:v>120.420485357</c:v>
                </c:pt>
                <c:pt idx="53">
                  <c:v>119.894285234</c:v>
                </c:pt>
                <c:pt idx="54">
                  <c:v>119.420207038</c:v>
                </c:pt>
                <c:pt idx="55">
                  <c:v>119.015881794</c:v>
                </c:pt>
                <c:pt idx="56">
                  <c:v>118.691988</c:v>
                </c:pt>
                <c:pt idx="57">
                  <c:v>118.451788494</c:v>
                </c:pt>
                <c:pt idx="58">
                  <c:v>118.291381302</c:v>
                </c:pt>
                <c:pt idx="59">
                  <c:v>118.20062762</c:v>
                </c:pt>
                <c:pt idx="60">
                  <c:v>118.164654427</c:v>
                </c:pt>
                <c:pt idx="61">
                  <c:v>118.165773995</c:v>
                </c:pt>
                <c:pt idx="62">
                  <c:v>118.185622944</c:v>
                </c:pt>
                <c:pt idx="63">
                  <c:v>118.207303551</c:v>
                </c:pt>
                <c:pt idx="64">
                  <c:v>118.217311386</c:v>
                </c:pt>
                <c:pt idx="65">
                  <c:v>118.207056058</c:v>
                </c:pt>
                <c:pt idx="66">
                  <c:v>118.173823429</c:v>
                </c:pt>
                <c:pt idx="67">
                  <c:v>118.121084099</c:v>
                </c:pt>
                <c:pt idx="68">
                  <c:v>118.058118595</c:v>
                </c:pt>
                <c:pt idx="69">
                  <c:v>117.998998124</c:v>
                </c:pt>
                <c:pt idx="70">
                  <c:v>117.961024228</c:v>
                </c:pt>
                <c:pt idx="71">
                  <c:v>117.962784795</c:v>
                </c:pt>
                <c:pt idx="72">
                  <c:v>118.022022536</c:v>
                </c:pt>
                <c:pt idx="73">
                  <c:v>118.153531176</c:v>
                </c:pt>
                <c:pt idx="74">
                  <c:v>118.36729267</c:v>
                </c:pt>
                <c:pt idx="75">
                  <c:v>118.66704569</c:v>
                </c:pt>
                <c:pt idx="76">
                  <c:v>119.049433904</c:v>
                </c:pt>
                <c:pt idx="77">
                  <c:v>119.503826195</c:v>
                </c:pt>
                <c:pt idx="78">
                  <c:v>120.012835459</c:v>
                </c:pt>
                <c:pt idx="79">
                  <c:v>120.553494503</c:v>
                </c:pt>
                <c:pt idx="80">
                  <c:v>121.098983354</c:v>
                </c:pt>
                <c:pt idx="81">
                  <c:v>121.620748385</c:v>
                </c:pt>
                <c:pt idx="82">
                  <c:v>122.09081523</c:v>
                </c:pt>
                <c:pt idx="83">
                  <c:v>122.484078326</c:v>
                </c:pt>
                <c:pt idx="84">
                  <c:v>122.780351803</c:v>
                </c:pt>
                <c:pt idx="85">
                  <c:v>122.965989289</c:v>
                </c:pt>
                <c:pt idx="86">
                  <c:v>123.034921609</c:v>
                </c:pt>
                <c:pt idx="87">
                  <c:v>122.989017356</c:v>
                </c:pt>
                <c:pt idx="88">
                  <c:v>122.837736406</c:v>
                </c:pt>
                <c:pt idx="89">
                  <c:v>122.597114237</c:v>
                </c:pt>
                <c:pt idx="90">
                  <c:v>122.288178833</c:v>
                </c:pt>
                <c:pt idx="91">
                  <c:v>121.934955798</c:v>
                </c:pt>
                <c:pt idx="92">
                  <c:v>121.562255809</c:v>
                </c:pt>
                <c:pt idx="93">
                  <c:v>121.193458014</c:v>
                </c:pt>
                <c:pt idx="94">
                  <c:v>120.848501662</c:v>
                </c:pt>
                <c:pt idx="95">
                  <c:v>120.542276179</c:v>
                </c:pt>
                <c:pt idx="96">
                  <c:v>120.283559488</c:v>
                </c:pt>
                <c:pt idx="97">
                  <c:v>120.074599438</c:v>
                </c:pt>
                <c:pt idx="98">
                  <c:v>119.91136936</c:v>
                </c:pt>
                <c:pt idx="99">
                  <c:v>119.784462095</c:v>
                </c:pt>
                <c:pt idx="100">
                  <c:v>119.680524051</c:v>
                </c:pt>
                <c:pt idx="101">
                  <c:v>119.584077968</c:v>
                </c:pt>
                <c:pt idx="102">
                  <c:v>119.479545269</c:v>
                </c:pt>
                <c:pt idx="103">
                  <c:v>119.353259932</c:v>
                </c:pt>
                <c:pt idx="104">
                  <c:v>119.195267329</c:v>
                </c:pt>
                <c:pt idx="105">
                  <c:v>119.000723497</c:v>
                </c:pt>
                <c:pt idx="106">
                  <c:v>118.770750395</c:v>
                </c:pt>
                <c:pt idx="107">
                  <c:v>118.512657105</c:v>
                </c:pt>
                <c:pt idx="108">
                  <c:v>118.239500063</c:v>
                </c:pt>
                <c:pt idx="109">
                  <c:v>117.969021266</c:v>
                </c:pt>
                <c:pt idx="110">
                  <c:v>117.722065369</c:v>
                </c:pt>
                <c:pt idx="111">
                  <c:v>117.520628627</c:v>
                </c:pt>
                <c:pt idx="112">
                  <c:v>117.385729733</c:v>
                </c:pt>
                <c:pt idx="113">
                  <c:v>117.335310947</c:v>
                </c:pt>
                <c:pt idx="114">
                  <c:v>117.382375999</c:v>
                </c:pt>
                <c:pt idx="115">
                  <c:v>117.533548916</c:v>
                </c:pt>
                <c:pt idx="116">
                  <c:v>117.788197781</c:v>
                </c:pt>
                <c:pt idx="117">
                  <c:v>118.138213021</c:v>
                </c:pt>
                <c:pt idx="118">
                  <c:v>118.568466766</c:v>
                </c:pt>
                <c:pt idx="119">
                  <c:v>119.057914145</c:v>
                </c:pt>
                <c:pt idx="120">
                  <c:v>119.581235472</c:v>
                </c:pt>
                <c:pt idx="121">
                  <c:v>120.110866283</c:v>
                </c:pt>
                <c:pt idx="122">
                  <c:v>120.619225028</c:v>
                </c:pt>
                <c:pt idx="123">
                  <c:v>121.08092959</c:v>
                </c:pt>
                <c:pt idx="124">
                  <c:v>121.474795418</c:v>
                </c:pt>
                <c:pt idx="125">
                  <c:v>121.785429783</c:v>
                </c:pt>
                <c:pt idx="126">
                  <c:v>122.00427626</c:v>
                </c:pt>
                <c:pt idx="127">
                  <c:v>122.13001715</c:v>
                </c:pt>
                <c:pt idx="128">
                  <c:v>122.168303942</c:v>
                </c:pt>
                <c:pt idx="129">
                  <c:v>122.130850909</c:v>
                </c:pt>
                <c:pt idx="130">
                  <c:v>122.033988217</c:v>
                </c:pt>
                <c:pt idx="131">
                  <c:v>121.896822599</c:v>
                </c:pt>
                <c:pt idx="132">
                  <c:v>121.739190547</c:v>
                </c:pt>
                <c:pt idx="133">
                  <c:v>121.579607707</c:v>
                </c:pt>
                <c:pt idx="134">
                  <c:v>121.433416869</c:v>
                </c:pt>
                <c:pt idx="135">
                  <c:v>121.311315782</c:v>
                </c:pt>
                <c:pt idx="136">
                  <c:v>121.218407266</c:v>
                </c:pt>
                <c:pt idx="137">
                  <c:v>121.153861398</c:v>
                </c:pt>
                <c:pt idx="138">
                  <c:v>121.111218345</c:v>
                </c:pt>
                <c:pt idx="139">
                  <c:v>121.079296471</c:v>
                </c:pt>
                <c:pt idx="140">
                  <c:v>121.043610232</c:v>
                </c:pt>
                <c:pt idx="141">
                  <c:v>120.988151695</c:v>
                </c:pt>
                <c:pt idx="142">
                  <c:v>120.897353469</c:v>
                </c:pt>
                <c:pt idx="143">
                  <c:v>120.75803275</c:v>
                </c:pt>
                <c:pt idx="144">
                  <c:v>120.561117944</c:v>
                </c:pt>
                <c:pt idx="145">
                  <c:v>120.302980624</c:v>
                </c:pt>
                <c:pt idx="146">
                  <c:v>119.986234363</c:v>
                </c:pt>
                <c:pt idx="147">
                  <c:v>119.619914408</c:v>
                </c:pt>
                <c:pt idx="148">
                  <c:v>119.219013063</c:v>
                </c:pt>
                <c:pt idx="149">
                  <c:v>118.803409056</c:v>
                </c:pt>
                <c:pt idx="150">
                  <c:v>118.396288891</c:v>
                </c:pt>
                <c:pt idx="151">
                  <c:v>118.022208325</c:v>
                </c:pt>
                <c:pt idx="152">
                  <c:v>117.704977852</c:v>
                </c:pt>
                <c:pt idx="153">
                  <c:v>117.465573816</c:v>
                </c:pt>
                <c:pt idx="154">
                  <c:v>117.320274957</c:v>
                </c:pt>
                <c:pt idx="155">
                  <c:v>117.279202834</c:v>
                </c:pt>
                <c:pt idx="156">
                  <c:v>117.345405934</c:v>
                </c:pt>
                <c:pt idx="157">
                  <c:v>117.514575024</c:v>
                </c:pt>
                <c:pt idx="158">
                  <c:v>117.775416646</c:v>
                </c:pt>
                <c:pt idx="159">
                  <c:v>118.110648476</c:v>
                </c:pt>
                <c:pt idx="160">
                  <c:v>118.49852067</c:v>
                </c:pt>
                <c:pt idx="161">
                  <c:v>118.914717246</c:v>
                </c:pt>
                <c:pt idx="162">
                  <c:v>119.334455697</c:v>
                </c:pt>
                <c:pt idx="163">
                  <c:v>119.734584949</c:v>
                </c:pt>
                <c:pt idx="164">
                  <c:v>120.095483165</c:v>
                </c:pt>
                <c:pt idx="165">
                  <c:v>120.402577559</c:v>
                </c:pt>
                <c:pt idx="166">
                  <c:v>120.647346215</c:v>
                </c:pt>
                <c:pt idx="167">
                  <c:v>120.827713262</c:v>
                </c:pt>
                <c:pt idx="168">
                  <c:v>120.947808416</c:v>
                </c:pt>
                <c:pt idx="169">
                  <c:v>121.01712422</c:v>
                </c:pt>
                <c:pt idx="170">
                  <c:v>121.04916297</c:v>
                </c:pt>
                <c:pt idx="171">
                  <c:v>121.059714796</c:v>
                </c:pt>
                <c:pt idx="172">
                  <c:v>121.064943665</c:v>
                </c:pt>
                <c:pt idx="173">
                  <c:v>121.079475944</c:v>
                </c:pt>
                <c:pt idx="174">
                  <c:v>121.114684756</c:v>
                </c:pt>
                <c:pt idx="175">
                  <c:v>121.177343014</c:v>
                </c:pt>
                <c:pt idx="176">
                  <c:v>121.268780627</c:v>
                </c:pt>
                <c:pt idx="177">
                  <c:v>121.384630774</c:v>
                </c:pt>
                <c:pt idx="178">
                  <c:v>121.515191281</c:v>
                </c:pt>
                <c:pt idx="179">
                  <c:v>121.646365731</c:v>
                </c:pt>
                <c:pt idx="180">
                  <c:v>121.76109122</c:v>
                </c:pt>
                <c:pt idx="181">
                  <c:v>121.841111052</c:v>
                </c:pt>
                <c:pt idx="182">
                  <c:v>121.868916124</c:v>
                </c:pt>
                <c:pt idx="183">
                  <c:v>121.829661482</c:v>
                </c:pt>
                <c:pt idx="184">
                  <c:v>121.712866386</c:v>
                </c:pt>
                <c:pt idx="185">
                  <c:v>121.513726796</c:v>
                </c:pt>
                <c:pt idx="186">
                  <c:v>121.23390666</c:v>
                </c:pt>
                <c:pt idx="187">
                  <c:v>120.881724912</c:v>
                </c:pt>
                <c:pt idx="188">
                  <c:v>120.471713799</c:v>
                </c:pt>
                <c:pt idx="189">
                  <c:v>120.023585258</c:v>
                </c:pt>
                <c:pt idx="190">
                  <c:v>119.560699664</c:v>
                </c:pt>
                <c:pt idx="191">
                  <c:v>119.108179602</c:v>
                </c:pt>
                <c:pt idx="192">
                  <c:v>118.690845845</c:v>
                </c:pt>
                <c:pt idx="193">
                  <c:v>118.33116995</c:v>
                </c:pt>
                <c:pt idx="194">
                  <c:v>118.047436276</c:v>
                </c:pt>
                <c:pt idx="195">
                  <c:v>117.852285834</c:v>
                </c:pt>
                <c:pt idx="196">
                  <c:v>117.751777403</c:v>
                </c:pt>
                <c:pt idx="197">
                  <c:v>117.745051219</c:v>
                </c:pt>
                <c:pt idx="198">
                  <c:v>117.824622344</c:v>
                </c:pt>
                <c:pt idx="199">
                  <c:v>117.977270146</c:v>
                </c:pt>
                <c:pt idx="200">
                  <c:v>118.185433134</c:v>
                </c:pt>
                <c:pt idx="201">
                  <c:v>118.428970205</c:v>
                </c:pt>
                <c:pt idx="202">
                  <c:v>118.687114928</c:v>
                </c:pt>
                <c:pt idx="203">
                  <c:v>118.940432054</c:v>
                </c:pt>
                <c:pt idx="204">
                  <c:v>119.172586671</c:v>
                </c:pt>
                <c:pt idx="205">
                  <c:v>119.371756192</c:v>
                </c:pt>
                <c:pt idx="206">
                  <c:v>119.5315516</c:v>
                </c:pt>
                <c:pt idx="207">
                  <c:v>119.651363513</c:v>
                </c:pt>
                <c:pt idx="208">
                  <c:v>119.736105901</c:v>
                </c:pt>
                <c:pt idx="209">
                  <c:v>119.795389874</c:v>
                </c:pt>
                <c:pt idx="210">
                  <c:v>119.842216264</c:v>
                </c:pt>
                <c:pt idx="211">
                  <c:v>119.891322971</c:v>
                </c:pt>
                <c:pt idx="212">
                  <c:v>119.957356865</c:v>
                </c:pt>
                <c:pt idx="213">
                  <c:v>120.053056966</c:v>
                </c:pt>
                <c:pt idx="214">
                  <c:v>120.187634157</c:v>
                </c:pt>
                <c:pt idx="215">
                  <c:v>120.365512894</c:v>
                </c:pt>
                <c:pt idx="216">
                  <c:v>120.585564396</c:v>
                </c:pt>
                <c:pt idx="217">
                  <c:v>120.840911973</c:v>
                </c:pt>
                <c:pt idx="218">
                  <c:v>121.119332498</c:v>
                </c:pt>
                <c:pt idx="219">
                  <c:v>121.404218976</c:v>
                </c:pt>
                <c:pt idx="220">
                  <c:v>121.676013566</c:v>
                </c:pt>
                <c:pt idx="221">
                  <c:v>121.913973713</c:v>
                </c:pt>
                <c:pt idx="222">
                  <c:v>122.098100764</c:v>
                </c:pt>
                <c:pt idx="223">
                  <c:v>122.211043934</c:v>
                </c:pt>
                <c:pt idx="224">
                  <c:v>122.239794194</c:v>
                </c:pt>
                <c:pt idx="225">
                  <c:v>122.177002559</c:v>
                </c:pt>
                <c:pt idx="226">
                  <c:v>122.021793252</c:v>
                </c:pt>
                <c:pt idx="227">
                  <c:v>121.779990915</c:v>
                </c:pt>
                <c:pt idx="228">
                  <c:v>121.463737499</c:v>
                </c:pt>
                <c:pt idx="229">
                  <c:v>121.090533368</c:v>
                </c:pt>
                <c:pt idx="230">
                  <c:v>120.681792571</c:v>
                </c:pt>
                <c:pt idx="231">
                  <c:v>120.261048865</c:v>
                </c:pt>
                <c:pt idx="232">
                  <c:v>119.851982415</c:v>
                </c:pt>
                <c:pt idx="233">
                  <c:v>119.476453797</c:v>
                </c:pt>
                <c:pt idx="234">
                  <c:v>119.152730566</c:v>
                </c:pt>
                <c:pt idx="235">
                  <c:v>118.894072247</c:v>
                </c:pt>
                <c:pt idx="236">
                  <c:v>118.707804215</c:v>
                </c:pt>
                <c:pt idx="237">
                  <c:v>118.594962939</c:v>
                </c:pt>
                <c:pt idx="238">
                  <c:v>118.550539311</c:v>
                </c:pt>
                <c:pt idx="239">
                  <c:v>118.564288594</c:v>
                </c:pt>
                <c:pt idx="240">
                  <c:v>118.622020691</c:v>
                </c:pt>
                <c:pt idx="241">
                  <c:v>118.707238272</c:v>
                </c:pt>
                <c:pt idx="242">
                  <c:v>118.802957263</c:v>
                </c:pt>
                <c:pt idx="243">
                  <c:v>118.893527493</c:v>
                </c:pt>
                <c:pt idx="244">
                  <c:v>118.96627256</c:v>
                </c:pt>
                <c:pt idx="245">
                  <c:v>119.012786923</c:v>
                </c:pt>
                <c:pt idx="246">
                  <c:v>119.029763063</c:v>
                </c:pt>
                <c:pt idx="247">
                  <c:v>119.019268732</c:v>
                </c:pt>
                <c:pt idx="248">
                  <c:v>118.988449241</c:v>
                </c:pt>
                <c:pt idx="249">
                  <c:v>118.948686966</c:v>
                </c:pt>
                <c:pt idx="250">
                  <c:v>118.914304171</c:v>
                </c:pt>
                <c:pt idx="251">
                  <c:v>118.900940607</c:v>
                </c:pt>
                <c:pt idx="252">
                  <c:v>118.923769647</c:v>
                </c:pt>
                <c:pt idx="253">
                  <c:v>118.995732874</c:v>
                </c:pt>
                <c:pt idx="254">
                  <c:v>119.125971457</c:v>
                </c:pt>
                <c:pt idx="255">
                  <c:v>119.318613502</c:v>
                </c:pt>
                <c:pt idx="256">
                  <c:v>119.572041793</c:v>
                </c:pt>
                <c:pt idx="257">
                  <c:v>119.878719316</c:v>
                </c:pt>
                <c:pt idx="258">
                  <c:v>120.225595316</c:v>
                </c:pt>
                <c:pt idx="259">
                  <c:v>120.595057793</c:v>
                </c:pt>
                <c:pt idx="260">
                  <c:v>120.966344761</c:v>
                </c:pt>
                <c:pt idx="261">
                  <c:v>121.317281589</c:v>
                </c:pt>
                <c:pt idx="262">
                  <c:v>121.626179673</c:v>
                </c:pt>
                <c:pt idx="263">
                  <c:v>121.873715708</c:v>
                </c:pt>
                <c:pt idx="264">
                  <c:v>122.044612401</c:v>
                </c:pt>
                <c:pt idx="265">
                  <c:v>122.128960511</c:v>
                </c:pt>
                <c:pt idx="266">
                  <c:v>122.123056697</c:v>
                </c:pt>
                <c:pt idx="267">
                  <c:v>122.029678348</c:v>
                </c:pt>
                <c:pt idx="268">
                  <c:v>121.857770914</c:v>
                </c:pt>
                <c:pt idx="269">
                  <c:v>121.621579796</c:v>
                </c:pt>
                <c:pt idx="270">
                  <c:v>121.339312199</c:v>
                </c:pt>
                <c:pt idx="271">
                  <c:v>121.031459203</c:v>
                </c:pt>
                <c:pt idx="272">
                  <c:v>120.718940439</c:v>
                </c:pt>
                <c:pt idx="273">
                  <c:v>120.421249891</c:v>
                </c:pt>
                <c:pt idx="274">
                  <c:v>120.154780181</c:v>
                </c:pt>
                <c:pt idx="275">
                  <c:v>119.931484156</c:v>
                </c:pt>
                <c:pt idx="276">
                  <c:v>119.757998751</c:v>
                </c:pt>
                <c:pt idx="277">
                  <c:v>119.635310139</c:v>
                </c:pt>
                <c:pt idx="278">
                  <c:v>119.558985756</c:v>
                </c:pt>
                <c:pt idx="279">
                  <c:v>119.519943042</c:v>
                </c:pt>
                <c:pt idx="280">
                  <c:v>119.505672222</c:v>
                </c:pt>
                <c:pt idx="281">
                  <c:v>119.501786204</c:v>
                </c:pt>
                <c:pt idx="282">
                  <c:v>119.493739116</c:v>
                </c:pt>
                <c:pt idx="283">
                  <c:v>119.468539058</c:v>
                </c:pt>
                <c:pt idx="284">
                  <c:v>119.416281955</c:v>
                </c:pt>
                <c:pt idx="285">
                  <c:v>119.331351751</c:v>
                </c:pt>
                <c:pt idx="286">
                  <c:v>119.213165664</c:v>
                </c:pt>
                <c:pt idx="287">
                  <c:v>119.066388692</c:v>
                </c:pt>
                <c:pt idx="288">
                  <c:v>118.900594302</c:v>
                </c:pt>
                <c:pt idx="289">
                  <c:v>118.729403301</c:v>
                </c:pt>
                <c:pt idx="290">
                  <c:v>118.569184663</c:v>
                </c:pt>
                <c:pt idx="291">
                  <c:v>118.437445654</c:v>
                </c:pt>
                <c:pt idx="292">
                  <c:v>118.351069598</c:v>
                </c:pt>
                <c:pt idx="293">
                  <c:v>118.324575084</c:v>
                </c:pt>
                <c:pt idx="294">
                  <c:v>118.36856881</c:v>
                </c:pt>
                <c:pt idx="295">
                  <c:v>118.488545797</c:v>
                </c:pt>
                <c:pt idx="296">
                  <c:v>118.684157145</c:v>
                </c:pt>
                <c:pt idx="297">
                  <c:v>118.949020233</c:v>
                </c:pt>
                <c:pt idx="298">
                  <c:v>119.271093639</c:v>
                </c:pt>
                <c:pt idx="299">
                  <c:v>119.633584267</c:v>
                </c:pt>
                <c:pt idx="300">
                  <c:v>120.016302579</c:v>
                </c:pt>
                <c:pt idx="301">
                  <c:v>120.397338429</c:v>
                </c:pt>
                <c:pt idx="302">
                  <c:v>120.754899038</c:v>
                </c:pt>
                <c:pt idx="303">
                  <c:v>121.069135156</c:v>
                </c:pt>
                <c:pt idx="304">
                  <c:v>121.323782846</c:v>
                </c:pt>
                <c:pt idx="305">
                  <c:v>121.507466485</c:v>
                </c:pt>
                <c:pt idx="306">
                  <c:v>121.6145417</c:v>
                </c:pt>
                <c:pt idx="307">
                  <c:v>121.645401748</c:v>
                </c:pt>
                <c:pt idx="308">
                  <c:v>121.606222943</c:v>
                </c:pt>
                <c:pt idx="309">
                  <c:v>121.508179024</c:v>
                </c:pt>
                <c:pt idx="310">
                  <c:v>121.366205533</c:v>
                </c:pt>
                <c:pt idx="311">
                  <c:v>121.197438387</c:v>
                </c:pt>
                <c:pt idx="312">
                  <c:v>121.019481607</c:v>
                </c:pt>
                <c:pt idx="313">
                  <c:v>120.848674796</c:v>
                </c:pt>
                <c:pt idx="314">
                  <c:v>120.698529762</c:v>
                </c:pt>
                <c:pt idx="315">
                  <c:v>120.578487991</c:v>
                </c:pt>
                <c:pt idx="316">
                  <c:v>120.493118193</c:v>
                </c:pt>
                <c:pt idx="317">
                  <c:v>120.441829095</c:v>
                </c:pt>
                <c:pt idx="318">
                  <c:v>120.419121386</c:v>
                </c:pt>
                <c:pt idx="319">
                  <c:v>120.415349309</c:v>
                </c:pt>
                <c:pt idx="320">
                  <c:v>120.417912029</c:v>
                </c:pt>
                <c:pt idx="321">
                  <c:v>120.412752562</c:v>
                </c:pt>
                <c:pt idx="322">
                  <c:v>120.3860118</c:v>
                </c:pt>
                <c:pt idx="323">
                  <c:v>120.325670065</c:v>
                </c:pt>
                <c:pt idx="324">
                  <c:v>120.223009963</c:v>
                </c:pt>
                <c:pt idx="325">
                  <c:v>120.07375208</c:v>
                </c:pt>
                <c:pt idx="326">
                  <c:v>119.878747411</c:v>
                </c:pt>
                <c:pt idx="327">
                  <c:v>119.644154132</c:v>
                </c:pt>
                <c:pt idx="328">
                  <c:v>119.381077209</c:v>
                </c:pt>
                <c:pt idx="329">
                  <c:v>119.104702245</c:v>
                </c:pt>
                <c:pt idx="330">
                  <c:v>118.833004879</c:v>
                </c:pt>
                <c:pt idx="331">
                  <c:v>118.58515892</c:v>
                </c:pt>
                <c:pt idx="332">
                  <c:v>118.379796257</c:v>
                </c:pt>
                <c:pt idx="333">
                  <c:v>118.233286464</c:v>
                </c:pt>
                <c:pt idx="334">
                  <c:v>118.158202514</c:v>
                </c:pt>
                <c:pt idx="335">
                  <c:v>118.162121206</c:v>
                </c:pt>
                <c:pt idx="336">
                  <c:v>118.246874736</c:v>
                </c:pt>
                <c:pt idx="337">
                  <c:v>118.40832621</c:v>
                </c:pt>
                <c:pt idx="338">
                  <c:v>118.636691349</c:v>
                </c:pt>
                <c:pt idx="339">
                  <c:v>118.917375875</c:v>
                </c:pt>
                <c:pt idx="340">
                  <c:v>119.232248423</c:v>
                </c:pt>
                <c:pt idx="341">
                  <c:v>119.561227039</c:v>
                </c:pt>
                <c:pt idx="342">
                  <c:v>119.884027453</c:v>
                </c:pt>
                <c:pt idx="343">
                  <c:v>120.181906297</c:v>
                </c:pt>
                <c:pt idx="344">
                  <c:v>120.439233681</c:v>
                </c:pt>
                <c:pt idx="345">
                  <c:v>120.644746823</c:v>
                </c:pt>
                <c:pt idx="346">
                  <c:v>120.792368156</c:v>
                </c:pt>
                <c:pt idx="347">
                  <c:v>120.88151421</c:v>
                </c:pt>
                <c:pt idx="348">
                  <c:v>120.916871521</c:v>
                </c:pt>
                <c:pt idx="349">
                  <c:v>120.907667851</c:v>
                </c:pt>
                <c:pt idx="350">
                  <c:v>120.86651607</c:v>
                </c:pt>
                <c:pt idx="351">
                  <c:v>120.807949364</c:v>
                </c:pt>
                <c:pt idx="352">
                  <c:v>120.746795968</c:v>
                </c:pt>
                <c:pt idx="353">
                  <c:v>120.696556489</c:v>
                </c:pt>
                <c:pt idx="354">
                  <c:v>120.667945777</c:v>
                </c:pt>
                <c:pt idx="355">
                  <c:v>120.667744202</c:v>
                </c:pt>
                <c:pt idx="356">
                  <c:v>120.698071985</c:v>
                </c:pt>
                <c:pt idx="357">
                  <c:v>120.756157925</c:v>
                </c:pt>
                <c:pt idx="358">
                  <c:v>120.834624613</c:v>
                </c:pt>
                <c:pt idx="359">
                  <c:v>120.922260926</c:v>
                </c:pt>
                <c:pt idx="360">
                  <c:v>121.00520429</c:v>
                </c:pt>
                <c:pt idx="361">
                  <c:v>121.06841454</c:v>
                </c:pt>
                <c:pt idx="362">
                  <c:v>121.09729227</c:v>
                </c:pt>
                <c:pt idx="363">
                  <c:v>121.079280095</c:v>
                </c:pt>
                <c:pt idx="364">
                  <c:v>121.005286689</c:v>
                </c:pt>
                <c:pt idx="365">
                  <c:v>120.870790612</c:v>
                </c:pt>
                <c:pt idx="366">
                  <c:v>120.676512148</c:v>
                </c:pt>
                <c:pt idx="367">
                  <c:v>120.428583511</c:v>
                </c:pt>
                <c:pt idx="368">
                  <c:v>120.138196765</c:v>
                </c:pt>
                <c:pt idx="369">
                  <c:v>119.820759799</c:v>
                </c:pt>
                <c:pt idx="370">
                  <c:v>119.494638722</c:v>
                </c:pt>
                <c:pt idx="371">
                  <c:v>119.179605411</c:v>
                </c:pt>
                <c:pt idx="372">
                  <c:v>118.895137749</c:v>
                </c:pt>
                <c:pt idx="373">
                  <c:v>118.658734448</c:v>
                </c:pt>
                <c:pt idx="374">
                  <c:v>118.484405001</c:v>
                </c:pt>
                <c:pt idx="375">
                  <c:v>118.381478287</c:v>
                </c:pt>
                <c:pt idx="376">
                  <c:v>118.353842447</c:v>
                </c:pt>
                <c:pt idx="377">
                  <c:v>118.399686831</c:v>
                </c:pt>
                <c:pt idx="378">
                  <c:v>118.511768193</c:v>
                </c:pt>
                <c:pt idx="379">
                  <c:v>118.678172711</c:v>
                </c:pt>
                <c:pt idx="380">
                  <c:v>118.883497633</c:v>
                </c:pt>
                <c:pt idx="381">
                  <c:v>119.110336202</c:v>
                </c:pt>
                <c:pt idx="382">
                  <c:v>119.340920773</c:v>
                </c:pt>
                <c:pt idx="383">
                  <c:v>119.55876455</c:v>
                </c:pt>
                <c:pt idx="384">
                  <c:v>119.750143462</c:v>
                </c:pt>
                <c:pt idx="385">
                  <c:v>119.905276269</c:v>
                </c:pt>
                <c:pt idx="386">
                  <c:v>120.019091331</c:v>
                </c:pt>
                <c:pt idx="387">
                  <c:v>120.091509589</c:v>
                </c:pt>
                <c:pt idx="388">
                  <c:v>120.127221186</c:v>
                </c:pt>
                <c:pt idx="389">
                  <c:v>120.134983032</c:v>
                </c:pt>
                <c:pt idx="390">
                  <c:v>120.126511646</c:v>
                </c:pt>
                <c:pt idx="391">
                  <c:v>120.115085194</c:v>
                </c:pt>
                <c:pt idx="392">
                  <c:v>120.113996875</c:v>
                </c:pt>
                <c:pt idx="393">
                  <c:v>120.135016036</c:v>
                </c:pt>
                <c:pt idx="394">
                  <c:v>120.187012162</c:v>
                </c:pt>
                <c:pt idx="395">
                  <c:v>120.274880439</c:v>
                </c:pt>
                <c:pt idx="396">
                  <c:v>120.398877461</c:v>
                </c:pt>
                <c:pt idx="397">
                  <c:v>120.554434962</c:v>
                </c:pt>
                <c:pt idx="398">
                  <c:v>120.732472075</c:v>
                </c:pt>
                <c:pt idx="399">
                  <c:v>120.920177295</c:v>
                </c:pt>
                <c:pt idx="400">
                  <c:v>121.102184873</c:v>
                </c:pt>
              </c:numCache>
            </c:numRef>
          </c:yVal>
        </c:ser>
        <c:ser>
          <c:idx val="1"/>
          <c:order val="1"/>
          <c:tx>
            <c:v>Gefiltert</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Data'!$C$2:$C$402</c:f>
              <c:numCache>
                <c:formatCode>General</c:formatCode>
                <c:ptCount val="401"/>
                <c:pt idx="0">
                  <c:v>1</c:v>
                </c:pt>
                <c:pt idx="1">
                  <c:v>1.01</c:v>
                </c:pt>
                <c:pt idx="2">
                  <c:v>1.02</c:v>
                </c:pt>
                <c:pt idx="3">
                  <c:v>1.03</c:v>
                </c:pt>
                <c:pt idx="4">
                  <c:v>1.04</c:v>
                </c:pt>
                <c:pt idx="5">
                  <c:v>1.05</c:v>
                </c:pt>
                <c:pt idx="6">
                  <c:v>1.06</c:v>
                </c:pt>
                <c:pt idx="7">
                  <c:v>1.07</c:v>
                </c:pt>
                <c:pt idx="8">
                  <c:v>1.08</c:v>
                </c:pt>
                <c:pt idx="9">
                  <c:v>1.09</c:v>
                </c:pt>
                <c:pt idx="10">
                  <c:v>1.1</c:v>
                </c:pt>
                <c:pt idx="11">
                  <c:v>1.11</c:v>
                </c:pt>
                <c:pt idx="12">
                  <c:v>1.12</c:v>
                </c:pt>
                <c:pt idx="13">
                  <c:v>1.13</c:v>
                </c:pt>
                <c:pt idx="14">
                  <c:v>1.14</c:v>
                </c:pt>
                <c:pt idx="15">
                  <c:v>1.15</c:v>
                </c:pt>
                <c:pt idx="16">
                  <c:v>1.16</c:v>
                </c:pt>
                <c:pt idx="17">
                  <c:v>1.17</c:v>
                </c:pt>
                <c:pt idx="18">
                  <c:v>1.18</c:v>
                </c:pt>
                <c:pt idx="19">
                  <c:v>1.19</c:v>
                </c:pt>
                <c:pt idx="20">
                  <c:v>1.2</c:v>
                </c:pt>
                <c:pt idx="21">
                  <c:v>1.21</c:v>
                </c:pt>
                <c:pt idx="22">
                  <c:v>1.22</c:v>
                </c:pt>
                <c:pt idx="23">
                  <c:v>1.23</c:v>
                </c:pt>
                <c:pt idx="24">
                  <c:v>1.24</c:v>
                </c:pt>
                <c:pt idx="25">
                  <c:v>1.25</c:v>
                </c:pt>
                <c:pt idx="26">
                  <c:v>1.26</c:v>
                </c:pt>
                <c:pt idx="27">
                  <c:v>1.27</c:v>
                </c:pt>
                <c:pt idx="28">
                  <c:v>1.28</c:v>
                </c:pt>
                <c:pt idx="29">
                  <c:v>1.29</c:v>
                </c:pt>
                <c:pt idx="30">
                  <c:v>1.3</c:v>
                </c:pt>
                <c:pt idx="31">
                  <c:v>1.31</c:v>
                </c:pt>
                <c:pt idx="32">
                  <c:v>1.32</c:v>
                </c:pt>
                <c:pt idx="33">
                  <c:v>1.33</c:v>
                </c:pt>
                <c:pt idx="34">
                  <c:v>1.34</c:v>
                </c:pt>
                <c:pt idx="35">
                  <c:v>1.35</c:v>
                </c:pt>
                <c:pt idx="36">
                  <c:v>1.36</c:v>
                </c:pt>
                <c:pt idx="37">
                  <c:v>1.37</c:v>
                </c:pt>
                <c:pt idx="38">
                  <c:v>1.38</c:v>
                </c:pt>
                <c:pt idx="39">
                  <c:v>1.39</c:v>
                </c:pt>
                <c:pt idx="40">
                  <c:v>1.4</c:v>
                </c:pt>
                <c:pt idx="41">
                  <c:v>1.41</c:v>
                </c:pt>
                <c:pt idx="42">
                  <c:v>1.42</c:v>
                </c:pt>
                <c:pt idx="43">
                  <c:v>1.43</c:v>
                </c:pt>
                <c:pt idx="44">
                  <c:v>1.44</c:v>
                </c:pt>
                <c:pt idx="45">
                  <c:v>1.45</c:v>
                </c:pt>
                <c:pt idx="46">
                  <c:v>1.46</c:v>
                </c:pt>
                <c:pt idx="47">
                  <c:v>1.47</c:v>
                </c:pt>
                <c:pt idx="48">
                  <c:v>1.48</c:v>
                </c:pt>
                <c:pt idx="49">
                  <c:v>1.49</c:v>
                </c:pt>
                <c:pt idx="50">
                  <c:v>1.5</c:v>
                </c:pt>
                <c:pt idx="51">
                  <c:v>1.51</c:v>
                </c:pt>
                <c:pt idx="52">
                  <c:v>1.52</c:v>
                </c:pt>
                <c:pt idx="53">
                  <c:v>1.53</c:v>
                </c:pt>
                <c:pt idx="54">
                  <c:v>1.54</c:v>
                </c:pt>
                <c:pt idx="55">
                  <c:v>1.55</c:v>
                </c:pt>
                <c:pt idx="56">
                  <c:v>1.56</c:v>
                </c:pt>
                <c:pt idx="57">
                  <c:v>1.57</c:v>
                </c:pt>
                <c:pt idx="58">
                  <c:v>1.58</c:v>
                </c:pt>
                <c:pt idx="59">
                  <c:v>1.59</c:v>
                </c:pt>
                <c:pt idx="60">
                  <c:v>1.6</c:v>
                </c:pt>
                <c:pt idx="61">
                  <c:v>1.61</c:v>
                </c:pt>
                <c:pt idx="62">
                  <c:v>1.62</c:v>
                </c:pt>
                <c:pt idx="63">
                  <c:v>1.63</c:v>
                </c:pt>
                <c:pt idx="64">
                  <c:v>1.64</c:v>
                </c:pt>
                <c:pt idx="65">
                  <c:v>1.65</c:v>
                </c:pt>
                <c:pt idx="66">
                  <c:v>1.66</c:v>
                </c:pt>
                <c:pt idx="67">
                  <c:v>1.67</c:v>
                </c:pt>
                <c:pt idx="68">
                  <c:v>1.68</c:v>
                </c:pt>
                <c:pt idx="69">
                  <c:v>1.69</c:v>
                </c:pt>
                <c:pt idx="70">
                  <c:v>1.7</c:v>
                </c:pt>
                <c:pt idx="71">
                  <c:v>1.71</c:v>
                </c:pt>
                <c:pt idx="72">
                  <c:v>1.72</c:v>
                </c:pt>
                <c:pt idx="73">
                  <c:v>1.73</c:v>
                </c:pt>
                <c:pt idx="74">
                  <c:v>1.74</c:v>
                </c:pt>
                <c:pt idx="75">
                  <c:v>1.75</c:v>
                </c:pt>
                <c:pt idx="76">
                  <c:v>1.76</c:v>
                </c:pt>
                <c:pt idx="77">
                  <c:v>1.77</c:v>
                </c:pt>
                <c:pt idx="78">
                  <c:v>1.78</c:v>
                </c:pt>
                <c:pt idx="79">
                  <c:v>1.79</c:v>
                </c:pt>
                <c:pt idx="80">
                  <c:v>1.8</c:v>
                </c:pt>
                <c:pt idx="81">
                  <c:v>1.81</c:v>
                </c:pt>
                <c:pt idx="82">
                  <c:v>1.82</c:v>
                </c:pt>
                <c:pt idx="83">
                  <c:v>1.83</c:v>
                </c:pt>
                <c:pt idx="84">
                  <c:v>1.84</c:v>
                </c:pt>
                <c:pt idx="85">
                  <c:v>1.85</c:v>
                </c:pt>
                <c:pt idx="86">
                  <c:v>1.86</c:v>
                </c:pt>
                <c:pt idx="87">
                  <c:v>1.87</c:v>
                </c:pt>
                <c:pt idx="88">
                  <c:v>1.88</c:v>
                </c:pt>
                <c:pt idx="89">
                  <c:v>1.89</c:v>
                </c:pt>
                <c:pt idx="90">
                  <c:v>1.9</c:v>
                </c:pt>
                <c:pt idx="91">
                  <c:v>1.91</c:v>
                </c:pt>
                <c:pt idx="92">
                  <c:v>1.92</c:v>
                </c:pt>
                <c:pt idx="93">
                  <c:v>1.93</c:v>
                </c:pt>
                <c:pt idx="94">
                  <c:v>1.94</c:v>
                </c:pt>
                <c:pt idx="95">
                  <c:v>1.95</c:v>
                </c:pt>
                <c:pt idx="96">
                  <c:v>1.96</c:v>
                </c:pt>
                <c:pt idx="97">
                  <c:v>1.97</c:v>
                </c:pt>
                <c:pt idx="98">
                  <c:v>1.98</c:v>
                </c:pt>
                <c:pt idx="99">
                  <c:v>1.99</c:v>
                </c:pt>
                <c:pt idx="100">
                  <c:v>2</c:v>
                </c:pt>
                <c:pt idx="101">
                  <c:v>2.01</c:v>
                </c:pt>
                <c:pt idx="102">
                  <c:v>2.02</c:v>
                </c:pt>
                <c:pt idx="103">
                  <c:v>2.03</c:v>
                </c:pt>
                <c:pt idx="104">
                  <c:v>2.04</c:v>
                </c:pt>
                <c:pt idx="105">
                  <c:v>2.05</c:v>
                </c:pt>
                <c:pt idx="106">
                  <c:v>2.06</c:v>
                </c:pt>
                <c:pt idx="107">
                  <c:v>2.07</c:v>
                </c:pt>
                <c:pt idx="108">
                  <c:v>2.08</c:v>
                </c:pt>
                <c:pt idx="109">
                  <c:v>2.09</c:v>
                </c:pt>
                <c:pt idx="110">
                  <c:v>2.1</c:v>
                </c:pt>
                <c:pt idx="111">
                  <c:v>2.11</c:v>
                </c:pt>
                <c:pt idx="112">
                  <c:v>2.12</c:v>
                </c:pt>
                <c:pt idx="113">
                  <c:v>2.13</c:v>
                </c:pt>
                <c:pt idx="114">
                  <c:v>2.14</c:v>
                </c:pt>
                <c:pt idx="115">
                  <c:v>2.15</c:v>
                </c:pt>
                <c:pt idx="116">
                  <c:v>2.16</c:v>
                </c:pt>
                <c:pt idx="117">
                  <c:v>2.17</c:v>
                </c:pt>
                <c:pt idx="118">
                  <c:v>2.18</c:v>
                </c:pt>
                <c:pt idx="119">
                  <c:v>2.19</c:v>
                </c:pt>
                <c:pt idx="120">
                  <c:v>2.2</c:v>
                </c:pt>
                <c:pt idx="121">
                  <c:v>2.21</c:v>
                </c:pt>
                <c:pt idx="122">
                  <c:v>2.22</c:v>
                </c:pt>
                <c:pt idx="123">
                  <c:v>2.23</c:v>
                </c:pt>
                <c:pt idx="124">
                  <c:v>2.24</c:v>
                </c:pt>
                <c:pt idx="125">
                  <c:v>2.25</c:v>
                </c:pt>
                <c:pt idx="126">
                  <c:v>2.26</c:v>
                </c:pt>
                <c:pt idx="127">
                  <c:v>2.27</c:v>
                </c:pt>
                <c:pt idx="128">
                  <c:v>2.28</c:v>
                </c:pt>
                <c:pt idx="129">
                  <c:v>2.29</c:v>
                </c:pt>
                <c:pt idx="130">
                  <c:v>2.3</c:v>
                </c:pt>
                <c:pt idx="131">
                  <c:v>2.31</c:v>
                </c:pt>
                <c:pt idx="132">
                  <c:v>2.32</c:v>
                </c:pt>
                <c:pt idx="133">
                  <c:v>2.33</c:v>
                </c:pt>
                <c:pt idx="134">
                  <c:v>2.34</c:v>
                </c:pt>
                <c:pt idx="135">
                  <c:v>2.35</c:v>
                </c:pt>
                <c:pt idx="136">
                  <c:v>2.36</c:v>
                </c:pt>
                <c:pt idx="137">
                  <c:v>2.37</c:v>
                </c:pt>
                <c:pt idx="138">
                  <c:v>2.38</c:v>
                </c:pt>
                <c:pt idx="139">
                  <c:v>2.39</c:v>
                </c:pt>
                <c:pt idx="140">
                  <c:v>2.4</c:v>
                </c:pt>
                <c:pt idx="141">
                  <c:v>2.41</c:v>
                </c:pt>
                <c:pt idx="142">
                  <c:v>2.42</c:v>
                </c:pt>
                <c:pt idx="143">
                  <c:v>2.43</c:v>
                </c:pt>
                <c:pt idx="144">
                  <c:v>2.44</c:v>
                </c:pt>
                <c:pt idx="145">
                  <c:v>2.45</c:v>
                </c:pt>
                <c:pt idx="146">
                  <c:v>2.46</c:v>
                </c:pt>
                <c:pt idx="147">
                  <c:v>2.47</c:v>
                </c:pt>
                <c:pt idx="148">
                  <c:v>2.48</c:v>
                </c:pt>
                <c:pt idx="149">
                  <c:v>2.49</c:v>
                </c:pt>
                <c:pt idx="150">
                  <c:v>2.5</c:v>
                </c:pt>
                <c:pt idx="151">
                  <c:v>2.51</c:v>
                </c:pt>
                <c:pt idx="152">
                  <c:v>2.52</c:v>
                </c:pt>
                <c:pt idx="153">
                  <c:v>2.53</c:v>
                </c:pt>
                <c:pt idx="154">
                  <c:v>2.54</c:v>
                </c:pt>
                <c:pt idx="155">
                  <c:v>2.55</c:v>
                </c:pt>
                <c:pt idx="156">
                  <c:v>2.56</c:v>
                </c:pt>
                <c:pt idx="157">
                  <c:v>2.57</c:v>
                </c:pt>
                <c:pt idx="158">
                  <c:v>2.58</c:v>
                </c:pt>
                <c:pt idx="159">
                  <c:v>2.59</c:v>
                </c:pt>
                <c:pt idx="160">
                  <c:v>2.6</c:v>
                </c:pt>
                <c:pt idx="161">
                  <c:v>2.61</c:v>
                </c:pt>
                <c:pt idx="162">
                  <c:v>2.62</c:v>
                </c:pt>
                <c:pt idx="163">
                  <c:v>2.63</c:v>
                </c:pt>
                <c:pt idx="164">
                  <c:v>2.64</c:v>
                </c:pt>
                <c:pt idx="165">
                  <c:v>2.65</c:v>
                </c:pt>
                <c:pt idx="166">
                  <c:v>2.66</c:v>
                </c:pt>
                <c:pt idx="167">
                  <c:v>2.67</c:v>
                </c:pt>
                <c:pt idx="168">
                  <c:v>2.68</c:v>
                </c:pt>
                <c:pt idx="169">
                  <c:v>2.69</c:v>
                </c:pt>
                <c:pt idx="170">
                  <c:v>2.7</c:v>
                </c:pt>
                <c:pt idx="171">
                  <c:v>2.71</c:v>
                </c:pt>
                <c:pt idx="172">
                  <c:v>2.72</c:v>
                </c:pt>
                <c:pt idx="173">
                  <c:v>2.73</c:v>
                </c:pt>
                <c:pt idx="174">
                  <c:v>2.74</c:v>
                </c:pt>
                <c:pt idx="175">
                  <c:v>2.75</c:v>
                </c:pt>
                <c:pt idx="176">
                  <c:v>2.76</c:v>
                </c:pt>
                <c:pt idx="177">
                  <c:v>2.77</c:v>
                </c:pt>
                <c:pt idx="178">
                  <c:v>2.78</c:v>
                </c:pt>
                <c:pt idx="179">
                  <c:v>2.79</c:v>
                </c:pt>
                <c:pt idx="180">
                  <c:v>2.8</c:v>
                </c:pt>
                <c:pt idx="181">
                  <c:v>2.81</c:v>
                </c:pt>
                <c:pt idx="182">
                  <c:v>2.82</c:v>
                </c:pt>
                <c:pt idx="183">
                  <c:v>2.83</c:v>
                </c:pt>
                <c:pt idx="184">
                  <c:v>2.84</c:v>
                </c:pt>
                <c:pt idx="185">
                  <c:v>2.85</c:v>
                </c:pt>
                <c:pt idx="186">
                  <c:v>2.86</c:v>
                </c:pt>
                <c:pt idx="187">
                  <c:v>2.87</c:v>
                </c:pt>
                <c:pt idx="188">
                  <c:v>2.88</c:v>
                </c:pt>
                <c:pt idx="189">
                  <c:v>2.89</c:v>
                </c:pt>
                <c:pt idx="190">
                  <c:v>2.9</c:v>
                </c:pt>
                <c:pt idx="191">
                  <c:v>2.91</c:v>
                </c:pt>
                <c:pt idx="192">
                  <c:v>2.92</c:v>
                </c:pt>
                <c:pt idx="193">
                  <c:v>2.93</c:v>
                </c:pt>
                <c:pt idx="194">
                  <c:v>2.94</c:v>
                </c:pt>
                <c:pt idx="195">
                  <c:v>2.95</c:v>
                </c:pt>
                <c:pt idx="196">
                  <c:v>2.96</c:v>
                </c:pt>
                <c:pt idx="197">
                  <c:v>2.97</c:v>
                </c:pt>
                <c:pt idx="198">
                  <c:v>2.98</c:v>
                </c:pt>
                <c:pt idx="199">
                  <c:v>2.99</c:v>
                </c:pt>
                <c:pt idx="200">
                  <c:v>3</c:v>
                </c:pt>
                <c:pt idx="201">
                  <c:v>3.01</c:v>
                </c:pt>
                <c:pt idx="202">
                  <c:v>3.02</c:v>
                </c:pt>
                <c:pt idx="203">
                  <c:v>3.03</c:v>
                </c:pt>
                <c:pt idx="204">
                  <c:v>3.04</c:v>
                </c:pt>
                <c:pt idx="205">
                  <c:v>3.05</c:v>
                </c:pt>
                <c:pt idx="206">
                  <c:v>3.06</c:v>
                </c:pt>
                <c:pt idx="207">
                  <c:v>3.07</c:v>
                </c:pt>
                <c:pt idx="208">
                  <c:v>3.08</c:v>
                </c:pt>
                <c:pt idx="209">
                  <c:v>3.09</c:v>
                </c:pt>
                <c:pt idx="210">
                  <c:v>3.1</c:v>
                </c:pt>
                <c:pt idx="211">
                  <c:v>3.11</c:v>
                </c:pt>
                <c:pt idx="212">
                  <c:v>3.12</c:v>
                </c:pt>
                <c:pt idx="213">
                  <c:v>3.13</c:v>
                </c:pt>
                <c:pt idx="214">
                  <c:v>3.14</c:v>
                </c:pt>
                <c:pt idx="215">
                  <c:v>3.15</c:v>
                </c:pt>
                <c:pt idx="216">
                  <c:v>3.16</c:v>
                </c:pt>
                <c:pt idx="217">
                  <c:v>3.17</c:v>
                </c:pt>
                <c:pt idx="218">
                  <c:v>3.18</c:v>
                </c:pt>
                <c:pt idx="219">
                  <c:v>3.19</c:v>
                </c:pt>
                <c:pt idx="220">
                  <c:v>3.2</c:v>
                </c:pt>
                <c:pt idx="221">
                  <c:v>3.21</c:v>
                </c:pt>
                <c:pt idx="222">
                  <c:v>3.22</c:v>
                </c:pt>
                <c:pt idx="223">
                  <c:v>3.23</c:v>
                </c:pt>
                <c:pt idx="224">
                  <c:v>3.24</c:v>
                </c:pt>
                <c:pt idx="225">
                  <c:v>3.25</c:v>
                </c:pt>
                <c:pt idx="226">
                  <c:v>3.26</c:v>
                </c:pt>
                <c:pt idx="227">
                  <c:v>3.27</c:v>
                </c:pt>
                <c:pt idx="228">
                  <c:v>3.28</c:v>
                </c:pt>
                <c:pt idx="229">
                  <c:v>3.29</c:v>
                </c:pt>
                <c:pt idx="230">
                  <c:v>3.3</c:v>
                </c:pt>
                <c:pt idx="231">
                  <c:v>3.31</c:v>
                </c:pt>
                <c:pt idx="232">
                  <c:v>3.32</c:v>
                </c:pt>
                <c:pt idx="233">
                  <c:v>3.33</c:v>
                </c:pt>
                <c:pt idx="234">
                  <c:v>3.34</c:v>
                </c:pt>
                <c:pt idx="235">
                  <c:v>3.35</c:v>
                </c:pt>
                <c:pt idx="236">
                  <c:v>3.36</c:v>
                </c:pt>
                <c:pt idx="237">
                  <c:v>3.37</c:v>
                </c:pt>
                <c:pt idx="238">
                  <c:v>3.38</c:v>
                </c:pt>
                <c:pt idx="239">
                  <c:v>3.39</c:v>
                </c:pt>
                <c:pt idx="240">
                  <c:v>3.4</c:v>
                </c:pt>
                <c:pt idx="241">
                  <c:v>3.41</c:v>
                </c:pt>
                <c:pt idx="242">
                  <c:v>3.42</c:v>
                </c:pt>
                <c:pt idx="243">
                  <c:v>3.43</c:v>
                </c:pt>
                <c:pt idx="244">
                  <c:v>3.44</c:v>
                </c:pt>
                <c:pt idx="245">
                  <c:v>3.45</c:v>
                </c:pt>
                <c:pt idx="246">
                  <c:v>3.46</c:v>
                </c:pt>
                <c:pt idx="247">
                  <c:v>3.47</c:v>
                </c:pt>
                <c:pt idx="248">
                  <c:v>3.48</c:v>
                </c:pt>
                <c:pt idx="249">
                  <c:v>3.49</c:v>
                </c:pt>
                <c:pt idx="250">
                  <c:v>3.5</c:v>
                </c:pt>
                <c:pt idx="251">
                  <c:v>3.51</c:v>
                </c:pt>
                <c:pt idx="252">
                  <c:v>3.52</c:v>
                </c:pt>
                <c:pt idx="253">
                  <c:v>3.53</c:v>
                </c:pt>
                <c:pt idx="254">
                  <c:v>3.54</c:v>
                </c:pt>
                <c:pt idx="255">
                  <c:v>3.55</c:v>
                </c:pt>
                <c:pt idx="256">
                  <c:v>3.56</c:v>
                </c:pt>
                <c:pt idx="257">
                  <c:v>3.57</c:v>
                </c:pt>
                <c:pt idx="258">
                  <c:v>3.58</c:v>
                </c:pt>
                <c:pt idx="259">
                  <c:v>3.59</c:v>
                </c:pt>
                <c:pt idx="260">
                  <c:v>3.6</c:v>
                </c:pt>
                <c:pt idx="261">
                  <c:v>3.61</c:v>
                </c:pt>
                <c:pt idx="262">
                  <c:v>3.62</c:v>
                </c:pt>
                <c:pt idx="263">
                  <c:v>3.63</c:v>
                </c:pt>
                <c:pt idx="264">
                  <c:v>3.64</c:v>
                </c:pt>
                <c:pt idx="265">
                  <c:v>3.65</c:v>
                </c:pt>
                <c:pt idx="266">
                  <c:v>3.66</c:v>
                </c:pt>
                <c:pt idx="267">
                  <c:v>3.67</c:v>
                </c:pt>
                <c:pt idx="268">
                  <c:v>3.68</c:v>
                </c:pt>
                <c:pt idx="269">
                  <c:v>3.69</c:v>
                </c:pt>
                <c:pt idx="270">
                  <c:v>3.7</c:v>
                </c:pt>
                <c:pt idx="271">
                  <c:v>3.71</c:v>
                </c:pt>
                <c:pt idx="272">
                  <c:v>3.72</c:v>
                </c:pt>
                <c:pt idx="273">
                  <c:v>3.73</c:v>
                </c:pt>
                <c:pt idx="274">
                  <c:v>3.74</c:v>
                </c:pt>
                <c:pt idx="275">
                  <c:v>3.75</c:v>
                </c:pt>
                <c:pt idx="276">
                  <c:v>3.76</c:v>
                </c:pt>
                <c:pt idx="277">
                  <c:v>3.77</c:v>
                </c:pt>
                <c:pt idx="278">
                  <c:v>3.78</c:v>
                </c:pt>
                <c:pt idx="279">
                  <c:v>3.79</c:v>
                </c:pt>
                <c:pt idx="280">
                  <c:v>3.8</c:v>
                </c:pt>
                <c:pt idx="281">
                  <c:v>3.81</c:v>
                </c:pt>
                <c:pt idx="282">
                  <c:v>3.82</c:v>
                </c:pt>
                <c:pt idx="283">
                  <c:v>3.83</c:v>
                </c:pt>
                <c:pt idx="284">
                  <c:v>3.84</c:v>
                </c:pt>
                <c:pt idx="285">
                  <c:v>3.85</c:v>
                </c:pt>
                <c:pt idx="286">
                  <c:v>3.86</c:v>
                </c:pt>
                <c:pt idx="287">
                  <c:v>3.87</c:v>
                </c:pt>
                <c:pt idx="288">
                  <c:v>3.88</c:v>
                </c:pt>
                <c:pt idx="289">
                  <c:v>3.89</c:v>
                </c:pt>
                <c:pt idx="290">
                  <c:v>3.9</c:v>
                </c:pt>
                <c:pt idx="291">
                  <c:v>3.91</c:v>
                </c:pt>
                <c:pt idx="292">
                  <c:v>3.92</c:v>
                </c:pt>
                <c:pt idx="293">
                  <c:v>3.93</c:v>
                </c:pt>
                <c:pt idx="294">
                  <c:v>3.94</c:v>
                </c:pt>
                <c:pt idx="295">
                  <c:v>3.95</c:v>
                </c:pt>
                <c:pt idx="296">
                  <c:v>3.96</c:v>
                </c:pt>
                <c:pt idx="297">
                  <c:v>3.97</c:v>
                </c:pt>
                <c:pt idx="298">
                  <c:v>3.98</c:v>
                </c:pt>
                <c:pt idx="299">
                  <c:v>3.99</c:v>
                </c:pt>
                <c:pt idx="300">
                  <c:v>4</c:v>
                </c:pt>
                <c:pt idx="301">
                  <c:v>4.01</c:v>
                </c:pt>
                <c:pt idx="302">
                  <c:v>4.02</c:v>
                </c:pt>
                <c:pt idx="303">
                  <c:v>4.03</c:v>
                </c:pt>
                <c:pt idx="304">
                  <c:v>4.04</c:v>
                </c:pt>
                <c:pt idx="305">
                  <c:v>4.05</c:v>
                </c:pt>
                <c:pt idx="306">
                  <c:v>4.06</c:v>
                </c:pt>
                <c:pt idx="307">
                  <c:v>4.07</c:v>
                </c:pt>
                <c:pt idx="308">
                  <c:v>4.08</c:v>
                </c:pt>
                <c:pt idx="309">
                  <c:v>4.09</c:v>
                </c:pt>
                <c:pt idx="310">
                  <c:v>4.1</c:v>
                </c:pt>
                <c:pt idx="311">
                  <c:v>4.11</c:v>
                </c:pt>
                <c:pt idx="312">
                  <c:v>4.12</c:v>
                </c:pt>
                <c:pt idx="313">
                  <c:v>4.13</c:v>
                </c:pt>
                <c:pt idx="314">
                  <c:v>4.14</c:v>
                </c:pt>
                <c:pt idx="315">
                  <c:v>4.15</c:v>
                </c:pt>
                <c:pt idx="316">
                  <c:v>4.16</c:v>
                </c:pt>
                <c:pt idx="317">
                  <c:v>4.17</c:v>
                </c:pt>
                <c:pt idx="318">
                  <c:v>4.18</c:v>
                </c:pt>
                <c:pt idx="319">
                  <c:v>4.19</c:v>
                </c:pt>
                <c:pt idx="320">
                  <c:v>4.2</c:v>
                </c:pt>
                <c:pt idx="321">
                  <c:v>4.21</c:v>
                </c:pt>
                <c:pt idx="322">
                  <c:v>4.22</c:v>
                </c:pt>
                <c:pt idx="323">
                  <c:v>4.23</c:v>
                </c:pt>
                <c:pt idx="324">
                  <c:v>4.24</c:v>
                </c:pt>
                <c:pt idx="325">
                  <c:v>4.25</c:v>
                </c:pt>
                <c:pt idx="326">
                  <c:v>4.26</c:v>
                </c:pt>
                <c:pt idx="327">
                  <c:v>4.27</c:v>
                </c:pt>
                <c:pt idx="328">
                  <c:v>4.28</c:v>
                </c:pt>
                <c:pt idx="329">
                  <c:v>4.29</c:v>
                </c:pt>
                <c:pt idx="330">
                  <c:v>4.3</c:v>
                </c:pt>
                <c:pt idx="331">
                  <c:v>4.31</c:v>
                </c:pt>
                <c:pt idx="332">
                  <c:v>4.32</c:v>
                </c:pt>
                <c:pt idx="333">
                  <c:v>4.33</c:v>
                </c:pt>
                <c:pt idx="334">
                  <c:v>4.34</c:v>
                </c:pt>
                <c:pt idx="335">
                  <c:v>4.35</c:v>
                </c:pt>
                <c:pt idx="336">
                  <c:v>4.36</c:v>
                </c:pt>
                <c:pt idx="337">
                  <c:v>4.37</c:v>
                </c:pt>
                <c:pt idx="338">
                  <c:v>4.38</c:v>
                </c:pt>
                <c:pt idx="339">
                  <c:v>4.39</c:v>
                </c:pt>
                <c:pt idx="340">
                  <c:v>4.4</c:v>
                </c:pt>
                <c:pt idx="341">
                  <c:v>4.41</c:v>
                </c:pt>
                <c:pt idx="342">
                  <c:v>4.42</c:v>
                </c:pt>
                <c:pt idx="343">
                  <c:v>4.43</c:v>
                </c:pt>
                <c:pt idx="344">
                  <c:v>4.44</c:v>
                </c:pt>
                <c:pt idx="345">
                  <c:v>4.45</c:v>
                </c:pt>
                <c:pt idx="346">
                  <c:v>4.46</c:v>
                </c:pt>
                <c:pt idx="347">
                  <c:v>4.47</c:v>
                </c:pt>
                <c:pt idx="348">
                  <c:v>4.48</c:v>
                </c:pt>
                <c:pt idx="349">
                  <c:v>4.49</c:v>
                </c:pt>
                <c:pt idx="350">
                  <c:v>4.5</c:v>
                </c:pt>
                <c:pt idx="351">
                  <c:v>4.51</c:v>
                </c:pt>
                <c:pt idx="352">
                  <c:v>4.52</c:v>
                </c:pt>
                <c:pt idx="353">
                  <c:v>4.53</c:v>
                </c:pt>
                <c:pt idx="354">
                  <c:v>4.54</c:v>
                </c:pt>
                <c:pt idx="355">
                  <c:v>4.55</c:v>
                </c:pt>
                <c:pt idx="356">
                  <c:v>4.56</c:v>
                </c:pt>
                <c:pt idx="357">
                  <c:v>4.57</c:v>
                </c:pt>
                <c:pt idx="358">
                  <c:v>4.58</c:v>
                </c:pt>
                <c:pt idx="359">
                  <c:v>4.59</c:v>
                </c:pt>
                <c:pt idx="360">
                  <c:v>4.6</c:v>
                </c:pt>
                <c:pt idx="361">
                  <c:v>4.61</c:v>
                </c:pt>
                <c:pt idx="362">
                  <c:v>4.62</c:v>
                </c:pt>
                <c:pt idx="363">
                  <c:v>4.63</c:v>
                </c:pt>
                <c:pt idx="364">
                  <c:v>4.64</c:v>
                </c:pt>
                <c:pt idx="365">
                  <c:v>4.65</c:v>
                </c:pt>
                <c:pt idx="366">
                  <c:v>4.66</c:v>
                </c:pt>
                <c:pt idx="367">
                  <c:v>4.67</c:v>
                </c:pt>
                <c:pt idx="368">
                  <c:v>4.68</c:v>
                </c:pt>
                <c:pt idx="369">
                  <c:v>4.69</c:v>
                </c:pt>
                <c:pt idx="370">
                  <c:v>4.7</c:v>
                </c:pt>
                <c:pt idx="371">
                  <c:v>4.71</c:v>
                </c:pt>
                <c:pt idx="372">
                  <c:v>4.72</c:v>
                </c:pt>
                <c:pt idx="373">
                  <c:v>4.73</c:v>
                </c:pt>
                <c:pt idx="374">
                  <c:v>4.74</c:v>
                </c:pt>
                <c:pt idx="375">
                  <c:v>4.75</c:v>
                </c:pt>
                <c:pt idx="376">
                  <c:v>4.76</c:v>
                </c:pt>
                <c:pt idx="377">
                  <c:v>4.77</c:v>
                </c:pt>
                <c:pt idx="378">
                  <c:v>4.78</c:v>
                </c:pt>
                <c:pt idx="379">
                  <c:v>4.79</c:v>
                </c:pt>
                <c:pt idx="380">
                  <c:v>4.8</c:v>
                </c:pt>
                <c:pt idx="381">
                  <c:v>4.81</c:v>
                </c:pt>
                <c:pt idx="382">
                  <c:v>4.82</c:v>
                </c:pt>
                <c:pt idx="383">
                  <c:v>4.83</c:v>
                </c:pt>
                <c:pt idx="384">
                  <c:v>4.84</c:v>
                </c:pt>
                <c:pt idx="385">
                  <c:v>4.85</c:v>
                </c:pt>
                <c:pt idx="386">
                  <c:v>4.86</c:v>
                </c:pt>
                <c:pt idx="387">
                  <c:v>4.87</c:v>
                </c:pt>
                <c:pt idx="388">
                  <c:v>4.88</c:v>
                </c:pt>
                <c:pt idx="389">
                  <c:v>4.89</c:v>
                </c:pt>
                <c:pt idx="390">
                  <c:v>4.9</c:v>
                </c:pt>
                <c:pt idx="391">
                  <c:v>4.91</c:v>
                </c:pt>
                <c:pt idx="392">
                  <c:v>4.92</c:v>
                </c:pt>
                <c:pt idx="393">
                  <c:v>4.93</c:v>
                </c:pt>
                <c:pt idx="394">
                  <c:v>4.94</c:v>
                </c:pt>
                <c:pt idx="395">
                  <c:v>4.95</c:v>
                </c:pt>
                <c:pt idx="396">
                  <c:v>4.96</c:v>
                </c:pt>
                <c:pt idx="397">
                  <c:v>4.97</c:v>
                </c:pt>
                <c:pt idx="398">
                  <c:v>4.98</c:v>
                </c:pt>
                <c:pt idx="399">
                  <c:v>4.99</c:v>
                </c:pt>
                <c:pt idx="400">
                  <c:v>5</c:v>
                </c:pt>
              </c:numCache>
            </c:numRef>
          </c:xVal>
          <c:yVal>
            <c:numRef>
              <c:f>'Chart Data'!$D$2:$D$402</c:f>
              <c:numCache>
                <c:formatCode>0</c:formatCode>
                <c:ptCount val="401"/>
                <c:pt idx="0">
                  <c:v>120</c:v>
                </c:pt>
                <c:pt idx="1">
                  <c:v>120.246966505</c:v>
                </c:pt>
                <c:pt idx="2">
                  <c:v>120.469288685</c:v>
                </c:pt>
                <c:pt idx="3">
                  <c:v>120.645274864</c:v>
                </c:pt>
                <c:pt idx="4">
                  <c:v>120.757807911</c:v>
                </c:pt>
                <c:pt idx="5">
                  <c:v>120.796009983</c:v>
                </c:pt>
                <c:pt idx="6">
                  <c:v>120.75629381</c:v>
                </c:pt>
                <c:pt idx="7">
                  <c:v>120.64269892</c:v>
                </c:pt>
                <c:pt idx="8">
                  <c:v>120.466481383</c:v>
                </c:pt>
                <c:pt idx="9">
                  <c:v>120.244998655</c:v>
                </c:pt>
                <c:pt idx="10">
                  <c:v>120</c:v>
                </c:pt>
                <c:pt idx="11">
                  <c:v>119.755490852</c:v>
                </c:pt>
                <c:pt idx="12">
                  <c:v>119.535380815</c:v>
                </c:pt>
                <c:pt idx="13">
                  <c:v>119.361145728</c:v>
                </c:pt>
                <c:pt idx="14">
                  <c:v>119.249732404</c:v>
                </c:pt>
                <c:pt idx="15">
                  <c:v>119.211910448</c:v>
                </c:pt>
                <c:pt idx="16">
                  <c:v>119.25123144</c:v>
                </c:pt>
                <c:pt idx="17">
                  <c:v>119.363696041</c:v>
                </c:pt>
                <c:pt idx="18">
                  <c:v>119.538160184</c:v>
                </c:pt>
                <c:pt idx="19">
                  <c:v>119.757439122</c:v>
                </c:pt>
                <c:pt idx="20">
                  <c:v>120</c:v>
                </c:pt>
                <c:pt idx="21">
                  <c:v>120.242076241</c:v>
                </c:pt>
                <c:pt idx="22">
                  <c:v>120.459996147</c:v>
                </c:pt>
                <c:pt idx="23">
                  <c:v>120.632497566</c:v>
                </c:pt>
                <c:pt idx="24">
                  <c:v>120.742802309</c:v>
                </c:pt>
                <c:pt idx="25">
                  <c:v>120.78024793</c:v>
                </c:pt>
                <c:pt idx="26">
                  <c:v>120.741318189</c:v>
                </c:pt>
                <c:pt idx="27">
                  <c:v>120.629972629</c:v>
                </c:pt>
                <c:pt idx="28">
                  <c:v>120.457244433</c:v>
                </c:pt>
                <c:pt idx="29">
                  <c:v>120.240147357</c:v>
                </c:pt>
                <c:pt idx="30">
                  <c:v>120</c:v>
                </c:pt>
                <c:pt idx="31">
                  <c:v>119.760332458</c:v>
                </c:pt>
                <c:pt idx="32">
                  <c:v>119.544580891</c:v>
                </c:pt>
                <c:pt idx="33">
                  <c:v>119.37379589</c:v>
                </c:pt>
                <c:pt idx="34">
                  <c:v>119.264588698</c:v>
                </c:pt>
                <c:pt idx="35">
                  <c:v>119.227515667</c:v>
                </c:pt>
                <c:pt idx="36">
                  <c:v>119.26605805</c:v>
                </c:pt>
                <c:pt idx="37">
                  <c:v>119.376295704</c:v>
                </c:pt>
                <c:pt idx="38">
                  <c:v>119.547305225</c:v>
                </c:pt>
                <c:pt idx="39">
                  <c:v>119.762242149</c:v>
                </c:pt>
                <c:pt idx="40">
                  <c:v>120</c:v>
                </c:pt>
                <c:pt idx="41">
                  <c:v>120.23728281</c:v>
                </c:pt>
                <c:pt idx="42">
                  <c:v>120.450887613</c:v>
                </c:pt>
                <c:pt idx="43">
                  <c:v>120.619973275</c:v>
                </c:pt>
                <c:pt idx="44">
                  <c:v>120.728093838</c:v>
                </c:pt>
                <c:pt idx="45">
                  <c:v>120.764797985</c:v>
                </c:pt>
                <c:pt idx="46">
                  <c:v>120.726639105</c:v>
                </c:pt>
                <c:pt idx="47">
                  <c:v>120.617498335</c:v>
                </c:pt>
                <c:pt idx="48">
                  <c:v>120.448190387</c:v>
                </c:pt>
                <c:pt idx="49">
                  <c:v>120.235392121</c:v>
                </c:pt>
                <c:pt idx="50">
                  <c:v>120</c:v>
                </c:pt>
                <c:pt idx="51">
                  <c:v>119.765078193</c:v>
                </c:pt>
                <c:pt idx="52">
                  <c:v>119.553598794</c:v>
                </c:pt>
                <c:pt idx="53">
                  <c:v>119.386195562</c:v>
                </c:pt>
                <c:pt idx="54">
                  <c:v>119.279150817</c:v>
                </c:pt>
                <c:pt idx="55">
                  <c:v>119.242811882</c:v>
                </c:pt>
                <c:pt idx="56">
                  <c:v>119.280591075</c:v>
                </c:pt>
                <c:pt idx="57">
                  <c:v>119.388645876</c:v>
                </c:pt>
                <c:pt idx="58">
                  <c:v>119.556269182</c:v>
                </c:pt>
                <c:pt idx="59">
                  <c:v>119.76695007</c:v>
                </c:pt>
                <c:pt idx="60">
                  <c:v>120</c:v>
                </c:pt>
                <c:pt idx="61">
                  <c:v>120.232584296</c:v>
                </c:pt>
                <c:pt idx="62">
                  <c:v>120.44195944</c:v>
                </c:pt>
                <c:pt idx="63">
                  <c:v>120.607696982</c:v>
                </c:pt>
                <c:pt idx="64">
                  <c:v>120.713676614</c:v>
                </c:pt>
                <c:pt idx="65">
                  <c:v>120.749653971</c:v>
                </c:pt>
                <c:pt idx="66">
                  <c:v>120.712250687</c:v>
                </c:pt>
                <c:pt idx="67">
                  <c:v>120.605271049</c:v>
                </c:pt>
                <c:pt idx="68">
                  <c:v>120.439315623</c:v>
                </c:pt>
                <c:pt idx="69">
                  <c:v>120.230731044</c:v>
                </c:pt>
                <c:pt idx="70">
                  <c:v>120</c:v>
                </c:pt>
                <c:pt idx="71">
                  <c:v>119.769729957</c:v>
                </c:pt>
                <c:pt idx="72">
                  <c:v>119.56243813</c:v>
                </c:pt>
                <c:pt idx="73">
                  <c:v>119.398349704</c:v>
                </c:pt>
                <c:pt idx="74">
                  <c:v>119.293424587</c:v>
                </c:pt>
                <c:pt idx="75">
                  <c:v>119.257805211</c:v>
                </c:pt>
                <c:pt idx="76">
                  <c:v>119.294836326</c:v>
                </c:pt>
                <c:pt idx="77">
                  <c:v>119.400751499</c:v>
                </c:pt>
                <c:pt idx="78">
                  <c:v>119.565055641</c:v>
                </c:pt>
                <c:pt idx="79">
                  <c:v>119.771564768</c:v>
                </c:pt>
                <c:pt idx="80">
                  <c:v>120</c:v>
                </c:pt>
                <c:pt idx="81">
                  <c:v>120.227978818</c:v>
                </c:pt>
                <c:pt idx="82">
                  <c:v>120.433208057</c:v>
                </c:pt>
                <c:pt idx="83">
                  <c:v>120.595663775</c:v>
                </c:pt>
                <c:pt idx="84">
                  <c:v>120.69954487</c:v>
                </c:pt>
                <c:pt idx="85">
                  <c:v>120.734809828</c:v>
                </c:pt>
                <c:pt idx="86">
                  <c:v>120.698147178</c:v>
                </c:pt>
                <c:pt idx="87">
                  <c:v>120.593285879</c:v>
                </c:pt>
                <c:pt idx="88">
                  <c:v>120.43061659</c:v>
                </c:pt>
                <c:pt idx="89">
                  <c:v>120.226162264</c:v>
                </c:pt>
                <c:pt idx="90">
                  <c:v>120</c:v>
                </c:pt>
                <c:pt idx="91">
                  <c:v>119.774289609</c:v>
                </c:pt>
                <c:pt idx="92">
                  <c:v>119.571102436</c:v>
                </c:pt>
                <c:pt idx="93">
                  <c:v>119.410263178</c:v>
                </c:pt>
                <c:pt idx="94">
                  <c:v>119.307415718</c:v>
                </c:pt>
                <c:pt idx="95">
                  <c:v>119.272501652</c:v>
                </c:pt>
                <c:pt idx="96">
                  <c:v>119.308799502</c:v>
                </c:pt>
                <c:pt idx="97">
                  <c:v>119.412617414</c:v>
                </c:pt>
                <c:pt idx="98">
                  <c:v>119.573668116</c:v>
                </c:pt>
                <c:pt idx="99">
                  <c:v>119.776088089</c:v>
                </c:pt>
                <c:pt idx="100">
                  <c:v>120</c:v>
                </c:pt>
                <c:pt idx="101">
                  <c:v>120.223464535</c:v>
                </c:pt>
                <c:pt idx="102">
                  <c:v>120.424629962</c:v>
                </c:pt>
                <c:pt idx="103">
                  <c:v>120.583868842</c:v>
                </c:pt>
                <c:pt idx="104">
                  <c:v>120.685692953</c:v>
                </c:pt>
                <c:pt idx="105">
                  <c:v>120.720259618</c:v>
                </c:pt>
                <c:pt idx="106">
                  <c:v>120.684322938</c:v>
                </c:pt>
                <c:pt idx="107">
                  <c:v>120.581538031</c:v>
                </c:pt>
                <c:pt idx="108">
                  <c:v>120.422089811</c:v>
                </c:pt>
                <c:pt idx="109">
                  <c:v>120.221683951</c:v>
                </c:pt>
                <c:pt idx="110">
                  <c:v>120</c:v>
                </c:pt>
                <c:pt idx="111">
                  <c:v>119.778758974</c:v>
                </c:pt>
                <c:pt idx="112">
                  <c:v>119.579595176</c:v>
                </c:pt>
                <c:pt idx="113">
                  <c:v>119.42194075</c:v>
                </c:pt>
                <c:pt idx="114">
                  <c:v>119.321129805</c:v>
                </c:pt>
                <c:pt idx="115">
                  <c:v>119.286907085</c:v>
                </c:pt>
                <c:pt idx="116">
                  <c:v>119.322486189</c:v>
                </c:pt>
                <c:pt idx="117">
                  <c:v>119.424248369</c:v>
                </c:pt>
                <c:pt idx="118">
                  <c:v>119.582110053</c:v>
                </c:pt>
                <c:pt idx="119">
                  <c:v>119.780521841</c:v>
                </c:pt>
                <c:pt idx="120">
                  <c:v>120</c:v>
                </c:pt>
                <c:pt idx="121">
                  <c:v>120.219039641</c:v>
                </c:pt>
                <c:pt idx="122">
                  <c:v>120.416221726</c:v>
                </c:pt>
                <c:pt idx="123">
                  <c:v>120.572307464</c:v>
                </c:pt>
                <c:pt idx="124">
                  <c:v>120.672115323</c:v>
                </c:pt>
                <c:pt idx="125">
                  <c:v>120.705997522</c:v>
                </c:pt>
                <c:pt idx="126">
                  <c:v>120.670772436</c:v>
                </c:pt>
                <c:pt idx="127">
                  <c:v>120.570022807</c:v>
                </c:pt>
                <c:pt idx="128">
                  <c:v>120.413731872</c:v>
                </c:pt>
                <c:pt idx="129">
                  <c:v>120.217294314</c:v>
                </c:pt>
                <c:pt idx="130">
                  <c:v>120</c:v>
                </c:pt>
                <c:pt idx="131">
                  <c:v>119.78313984</c:v>
                </c:pt>
                <c:pt idx="132">
                  <c:v>119.58791975</c:v>
                </c:pt>
                <c:pt idx="133">
                  <c:v>119.43338709</c:v>
                </c:pt>
                <c:pt idx="134">
                  <c:v>119.334572336</c:v>
                </c:pt>
                <c:pt idx="135">
                  <c:v>119.301027271</c:v>
                </c:pt>
                <c:pt idx="136">
                  <c:v>119.335901861</c:v>
                </c:pt>
                <c:pt idx="137">
                  <c:v>119.435649015</c:v>
                </c:pt>
                <c:pt idx="138">
                  <c:v>119.590384829</c:v>
                </c:pt>
                <c:pt idx="139">
                  <c:v>119.7848678</c:v>
                </c:pt>
                <c:pt idx="140">
                  <c:v>120</c:v>
                </c:pt>
                <c:pt idx="141">
                  <c:v>120.214702365</c:v>
                </c:pt>
                <c:pt idx="142">
                  <c:v>120.407979983</c:v>
                </c:pt>
                <c:pt idx="143">
                  <c:v>120.560975017</c:v>
                </c:pt>
                <c:pt idx="144">
                  <c:v>120.658806548</c:v>
                </c:pt>
                <c:pt idx="145">
                  <c:v>120.692017834</c:v>
                </c:pt>
                <c:pt idx="146">
                  <c:v>120.657490252</c:v>
                </c:pt>
                <c:pt idx="147">
                  <c:v>120.558735599</c:v>
                </c:pt>
                <c:pt idx="148">
                  <c:v>120.405539432</c:v>
                </c:pt>
                <c:pt idx="149">
                  <c:v>120.212991599</c:v>
                </c:pt>
                <c:pt idx="150">
                  <c:v>120</c:v>
                </c:pt>
                <c:pt idx="151">
                  <c:v>119.787433959</c:v>
                </c:pt>
                <c:pt idx="152">
                  <c:v>119.596079485</c:v>
                </c:pt>
                <c:pt idx="153">
                  <c:v>119.444606777</c:v>
                </c:pt>
                <c:pt idx="154">
                  <c:v>119.347748687</c:v>
                </c:pt>
                <c:pt idx="155">
                  <c:v>119.314867858</c:v>
                </c:pt>
                <c:pt idx="156">
                  <c:v>119.349051886</c:v>
                </c:pt>
                <c:pt idx="157">
                  <c:v>119.446823913</c:v>
                </c:pt>
                <c:pt idx="158">
                  <c:v>119.598495752</c:v>
                </c:pt>
                <c:pt idx="159">
                  <c:v>119.789127703</c:v>
                </c:pt>
                <c:pt idx="160">
                  <c:v>120</c:v>
                </c:pt>
                <c:pt idx="161">
                  <c:v>120.210450974</c:v>
                </c:pt>
                <c:pt idx="162">
                  <c:v>120.399901438</c:v>
                </c:pt>
                <c:pt idx="163">
                  <c:v>120.549866968</c:v>
                </c:pt>
                <c:pt idx="164">
                  <c:v>120.645761304</c:v>
                </c:pt>
                <c:pt idx="165">
                  <c:v>120.678314963</c:v>
                </c:pt>
                <c:pt idx="166">
                  <c:v>120.644471073</c:v>
                </c:pt>
                <c:pt idx="167">
                  <c:v>120.547671893</c:v>
                </c:pt>
                <c:pt idx="168">
                  <c:v>120.397509214</c:v>
                </c:pt>
                <c:pt idx="169">
                  <c:v>120.208774082</c:v>
                </c:pt>
                <c:pt idx="170">
                  <c:v>120</c:v>
                </c:pt>
                <c:pt idx="171">
                  <c:v>119.791643048</c:v>
                </c:pt>
                <c:pt idx="172">
                  <c:v>119.604077647</c:v>
                </c:pt>
                <c:pt idx="173">
                  <c:v>119.4556043</c:v>
                </c:pt>
                <c:pt idx="174">
                  <c:v>119.360664128</c:v>
                </c:pt>
                <c:pt idx="175">
                  <c:v>119.328434383</c:v>
                </c:pt>
                <c:pt idx="176">
                  <c:v>119.361941522</c:v>
                </c:pt>
                <c:pt idx="177">
                  <c:v>119.457777533</c:v>
                </c:pt>
                <c:pt idx="178">
                  <c:v>119.606446069</c:v>
                </c:pt>
                <c:pt idx="179">
                  <c:v>119.793303254</c:v>
                </c:pt>
                <c:pt idx="180">
                  <c:v>120</c:v>
                </c:pt>
                <c:pt idx="181">
                  <c:v>120.206283765</c:v>
                </c:pt>
                <c:pt idx="182">
                  <c:v>120.391982859</c:v>
                </c:pt>
                <c:pt idx="183">
                  <c:v>120.538978872</c:v>
                </c:pt>
                <c:pt idx="184">
                  <c:v>120.632974374</c:v>
                </c:pt>
                <c:pt idx="185">
                  <c:v>120.664883427</c:v>
                </c:pt>
                <c:pt idx="186">
                  <c:v>120.63170969</c:v>
                </c:pt>
                <c:pt idx="187">
                  <c:v>120.536827263</c:v>
                </c:pt>
                <c:pt idx="188">
                  <c:v>120.389638004</c:v>
                </c:pt>
                <c:pt idx="189">
                  <c:v>120.204640079</c:v>
                </c:pt>
                <c:pt idx="190">
                  <c:v>120</c:v>
                </c:pt>
                <c:pt idx="191">
                  <c:v>119.795768793</c:v>
                </c:pt>
                <c:pt idx="192">
                  <c:v>119.611917435</c:v>
                </c:pt>
                <c:pt idx="193">
                  <c:v>119.466384057</c:v>
                </c:pt>
                <c:pt idx="194">
                  <c:v>119.373323826</c:v>
                </c:pt>
                <c:pt idx="195">
                  <c:v>119.341732274</c:v>
                </c:pt>
                <c:pt idx="196">
                  <c:v>119.374575926</c:v>
                </c:pt>
                <c:pt idx="197">
                  <c:v>119.468514258</c:v>
                </c:pt>
                <c:pt idx="198">
                  <c:v>119.614238959</c:v>
                </c:pt>
                <c:pt idx="199">
                  <c:v>119.797396124</c:v>
                </c:pt>
                <c:pt idx="200">
                  <c:v>120</c:v>
                </c:pt>
                <c:pt idx="201">
                  <c:v>120.202199073</c:v>
                </c:pt>
                <c:pt idx="202">
                  <c:v>120.384221079</c:v>
                </c:pt>
                <c:pt idx="203">
                  <c:v>120.528306376</c:v>
                </c:pt>
                <c:pt idx="204">
                  <c:v>120.620440642</c:v>
                </c:pt>
                <c:pt idx="205">
                  <c:v>120.651717853</c:v>
                </c:pt>
                <c:pt idx="206">
                  <c:v>120.619201</c:v>
                </c:pt>
                <c:pt idx="207">
                  <c:v>120.526197371</c:v>
                </c:pt>
                <c:pt idx="208">
                  <c:v>120.381922654</c:v>
                </c:pt>
                <c:pt idx="209">
                  <c:v>120.200587934</c:v>
                </c:pt>
                <c:pt idx="210">
                  <c:v>120</c:v>
                </c:pt>
                <c:pt idx="211">
                  <c:v>119.799812841</c:v>
                </c:pt>
                <c:pt idx="212">
                  <c:v>119.619601985</c:v>
                </c:pt>
                <c:pt idx="213">
                  <c:v>119.476950361</c:v>
                </c:pt>
                <c:pt idx="214">
                  <c:v>119.385732846</c:v>
                </c:pt>
                <c:pt idx="215">
                  <c:v>119.354766848</c:v>
                </c:pt>
                <c:pt idx="216">
                  <c:v>119.386960153</c:v>
                </c:pt>
                <c:pt idx="217">
                  <c:v>119.47903838</c:v>
                </c:pt>
                <c:pt idx="218">
                  <c:v>119.62187754</c:v>
                </c:pt>
                <c:pt idx="219">
                  <c:v>119.80140795</c:v>
                </c:pt>
                <c:pt idx="220">
                  <c:v>120</c:v>
                </c:pt>
                <c:pt idx="221">
                  <c:v>120.198195263</c:v>
                </c:pt>
                <c:pt idx="222">
                  <c:v>120.376612992</c:v>
                </c:pt>
                <c:pt idx="223">
                  <c:v>120.517845208</c:v>
                </c:pt>
                <c:pt idx="224">
                  <c:v>120.608155094</c:v>
                </c:pt>
                <c:pt idx="225">
                  <c:v>120.638812975</c:v>
                </c:pt>
                <c:pt idx="226">
                  <c:v>120.606939999</c:v>
                </c:pt>
                <c:pt idx="227">
                  <c:v>120.515777965</c:v>
                </c:pt>
                <c:pt idx="228">
                  <c:v>120.374360079</c:v>
                </c:pt>
                <c:pt idx="229">
                  <c:v>120.196616026</c:v>
                </c:pt>
                <c:pt idx="230">
                  <c:v>120</c:v>
                </c:pt>
                <c:pt idx="231">
                  <c:v>119.803776813</c:v>
                </c:pt>
                <c:pt idx="232">
                  <c:v>119.62713437</c:v>
                </c:pt>
                <c:pt idx="233">
                  <c:v>119.487307437</c:v>
                </c:pt>
                <c:pt idx="234">
                  <c:v>119.397896151</c:v>
                </c:pt>
                <c:pt idx="235">
                  <c:v>119.36754332</c:v>
                </c:pt>
                <c:pt idx="236">
                  <c:v>119.399099155</c:v>
                </c:pt>
                <c:pt idx="237">
                  <c:v>119.489354112</c:v>
                </c:pt>
                <c:pt idx="238">
                  <c:v>119.629364866</c:v>
                </c:pt>
                <c:pt idx="239">
                  <c:v>119.805340336</c:v>
                </c:pt>
                <c:pt idx="240">
                  <c:v>120</c:v>
                </c:pt>
                <c:pt idx="241">
                  <c:v>120.194270734</c:v>
                </c:pt>
                <c:pt idx="242">
                  <c:v>120.369155555</c:v>
                </c:pt>
                <c:pt idx="243">
                  <c:v>120.507591186</c:v>
                </c:pt>
                <c:pt idx="244">
                  <c:v>120.596112816</c:v>
                </c:pt>
                <c:pt idx="245">
                  <c:v>120.626163631</c:v>
                </c:pt>
                <c:pt idx="246">
                  <c:v>120.594921782</c:v>
                </c:pt>
                <c:pt idx="247">
                  <c:v>120.505564877</c:v>
                </c:pt>
                <c:pt idx="248">
                  <c:v>120.366947253</c:v>
                </c:pt>
                <c:pt idx="249">
                  <c:v>120.192722768</c:v>
                </c:pt>
                <c:pt idx="250">
                  <c:v>120</c:v>
                </c:pt>
                <c:pt idx="251">
                  <c:v>119.807662292</c:v>
                </c:pt>
                <c:pt idx="252">
                  <c:v>119.634517604</c:v>
                </c:pt>
                <c:pt idx="253">
                  <c:v>119.49745943</c:v>
                </c:pt>
                <c:pt idx="254">
                  <c:v>119.409818606</c:v>
                </c:pt>
                <c:pt idx="255">
                  <c:v>119.380066802</c:v>
                </c:pt>
                <c:pt idx="256">
                  <c:v>119.410997789</c:v>
                </c:pt>
                <c:pt idx="257">
                  <c:v>119.499465578</c:v>
                </c:pt>
                <c:pt idx="258">
                  <c:v>119.636703933</c:v>
                </c:pt>
                <c:pt idx="259">
                  <c:v>119.809194855</c:v>
                </c:pt>
                <c:pt idx="260">
                  <c:v>120</c:v>
                </c:pt>
                <c:pt idx="261">
                  <c:v>120.190423916</c:v>
                </c:pt>
                <c:pt idx="262">
                  <c:v>120.361845785</c:v>
                </c:pt>
                <c:pt idx="263">
                  <c:v>120.497540207</c:v>
                </c:pt>
                <c:pt idx="264">
                  <c:v>120.584308991</c:v>
                </c:pt>
                <c:pt idx="265">
                  <c:v>120.61376476</c:v>
                </c:pt>
                <c:pt idx="266">
                  <c:v>120.583141541</c:v>
                </c:pt>
                <c:pt idx="267">
                  <c:v>120.495554022</c:v>
                </c:pt>
                <c:pt idx="268">
                  <c:v>120.35968121</c:v>
                </c:pt>
                <c:pt idx="269">
                  <c:v>120.188906602</c:v>
                </c:pt>
                <c:pt idx="270">
                  <c:v>120</c:v>
                </c:pt>
                <c:pt idx="271">
                  <c:v>119.811470834</c:v>
                </c:pt>
                <c:pt idx="272">
                  <c:v>119.641754641</c:v>
                </c:pt>
                <c:pt idx="273">
                  <c:v>119.5074104</c:v>
                </c:pt>
                <c:pt idx="274">
                  <c:v>119.42150498</c:v>
                </c:pt>
                <c:pt idx="275">
                  <c:v>119.392342301</c:v>
                </c:pt>
                <c:pt idx="276">
                  <c:v>119.422660814</c:v>
                </c:pt>
                <c:pt idx="277">
                  <c:v>119.509376823</c:v>
                </c:pt>
                <c:pt idx="278">
                  <c:v>119.643897677</c:v>
                </c:pt>
                <c:pt idx="279">
                  <c:v>119.81297305</c:v>
                </c:pt>
                <c:pt idx="280">
                  <c:v>120</c:v>
                </c:pt>
                <c:pt idx="281">
                  <c:v>120.18665327</c:v>
                </c:pt>
                <c:pt idx="282">
                  <c:v>120.354680758</c:v>
                </c:pt>
                <c:pt idx="283">
                  <c:v>120.487688251</c:v>
                </c:pt>
                <c:pt idx="284">
                  <c:v>120.572738898</c:v>
                </c:pt>
                <c:pt idx="285">
                  <c:v>120.601611403</c:v>
                </c:pt>
                <c:pt idx="286">
                  <c:v>120.571594565</c:v>
                </c:pt>
                <c:pt idx="287">
                  <c:v>120.485741394</c:v>
                </c:pt>
                <c:pt idx="288">
                  <c:v>120.352559045</c:v>
                </c:pt>
                <c:pt idx="289">
                  <c:v>120.185166</c:v>
                </c:pt>
                <c:pt idx="290">
                  <c:v>120</c:v>
                </c:pt>
                <c:pt idx="291">
                  <c:v>119.815203962</c:v>
                </c:pt>
                <c:pt idx="292">
                  <c:v>119.648848374</c:v>
                </c:pt>
                <c:pt idx="293">
                  <c:v>119.517164328</c:v>
                </c:pt>
                <c:pt idx="294">
                  <c:v>119.432959949</c:v>
                </c:pt>
                <c:pt idx="295">
                  <c:v>119.40437473</c:v>
                </c:pt>
                <c:pt idx="296">
                  <c:v>119.434092896</c:v>
                </c:pt>
                <c:pt idx="297">
                  <c:v>119.519091813</c:v>
                </c:pt>
                <c:pt idx="298">
                  <c:v>119.650948976</c:v>
                </c:pt>
                <c:pt idx="299">
                  <c:v>119.816676432</c:v>
                </c:pt>
                <c:pt idx="300">
                  <c:v>120</c:v>
                </c:pt>
                <c:pt idx="301">
                  <c:v>120.182957287</c:v>
                </c:pt>
                <c:pt idx="302">
                  <c:v>120.347657609</c:v>
                </c:pt>
                <c:pt idx="303">
                  <c:v>120.478031377</c:v>
                </c:pt>
                <c:pt idx="304">
                  <c:v>120.561397908</c:v>
                </c:pt>
                <c:pt idx="305">
                  <c:v>120.5896987</c:v>
                </c:pt>
                <c:pt idx="306">
                  <c:v>120.560276234</c:v>
                </c:pt>
                <c:pt idx="307">
                  <c:v>120.47612307</c:v>
                </c:pt>
                <c:pt idx="308">
                  <c:v>120.345577908</c:v>
                </c:pt>
                <c:pt idx="309">
                  <c:v>120.181499468</c:v>
                </c:pt>
                <c:pt idx="310">
                  <c:v>120</c:v>
                </c:pt>
                <c:pt idx="311">
                  <c:v>119.818863168</c:v>
                </c:pt>
                <c:pt idx="312">
                  <c:v>119.655801642</c:v>
                </c:pt>
                <c:pt idx="313">
                  <c:v>119.526725115</c:v>
                </c:pt>
                <c:pt idx="314">
                  <c:v>119.444188094</c:v>
                </c:pt>
                <c:pt idx="315">
                  <c:v>119.416168901</c:v>
                </c:pt>
                <c:pt idx="316">
                  <c:v>119.445298607</c:v>
                </c:pt>
                <c:pt idx="317">
                  <c:v>119.528614433</c:v>
                </c:pt>
                <c:pt idx="318">
                  <c:v>119.657860649</c:v>
                </c:pt>
                <c:pt idx="319">
                  <c:v>119.820306482</c:v>
                </c:pt>
                <c:pt idx="320">
                  <c:v>120</c:v>
                </c:pt>
                <c:pt idx="321">
                  <c:v>120.17933449</c:v>
                </c:pt>
                <c:pt idx="322">
                  <c:v>120.340773527</c:v>
                </c:pt>
                <c:pt idx="323">
                  <c:v>120.468565721</c:v>
                </c:pt>
                <c:pt idx="324">
                  <c:v>120.550281485</c:v>
                </c:pt>
                <c:pt idx="325">
                  <c:v>120.578021883</c:v>
                </c:pt>
                <c:pt idx="326">
                  <c:v>120.549182022</c:v>
                </c:pt>
                <c:pt idx="327">
                  <c:v>120.466695202</c:v>
                </c:pt>
                <c:pt idx="328">
                  <c:v>120.338735007</c:v>
                </c:pt>
                <c:pt idx="329">
                  <c:v>120.177905538</c:v>
                </c:pt>
                <c:pt idx="330">
                  <c:v>120</c:v>
                </c:pt>
                <c:pt idx="331">
                  <c:v>119.822449918</c:v>
                </c:pt>
                <c:pt idx="332">
                  <c:v>119.662617226</c:v>
                </c:pt>
                <c:pt idx="333">
                  <c:v>119.536096585</c:v>
                </c:pt>
                <c:pt idx="334">
                  <c:v>119.455193908</c:v>
                </c:pt>
                <c:pt idx="335">
                  <c:v>119.427729531</c:v>
                </c:pt>
                <c:pt idx="336">
                  <c:v>119.456282431</c:v>
                </c:pt>
                <c:pt idx="337">
                  <c:v>119.537948493</c:v>
                </c:pt>
                <c:pt idx="338">
                  <c:v>119.664635462</c:v>
                </c:pt>
                <c:pt idx="339">
                  <c:v>119.823864652</c:v>
                </c:pt>
                <c:pt idx="340">
                  <c:v>120</c:v>
                </c:pt>
                <c:pt idx="341">
                  <c:v>120.175783429</c:v>
                </c:pt>
                <c:pt idx="342">
                  <c:v>120.334025759</c:v>
                </c:pt>
                <c:pt idx="343">
                  <c:v>120.459287498</c:v>
                </c:pt>
                <c:pt idx="344">
                  <c:v>120.539385181</c:v>
                </c:pt>
                <c:pt idx="345">
                  <c:v>120.566576283</c:v>
                </c:pt>
                <c:pt idx="346">
                  <c:v>120.538307489</c:v>
                </c:pt>
                <c:pt idx="347">
                  <c:v>120.457454018</c:v>
                </c:pt>
                <c:pt idx="348">
                  <c:v>120.332027605</c:v>
                </c:pt>
                <c:pt idx="349">
                  <c:v>120.174382772</c:v>
                </c:pt>
                <c:pt idx="350">
                  <c:v>120</c:v>
                </c:pt>
                <c:pt idx="351">
                  <c:v>119.825965645</c:v>
                </c:pt>
                <c:pt idx="352">
                  <c:v>119.669297853</c:v>
                </c:pt>
                <c:pt idx="353">
                  <c:v>119.545282489</c:v>
                </c:pt>
                <c:pt idx="354">
                  <c:v>119.465981791</c:v>
                </c:pt>
                <c:pt idx="355">
                  <c:v>119.439061245</c:v>
                </c:pt>
                <c:pt idx="356">
                  <c:v>119.46704876</c:v>
                </c:pt>
                <c:pt idx="357">
                  <c:v>119.547097726</c:v>
                </c:pt>
                <c:pt idx="358">
                  <c:v>119.671276125</c:v>
                </c:pt>
                <c:pt idx="359">
                  <c:v>119.827352366</c:v>
                </c:pt>
                <c:pt idx="360">
                  <c:v>120</c:v>
                </c:pt>
                <c:pt idx="361">
                  <c:v>120.172302684</c:v>
                </c:pt>
                <c:pt idx="362">
                  <c:v>120.327411606</c:v>
                </c:pt>
                <c:pt idx="363">
                  <c:v>120.450192997</c:v>
                </c:pt>
                <c:pt idx="364">
                  <c:v>120.528704639</c:v>
                </c:pt>
                <c:pt idx="365">
                  <c:v>120.555357321</c:v>
                </c:pt>
                <c:pt idx="366">
                  <c:v>120.527648287</c:v>
                </c:pt>
                <c:pt idx="367">
                  <c:v>120.448395821</c:v>
                </c:pt>
                <c:pt idx="368">
                  <c:v>120.325453018</c:v>
                </c:pt>
                <c:pt idx="369">
                  <c:v>120.170929762</c:v>
                </c:pt>
                <c:pt idx="370">
                  <c:v>120</c:v>
                </c:pt>
                <c:pt idx="371">
                  <c:v>119.829411756</c:v>
                </c:pt>
                <c:pt idx="372">
                  <c:v>119.675846194</c:v>
                </c:pt>
                <c:pt idx="373">
                  <c:v>119.554286499</c:v>
                </c:pt>
                <c:pt idx="374">
                  <c:v>119.47655606</c:v>
                </c:pt>
                <c:pt idx="375">
                  <c:v>119.450168577</c:v>
                </c:pt>
                <c:pt idx="376">
                  <c:v>119.477601902</c:v>
                </c:pt>
                <c:pt idx="377">
                  <c:v>119.556065792</c:v>
                </c:pt>
                <c:pt idx="378">
                  <c:v>119.677785294</c:v>
                </c:pt>
                <c:pt idx="379">
                  <c:v>119.830771018</c:v>
                </c:pt>
                <c:pt idx="380">
                  <c:v>120</c:v>
                </c:pt>
                <c:pt idx="381">
                  <c:v>120.168890862</c:v>
                </c:pt>
                <c:pt idx="382">
                  <c:v>120.320928422</c:v>
                </c:pt>
                <c:pt idx="383">
                  <c:v>120.441278578</c:v>
                </c:pt>
                <c:pt idx="384">
                  <c:v>120.518235586</c:v>
                </c:pt>
                <c:pt idx="385">
                  <c:v>120.544360509</c:v>
                </c:pt>
                <c:pt idx="386">
                  <c:v>120.51720015</c:v>
                </c:pt>
                <c:pt idx="387">
                  <c:v>120.439516989</c:v>
                </c:pt>
                <c:pt idx="388">
                  <c:v>120.319008616</c:v>
                </c:pt>
                <c:pt idx="389">
                  <c:v>120.167545126</c:v>
                </c:pt>
                <c:pt idx="390">
                  <c:v>120</c:v>
                </c:pt>
                <c:pt idx="391">
                  <c:v>119.83278963</c:v>
                </c:pt>
                <c:pt idx="392">
                  <c:v>119.68226487</c:v>
                </c:pt>
                <c:pt idx="393">
                  <c:v>119.563112217</c:v>
                </c:pt>
                <c:pt idx="394">
                  <c:v>119.486920944</c:v>
                </c:pt>
                <c:pt idx="395">
                  <c:v>119.461055969</c:v>
                </c:pt>
                <c:pt idx="396">
                  <c:v>119.487946077</c:v>
                </c:pt>
                <c:pt idx="397">
                  <c:v>119.564856278</c:v>
                </c:pt>
                <c:pt idx="398">
                  <c:v>119.684165572</c:v>
                </c:pt>
                <c:pt idx="399">
                  <c:v>119.834121976</c:v>
                </c:pt>
                <c:pt idx="400">
                  <c:v>120</c:v>
                </c:pt>
              </c:numCache>
            </c:numRef>
          </c:yVal>
        </c:ser>
        <c:ser>
          <c:idx val="2"/>
          <c:order val="2"/>
          <c:tx>
            <c:v>Sollkurve</c:v>
          </c:tx>
          <c:spPr>
            <a:solidFill xmlns:a="http://schemas.openxmlformats.org/drawingml/2006/main">
              <a:srgbClr val="BD6A2A"/>
            </a:solidFill>
            <a:ln xmlns:a="http://schemas.openxmlformats.org/drawingml/2006/main" w="17145">
              <a:solidFill>
                <a:srgbClr val="BD6A2A"/>
              </a:solidFill>
              <a:prstDash val="dash"/>
            </a:ln>
          </c:spPr>
          <c:marker>
            <c:symbol val="none"/>
            <c:size val="5"/>
            <c:spPr>
              <a:solidFill xmlns:a="http://schemas.openxmlformats.org/drawingml/2006/main">
                <a:srgbClr val="BD6A2A"/>
              </a:solidFill>
            </c:spPr>
          </c:marker>
          <c:xVal>
            <c:numRef>
              <c:f>'Chart Data'!$E$2:$E$402</c:f>
              <c:numCache>
                <c:formatCode>General</c:formatCode>
                <c:ptCount val="401"/>
                <c:pt idx="0">
                  <c:v>1</c:v>
                </c:pt>
                <c:pt idx="1">
                  <c:v>1.01</c:v>
                </c:pt>
                <c:pt idx="2">
                  <c:v>1.02</c:v>
                </c:pt>
                <c:pt idx="3">
                  <c:v>1.03</c:v>
                </c:pt>
                <c:pt idx="4">
                  <c:v>1.04</c:v>
                </c:pt>
                <c:pt idx="5">
                  <c:v>1.05</c:v>
                </c:pt>
                <c:pt idx="6">
                  <c:v>1.06</c:v>
                </c:pt>
                <c:pt idx="7">
                  <c:v>1.07</c:v>
                </c:pt>
                <c:pt idx="8">
                  <c:v>1.08</c:v>
                </c:pt>
                <c:pt idx="9">
                  <c:v>1.09</c:v>
                </c:pt>
                <c:pt idx="10">
                  <c:v>1.1</c:v>
                </c:pt>
                <c:pt idx="11">
                  <c:v>1.11</c:v>
                </c:pt>
                <c:pt idx="12">
                  <c:v>1.12</c:v>
                </c:pt>
                <c:pt idx="13">
                  <c:v>1.13</c:v>
                </c:pt>
                <c:pt idx="14">
                  <c:v>1.14</c:v>
                </c:pt>
                <c:pt idx="15">
                  <c:v>1.15</c:v>
                </c:pt>
                <c:pt idx="16">
                  <c:v>1.16</c:v>
                </c:pt>
                <c:pt idx="17">
                  <c:v>1.17</c:v>
                </c:pt>
                <c:pt idx="18">
                  <c:v>1.18</c:v>
                </c:pt>
                <c:pt idx="19">
                  <c:v>1.19</c:v>
                </c:pt>
                <c:pt idx="20">
                  <c:v>1.2</c:v>
                </c:pt>
                <c:pt idx="21">
                  <c:v>1.21</c:v>
                </c:pt>
                <c:pt idx="22">
                  <c:v>1.22</c:v>
                </c:pt>
                <c:pt idx="23">
                  <c:v>1.23</c:v>
                </c:pt>
                <c:pt idx="24">
                  <c:v>1.24</c:v>
                </c:pt>
                <c:pt idx="25">
                  <c:v>1.25</c:v>
                </c:pt>
                <c:pt idx="26">
                  <c:v>1.26</c:v>
                </c:pt>
                <c:pt idx="27">
                  <c:v>1.27</c:v>
                </c:pt>
                <c:pt idx="28">
                  <c:v>1.28</c:v>
                </c:pt>
                <c:pt idx="29">
                  <c:v>1.29</c:v>
                </c:pt>
                <c:pt idx="30">
                  <c:v>1.3</c:v>
                </c:pt>
                <c:pt idx="31">
                  <c:v>1.31</c:v>
                </c:pt>
                <c:pt idx="32">
                  <c:v>1.32</c:v>
                </c:pt>
                <c:pt idx="33">
                  <c:v>1.33</c:v>
                </c:pt>
                <c:pt idx="34">
                  <c:v>1.34</c:v>
                </c:pt>
                <c:pt idx="35">
                  <c:v>1.35</c:v>
                </c:pt>
                <c:pt idx="36">
                  <c:v>1.36</c:v>
                </c:pt>
                <c:pt idx="37">
                  <c:v>1.37</c:v>
                </c:pt>
                <c:pt idx="38">
                  <c:v>1.38</c:v>
                </c:pt>
                <c:pt idx="39">
                  <c:v>1.39</c:v>
                </c:pt>
                <c:pt idx="40">
                  <c:v>1.4</c:v>
                </c:pt>
                <c:pt idx="41">
                  <c:v>1.41</c:v>
                </c:pt>
                <c:pt idx="42">
                  <c:v>1.42</c:v>
                </c:pt>
                <c:pt idx="43">
                  <c:v>1.43</c:v>
                </c:pt>
                <c:pt idx="44">
                  <c:v>1.44</c:v>
                </c:pt>
                <c:pt idx="45">
                  <c:v>1.45</c:v>
                </c:pt>
                <c:pt idx="46">
                  <c:v>1.46</c:v>
                </c:pt>
                <c:pt idx="47">
                  <c:v>1.47</c:v>
                </c:pt>
                <c:pt idx="48">
                  <c:v>1.48</c:v>
                </c:pt>
                <c:pt idx="49">
                  <c:v>1.49</c:v>
                </c:pt>
                <c:pt idx="50">
                  <c:v>1.5</c:v>
                </c:pt>
                <c:pt idx="51">
                  <c:v>1.51</c:v>
                </c:pt>
                <c:pt idx="52">
                  <c:v>1.52</c:v>
                </c:pt>
                <c:pt idx="53">
                  <c:v>1.53</c:v>
                </c:pt>
                <c:pt idx="54">
                  <c:v>1.54</c:v>
                </c:pt>
                <c:pt idx="55">
                  <c:v>1.55</c:v>
                </c:pt>
                <c:pt idx="56">
                  <c:v>1.56</c:v>
                </c:pt>
                <c:pt idx="57">
                  <c:v>1.57</c:v>
                </c:pt>
                <c:pt idx="58">
                  <c:v>1.58</c:v>
                </c:pt>
                <c:pt idx="59">
                  <c:v>1.59</c:v>
                </c:pt>
                <c:pt idx="60">
                  <c:v>1.6</c:v>
                </c:pt>
                <c:pt idx="61">
                  <c:v>1.61</c:v>
                </c:pt>
                <c:pt idx="62">
                  <c:v>1.62</c:v>
                </c:pt>
                <c:pt idx="63">
                  <c:v>1.63</c:v>
                </c:pt>
                <c:pt idx="64">
                  <c:v>1.64</c:v>
                </c:pt>
                <c:pt idx="65">
                  <c:v>1.65</c:v>
                </c:pt>
                <c:pt idx="66">
                  <c:v>1.66</c:v>
                </c:pt>
                <c:pt idx="67">
                  <c:v>1.67</c:v>
                </c:pt>
                <c:pt idx="68">
                  <c:v>1.68</c:v>
                </c:pt>
                <c:pt idx="69">
                  <c:v>1.69</c:v>
                </c:pt>
                <c:pt idx="70">
                  <c:v>1.7</c:v>
                </c:pt>
                <c:pt idx="71">
                  <c:v>1.71</c:v>
                </c:pt>
                <c:pt idx="72">
                  <c:v>1.72</c:v>
                </c:pt>
                <c:pt idx="73">
                  <c:v>1.73</c:v>
                </c:pt>
                <c:pt idx="74">
                  <c:v>1.74</c:v>
                </c:pt>
                <c:pt idx="75">
                  <c:v>1.75</c:v>
                </c:pt>
                <c:pt idx="76">
                  <c:v>1.76</c:v>
                </c:pt>
                <c:pt idx="77">
                  <c:v>1.77</c:v>
                </c:pt>
                <c:pt idx="78">
                  <c:v>1.78</c:v>
                </c:pt>
                <c:pt idx="79">
                  <c:v>1.79</c:v>
                </c:pt>
                <c:pt idx="80">
                  <c:v>1.8</c:v>
                </c:pt>
                <c:pt idx="81">
                  <c:v>1.81</c:v>
                </c:pt>
                <c:pt idx="82">
                  <c:v>1.82</c:v>
                </c:pt>
                <c:pt idx="83">
                  <c:v>1.83</c:v>
                </c:pt>
                <c:pt idx="84">
                  <c:v>1.84</c:v>
                </c:pt>
                <c:pt idx="85">
                  <c:v>1.85</c:v>
                </c:pt>
                <c:pt idx="86">
                  <c:v>1.86</c:v>
                </c:pt>
                <c:pt idx="87">
                  <c:v>1.87</c:v>
                </c:pt>
                <c:pt idx="88">
                  <c:v>1.88</c:v>
                </c:pt>
                <c:pt idx="89">
                  <c:v>1.89</c:v>
                </c:pt>
                <c:pt idx="90">
                  <c:v>1.9</c:v>
                </c:pt>
                <c:pt idx="91">
                  <c:v>1.91</c:v>
                </c:pt>
                <c:pt idx="92">
                  <c:v>1.92</c:v>
                </c:pt>
                <c:pt idx="93">
                  <c:v>1.93</c:v>
                </c:pt>
                <c:pt idx="94">
                  <c:v>1.94</c:v>
                </c:pt>
                <c:pt idx="95">
                  <c:v>1.95</c:v>
                </c:pt>
                <c:pt idx="96">
                  <c:v>1.96</c:v>
                </c:pt>
                <c:pt idx="97">
                  <c:v>1.97</c:v>
                </c:pt>
                <c:pt idx="98">
                  <c:v>1.98</c:v>
                </c:pt>
                <c:pt idx="99">
                  <c:v>1.99</c:v>
                </c:pt>
                <c:pt idx="100">
                  <c:v>2</c:v>
                </c:pt>
                <c:pt idx="101">
                  <c:v>2.01</c:v>
                </c:pt>
                <c:pt idx="102">
                  <c:v>2.02</c:v>
                </c:pt>
                <c:pt idx="103">
                  <c:v>2.03</c:v>
                </c:pt>
                <c:pt idx="104">
                  <c:v>2.04</c:v>
                </c:pt>
                <c:pt idx="105">
                  <c:v>2.05</c:v>
                </c:pt>
                <c:pt idx="106">
                  <c:v>2.06</c:v>
                </c:pt>
                <c:pt idx="107">
                  <c:v>2.07</c:v>
                </c:pt>
                <c:pt idx="108">
                  <c:v>2.08</c:v>
                </c:pt>
                <c:pt idx="109">
                  <c:v>2.09</c:v>
                </c:pt>
                <c:pt idx="110">
                  <c:v>2.1</c:v>
                </c:pt>
                <c:pt idx="111">
                  <c:v>2.11</c:v>
                </c:pt>
                <c:pt idx="112">
                  <c:v>2.12</c:v>
                </c:pt>
                <c:pt idx="113">
                  <c:v>2.13</c:v>
                </c:pt>
                <c:pt idx="114">
                  <c:v>2.14</c:v>
                </c:pt>
                <c:pt idx="115">
                  <c:v>2.15</c:v>
                </c:pt>
                <c:pt idx="116">
                  <c:v>2.16</c:v>
                </c:pt>
                <c:pt idx="117">
                  <c:v>2.17</c:v>
                </c:pt>
                <c:pt idx="118">
                  <c:v>2.18</c:v>
                </c:pt>
                <c:pt idx="119">
                  <c:v>2.19</c:v>
                </c:pt>
                <c:pt idx="120">
                  <c:v>2.2</c:v>
                </c:pt>
                <c:pt idx="121">
                  <c:v>2.21</c:v>
                </c:pt>
                <c:pt idx="122">
                  <c:v>2.22</c:v>
                </c:pt>
                <c:pt idx="123">
                  <c:v>2.23</c:v>
                </c:pt>
                <c:pt idx="124">
                  <c:v>2.24</c:v>
                </c:pt>
                <c:pt idx="125">
                  <c:v>2.25</c:v>
                </c:pt>
                <c:pt idx="126">
                  <c:v>2.26</c:v>
                </c:pt>
                <c:pt idx="127">
                  <c:v>2.27</c:v>
                </c:pt>
                <c:pt idx="128">
                  <c:v>2.28</c:v>
                </c:pt>
                <c:pt idx="129">
                  <c:v>2.29</c:v>
                </c:pt>
                <c:pt idx="130">
                  <c:v>2.3</c:v>
                </c:pt>
                <c:pt idx="131">
                  <c:v>2.31</c:v>
                </c:pt>
                <c:pt idx="132">
                  <c:v>2.32</c:v>
                </c:pt>
                <c:pt idx="133">
                  <c:v>2.33</c:v>
                </c:pt>
                <c:pt idx="134">
                  <c:v>2.34</c:v>
                </c:pt>
                <c:pt idx="135">
                  <c:v>2.35</c:v>
                </c:pt>
                <c:pt idx="136">
                  <c:v>2.36</c:v>
                </c:pt>
                <c:pt idx="137">
                  <c:v>2.37</c:v>
                </c:pt>
                <c:pt idx="138">
                  <c:v>2.38</c:v>
                </c:pt>
                <c:pt idx="139">
                  <c:v>2.39</c:v>
                </c:pt>
                <c:pt idx="140">
                  <c:v>2.4</c:v>
                </c:pt>
                <c:pt idx="141">
                  <c:v>2.41</c:v>
                </c:pt>
                <c:pt idx="142">
                  <c:v>2.42</c:v>
                </c:pt>
                <c:pt idx="143">
                  <c:v>2.43</c:v>
                </c:pt>
                <c:pt idx="144">
                  <c:v>2.44</c:v>
                </c:pt>
                <c:pt idx="145">
                  <c:v>2.45</c:v>
                </c:pt>
                <c:pt idx="146">
                  <c:v>2.46</c:v>
                </c:pt>
                <c:pt idx="147">
                  <c:v>2.47</c:v>
                </c:pt>
                <c:pt idx="148">
                  <c:v>2.48</c:v>
                </c:pt>
                <c:pt idx="149">
                  <c:v>2.49</c:v>
                </c:pt>
                <c:pt idx="150">
                  <c:v>2.5</c:v>
                </c:pt>
                <c:pt idx="151">
                  <c:v>2.51</c:v>
                </c:pt>
                <c:pt idx="152">
                  <c:v>2.52</c:v>
                </c:pt>
                <c:pt idx="153">
                  <c:v>2.53</c:v>
                </c:pt>
                <c:pt idx="154">
                  <c:v>2.54</c:v>
                </c:pt>
                <c:pt idx="155">
                  <c:v>2.55</c:v>
                </c:pt>
                <c:pt idx="156">
                  <c:v>2.56</c:v>
                </c:pt>
                <c:pt idx="157">
                  <c:v>2.57</c:v>
                </c:pt>
                <c:pt idx="158">
                  <c:v>2.58</c:v>
                </c:pt>
                <c:pt idx="159">
                  <c:v>2.59</c:v>
                </c:pt>
                <c:pt idx="160">
                  <c:v>2.6</c:v>
                </c:pt>
                <c:pt idx="161">
                  <c:v>2.61</c:v>
                </c:pt>
                <c:pt idx="162">
                  <c:v>2.62</c:v>
                </c:pt>
                <c:pt idx="163">
                  <c:v>2.63</c:v>
                </c:pt>
                <c:pt idx="164">
                  <c:v>2.64</c:v>
                </c:pt>
                <c:pt idx="165">
                  <c:v>2.65</c:v>
                </c:pt>
                <c:pt idx="166">
                  <c:v>2.66</c:v>
                </c:pt>
                <c:pt idx="167">
                  <c:v>2.67</c:v>
                </c:pt>
                <c:pt idx="168">
                  <c:v>2.68</c:v>
                </c:pt>
                <c:pt idx="169">
                  <c:v>2.69</c:v>
                </c:pt>
                <c:pt idx="170">
                  <c:v>2.7</c:v>
                </c:pt>
                <c:pt idx="171">
                  <c:v>2.71</c:v>
                </c:pt>
                <c:pt idx="172">
                  <c:v>2.72</c:v>
                </c:pt>
                <c:pt idx="173">
                  <c:v>2.73</c:v>
                </c:pt>
                <c:pt idx="174">
                  <c:v>2.74</c:v>
                </c:pt>
                <c:pt idx="175">
                  <c:v>2.75</c:v>
                </c:pt>
                <c:pt idx="176">
                  <c:v>2.76</c:v>
                </c:pt>
                <c:pt idx="177">
                  <c:v>2.77</c:v>
                </c:pt>
                <c:pt idx="178">
                  <c:v>2.78</c:v>
                </c:pt>
                <c:pt idx="179">
                  <c:v>2.79</c:v>
                </c:pt>
                <c:pt idx="180">
                  <c:v>2.8</c:v>
                </c:pt>
                <c:pt idx="181">
                  <c:v>2.81</c:v>
                </c:pt>
                <c:pt idx="182">
                  <c:v>2.82</c:v>
                </c:pt>
                <c:pt idx="183">
                  <c:v>2.83</c:v>
                </c:pt>
                <c:pt idx="184">
                  <c:v>2.84</c:v>
                </c:pt>
                <c:pt idx="185">
                  <c:v>2.85</c:v>
                </c:pt>
                <c:pt idx="186">
                  <c:v>2.86</c:v>
                </c:pt>
                <c:pt idx="187">
                  <c:v>2.87</c:v>
                </c:pt>
                <c:pt idx="188">
                  <c:v>2.88</c:v>
                </c:pt>
                <c:pt idx="189">
                  <c:v>2.89</c:v>
                </c:pt>
                <c:pt idx="190">
                  <c:v>2.9</c:v>
                </c:pt>
                <c:pt idx="191">
                  <c:v>2.91</c:v>
                </c:pt>
                <c:pt idx="192">
                  <c:v>2.92</c:v>
                </c:pt>
                <c:pt idx="193">
                  <c:v>2.93</c:v>
                </c:pt>
                <c:pt idx="194">
                  <c:v>2.94</c:v>
                </c:pt>
                <c:pt idx="195">
                  <c:v>2.95</c:v>
                </c:pt>
                <c:pt idx="196">
                  <c:v>2.96</c:v>
                </c:pt>
                <c:pt idx="197">
                  <c:v>2.97</c:v>
                </c:pt>
                <c:pt idx="198">
                  <c:v>2.98</c:v>
                </c:pt>
                <c:pt idx="199">
                  <c:v>2.99</c:v>
                </c:pt>
                <c:pt idx="200">
                  <c:v>3</c:v>
                </c:pt>
                <c:pt idx="201">
                  <c:v>3.01</c:v>
                </c:pt>
                <c:pt idx="202">
                  <c:v>3.02</c:v>
                </c:pt>
                <c:pt idx="203">
                  <c:v>3.03</c:v>
                </c:pt>
                <c:pt idx="204">
                  <c:v>3.04</c:v>
                </c:pt>
                <c:pt idx="205">
                  <c:v>3.05</c:v>
                </c:pt>
                <c:pt idx="206">
                  <c:v>3.06</c:v>
                </c:pt>
                <c:pt idx="207">
                  <c:v>3.07</c:v>
                </c:pt>
                <c:pt idx="208">
                  <c:v>3.08</c:v>
                </c:pt>
                <c:pt idx="209">
                  <c:v>3.09</c:v>
                </c:pt>
                <c:pt idx="210">
                  <c:v>3.1</c:v>
                </c:pt>
                <c:pt idx="211">
                  <c:v>3.11</c:v>
                </c:pt>
                <c:pt idx="212">
                  <c:v>3.12</c:v>
                </c:pt>
                <c:pt idx="213">
                  <c:v>3.13</c:v>
                </c:pt>
                <c:pt idx="214">
                  <c:v>3.14</c:v>
                </c:pt>
                <c:pt idx="215">
                  <c:v>3.15</c:v>
                </c:pt>
                <c:pt idx="216">
                  <c:v>3.16</c:v>
                </c:pt>
                <c:pt idx="217">
                  <c:v>3.17</c:v>
                </c:pt>
                <c:pt idx="218">
                  <c:v>3.18</c:v>
                </c:pt>
                <c:pt idx="219">
                  <c:v>3.19</c:v>
                </c:pt>
                <c:pt idx="220">
                  <c:v>3.2</c:v>
                </c:pt>
                <c:pt idx="221">
                  <c:v>3.21</c:v>
                </c:pt>
                <c:pt idx="222">
                  <c:v>3.22</c:v>
                </c:pt>
                <c:pt idx="223">
                  <c:v>3.23</c:v>
                </c:pt>
                <c:pt idx="224">
                  <c:v>3.24</c:v>
                </c:pt>
                <c:pt idx="225">
                  <c:v>3.25</c:v>
                </c:pt>
                <c:pt idx="226">
                  <c:v>3.26</c:v>
                </c:pt>
                <c:pt idx="227">
                  <c:v>3.27</c:v>
                </c:pt>
                <c:pt idx="228">
                  <c:v>3.28</c:v>
                </c:pt>
                <c:pt idx="229">
                  <c:v>3.29</c:v>
                </c:pt>
                <c:pt idx="230">
                  <c:v>3.3</c:v>
                </c:pt>
                <c:pt idx="231">
                  <c:v>3.31</c:v>
                </c:pt>
                <c:pt idx="232">
                  <c:v>3.32</c:v>
                </c:pt>
                <c:pt idx="233">
                  <c:v>3.33</c:v>
                </c:pt>
                <c:pt idx="234">
                  <c:v>3.34</c:v>
                </c:pt>
                <c:pt idx="235">
                  <c:v>3.35</c:v>
                </c:pt>
                <c:pt idx="236">
                  <c:v>3.36</c:v>
                </c:pt>
                <c:pt idx="237">
                  <c:v>3.37</c:v>
                </c:pt>
                <c:pt idx="238">
                  <c:v>3.38</c:v>
                </c:pt>
                <c:pt idx="239">
                  <c:v>3.39</c:v>
                </c:pt>
                <c:pt idx="240">
                  <c:v>3.4</c:v>
                </c:pt>
                <c:pt idx="241">
                  <c:v>3.41</c:v>
                </c:pt>
                <c:pt idx="242">
                  <c:v>3.42</c:v>
                </c:pt>
                <c:pt idx="243">
                  <c:v>3.43</c:v>
                </c:pt>
                <c:pt idx="244">
                  <c:v>3.44</c:v>
                </c:pt>
                <c:pt idx="245">
                  <c:v>3.45</c:v>
                </c:pt>
                <c:pt idx="246">
                  <c:v>3.46</c:v>
                </c:pt>
                <c:pt idx="247">
                  <c:v>3.47</c:v>
                </c:pt>
                <c:pt idx="248">
                  <c:v>3.48</c:v>
                </c:pt>
                <c:pt idx="249">
                  <c:v>3.49</c:v>
                </c:pt>
                <c:pt idx="250">
                  <c:v>3.5</c:v>
                </c:pt>
                <c:pt idx="251">
                  <c:v>3.51</c:v>
                </c:pt>
                <c:pt idx="252">
                  <c:v>3.52</c:v>
                </c:pt>
                <c:pt idx="253">
                  <c:v>3.53</c:v>
                </c:pt>
                <c:pt idx="254">
                  <c:v>3.54</c:v>
                </c:pt>
                <c:pt idx="255">
                  <c:v>3.55</c:v>
                </c:pt>
                <c:pt idx="256">
                  <c:v>3.56</c:v>
                </c:pt>
                <c:pt idx="257">
                  <c:v>3.57</c:v>
                </c:pt>
                <c:pt idx="258">
                  <c:v>3.58</c:v>
                </c:pt>
                <c:pt idx="259">
                  <c:v>3.59</c:v>
                </c:pt>
                <c:pt idx="260">
                  <c:v>3.6</c:v>
                </c:pt>
                <c:pt idx="261">
                  <c:v>3.61</c:v>
                </c:pt>
                <c:pt idx="262">
                  <c:v>3.62</c:v>
                </c:pt>
                <c:pt idx="263">
                  <c:v>3.63</c:v>
                </c:pt>
                <c:pt idx="264">
                  <c:v>3.64</c:v>
                </c:pt>
                <c:pt idx="265">
                  <c:v>3.65</c:v>
                </c:pt>
                <c:pt idx="266">
                  <c:v>3.66</c:v>
                </c:pt>
                <c:pt idx="267">
                  <c:v>3.67</c:v>
                </c:pt>
                <c:pt idx="268">
                  <c:v>3.68</c:v>
                </c:pt>
                <c:pt idx="269">
                  <c:v>3.69</c:v>
                </c:pt>
                <c:pt idx="270">
                  <c:v>3.7</c:v>
                </c:pt>
                <c:pt idx="271">
                  <c:v>3.71</c:v>
                </c:pt>
                <c:pt idx="272">
                  <c:v>3.72</c:v>
                </c:pt>
                <c:pt idx="273">
                  <c:v>3.73</c:v>
                </c:pt>
                <c:pt idx="274">
                  <c:v>3.74</c:v>
                </c:pt>
                <c:pt idx="275">
                  <c:v>3.75</c:v>
                </c:pt>
                <c:pt idx="276">
                  <c:v>3.76</c:v>
                </c:pt>
                <c:pt idx="277">
                  <c:v>3.77</c:v>
                </c:pt>
                <c:pt idx="278">
                  <c:v>3.78</c:v>
                </c:pt>
                <c:pt idx="279">
                  <c:v>3.79</c:v>
                </c:pt>
                <c:pt idx="280">
                  <c:v>3.8</c:v>
                </c:pt>
                <c:pt idx="281">
                  <c:v>3.81</c:v>
                </c:pt>
                <c:pt idx="282">
                  <c:v>3.82</c:v>
                </c:pt>
                <c:pt idx="283">
                  <c:v>3.83</c:v>
                </c:pt>
                <c:pt idx="284">
                  <c:v>3.84</c:v>
                </c:pt>
                <c:pt idx="285">
                  <c:v>3.85</c:v>
                </c:pt>
                <c:pt idx="286">
                  <c:v>3.86</c:v>
                </c:pt>
                <c:pt idx="287">
                  <c:v>3.87</c:v>
                </c:pt>
                <c:pt idx="288">
                  <c:v>3.88</c:v>
                </c:pt>
                <c:pt idx="289">
                  <c:v>3.89</c:v>
                </c:pt>
                <c:pt idx="290">
                  <c:v>3.9</c:v>
                </c:pt>
                <c:pt idx="291">
                  <c:v>3.91</c:v>
                </c:pt>
                <c:pt idx="292">
                  <c:v>3.92</c:v>
                </c:pt>
                <c:pt idx="293">
                  <c:v>3.93</c:v>
                </c:pt>
                <c:pt idx="294">
                  <c:v>3.94</c:v>
                </c:pt>
                <c:pt idx="295">
                  <c:v>3.95</c:v>
                </c:pt>
                <c:pt idx="296">
                  <c:v>3.96</c:v>
                </c:pt>
                <c:pt idx="297">
                  <c:v>3.97</c:v>
                </c:pt>
                <c:pt idx="298">
                  <c:v>3.98</c:v>
                </c:pt>
                <c:pt idx="299">
                  <c:v>3.99</c:v>
                </c:pt>
                <c:pt idx="300">
                  <c:v>4</c:v>
                </c:pt>
                <c:pt idx="301">
                  <c:v>4.01</c:v>
                </c:pt>
                <c:pt idx="302">
                  <c:v>4.02</c:v>
                </c:pt>
                <c:pt idx="303">
                  <c:v>4.03</c:v>
                </c:pt>
                <c:pt idx="304">
                  <c:v>4.04</c:v>
                </c:pt>
                <c:pt idx="305">
                  <c:v>4.05</c:v>
                </c:pt>
                <c:pt idx="306">
                  <c:v>4.06</c:v>
                </c:pt>
                <c:pt idx="307">
                  <c:v>4.07</c:v>
                </c:pt>
                <c:pt idx="308">
                  <c:v>4.08</c:v>
                </c:pt>
                <c:pt idx="309">
                  <c:v>4.09</c:v>
                </c:pt>
                <c:pt idx="310">
                  <c:v>4.1</c:v>
                </c:pt>
                <c:pt idx="311">
                  <c:v>4.11</c:v>
                </c:pt>
                <c:pt idx="312">
                  <c:v>4.12</c:v>
                </c:pt>
                <c:pt idx="313">
                  <c:v>4.13</c:v>
                </c:pt>
                <c:pt idx="314">
                  <c:v>4.14</c:v>
                </c:pt>
                <c:pt idx="315">
                  <c:v>4.15</c:v>
                </c:pt>
                <c:pt idx="316">
                  <c:v>4.16</c:v>
                </c:pt>
                <c:pt idx="317">
                  <c:v>4.17</c:v>
                </c:pt>
                <c:pt idx="318">
                  <c:v>4.18</c:v>
                </c:pt>
                <c:pt idx="319">
                  <c:v>4.19</c:v>
                </c:pt>
                <c:pt idx="320">
                  <c:v>4.2</c:v>
                </c:pt>
                <c:pt idx="321">
                  <c:v>4.21</c:v>
                </c:pt>
                <c:pt idx="322">
                  <c:v>4.22</c:v>
                </c:pt>
                <c:pt idx="323">
                  <c:v>4.23</c:v>
                </c:pt>
                <c:pt idx="324">
                  <c:v>4.24</c:v>
                </c:pt>
                <c:pt idx="325">
                  <c:v>4.25</c:v>
                </c:pt>
                <c:pt idx="326">
                  <c:v>4.26</c:v>
                </c:pt>
                <c:pt idx="327">
                  <c:v>4.27</c:v>
                </c:pt>
                <c:pt idx="328">
                  <c:v>4.28</c:v>
                </c:pt>
                <c:pt idx="329">
                  <c:v>4.29</c:v>
                </c:pt>
                <c:pt idx="330">
                  <c:v>4.3</c:v>
                </c:pt>
                <c:pt idx="331">
                  <c:v>4.31</c:v>
                </c:pt>
                <c:pt idx="332">
                  <c:v>4.32</c:v>
                </c:pt>
                <c:pt idx="333">
                  <c:v>4.33</c:v>
                </c:pt>
                <c:pt idx="334">
                  <c:v>4.34</c:v>
                </c:pt>
                <c:pt idx="335">
                  <c:v>4.35</c:v>
                </c:pt>
                <c:pt idx="336">
                  <c:v>4.36</c:v>
                </c:pt>
                <c:pt idx="337">
                  <c:v>4.37</c:v>
                </c:pt>
                <c:pt idx="338">
                  <c:v>4.38</c:v>
                </c:pt>
                <c:pt idx="339">
                  <c:v>4.39</c:v>
                </c:pt>
                <c:pt idx="340">
                  <c:v>4.4</c:v>
                </c:pt>
                <c:pt idx="341">
                  <c:v>4.41</c:v>
                </c:pt>
                <c:pt idx="342">
                  <c:v>4.42</c:v>
                </c:pt>
                <c:pt idx="343">
                  <c:v>4.43</c:v>
                </c:pt>
                <c:pt idx="344">
                  <c:v>4.44</c:v>
                </c:pt>
                <c:pt idx="345">
                  <c:v>4.45</c:v>
                </c:pt>
                <c:pt idx="346">
                  <c:v>4.46</c:v>
                </c:pt>
                <c:pt idx="347">
                  <c:v>4.47</c:v>
                </c:pt>
                <c:pt idx="348">
                  <c:v>4.48</c:v>
                </c:pt>
                <c:pt idx="349">
                  <c:v>4.49</c:v>
                </c:pt>
                <c:pt idx="350">
                  <c:v>4.5</c:v>
                </c:pt>
                <c:pt idx="351">
                  <c:v>4.51</c:v>
                </c:pt>
                <c:pt idx="352">
                  <c:v>4.52</c:v>
                </c:pt>
                <c:pt idx="353">
                  <c:v>4.53</c:v>
                </c:pt>
                <c:pt idx="354">
                  <c:v>4.54</c:v>
                </c:pt>
                <c:pt idx="355">
                  <c:v>4.55</c:v>
                </c:pt>
                <c:pt idx="356">
                  <c:v>4.56</c:v>
                </c:pt>
                <c:pt idx="357">
                  <c:v>4.57</c:v>
                </c:pt>
                <c:pt idx="358">
                  <c:v>4.58</c:v>
                </c:pt>
                <c:pt idx="359">
                  <c:v>4.59</c:v>
                </c:pt>
                <c:pt idx="360">
                  <c:v>4.6</c:v>
                </c:pt>
                <c:pt idx="361">
                  <c:v>4.61</c:v>
                </c:pt>
                <c:pt idx="362">
                  <c:v>4.62</c:v>
                </c:pt>
                <c:pt idx="363">
                  <c:v>4.63</c:v>
                </c:pt>
                <c:pt idx="364">
                  <c:v>4.64</c:v>
                </c:pt>
                <c:pt idx="365">
                  <c:v>4.65</c:v>
                </c:pt>
                <c:pt idx="366">
                  <c:v>4.66</c:v>
                </c:pt>
                <c:pt idx="367">
                  <c:v>4.67</c:v>
                </c:pt>
                <c:pt idx="368">
                  <c:v>4.68</c:v>
                </c:pt>
                <c:pt idx="369">
                  <c:v>4.69</c:v>
                </c:pt>
                <c:pt idx="370">
                  <c:v>4.7</c:v>
                </c:pt>
                <c:pt idx="371">
                  <c:v>4.71</c:v>
                </c:pt>
                <c:pt idx="372">
                  <c:v>4.72</c:v>
                </c:pt>
                <c:pt idx="373">
                  <c:v>4.73</c:v>
                </c:pt>
                <c:pt idx="374">
                  <c:v>4.74</c:v>
                </c:pt>
                <c:pt idx="375">
                  <c:v>4.75</c:v>
                </c:pt>
                <c:pt idx="376">
                  <c:v>4.76</c:v>
                </c:pt>
                <c:pt idx="377">
                  <c:v>4.77</c:v>
                </c:pt>
                <c:pt idx="378">
                  <c:v>4.78</c:v>
                </c:pt>
                <c:pt idx="379">
                  <c:v>4.79</c:v>
                </c:pt>
                <c:pt idx="380">
                  <c:v>4.8</c:v>
                </c:pt>
                <c:pt idx="381">
                  <c:v>4.81</c:v>
                </c:pt>
                <c:pt idx="382">
                  <c:v>4.82</c:v>
                </c:pt>
                <c:pt idx="383">
                  <c:v>4.83</c:v>
                </c:pt>
                <c:pt idx="384">
                  <c:v>4.84</c:v>
                </c:pt>
                <c:pt idx="385">
                  <c:v>4.85</c:v>
                </c:pt>
                <c:pt idx="386">
                  <c:v>4.86</c:v>
                </c:pt>
                <c:pt idx="387">
                  <c:v>4.87</c:v>
                </c:pt>
                <c:pt idx="388">
                  <c:v>4.88</c:v>
                </c:pt>
                <c:pt idx="389">
                  <c:v>4.89</c:v>
                </c:pt>
                <c:pt idx="390">
                  <c:v>4.9</c:v>
                </c:pt>
                <c:pt idx="391">
                  <c:v>4.91</c:v>
                </c:pt>
                <c:pt idx="392">
                  <c:v>4.92</c:v>
                </c:pt>
                <c:pt idx="393">
                  <c:v>4.93</c:v>
                </c:pt>
                <c:pt idx="394">
                  <c:v>4.94</c:v>
                </c:pt>
                <c:pt idx="395">
                  <c:v>4.95</c:v>
                </c:pt>
                <c:pt idx="396">
                  <c:v>4.96</c:v>
                </c:pt>
                <c:pt idx="397">
                  <c:v>4.97</c:v>
                </c:pt>
                <c:pt idx="398">
                  <c:v>4.98</c:v>
                </c:pt>
                <c:pt idx="399">
                  <c:v>4.99</c:v>
                </c:pt>
                <c:pt idx="400">
                  <c:v>5</c:v>
                </c:pt>
              </c:numCache>
            </c:numRef>
          </c:xVal>
          <c:yVal>
            <c:numRef>
              <c:f>'Chart Data'!$F$2:$F$402</c:f>
              <c:numCache>
                <c:formatCode>0</c:formatCode>
                <c:ptCount val="401"/>
                <c:pt idx="0">
                  <c:v>120</c:v>
                </c:pt>
                <c:pt idx="1">
                  <c:v>120.246966505</c:v>
                </c:pt>
                <c:pt idx="2">
                  <c:v>120.469288685</c:v>
                </c:pt>
                <c:pt idx="3">
                  <c:v>120.645274864</c:v>
                </c:pt>
                <c:pt idx="4">
                  <c:v>120.757807911</c:v>
                </c:pt>
                <c:pt idx="5">
                  <c:v>120.796009983</c:v>
                </c:pt>
                <c:pt idx="6">
                  <c:v>120.75629381</c:v>
                </c:pt>
                <c:pt idx="7">
                  <c:v>120.64269892</c:v>
                </c:pt>
                <c:pt idx="8">
                  <c:v>120.466481383</c:v>
                </c:pt>
                <c:pt idx="9">
                  <c:v>120.244998655</c:v>
                </c:pt>
                <c:pt idx="10">
                  <c:v>120</c:v>
                </c:pt>
                <c:pt idx="11">
                  <c:v>119.755490852</c:v>
                </c:pt>
                <c:pt idx="12">
                  <c:v>119.535380815</c:v>
                </c:pt>
                <c:pt idx="13">
                  <c:v>119.361145728</c:v>
                </c:pt>
                <c:pt idx="14">
                  <c:v>119.249732404</c:v>
                </c:pt>
                <c:pt idx="15">
                  <c:v>119.211910448</c:v>
                </c:pt>
                <c:pt idx="16">
                  <c:v>119.25123144</c:v>
                </c:pt>
                <c:pt idx="17">
                  <c:v>119.363696041</c:v>
                </c:pt>
                <c:pt idx="18">
                  <c:v>119.538160184</c:v>
                </c:pt>
                <c:pt idx="19">
                  <c:v>119.757439122</c:v>
                </c:pt>
                <c:pt idx="20">
                  <c:v>120</c:v>
                </c:pt>
                <c:pt idx="21">
                  <c:v>120.242076241</c:v>
                </c:pt>
                <c:pt idx="22">
                  <c:v>120.459996147</c:v>
                </c:pt>
                <c:pt idx="23">
                  <c:v>120.632497566</c:v>
                </c:pt>
                <c:pt idx="24">
                  <c:v>120.742802309</c:v>
                </c:pt>
                <c:pt idx="25">
                  <c:v>120.78024793</c:v>
                </c:pt>
                <c:pt idx="26">
                  <c:v>120.741318189</c:v>
                </c:pt>
                <c:pt idx="27">
                  <c:v>120.629972629</c:v>
                </c:pt>
                <c:pt idx="28">
                  <c:v>120.457244433</c:v>
                </c:pt>
                <c:pt idx="29">
                  <c:v>120.240147357</c:v>
                </c:pt>
                <c:pt idx="30">
                  <c:v>120</c:v>
                </c:pt>
                <c:pt idx="31">
                  <c:v>119.760332458</c:v>
                </c:pt>
                <c:pt idx="32">
                  <c:v>119.544580891</c:v>
                </c:pt>
                <c:pt idx="33">
                  <c:v>119.37379589</c:v>
                </c:pt>
                <c:pt idx="34">
                  <c:v>119.264588698</c:v>
                </c:pt>
                <c:pt idx="35">
                  <c:v>119.227515667</c:v>
                </c:pt>
                <c:pt idx="36">
                  <c:v>119.26605805</c:v>
                </c:pt>
                <c:pt idx="37">
                  <c:v>119.376295704</c:v>
                </c:pt>
                <c:pt idx="38">
                  <c:v>119.547305225</c:v>
                </c:pt>
                <c:pt idx="39">
                  <c:v>119.762242149</c:v>
                </c:pt>
                <c:pt idx="40">
                  <c:v>120</c:v>
                </c:pt>
                <c:pt idx="41">
                  <c:v>120.23728281</c:v>
                </c:pt>
                <c:pt idx="42">
                  <c:v>120.450887613</c:v>
                </c:pt>
                <c:pt idx="43">
                  <c:v>120.619973275</c:v>
                </c:pt>
                <c:pt idx="44">
                  <c:v>120.728093838</c:v>
                </c:pt>
                <c:pt idx="45">
                  <c:v>120.764797985</c:v>
                </c:pt>
                <c:pt idx="46">
                  <c:v>120.726639105</c:v>
                </c:pt>
                <c:pt idx="47">
                  <c:v>120.617498335</c:v>
                </c:pt>
                <c:pt idx="48">
                  <c:v>120.448190387</c:v>
                </c:pt>
                <c:pt idx="49">
                  <c:v>120.235392121</c:v>
                </c:pt>
                <c:pt idx="50">
                  <c:v>120</c:v>
                </c:pt>
                <c:pt idx="51">
                  <c:v>119.765078193</c:v>
                </c:pt>
                <c:pt idx="52">
                  <c:v>119.553598794</c:v>
                </c:pt>
                <c:pt idx="53">
                  <c:v>119.386195562</c:v>
                </c:pt>
                <c:pt idx="54">
                  <c:v>119.279150817</c:v>
                </c:pt>
                <c:pt idx="55">
                  <c:v>119.242811882</c:v>
                </c:pt>
                <c:pt idx="56">
                  <c:v>119.280591075</c:v>
                </c:pt>
                <c:pt idx="57">
                  <c:v>119.388645876</c:v>
                </c:pt>
                <c:pt idx="58">
                  <c:v>119.556269182</c:v>
                </c:pt>
                <c:pt idx="59">
                  <c:v>119.76695007</c:v>
                </c:pt>
                <c:pt idx="60">
                  <c:v>120</c:v>
                </c:pt>
                <c:pt idx="61">
                  <c:v>120.232584296</c:v>
                </c:pt>
                <c:pt idx="62">
                  <c:v>120.44195944</c:v>
                </c:pt>
                <c:pt idx="63">
                  <c:v>120.607696982</c:v>
                </c:pt>
                <c:pt idx="64">
                  <c:v>120.713676614</c:v>
                </c:pt>
                <c:pt idx="65">
                  <c:v>120.749653971</c:v>
                </c:pt>
                <c:pt idx="66">
                  <c:v>120.712250687</c:v>
                </c:pt>
                <c:pt idx="67">
                  <c:v>120.605271049</c:v>
                </c:pt>
                <c:pt idx="68">
                  <c:v>120.439315623</c:v>
                </c:pt>
                <c:pt idx="69">
                  <c:v>120.230731044</c:v>
                </c:pt>
                <c:pt idx="70">
                  <c:v>120</c:v>
                </c:pt>
                <c:pt idx="71">
                  <c:v>119.769729957</c:v>
                </c:pt>
                <c:pt idx="72">
                  <c:v>119.56243813</c:v>
                </c:pt>
                <c:pt idx="73">
                  <c:v>119.398349704</c:v>
                </c:pt>
                <c:pt idx="74">
                  <c:v>119.293424587</c:v>
                </c:pt>
                <c:pt idx="75">
                  <c:v>119.257805211</c:v>
                </c:pt>
                <c:pt idx="76">
                  <c:v>119.294836326</c:v>
                </c:pt>
                <c:pt idx="77">
                  <c:v>119.400751499</c:v>
                </c:pt>
                <c:pt idx="78">
                  <c:v>119.565055641</c:v>
                </c:pt>
                <c:pt idx="79">
                  <c:v>119.771564768</c:v>
                </c:pt>
                <c:pt idx="80">
                  <c:v>120</c:v>
                </c:pt>
                <c:pt idx="81">
                  <c:v>120.227978818</c:v>
                </c:pt>
                <c:pt idx="82">
                  <c:v>120.433208057</c:v>
                </c:pt>
                <c:pt idx="83">
                  <c:v>120.595663775</c:v>
                </c:pt>
                <c:pt idx="84">
                  <c:v>120.69954487</c:v>
                </c:pt>
                <c:pt idx="85">
                  <c:v>120.734809828</c:v>
                </c:pt>
                <c:pt idx="86">
                  <c:v>120.698147178</c:v>
                </c:pt>
                <c:pt idx="87">
                  <c:v>120.593285879</c:v>
                </c:pt>
                <c:pt idx="88">
                  <c:v>120.43061659</c:v>
                </c:pt>
                <c:pt idx="89">
                  <c:v>120.226162264</c:v>
                </c:pt>
                <c:pt idx="90">
                  <c:v>120</c:v>
                </c:pt>
                <c:pt idx="91">
                  <c:v>119.774289609</c:v>
                </c:pt>
                <c:pt idx="92">
                  <c:v>119.571102436</c:v>
                </c:pt>
                <c:pt idx="93">
                  <c:v>119.410263178</c:v>
                </c:pt>
                <c:pt idx="94">
                  <c:v>119.307415718</c:v>
                </c:pt>
                <c:pt idx="95">
                  <c:v>119.272501652</c:v>
                </c:pt>
                <c:pt idx="96">
                  <c:v>119.308799502</c:v>
                </c:pt>
                <c:pt idx="97">
                  <c:v>119.412617414</c:v>
                </c:pt>
                <c:pt idx="98">
                  <c:v>119.573668116</c:v>
                </c:pt>
                <c:pt idx="99">
                  <c:v>119.776088089</c:v>
                </c:pt>
                <c:pt idx="100">
                  <c:v>120</c:v>
                </c:pt>
                <c:pt idx="101">
                  <c:v>120.223464535</c:v>
                </c:pt>
                <c:pt idx="102">
                  <c:v>120.424629962</c:v>
                </c:pt>
                <c:pt idx="103">
                  <c:v>120.583868842</c:v>
                </c:pt>
                <c:pt idx="104">
                  <c:v>120.685692953</c:v>
                </c:pt>
                <c:pt idx="105">
                  <c:v>120.720259618</c:v>
                </c:pt>
                <c:pt idx="106">
                  <c:v>120.684322938</c:v>
                </c:pt>
                <c:pt idx="107">
                  <c:v>120.581538031</c:v>
                </c:pt>
                <c:pt idx="108">
                  <c:v>120.422089811</c:v>
                </c:pt>
                <c:pt idx="109">
                  <c:v>120.221683951</c:v>
                </c:pt>
                <c:pt idx="110">
                  <c:v>120</c:v>
                </c:pt>
                <c:pt idx="111">
                  <c:v>119.778758974</c:v>
                </c:pt>
                <c:pt idx="112">
                  <c:v>119.579595176</c:v>
                </c:pt>
                <c:pt idx="113">
                  <c:v>119.42194075</c:v>
                </c:pt>
                <c:pt idx="114">
                  <c:v>119.321129805</c:v>
                </c:pt>
                <c:pt idx="115">
                  <c:v>119.286907085</c:v>
                </c:pt>
                <c:pt idx="116">
                  <c:v>119.322486189</c:v>
                </c:pt>
                <c:pt idx="117">
                  <c:v>119.424248369</c:v>
                </c:pt>
                <c:pt idx="118">
                  <c:v>119.582110053</c:v>
                </c:pt>
                <c:pt idx="119">
                  <c:v>119.780521841</c:v>
                </c:pt>
                <c:pt idx="120">
                  <c:v>120</c:v>
                </c:pt>
                <c:pt idx="121">
                  <c:v>120.219039641</c:v>
                </c:pt>
                <c:pt idx="122">
                  <c:v>120.416221726</c:v>
                </c:pt>
                <c:pt idx="123">
                  <c:v>120.572307464</c:v>
                </c:pt>
                <c:pt idx="124">
                  <c:v>120.672115323</c:v>
                </c:pt>
                <c:pt idx="125">
                  <c:v>120.705997522</c:v>
                </c:pt>
                <c:pt idx="126">
                  <c:v>120.670772436</c:v>
                </c:pt>
                <c:pt idx="127">
                  <c:v>120.570022807</c:v>
                </c:pt>
                <c:pt idx="128">
                  <c:v>120.413731872</c:v>
                </c:pt>
                <c:pt idx="129">
                  <c:v>120.217294314</c:v>
                </c:pt>
                <c:pt idx="130">
                  <c:v>120</c:v>
                </c:pt>
                <c:pt idx="131">
                  <c:v>119.78313984</c:v>
                </c:pt>
                <c:pt idx="132">
                  <c:v>119.58791975</c:v>
                </c:pt>
                <c:pt idx="133">
                  <c:v>119.43338709</c:v>
                </c:pt>
                <c:pt idx="134">
                  <c:v>119.334572336</c:v>
                </c:pt>
                <c:pt idx="135">
                  <c:v>119.301027271</c:v>
                </c:pt>
                <c:pt idx="136">
                  <c:v>119.335901861</c:v>
                </c:pt>
                <c:pt idx="137">
                  <c:v>119.435649015</c:v>
                </c:pt>
                <c:pt idx="138">
                  <c:v>119.590384829</c:v>
                </c:pt>
                <c:pt idx="139">
                  <c:v>119.7848678</c:v>
                </c:pt>
                <c:pt idx="140">
                  <c:v>120</c:v>
                </c:pt>
                <c:pt idx="141">
                  <c:v>120.214702365</c:v>
                </c:pt>
                <c:pt idx="142">
                  <c:v>120.407979983</c:v>
                </c:pt>
                <c:pt idx="143">
                  <c:v>120.560975017</c:v>
                </c:pt>
                <c:pt idx="144">
                  <c:v>120.658806548</c:v>
                </c:pt>
                <c:pt idx="145">
                  <c:v>120.692017834</c:v>
                </c:pt>
                <c:pt idx="146">
                  <c:v>120.657490252</c:v>
                </c:pt>
                <c:pt idx="147">
                  <c:v>120.558735599</c:v>
                </c:pt>
                <c:pt idx="148">
                  <c:v>120.405539432</c:v>
                </c:pt>
                <c:pt idx="149">
                  <c:v>120.212991599</c:v>
                </c:pt>
                <c:pt idx="150">
                  <c:v>120</c:v>
                </c:pt>
                <c:pt idx="151">
                  <c:v>119.787433959</c:v>
                </c:pt>
                <c:pt idx="152">
                  <c:v>119.596079485</c:v>
                </c:pt>
                <c:pt idx="153">
                  <c:v>119.444606777</c:v>
                </c:pt>
                <c:pt idx="154">
                  <c:v>119.347748687</c:v>
                </c:pt>
                <c:pt idx="155">
                  <c:v>119.314867858</c:v>
                </c:pt>
                <c:pt idx="156">
                  <c:v>119.349051886</c:v>
                </c:pt>
                <c:pt idx="157">
                  <c:v>119.446823913</c:v>
                </c:pt>
                <c:pt idx="158">
                  <c:v>119.598495752</c:v>
                </c:pt>
                <c:pt idx="159">
                  <c:v>119.789127703</c:v>
                </c:pt>
                <c:pt idx="160">
                  <c:v>120</c:v>
                </c:pt>
                <c:pt idx="161">
                  <c:v>120.210450974</c:v>
                </c:pt>
                <c:pt idx="162">
                  <c:v>120.399901438</c:v>
                </c:pt>
                <c:pt idx="163">
                  <c:v>120.549866968</c:v>
                </c:pt>
                <c:pt idx="164">
                  <c:v>120.645761304</c:v>
                </c:pt>
                <c:pt idx="165">
                  <c:v>120.678314963</c:v>
                </c:pt>
                <c:pt idx="166">
                  <c:v>120.644471073</c:v>
                </c:pt>
                <c:pt idx="167">
                  <c:v>120.547671893</c:v>
                </c:pt>
                <c:pt idx="168">
                  <c:v>120.397509214</c:v>
                </c:pt>
                <c:pt idx="169">
                  <c:v>120.208774082</c:v>
                </c:pt>
                <c:pt idx="170">
                  <c:v>120</c:v>
                </c:pt>
                <c:pt idx="171">
                  <c:v>119.791643048</c:v>
                </c:pt>
                <c:pt idx="172">
                  <c:v>119.604077647</c:v>
                </c:pt>
                <c:pt idx="173">
                  <c:v>119.4556043</c:v>
                </c:pt>
                <c:pt idx="174">
                  <c:v>119.360664128</c:v>
                </c:pt>
                <c:pt idx="175">
                  <c:v>119.328434383</c:v>
                </c:pt>
                <c:pt idx="176">
                  <c:v>119.361941522</c:v>
                </c:pt>
                <c:pt idx="177">
                  <c:v>119.457777533</c:v>
                </c:pt>
                <c:pt idx="178">
                  <c:v>119.606446069</c:v>
                </c:pt>
                <c:pt idx="179">
                  <c:v>119.793303254</c:v>
                </c:pt>
                <c:pt idx="180">
                  <c:v>120</c:v>
                </c:pt>
                <c:pt idx="181">
                  <c:v>120.206283765</c:v>
                </c:pt>
                <c:pt idx="182">
                  <c:v>120.391982859</c:v>
                </c:pt>
                <c:pt idx="183">
                  <c:v>120.538978872</c:v>
                </c:pt>
                <c:pt idx="184">
                  <c:v>120.632974374</c:v>
                </c:pt>
                <c:pt idx="185">
                  <c:v>120.664883427</c:v>
                </c:pt>
                <c:pt idx="186">
                  <c:v>120.63170969</c:v>
                </c:pt>
                <c:pt idx="187">
                  <c:v>120.536827263</c:v>
                </c:pt>
                <c:pt idx="188">
                  <c:v>120.389638004</c:v>
                </c:pt>
                <c:pt idx="189">
                  <c:v>120.204640079</c:v>
                </c:pt>
                <c:pt idx="190">
                  <c:v>120</c:v>
                </c:pt>
                <c:pt idx="191">
                  <c:v>119.795768793</c:v>
                </c:pt>
                <c:pt idx="192">
                  <c:v>119.611917435</c:v>
                </c:pt>
                <c:pt idx="193">
                  <c:v>119.466384057</c:v>
                </c:pt>
                <c:pt idx="194">
                  <c:v>119.373323826</c:v>
                </c:pt>
                <c:pt idx="195">
                  <c:v>119.341732274</c:v>
                </c:pt>
                <c:pt idx="196">
                  <c:v>119.374575926</c:v>
                </c:pt>
                <c:pt idx="197">
                  <c:v>119.468514258</c:v>
                </c:pt>
                <c:pt idx="198">
                  <c:v>119.614238959</c:v>
                </c:pt>
                <c:pt idx="199">
                  <c:v>119.797396124</c:v>
                </c:pt>
                <c:pt idx="200">
                  <c:v>120</c:v>
                </c:pt>
                <c:pt idx="201">
                  <c:v>120.202199073</c:v>
                </c:pt>
                <c:pt idx="202">
                  <c:v>120.384221079</c:v>
                </c:pt>
                <c:pt idx="203">
                  <c:v>120.528306376</c:v>
                </c:pt>
                <c:pt idx="204">
                  <c:v>120.620440642</c:v>
                </c:pt>
                <c:pt idx="205">
                  <c:v>120.651717853</c:v>
                </c:pt>
                <c:pt idx="206">
                  <c:v>120.619201</c:v>
                </c:pt>
                <c:pt idx="207">
                  <c:v>120.526197371</c:v>
                </c:pt>
                <c:pt idx="208">
                  <c:v>120.381922654</c:v>
                </c:pt>
                <c:pt idx="209">
                  <c:v>120.200587934</c:v>
                </c:pt>
                <c:pt idx="210">
                  <c:v>120</c:v>
                </c:pt>
                <c:pt idx="211">
                  <c:v>119.799812841</c:v>
                </c:pt>
                <c:pt idx="212">
                  <c:v>119.619601985</c:v>
                </c:pt>
                <c:pt idx="213">
                  <c:v>119.476950361</c:v>
                </c:pt>
                <c:pt idx="214">
                  <c:v>119.385732846</c:v>
                </c:pt>
                <c:pt idx="215">
                  <c:v>119.354766848</c:v>
                </c:pt>
                <c:pt idx="216">
                  <c:v>119.386960153</c:v>
                </c:pt>
                <c:pt idx="217">
                  <c:v>119.47903838</c:v>
                </c:pt>
                <c:pt idx="218">
                  <c:v>119.62187754</c:v>
                </c:pt>
                <c:pt idx="219">
                  <c:v>119.80140795</c:v>
                </c:pt>
                <c:pt idx="220">
                  <c:v>120</c:v>
                </c:pt>
                <c:pt idx="221">
                  <c:v>120.198195263</c:v>
                </c:pt>
                <c:pt idx="222">
                  <c:v>120.376612992</c:v>
                </c:pt>
                <c:pt idx="223">
                  <c:v>120.517845208</c:v>
                </c:pt>
                <c:pt idx="224">
                  <c:v>120.608155094</c:v>
                </c:pt>
                <c:pt idx="225">
                  <c:v>120.638812975</c:v>
                </c:pt>
                <c:pt idx="226">
                  <c:v>120.606939999</c:v>
                </c:pt>
                <c:pt idx="227">
                  <c:v>120.515777965</c:v>
                </c:pt>
                <c:pt idx="228">
                  <c:v>120.374360079</c:v>
                </c:pt>
                <c:pt idx="229">
                  <c:v>120.196616026</c:v>
                </c:pt>
                <c:pt idx="230">
                  <c:v>120</c:v>
                </c:pt>
                <c:pt idx="231">
                  <c:v>119.803776813</c:v>
                </c:pt>
                <c:pt idx="232">
                  <c:v>119.62713437</c:v>
                </c:pt>
                <c:pt idx="233">
                  <c:v>119.487307437</c:v>
                </c:pt>
                <c:pt idx="234">
                  <c:v>119.397896151</c:v>
                </c:pt>
                <c:pt idx="235">
                  <c:v>119.36754332</c:v>
                </c:pt>
                <c:pt idx="236">
                  <c:v>119.399099155</c:v>
                </c:pt>
                <c:pt idx="237">
                  <c:v>119.489354112</c:v>
                </c:pt>
                <c:pt idx="238">
                  <c:v>119.629364866</c:v>
                </c:pt>
                <c:pt idx="239">
                  <c:v>119.805340336</c:v>
                </c:pt>
                <c:pt idx="240">
                  <c:v>120</c:v>
                </c:pt>
                <c:pt idx="241">
                  <c:v>120.194270734</c:v>
                </c:pt>
                <c:pt idx="242">
                  <c:v>120.369155555</c:v>
                </c:pt>
                <c:pt idx="243">
                  <c:v>120.507591186</c:v>
                </c:pt>
                <c:pt idx="244">
                  <c:v>120.596112816</c:v>
                </c:pt>
                <c:pt idx="245">
                  <c:v>120.626163631</c:v>
                </c:pt>
                <c:pt idx="246">
                  <c:v>120.594921782</c:v>
                </c:pt>
                <c:pt idx="247">
                  <c:v>120.505564877</c:v>
                </c:pt>
                <c:pt idx="248">
                  <c:v>120.366947253</c:v>
                </c:pt>
                <c:pt idx="249">
                  <c:v>120.192722768</c:v>
                </c:pt>
                <c:pt idx="250">
                  <c:v>120</c:v>
                </c:pt>
                <c:pt idx="251">
                  <c:v>119.807662292</c:v>
                </c:pt>
                <c:pt idx="252">
                  <c:v>119.634517604</c:v>
                </c:pt>
                <c:pt idx="253">
                  <c:v>119.49745943</c:v>
                </c:pt>
                <c:pt idx="254">
                  <c:v>119.409818606</c:v>
                </c:pt>
                <c:pt idx="255">
                  <c:v>119.380066802</c:v>
                </c:pt>
                <c:pt idx="256">
                  <c:v>119.410997789</c:v>
                </c:pt>
                <c:pt idx="257">
                  <c:v>119.499465578</c:v>
                </c:pt>
                <c:pt idx="258">
                  <c:v>119.636703933</c:v>
                </c:pt>
                <c:pt idx="259">
                  <c:v>119.809194855</c:v>
                </c:pt>
                <c:pt idx="260">
                  <c:v>120</c:v>
                </c:pt>
                <c:pt idx="261">
                  <c:v>120.190423916</c:v>
                </c:pt>
                <c:pt idx="262">
                  <c:v>120.361845785</c:v>
                </c:pt>
                <c:pt idx="263">
                  <c:v>120.497540207</c:v>
                </c:pt>
                <c:pt idx="264">
                  <c:v>120.584308991</c:v>
                </c:pt>
                <c:pt idx="265">
                  <c:v>120.61376476</c:v>
                </c:pt>
                <c:pt idx="266">
                  <c:v>120.583141541</c:v>
                </c:pt>
                <c:pt idx="267">
                  <c:v>120.495554022</c:v>
                </c:pt>
                <c:pt idx="268">
                  <c:v>120.35968121</c:v>
                </c:pt>
                <c:pt idx="269">
                  <c:v>120.188906602</c:v>
                </c:pt>
                <c:pt idx="270">
                  <c:v>120</c:v>
                </c:pt>
                <c:pt idx="271">
                  <c:v>119.811470834</c:v>
                </c:pt>
                <c:pt idx="272">
                  <c:v>119.641754641</c:v>
                </c:pt>
                <c:pt idx="273">
                  <c:v>119.5074104</c:v>
                </c:pt>
                <c:pt idx="274">
                  <c:v>119.42150498</c:v>
                </c:pt>
                <c:pt idx="275">
                  <c:v>119.392342301</c:v>
                </c:pt>
                <c:pt idx="276">
                  <c:v>119.422660814</c:v>
                </c:pt>
                <c:pt idx="277">
                  <c:v>119.509376823</c:v>
                </c:pt>
                <c:pt idx="278">
                  <c:v>119.643897677</c:v>
                </c:pt>
                <c:pt idx="279">
                  <c:v>119.81297305</c:v>
                </c:pt>
                <c:pt idx="280">
                  <c:v>120</c:v>
                </c:pt>
                <c:pt idx="281">
                  <c:v>120.18665327</c:v>
                </c:pt>
                <c:pt idx="282">
                  <c:v>120.354680758</c:v>
                </c:pt>
                <c:pt idx="283">
                  <c:v>120.487688251</c:v>
                </c:pt>
                <c:pt idx="284">
                  <c:v>120.572738898</c:v>
                </c:pt>
                <c:pt idx="285">
                  <c:v>120.601611403</c:v>
                </c:pt>
                <c:pt idx="286">
                  <c:v>120.571594565</c:v>
                </c:pt>
                <c:pt idx="287">
                  <c:v>120.485741394</c:v>
                </c:pt>
                <c:pt idx="288">
                  <c:v>120.352559045</c:v>
                </c:pt>
                <c:pt idx="289">
                  <c:v>120.185166</c:v>
                </c:pt>
                <c:pt idx="290">
                  <c:v>120</c:v>
                </c:pt>
                <c:pt idx="291">
                  <c:v>119.815203962</c:v>
                </c:pt>
                <c:pt idx="292">
                  <c:v>119.648848374</c:v>
                </c:pt>
                <c:pt idx="293">
                  <c:v>119.517164328</c:v>
                </c:pt>
                <c:pt idx="294">
                  <c:v>119.432959949</c:v>
                </c:pt>
                <c:pt idx="295">
                  <c:v>119.40437473</c:v>
                </c:pt>
                <c:pt idx="296">
                  <c:v>119.434092896</c:v>
                </c:pt>
                <c:pt idx="297">
                  <c:v>119.519091813</c:v>
                </c:pt>
                <c:pt idx="298">
                  <c:v>119.650948976</c:v>
                </c:pt>
                <c:pt idx="299">
                  <c:v>119.816676432</c:v>
                </c:pt>
                <c:pt idx="300">
                  <c:v>120</c:v>
                </c:pt>
                <c:pt idx="301">
                  <c:v>120.182957287</c:v>
                </c:pt>
                <c:pt idx="302">
                  <c:v>120.347657609</c:v>
                </c:pt>
                <c:pt idx="303">
                  <c:v>120.478031377</c:v>
                </c:pt>
                <c:pt idx="304">
                  <c:v>120.561397908</c:v>
                </c:pt>
                <c:pt idx="305">
                  <c:v>120.5896987</c:v>
                </c:pt>
                <c:pt idx="306">
                  <c:v>120.560276234</c:v>
                </c:pt>
                <c:pt idx="307">
                  <c:v>120.47612307</c:v>
                </c:pt>
                <c:pt idx="308">
                  <c:v>120.345577908</c:v>
                </c:pt>
                <c:pt idx="309">
                  <c:v>120.181499468</c:v>
                </c:pt>
                <c:pt idx="310">
                  <c:v>120</c:v>
                </c:pt>
                <c:pt idx="311">
                  <c:v>119.818863168</c:v>
                </c:pt>
                <c:pt idx="312">
                  <c:v>119.655801642</c:v>
                </c:pt>
                <c:pt idx="313">
                  <c:v>119.526725115</c:v>
                </c:pt>
                <c:pt idx="314">
                  <c:v>119.444188094</c:v>
                </c:pt>
                <c:pt idx="315">
                  <c:v>119.416168901</c:v>
                </c:pt>
                <c:pt idx="316">
                  <c:v>119.445298607</c:v>
                </c:pt>
                <c:pt idx="317">
                  <c:v>119.528614433</c:v>
                </c:pt>
                <c:pt idx="318">
                  <c:v>119.657860649</c:v>
                </c:pt>
                <c:pt idx="319">
                  <c:v>119.820306482</c:v>
                </c:pt>
                <c:pt idx="320">
                  <c:v>120</c:v>
                </c:pt>
                <c:pt idx="321">
                  <c:v>120.17933449</c:v>
                </c:pt>
                <c:pt idx="322">
                  <c:v>120.340773527</c:v>
                </c:pt>
                <c:pt idx="323">
                  <c:v>120.468565721</c:v>
                </c:pt>
                <c:pt idx="324">
                  <c:v>120.550281485</c:v>
                </c:pt>
                <c:pt idx="325">
                  <c:v>120.578021883</c:v>
                </c:pt>
                <c:pt idx="326">
                  <c:v>120.549182022</c:v>
                </c:pt>
                <c:pt idx="327">
                  <c:v>120.466695202</c:v>
                </c:pt>
                <c:pt idx="328">
                  <c:v>120.338735007</c:v>
                </c:pt>
                <c:pt idx="329">
                  <c:v>120.177905538</c:v>
                </c:pt>
                <c:pt idx="330">
                  <c:v>120</c:v>
                </c:pt>
                <c:pt idx="331">
                  <c:v>119.822449918</c:v>
                </c:pt>
                <c:pt idx="332">
                  <c:v>119.662617226</c:v>
                </c:pt>
                <c:pt idx="333">
                  <c:v>119.536096585</c:v>
                </c:pt>
                <c:pt idx="334">
                  <c:v>119.455193908</c:v>
                </c:pt>
                <c:pt idx="335">
                  <c:v>119.427729531</c:v>
                </c:pt>
                <c:pt idx="336">
                  <c:v>119.456282431</c:v>
                </c:pt>
                <c:pt idx="337">
                  <c:v>119.537948493</c:v>
                </c:pt>
                <c:pt idx="338">
                  <c:v>119.664635462</c:v>
                </c:pt>
                <c:pt idx="339">
                  <c:v>119.823864652</c:v>
                </c:pt>
                <c:pt idx="340">
                  <c:v>120</c:v>
                </c:pt>
                <c:pt idx="341">
                  <c:v>120.175783429</c:v>
                </c:pt>
                <c:pt idx="342">
                  <c:v>120.334025759</c:v>
                </c:pt>
                <c:pt idx="343">
                  <c:v>120.459287498</c:v>
                </c:pt>
                <c:pt idx="344">
                  <c:v>120.539385181</c:v>
                </c:pt>
                <c:pt idx="345">
                  <c:v>120.566576283</c:v>
                </c:pt>
                <c:pt idx="346">
                  <c:v>120.538307489</c:v>
                </c:pt>
                <c:pt idx="347">
                  <c:v>120.457454018</c:v>
                </c:pt>
                <c:pt idx="348">
                  <c:v>120.332027605</c:v>
                </c:pt>
                <c:pt idx="349">
                  <c:v>120.174382772</c:v>
                </c:pt>
                <c:pt idx="350">
                  <c:v>120</c:v>
                </c:pt>
                <c:pt idx="351">
                  <c:v>119.825965645</c:v>
                </c:pt>
                <c:pt idx="352">
                  <c:v>119.669297853</c:v>
                </c:pt>
                <c:pt idx="353">
                  <c:v>119.545282489</c:v>
                </c:pt>
                <c:pt idx="354">
                  <c:v>119.465981791</c:v>
                </c:pt>
                <c:pt idx="355">
                  <c:v>119.439061245</c:v>
                </c:pt>
                <c:pt idx="356">
                  <c:v>119.46704876</c:v>
                </c:pt>
                <c:pt idx="357">
                  <c:v>119.547097726</c:v>
                </c:pt>
                <c:pt idx="358">
                  <c:v>119.671276125</c:v>
                </c:pt>
                <c:pt idx="359">
                  <c:v>119.827352366</c:v>
                </c:pt>
                <c:pt idx="360">
                  <c:v>120</c:v>
                </c:pt>
                <c:pt idx="361">
                  <c:v>120.172302684</c:v>
                </c:pt>
                <c:pt idx="362">
                  <c:v>120.327411606</c:v>
                </c:pt>
                <c:pt idx="363">
                  <c:v>120.450192997</c:v>
                </c:pt>
                <c:pt idx="364">
                  <c:v>120.528704639</c:v>
                </c:pt>
                <c:pt idx="365">
                  <c:v>120.555357321</c:v>
                </c:pt>
                <c:pt idx="366">
                  <c:v>120.527648287</c:v>
                </c:pt>
                <c:pt idx="367">
                  <c:v>120.448395821</c:v>
                </c:pt>
                <c:pt idx="368">
                  <c:v>120.325453018</c:v>
                </c:pt>
                <c:pt idx="369">
                  <c:v>120.170929762</c:v>
                </c:pt>
                <c:pt idx="370">
                  <c:v>120</c:v>
                </c:pt>
                <c:pt idx="371">
                  <c:v>119.829411756</c:v>
                </c:pt>
                <c:pt idx="372">
                  <c:v>119.675846194</c:v>
                </c:pt>
                <c:pt idx="373">
                  <c:v>119.554286499</c:v>
                </c:pt>
                <c:pt idx="374">
                  <c:v>119.47655606</c:v>
                </c:pt>
                <c:pt idx="375">
                  <c:v>119.450168577</c:v>
                </c:pt>
                <c:pt idx="376">
                  <c:v>119.477601902</c:v>
                </c:pt>
                <c:pt idx="377">
                  <c:v>119.556065792</c:v>
                </c:pt>
                <c:pt idx="378">
                  <c:v>119.677785294</c:v>
                </c:pt>
                <c:pt idx="379">
                  <c:v>119.830771018</c:v>
                </c:pt>
                <c:pt idx="380">
                  <c:v>120</c:v>
                </c:pt>
                <c:pt idx="381">
                  <c:v>120.168890862</c:v>
                </c:pt>
                <c:pt idx="382">
                  <c:v>120.320928422</c:v>
                </c:pt>
                <c:pt idx="383">
                  <c:v>120.441278578</c:v>
                </c:pt>
                <c:pt idx="384">
                  <c:v>120.518235586</c:v>
                </c:pt>
                <c:pt idx="385">
                  <c:v>120.544360509</c:v>
                </c:pt>
                <c:pt idx="386">
                  <c:v>120.51720015</c:v>
                </c:pt>
                <c:pt idx="387">
                  <c:v>120.439516989</c:v>
                </c:pt>
                <c:pt idx="388">
                  <c:v>120.319008616</c:v>
                </c:pt>
                <c:pt idx="389">
                  <c:v>120.167545126</c:v>
                </c:pt>
                <c:pt idx="390">
                  <c:v>120</c:v>
                </c:pt>
                <c:pt idx="391">
                  <c:v>119.83278963</c:v>
                </c:pt>
                <c:pt idx="392">
                  <c:v>119.68226487</c:v>
                </c:pt>
                <c:pt idx="393">
                  <c:v>119.563112217</c:v>
                </c:pt>
                <c:pt idx="394">
                  <c:v>119.486920944</c:v>
                </c:pt>
                <c:pt idx="395">
                  <c:v>119.461055969</c:v>
                </c:pt>
                <c:pt idx="396">
                  <c:v>119.487946077</c:v>
                </c:pt>
                <c:pt idx="397">
                  <c:v>119.564856278</c:v>
                </c:pt>
                <c:pt idx="398">
                  <c:v>119.684165572</c:v>
                </c:pt>
                <c:pt idx="399">
                  <c:v>119.834121976</c:v>
                </c:pt>
                <c:pt idx="400">
                  <c:v>120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24"/>
          <c:min val="116"/>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Signalwert (a. E.)</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50112"/>
        <c:crossesAt val="116"/>
        <c:majorUnit val="2"/>
      </c:valAx>
      <c:valAx>
        <c:axId val="48650112"/>
        <c:scaling>
          <c:orientation val="minMax"/>
          <c:max val="5"/>
          <c:min val="1"/>
        </c:scaling>
        <c:delete val="0"/>
        <c:axPos val="b"/>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72768"/>
        <c:crossesAt val="1"/>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Matrix Pencil</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Data'!$A$2:$A$25</c:f>
              <c:numCache>
                <c:formatCode>General</c:formatCode>
                <c:ptCount val="24"/>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numCache>
            </c:numRef>
          </c:xVal>
          <c:yVal>
            <c:numRef>
              <c:f>'Chart Data'!$B$2:$B$25</c:f>
              <c:numCache>
                <c:formatCode>0.0</c:formatCode>
                <c:ptCount val="24"/>
                <c:pt idx="0">
                  <c:v>2.5134</c:v>
                </c:pt>
                <c:pt idx="1">
                  <c:v>2.04433337329</c:v>
                </c:pt>
                <c:pt idx="2">
                  <c:v>1.66840443656</c:v>
                </c:pt>
                <c:pt idx="3">
                  <c:v>1.36641802121</c:v>
                </c:pt>
                <c:pt idx="4">
                  <c:v>1.12323248737</c:v>
                </c:pt>
                <c:pt idx="5">
                  <c:v>0.926889718004</c:v>
                </c:pt>
                <c:pt idx="6">
                  <c:v>0.767933856373</c:v>
                </c:pt>
                <c:pt idx="7">
                  <c:v>0.638877552311</c:v>
                </c:pt>
                <c:pt idx="8">
                  <c:v>0.53378353174</c:v>
                </c:pt>
                <c:pt idx="9">
                  <c:v>0.447936361735</c:v>
                </c:pt>
                <c:pt idx="10">
                  <c:v>0.377584788435</c:v>
                </c:pt>
                <c:pt idx="11">
                  <c:v>0.319739319933</c:v>
                </c:pt>
                <c:pt idx="12">
                  <c:v>0.272013077375</c:v>
                </c:pt>
                <c:pt idx="13">
                  <c:v>0.232496552903</c:v>
                </c:pt>
                <c:pt idx="14">
                  <c:v>0.199658954607</c:v>
                </c:pt>
                <c:pt idx="15">
                  <c:v>0.172270412691</c:v>
                </c:pt>
                <c:pt idx="16">
                  <c:v>0.149340566017</c:v>
                </c:pt>
                <c:pt idx="17">
                  <c:v>0.130070020692</c:v>
                </c:pt>
                <c:pt idx="18">
                  <c:v>0.113811932464</c:v>
                </c:pt>
                <c:pt idx="19">
                  <c:v>0.100041558756</c:v>
                </c:pt>
                <c:pt idx="20">
                  <c:v>0.0883320908454</c:v>
                </c:pt>
                <c:pt idx="21">
                  <c:v>0.0783354401935</c:v>
                </c:pt>
                <c:pt idx="22">
                  <c:v>0.0697669374345</c:v>
                </c:pt>
                <c:pt idx="23">
                  <c:v>0.0623931253672</c:v>
                </c:pt>
              </c:numCache>
            </c:numRef>
          </c:yVal>
        </c:ser>
        <c:ser>
          <c:idx val="1"/>
          <c:order val="1"/>
          <c:tx>
            <c:v>NIST-Daten</c:v>
          </c:tx>
          <c:spPr>
            <a:solidFill xmlns:a="http://schemas.openxmlformats.org/drawingml/2006/main">
              <a:srgbClr val="BD6A2A"/>
            </a:solidFill>
            <a:ln xmlns:a="http://schemas.openxmlformats.org/drawingml/2006/main" w="953">
              <a:solidFill>
                <a:srgbClr val="BD6A2A"/>
              </a:solidFill>
              <a:prstDash val="solid"/>
            </a:ln>
          </c:spPr>
          <c:marker>
            <c:symbol val="circle"/>
            <c:size val="5"/>
            <c:spPr>
              <a:solidFill xmlns:a="http://schemas.openxmlformats.org/drawingml/2006/main">
                <a:srgbClr val="BD6A2A"/>
              </a:solidFill>
            </c:spPr>
          </c:marker>
          <c:xVal>
            <c:numRef>
              <c:f>'Chart Data'!$C$2:$C$25</c:f>
              <c:numCache>
                <c:formatCode>General</c:formatCode>
                <c:ptCount val="24"/>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1.05</c:v>
                </c:pt>
                <c:pt idx="22">
                  <c:v>1.1</c:v>
                </c:pt>
                <c:pt idx="23">
                  <c:v>1.15</c:v>
                </c:pt>
              </c:numCache>
            </c:numRef>
          </c:xVal>
          <c:yVal>
            <c:numRef>
              <c:f>'Chart Data'!$D$2:$D$25</c:f>
              <c:numCache>
                <c:formatCode>0.0</c:formatCode>
                <c:ptCount val="24"/>
                <c:pt idx="0">
                  <c:v>2.5134</c:v>
                </c:pt>
                <c:pt idx="1">
                  <c:v>2.04433337329</c:v>
                </c:pt>
                <c:pt idx="2">
                  <c:v>1.66840443656</c:v>
                </c:pt>
                <c:pt idx="3">
                  <c:v>1.36641802121</c:v>
                </c:pt>
                <c:pt idx="4">
                  <c:v>1.12323248737</c:v>
                </c:pt>
                <c:pt idx="5">
                  <c:v>0.926889718004</c:v>
                </c:pt>
                <c:pt idx="6">
                  <c:v>0.767933856373</c:v>
                </c:pt>
                <c:pt idx="7">
                  <c:v>0.638877552311</c:v>
                </c:pt>
                <c:pt idx="8">
                  <c:v>0.53378353174</c:v>
                </c:pt>
                <c:pt idx="9">
                  <c:v>0.447936361735</c:v>
                </c:pt>
                <c:pt idx="10">
                  <c:v>0.377584788435</c:v>
                </c:pt>
                <c:pt idx="11">
                  <c:v>0.319739319933</c:v>
                </c:pt>
                <c:pt idx="12">
                  <c:v>0.272013077375</c:v>
                </c:pt>
                <c:pt idx="13">
                  <c:v>0.232496552903</c:v>
                </c:pt>
                <c:pt idx="14">
                  <c:v>0.199658954606</c:v>
                </c:pt>
                <c:pt idx="15">
                  <c:v>0.172270412691</c:v>
                </c:pt>
                <c:pt idx="16">
                  <c:v>0.149340566017</c:v>
                </c:pt>
                <c:pt idx="17">
                  <c:v>0.130070020692</c:v>
                </c:pt>
                <c:pt idx="18">
                  <c:v>0.113811932464</c:v>
                </c:pt>
                <c:pt idx="19">
                  <c:v>0.100041558756</c:v>
                </c:pt>
                <c:pt idx="20">
                  <c:v>0.0883320908454</c:v>
                </c:pt>
                <c:pt idx="21">
                  <c:v>0.0783354401935</c:v>
                </c:pt>
                <c:pt idx="22">
                  <c:v>0.0697669374345</c:v>
                </c:pt>
                <c:pt idx="23">
                  <c:v>0.0623931253672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y (Einheit nicht angegeben)</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50112"/>
        <c:crossesAt val="0"/>
        <c:majorUnit val="0.5"/>
      </c:valAx>
      <c:valAx>
        <c:axId val="48650112"/>
        <c:scaling>
          <c:orientation val="minMax"/>
          <c:max val="1.2"/>
          <c:min val="0"/>
        </c:scaling>
        <c:delete val="0"/>
        <c:axPos val="b"/>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x (Einheit nicht angegeben)</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72768"/>
        <c:crossesAt val="0"/>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Messung</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Data'!$A$2:$A$3000</c:f>
              <c:numCache>
                <c:formatCode>General</c:formatCode>
                <c:ptCount val="2999"/>
                <c:pt idx="0">
                  <c:v>0.0200000000001</c:v>
                </c:pt>
                <c:pt idx="1">
                  <c:v>0.0247500000001</c:v>
                </c:pt>
                <c:pt idx="2">
                  <c:v>0.0250000000001</c:v>
                </c:pt>
                <c:pt idx="3">
                  <c:v>0.0297500000001</c:v>
                </c:pt>
                <c:pt idx="4">
                  <c:v>0.0300000000001</c:v>
                </c:pt>
                <c:pt idx="5">
                  <c:v>0.0347500000002</c:v>
                </c:pt>
                <c:pt idx="6">
                  <c:v>0.0350000000002</c:v>
                </c:pt>
                <c:pt idx="7">
                  <c:v>0.0397500000002</c:v>
                </c:pt>
                <c:pt idx="8">
                  <c:v>0.0400000000002</c:v>
                </c:pt>
                <c:pt idx="9">
                  <c:v>0.0447500000002</c:v>
                </c:pt>
                <c:pt idx="10">
                  <c:v>0.0450000000002</c:v>
                </c:pt>
                <c:pt idx="11">
                  <c:v>0.0497500000002</c:v>
                </c:pt>
                <c:pt idx="12">
                  <c:v>0.0500000000002</c:v>
                </c:pt>
                <c:pt idx="13">
                  <c:v>0.0547500000003</c:v>
                </c:pt>
                <c:pt idx="14">
                  <c:v>0.0550000000003</c:v>
                </c:pt>
                <c:pt idx="15">
                  <c:v>0.0597500000003</c:v>
                </c:pt>
                <c:pt idx="16">
                  <c:v>0.0600000000003</c:v>
                </c:pt>
                <c:pt idx="17">
                  <c:v>0.0647500000003</c:v>
                </c:pt>
                <c:pt idx="18">
                  <c:v>0.0650000000003</c:v>
                </c:pt>
                <c:pt idx="19">
                  <c:v>0.0697500000003</c:v>
                </c:pt>
                <c:pt idx="20">
                  <c:v>0.0700000000003</c:v>
                </c:pt>
                <c:pt idx="21">
                  <c:v>0.0747500000004</c:v>
                </c:pt>
                <c:pt idx="22">
                  <c:v>0.0750000000004</c:v>
                </c:pt>
                <c:pt idx="23">
                  <c:v>0.0797500000004</c:v>
                </c:pt>
                <c:pt idx="24">
                  <c:v>0.0800000000004</c:v>
                </c:pt>
                <c:pt idx="25">
                  <c:v>0.0847500000004</c:v>
                </c:pt>
                <c:pt idx="26">
                  <c:v>0.0850000000004</c:v>
                </c:pt>
                <c:pt idx="27">
                  <c:v>0.0897500000004</c:v>
                </c:pt>
                <c:pt idx="28">
                  <c:v>0.0900000000004</c:v>
                </c:pt>
                <c:pt idx="29">
                  <c:v>0.0947500000005</c:v>
                </c:pt>
                <c:pt idx="30">
                  <c:v>0.0950000000005</c:v>
                </c:pt>
                <c:pt idx="31">
                  <c:v>0.0997500000005</c:v>
                </c:pt>
                <c:pt idx="32">
                  <c:v>0.1</c:v>
                </c:pt>
                <c:pt idx="33">
                  <c:v>0.104750000001</c:v>
                </c:pt>
                <c:pt idx="34">
                  <c:v>0.105000000001</c:v>
                </c:pt>
                <c:pt idx="35">
                  <c:v>0.109750000001</c:v>
                </c:pt>
                <c:pt idx="36">
                  <c:v>0.110000000001</c:v>
                </c:pt>
                <c:pt idx="37">
                  <c:v>0.114750000001</c:v>
                </c:pt>
                <c:pt idx="38">
                  <c:v>0.115000000001</c:v>
                </c:pt>
                <c:pt idx="39">
                  <c:v>0.119750000001</c:v>
                </c:pt>
                <c:pt idx="40">
                  <c:v>0.120000000001</c:v>
                </c:pt>
                <c:pt idx="41">
                  <c:v>0.124750000001</c:v>
                </c:pt>
                <c:pt idx="42">
                  <c:v>0.125000000001</c:v>
                </c:pt>
                <c:pt idx="43">
                  <c:v>0.129750000001</c:v>
                </c:pt>
                <c:pt idx="44">
                  <c:v>0.130000000001</c:v>
                </c:pt>
                <c:pt idx="45">
                  <c:v>0.134750000001</c:v>
                </c:pt>
                <c:pt idx="46">
                  <c:v>0.135000000001</c:v>
                </c:pt>
                <c:pt idx="47">
                  <c:v>0.139750000001</c:v>
                </c:pt>
                <c:pt idx="48">
                  <c:v>0.140000000001</c:v>
                </c:pt>
                <c:pt idx="49">
                  <c:v>0.144750000001</c:v>
                </c:pt>
                <c:pt idx="50">
                  <c:v>0.145000000001</c:v>
                </c:pt>
                <c:pt idx="51">
                  <c:v>0.149750000001</c:v>
                </c:pt>
                <c:pt idx="52">
                  <c:v>0.150000000001</c:v>
                </c:pt>
                <c:pt idx="53">
                  <c:v>0.154750000001</c:v>
                </c:pt>
                <c:pt idx="54">
                  <c:v>0.155000000001</c:v>
                </c:pt>
                <c:pt idx="55">
                  <c:v>0.159750000001</c:v>
                </c:pt>
                <c:pt idx="56">
                  <c:v>0.160000000001</c:v>
                </c:pt>
                <c:pt idx="57">
                  <c:v>0.164750000001</c:v>
                </c:pt>
                <c:pt idx="58">
                  <c:v>0.165000000001</c:v>
                </c:pt>
                <c:pt idx="59">
                  <c:v>0.169500000001</c:v>
                </c:pt>
                <c:pt idx="60">
                  <c:v>0.169750000001</c:v>
                </c:pt>
                <c:pt idx="61">
                  <c:v>0.174250000001</c:v>
                </c:pt>
                <c:pt idx="62">
                  <c:v>0.174500000001</c:v>
                </c:pt>
                <c:pt idx="63">
                  <c:v>0.179000000001</c:v>
                </c:pt>
                <c:pt idx="64">
                  <c:v>0.179250000001</c:v>
                </c:pt>
                <c:pt idx="65">
                  <c:v>0.183750000001</c:v>
                </c:pt>
                <c:pt idx="66">
                  <c:v>0.184000000001</c:v>
                </c:pt>
                <c:pt idx="67">
                  <c:v>0.188500000001</c:v>
                </c:pt>
                <c:pt idx="68">
                  <c:v>0.188750000001</c:v>
                </c:pt>
                <c:pt idx="69">
                  <c:v>0.193250000001</c:v>
                </c:pt>
                <c:pt idx="70">
                  <c:v>0.193500000001</c:v>
                </c:pt>
                <c:pt idx="71">
                  <c:v>0.198000000001</c:v>
                </c:pt>
                <c:pt idx="72">
                  <c:v>0.198250000001</c:v>
                </c:pt>
                <c:pt idx="73">
                  <c:v>0.202750000001</c:v>
                </c:pt>
                <c:pt idx="74">
                  <c:v>0.203000000001</c:v>
                </c:pt>
                <c:pt idx="75">
                  <c:v>0.207500000001</c:v>
                </c:pt>
                <c:pt idx="76">
                  <c:v>0.207750000001</c:v>
                </c:pt>
                <c:pt idx="77">
                  <c:v>0.212250000001</c:v>
                </c:pt>
                <c:pt idx="78">
                  <c:v>0.212500000001</c:v>
                </c:pt>
                <c:pt idx="79">
                  <c:v>0.217000000001</c:v>
                </c:pt>
                <c:pt idx="80">
                  <c:v>0.217250000001</c:v>
                </c:pt>
                <c:pt idx="81">
                  <c:v>0.221750000001</c:v>
                </c:pt>
                <c:pt idx="82">
                  <c:v>0.222000000001</c:v>
                </c:pt>
                <c:pt idx="83">
                  <c:v>0.226500000001</c:v>
                </c:pt>
                <c:pt idx="84">
                  <c:v>0.226750000001</c:v>
                </c:pt>
                <c:pt idx="85">
                  <c:v>0.231250000001</c:v>
                </c:pt>
                <c:pt idx="86">
                  <c:v>0.231500000001</c:v>
                </c:pt>
                <c:pt idx="87">
                  <c:v>0.236000000001</c:v>
                </c:pt>
                <c:pt idx="88">
                  <c:v>0.236250000001</c:v>
                </c:pt>
                <c:pt idx="89">
                  <c:v>0.240750000001</c:v>
                </c:pt>
                <c:pt idx="90">
                  <c:v>0.241000000001</c:v>
                </c:pt>
                <c:pt idx="91">
                  <c:v>0.245500000001</c:v>
                </c:pt>
                <c:pt idx="92">
                  <c:v>0.245750000001</c:v>
                </c:pt>
                <c:pt idx="93">
                  <c:v>0.250250000001</c:v>
                </c:pt>
                <c:pt idx="94">
                  <c:v>0.250500000001</c:v>
                </c:pt>
                <c:pt idx="95">
                  <c:v>0.255000000001</c:v>
                </c:pt>
                <c:pt idx="96">
                  <c:v>0.255250000001</c:v>
                </c:pt>
                <c:pt idx="97">
                  <c:v>0.259750000001</c:v>
                </c:pt>
                <c:pt idx="98">
                  <c:v>0.260000000001</c:v>
                </c:pt>
                <c:pt idx="99">
                  <c:v>0.264500000001</c:v>
                </c:pt>
                <c:pt idx="100">
                  <c:v>0.264750000001</c:v>
                </c:pt>
                <c:pt idx="101">
                  <c:v>0.269250000001</c:v>
                </c:pt>
                <c:pt idx="102">
                  <c:v>0.269500000001</c:v>
                </c:pt>
                <c:pt idx="103">
                  <c:v>0.274000000001</c:v>
                </c:pt>
                <c:pt idx="104">
                  <c:v>0.274250000001</c:v>
                </c:pt>
                <c:pt idx="105">
                  <c:v>0.278750000001</c:v>
                </c:pt>
                <c:pt idx="106">
                  <c:v>0.279000000001</c:v>
                </c:pt>
                <c:pt idx="107">
                  <c:v>0.283500000001</c:v>
                </c:pt>
                <c:pt idx="108">
                  <c:v>0.283750000001</c:v>
                </c:pt>
                <c:pt idx="109">
                  <c:v>0.288250000001</c:v>
                </c:pt>
                <c:pt idx="110">
                  <c:v>0.288500000001</c:v>
                </c:pt>
                <c:pt idx="111">
                  <c:v>0.293000000001</c:v>
                </c:pt>
                <c:pt idx="112">
                  <c:v>0.293250000001</c:v>
                </c:pt>
                <c:pt idx="113">
                  <c:v>0.297750000001</c:v>
                </c:pt>
                <c:pt idx="114">
                  <c:v>0.298000000001</c:v>
                </c:pt>
                <c:pt idx="115">
                  <c:v>0.302500000001</c:v>
                </c:pt>
                <c:pt idx="116">
                  <c:v>0.302750000001</c:v>
                </c:pt>
                <c:pt idx="117">
                  <c:v>0.307250000001</c:v>
                </c:pt>
                <c:pt idx="118">
                  <c:v>0.307500000001</c:v>
                </c:pt>
                <c:pt idx="119">
                  <c:v>0.312000000001</c:v>
                </c:pt>
                <c:pt idx="120">
                  <c:v>0.312250000001</c:v>
                </c:pt>
                <c:pt idx="121">
                  <c:v>0.316750000002</c:v>
                </c:pt>
                <c:pt idx="122">
                  <c:v>0.317000000002</c:v>
                </c:pt>
                <c:pt idx="123">
                  <c:v>0.321500000002</c:v>
                </c:pt>
                <c:pt idx="124">
                  <c:v>0.321750000002</c:v>
                </c:pt>
                <c:pt idx="125">
                  <c:v>0.326250000002</c:v>
                </c:pt>
                <c:pt idx="126">
                  <c:v>0.326500000002</c:v>
                </c:pt>
                <c:pt idx="127">
                  <c:v>0.331000000002</c:v>
                </c:pt>
                <c:pt idx="128">
                  <c:v>0.331250000002</c:v>
                </c:pt>
                <c:pt idx="129">
                  <c:v>0.335750000002</c:v>
                </c:pt>
                <c:pt idx="130">
                  <c:v>0.336000000002</c:v>
                </c:pt>
                <c:pt idx="131">
                  <c:v>0.340500000002</c:v>
                </c:pt>
                <c:pt idx="132">
                  <c:v>0.340750000002</c:v>
                </c:pt>
                <c:pt idx="133">
                  <c:v>0.345250000002</c:v>
                </c:pt>
                <c:pt idx="134">
                  <c:v>0.345500000002</c:v>
                </c:pt>
                <c:pt idx="135">
                  <c:v>0.350000000002</c:v>
                </c:pt>
                <c:pt idx="136">
                  <c:v>0.350250000002</c:v>
                </c:pt>
                <c:pt idx="137">
                  <c:v>0.354750000002</c:v>
                </c:pt>
                <c:pt idx="138">
                  <c:v>0.355000000002</c:v>
                </c:pt>
                <c:pt idx="139">
                  <c:v>0.359500000002</c:v>
                </c:pt>
                <c:pt idx="140">
                  <c:v>0.359750000002</c:v>
                </c:pt>
                <c:pt idx="141">
                  <c:v>0.364250000002</c:v>
                </c:pt>
                <c:pt idx="142">
                  <c:v>0.364500000002</c:v>
                </c:pt>
                <c:pt idx="143">
                  <c:v>0.369000000002</c:v>
                </c:pt>
                <c:pt idx="144">
                  <c:v>0.369250000002</c:v>
                </c:pt>
                <c:pt idx="145">
                  <c:v>0.373750000002</c:v>
                </c:pt>
                <c:pt idx="146">
                  <c:v>0.374000000002</c:v>
                </c:pt>
                <c:pt idx="147">
                  <c:v>0.378500000002</c:v>
                </c:pt>
                <c:pt idx="148">
                  <c:v>0.378750000002</c:v>
                </c:pt>
                <c:pt idx="149">
                  <c:v>0.383250000002</c:v>
                </c:pt>
                <c:pt idx="150">
                  <c:v>0.383500000002</c:v>
                </c:pt>
                <c:pt idx="151">
                  <c:v>0.388000000002</c:v>
                </c:pt>
                <c:pt idx="152">
                  <c:v>0.388250000002</c:v>
                </c:pt>
                <c:pt idx="153">
                  <c:v>0.392750000002</c:v>
                </c:pt>
                <c:pt idx="154">
                  <c:v>0.393000000002</c:v>
                </c:pt>
                <c:pt idx="155">
                  <c:v>0.397500000002</c:v>
                </c:pt>
                <c:pt idx="156">
                  <c:v>0.397750000002</c:v>
                </c:pt>
                <c:pt idx="157">
                  <c:v>0.402250000002</c:v>
                </c:pt>
                <c:pt idx="158">
                  <c:v>0.402500000002</c:v>
                </c:pt>
                <c:pt idx="159">
                  <c:v>0.407000000002</c:v>
                </c:pt>
                <c:pt idx="160">
                  <c:v>0.407250000002</c:v>
                </c:pt>
                <c:pt idx="161">
                  <c:v>0.411750000002</c:v>
                </c:pt>
                <c:pt idx="162">
                  <c:v>0.412000000002</c:v>
                </c:pt>
                <c:pt idx="163">
                  <c:v>0.416500000002</c:v>
                </c:pt>
                <c:pt idx="164">
                  <c:v>0.416750000002</c:v>
                </c:pt>
                <c:pt idx="165">
                  <c:v>0.421250000002</c:v>
                </c:pt>
                <c:pt idx="166">
                  <c:v>0.421500000002</c:v>
                </c:pt>
                <c:pt idx="167">
                  <c:v>0.426000000002</c:v>
                </c:pt>
                <c:pt idx="168">
                  <c:v>0.426250000002</c:v>
                </c:pt>
                <c:pt idx="169">
                  <c:v>0.430750000002</c:v>
                </c:pt>
                <c:pt idx="170">
                  <c:v>0.431000000002</c:v>
                </c:pt>
                <c:pt idx="171">
                  <c:v>0.435500000002</c:v>
                </c:pt>
                <c:pt idx="172">
                  <c:v>0.435750000002</c:v>
                </c:pt>
                <c:pt idx="173">
                  <c:v>0.440250000002</c:v>
                </c:pt>
                <c:pt idx="174">
                  <c:v>0.440500000002</c:v>
                </c:pt>
                <c:pt idx="175">
                  <c:v>0.445000000002</c:v>
                </c:pt>
                <c:pt idx="176">
                  <c:v>0.445250000002</c:v>
                </c:pt>
                <c:pt idx="177">
                  <c:v>0.449750000002</c:v>
                </c:pt>
                <c:pt idx="178">
                  <c:v>0.450000000002</c:v>
                </c:pt>
                <c:pt idx="179">
                  <c:v>0.454500000002</c:v>
                </c:pt>
                <c:pt idx="180">
                  <c:v>0.454750000002</c:v>
                </c:pt>
                <c:pt idx="181">
                  <c:v>0.459250000002</c:v>
                </c:pt>
                <c:pt idx="182">
                  <c:v>0.459500000002</c:v>
                </c:pt>
                <c:pt idx="183">
                  <c:v>0.464000000002</c:v>
                </c:pt>
                <c:pt idx="184">
                  <c:v>0.464250000002</c:v>
                </c:pt>
                <c:pt idx="185">
                  <c:v>0.468750000002</c:v>
                </c:pt>
                <c:pt idx="186">
                  <c:v>0.469000000002</c:v>
                </c:pt>
                <c:pt idx="187">
                  <c:v>0.473500000002</c:v>
                </c:pt>
                <c:pt idx="188">
                  <c:v>0.473750000002</c:v>
                </c:pt>
                <c:pt idx="189">
                  <c:v>0.478250000002</c:v>
                </c:pt>
                <c:pt idx="190">
                  <c:v>0.478500000002</c:v>
                </c:pt>
                <c:pt idx="191">
                  <c:v>0.483000000002</c:v>
                </c:pt>
                <c:pt idx="192">
                  <c:v>0.483250000002</c:v>
                </c:pt>
                <c:pt idx="193">
                  <c:v>0.487750000002</c:v>
                </c:pt>
                <c:pt idx="194">
                  <c:v>0.488000000002</c:v>
                </c:pt>
                <c:pt idx="195">
                  <c:v>0.492500000002</c:v>
                </c:pt>
                <c:pt idx="196">
                  <c:v>0.492750000002</c:v>
                </c:pt>
                <c:pt idx="197">
                  <c:v>0.497250000002</c:v>
                </c:pt>
                <c:pt idx="198">
                  <c:v>0.497500000002</c:v>
                </c:pt>
                <c:pt idx="199">
                  <c:v>0.502000000002</c:v>
                </c:pt>
                <c:pt idx="200">
                  <c:v>0.502250000002</c:v>
                </c:pt>
                <c:pt idx="201">
                  <c:v>0.506750000002</c:v>
                </c:pt>
                <c:pt idx="202">
                  <c:v>0.507000000002</c:v>
                </c:pt>
                <c:pt idx="203">
                  <c:v>0.511500000002</c:v>
                </c:pt>
                <c:pt idx="204">
                  <c:v>0.511750000002</c:v>
                </c:pt>
                <c:pt idx="205">
                  <c:v>0.516250000002</c:v>
                </c:pt>
                <c:pt idx="206">
                  <c:v>0.516500000002</c:v>
                </c:pt>
                <c:pt idx="207">
                  <c:v>0.521000000002</c:v>
                </c:pt>
                <c:pt idx="208">
                  <c:v>0.521250000002</c:v>
                </c:pt>
                <c:pt idx="209">
                  <c:v>0.525750000003</c:v>
                </c:pt>
                <c:pt idx="210">
                  <c:v>0.526000000003</c:v>
                </c:pt>
                <c:pt idx="211">
                  <c:v>0.530500000003</c:v>
                </c:pt>
                <c:pt idx="212">
                  <c:v>0.530750000003</c:v>
                </c:pt>
                <c:pt idx="213">
                  <c:v>0.535250000003</c:v>
                </c:pt>
                <c:pt idx="214">
                  <c:v>0.535500000003</c:v>
                </c:pt>
                <c:pt idx="215">
                  <c:v>0.540000000003</c:v>
                </c:pt>
                <c:pt idx="216">
                  <c:v>0.540250000003</c:v>
                </c:pt>
                <c:pt idx="217">
                  <c:v>0.544750000003</c:v>
                </c:pt>
                <c:pt idx="218">
                  <c:v>0.545000000003</c:v>
                </c:pt>
                <c:pt idx="219">
                  <c:v>0.549500000003</c:v>
                </c:pt>
                <c:pt idx="220">
                  <c:v>0.549750000003</c:v>
                </c:pt>
                <c:pt idx="221">
                  <c:v>0.554250000003</c:v>
                </c:pt>
                <c:pt idx="222">
                  <c:v>0.554500000003</c:v>
                </c:pt>
                <c:pt idx="223">
                  <c:v>0.559000000003</c:v>
                </c:pt>
                <c:pt idx="224">
                  <c:v>0.559250000003</c:v>
                </c:pt>
                <c:pt idx="225">
                  <c:v>0.563750000003</c:v>
                </c:pt>
                <c:pt idx="226">
                  <c:v>0.564000000003</c:v>
                </c:pt>
                <c:pt idx="227">
                  <c:v>0.568500000003</c:v>
                </c:pt>
                <c:pt idx="228">
                  <c:v>0.568750000003</c:v>
                </c:pt>
                <c:pt idx="229">
                  <c:v>0.573250000003</c:v>
                </c:pt>
                <c:pt idx="230">
                  <c:v>0.573500000003</c:v>
                </c:pt>
                <c:pt idx="231">
                  <c:v>0.578000000003</c:v>
                </c:pt>
                <c:pt idx="232">
                  <c:v>0.578250000003</c:v>
                </c:pt>
                <c:pt idx="233">
                  <c:v>0.582750000003</c:v>
                </c:pt>
                <c:pt idx="234">
                  <c:v>0.583000000003</c:v>
                </c:pt>
                <c:pt idx="235">
                  <c:v>0.587500000003</c:v>
                </c:pt>
                <c:pt idx="236">
                  <c:v>0.587750000003</c:v>
                </c:pt>
                <c:pt idx="237">
                  <c:v>0.592250000003</c:v>
                </c:pt>
                <c:pt idx="238">
                  <c:v>0.592500000003</c:v>
                </c:pt>
                <c:pt idx="239">
                  <c:v>0.597000000003</c:v>
                </c:pt>
                <c:pt idx="240">
                  <c:v>0.597250000003</c:v>
                </c:pt>
                <c:pt idx="241">
                  <c:v>0.601750000003</c:v>
                </c:pt>
                <c:pt idx="242">
                  <c:v>0.602000000003</c:v>
                </c:pt>
                <c:pt idx="243">
                  <c:v>0.606500000003</c:v>
                </c:pt>
                <c:pt idx="244">
                  <c:v>0.606750000003</c:v>
                </c:pt>
                <c:pt idx="245">
                  <c:v>0.611250000003</c:v>
                </c:pt>
                <c:pt idx="246">
                  <c:v>0.611500000003</c:v>
                </c:pt>
                <c:pt idx="247">
                  <c:v>0.616000000003</c:v>
                </c:pt>
                <c:pt idx="248">
                  <c:v>0.616250000003</c:v>
                </c:pt>
                <c:pt idx="249">
                  <c:v>0.620750000003</c:v>
                </c:pt>
                <c:pt idx="250">
                  <c:v>0.621000000003</c:v>
                </c:pt>
                <c:pt idx="251">
                  <c:v>0.625500000003</c:v>
                </c:pt>
                <c:pt idx="252">
                  <c:v>0.625750000003</c:v>
                </c:pt>
                <c:pt idx="253">
                  <c:v>0.630250000003</c:v>
                </c:pt>
                <c:pt idx="254">
                  <c:v>0.630500000003</c:v>
                </c:pt>
                <c:pt idx="255">
                  <c:v>0.635000000003</c:v>
                </c:pt>
                <c:pt idx="256">
                  <c:v>0.635250000003</c:v>
                </c:pt>
                <c:pt idx="257">
                  <c:v>0.639750000003</c:v>
                </c:pt>
                <c:pt idx="258">
                  <c:v>0.640000000003</c:v>
                </c:pt>
                <c:pt idx="259">
                  <c:v>0.644500000003</c:v>
                </c:pt>
                <c:pt idx="260">
                  <c:v>0.644750000003</c:v>
                </c:pt>
                <c:pt idx="261">
                  <c:v>0.649250000003</c:v>
                </c:pt>
                <c:pt idx="262">
                  <c:v>0.649500000003</c:v>
                </c:pt>
                <c:pt idx="263">
                  <c:v>0.654000000003</c:v>
                </c:pt>
                <c:pt idx="264">
                  <c:v>0.654250000003</c:v>
                </c:pt>
                <c:pt idx="265">
                  <c:v>0.658750000003</c:v>
                </c:pt>
                <c:pt idx="266">
                  <c:v>0.659000000003</c:v>
                </c:pt>
                <c:pt idx="267">
                  <c:v>0.663500000003</c:v>
                </c:pt>
                <c:pt idx="268">
                  <c:v>0.663750000003</c:v>
                </c:pt>
                <c:pt idx="269">
                  <c:v>0.668250000003</c:v>
                </c:pt>
                <c:pt idx="270">
                  <c:v>0.668500000003</c:v>
                </c:pt>
                <c:pt idx="271">
                  <c:v>0.673000000003</c:v>
                </c:pt>
                <c:pt idx="272">
                  <c:v>0.673250000003</c:v>
                </c:pt>
                <c:pt idx="273">
                  <c:v>0.677750000003</c:v>
                </c:pt>
                <c:pt idx="274">
                  <c:v>0.678000000003</c:v>
                </c:pt>
                <c:pt idx="275">
                  <c:v>0.682500000003</c:v>
                </c:pt>
                <c:pt idx="276">
                  <c:v>0.682750000003</c:v>
                </c:pt>
                <c:pt idx="277">
                  <c:v>0.687250000003</c:v>
                </c:pt>
                <c:pt idx="278">
                  <c:v>0.687500000003</c:v>
                </c:pt>
                <c:pt idx="279">
                  <c:v>0.692000000003</c:v>
                </c:pt>
                <c:pt idx="280">
                  <c:v>0.692250000003</c:v>
                </c:pt>
                <c:pt idx="281">
                  <c:v>0.696750000003</c:v>
                </c:pt>
                <c:pt idx="282">
                  <c:v>0.697000000003</c:v>
                </c:pt>
                <c:pt idx="283">
                  <c:v>0.701500000003</c:v>
                </c:pt>
                <c:pt idx="284">
                  <c:v>0.701750000003</c:v>
                </c:pt>
                <c:pt idx="285">
                  <c:v>0.706250000003</c:v>
                </c:pt>
                <c:pt idx="286">
                  <c:v>0.706500000003</c:v>
                </c:pt>
                <c:pt idx="287">
                  <c:v>0.711000000003</c:v>
                </c:pt>
                <c:pt idx="288">
                  <c:v>0.711250000003</c:v>
                </c:pt>
                <c:pt idx="289">
                  <c:v>0.715750000003</c:v>
                </c:pt>
                <c:pt idx="290">
                  <c:v>0.716000000003</c:v>
                </c:pt>
                <c:pt idx="291">
                  <c:v>0.720500000003</c:v>
                </c:pt>
                <c:pt idx="292">
                  <c:v>0.720750000003</c:v>
                </c:pt>
                <c:pt idx="293">
                  <c:v>0.725250000003</c:v>
                </c:pt>
                <c:pt idx="294">
                  <c:v>0.725500000003</c:v>
                </c:pt>
                <c:pt idx="295">
                  <c:v>0.730000000003</c:v>
                </c:pt>
                <c:pt idx="296">
                  <c:v>0.730250000003</c:v>
                </c:pt>
                <c:pt idx="297">
                  <c:v>0.734750000004</c:v>
                </c:pt>
                <c:pt idx="298">
                  <c:v>0.735000000004</c:v>
                </c:pt>
                <c:pt idx="299">
                  <c:v>0.739500000004</c:v>
                </c:pt>
                <c:pt idx="300">
                  <c:v>0.739750000004</c:v>
                </c:pt>
                <c:pt idx="301">
                  <c:v>0.744250000004</c:v>
                </c:pt>
                <c:pt idx="302">
                  <c:v>0.744500000004</c:v>
                </c:pt>
                <c:pt idx="303">
                  <c:v>0.749000000004</c:v>
                </c:pt>
                <c:pt idx="304">
                  <c:v>0.749250000004</c:v>
                </c:pt>
                <c:pt idx="305">
                  <c:v>0.753750000004</c:v>
                </c:pt>
                <c:pt idx="306">
                  <c:v>0.754000000004</c:v>
                </c:pt>
                <c:pt idx="307">
                  <c:v>0.758500000004</c:v>
                </c:pt>
                <c:pt idx="308">
                  <c:v>0.758750000004</c:v>
                </c:pt>
                <c:pt idx="309">
                  <c:v>0.763250000004</c:v>
                </c:pt>
                <c:pt idx="310">
                  <c:v>0.763500000004</c:v>
                </c:pt>
                <c:pt idx="311">
                  <c:v>0.768000000004</c:v>
                </c:pt>
                <c:pt idx="312">
                  <c:v>0.768250000004</c:v>
                </c:pt>
                <c:pt idx="313">
                  <c:v>0.772750000004</c:v>
                </c:pt>
                <c:pt idx="314">
                  <c:v>0.773000000004</c:v>
                </c:pt>
                <c:pt idx="315">
                  <c:v>0.777500000004</c:v>
                </c:pt>
                <c:pt idx="316">
                  <c:v>0.777750000004</c:v>
                </c:pt>
                <c:pt idx="317">
                  <c:v>0.782250000004</c:v>
                </c:pt>
                <c:pt idx="318">
                  <c:v>0.782500000004</c:v>
                </c:pt>
                <c:pt idx="319">
                  <c:v>0.787000000004</c:v>
                </c:pt>
                <c:pt idx="320">
                  <c:v>0.787250000004</c:v>
                </c:pt>
                <c:pt idx="321">
                  <c:v>0.791750000004</c:v>
                </c:pt>
                <c:pt idx="322">
                  <c:v>0.792000000004</c:v>
                </c:pt>
                <c:pt idx="323">
                  <c:v>0.796500000004</c:v>
                </c:pt>
                <c:pt idx="324">
                  <c:v>0.796750000004</c:v>
                </c:pt>
                <c:pt idx="325">
                  <c:v>0.801250000004</c:v>
                </c:pt>
                <c:pt idx="326">
                  <c:v>0.801500000004</c:v>
                </c:pt>
                <c:pt idx="327">
                  <c:v>0.806000000004</c:v>
                </c:pt>
                <c:pt idx="328">
                  <c:v>0.806250000004</c:v>
                </c:pt>
                <c:pt idx="329">
                  <c:v>0.810750000004</c:v>
                </c:pt>
                <c:pt idx="330">
                  <c:v>0.811000000004</c:v>
                </c:pt>
                <c:pt idx="331">
                  <c:v>0.815500000004</c:v>
                </c:pt>
                <c:pt idx="332">
                  <c:v>0.815750000004</c:v>
                </c:pt>
                <c:pt idx="333">
                  <c:v>0.820250000004</c:v>
                </c:pt>
                <c:pt idx="334">
                  <c:v>0.820500000004</c:v>
                </c:pt>
                <c:pt idx="335">
                  <c:v>0.825000000004</c:v>
                </c:pt>
                <c:pt idx="336">
                  <c:v>0.825250000004</c:v>
                </c:pt>
                <c:pt idx="337">
                  <c:v>0.829750000004</c:v>
                </c:pt>
                <c:pt idx="338">
                  <c:v>0.830000000004</c:v>
                </c:pt>
                <c:pt idx="339">
                  <c:v>0.834500000004</c:v>
                </c:pt>
                <c:pt idx="340">
                  <c:v>0.834750000004</c:v>
                </c:pt>
                <c:pt idx="341">
                  <c:v>0.839250000004</c:v>
                </c:pt>
                <c:pt idx="342">
                  <c:v>0.839500000004</c:v>
                </c:pt>
                <c:pt idx="343">
                  <c:v>0.844000000004</c:v>
                </c:pt>
                <c:pt idx="344">
                  <c:v>0.844250000004</c:v>
                </c:pt>
                <c:pt idx="345">
                  <c:v>0.848750000004</c:v>
                </c:pt>
                <c:pt idx="346">
                  <c:v>0.849000000004</c:v>
                </c:pt>
                <c:pt idx="347">
                  <c:v>0.853500000004</c:v>
                </c:pt>
                <c:pt idx="348">
                  <c:v>0.853750000004</c:v>
                </c:pt>
                <c:pt idx="349">
                  <c:v>0.858250000004</c:v>
                </c:pt>
                <c:pt idx="350">
                  <c:v>0.858500000004</c:v>
                </c:pt>
                <c:pt idx="351">
                  <c:v>0.863000000004</c:v>
                </c:pt>
                <c:pt idx="352">
                  <c:v>0.863250000004</c:v>
                </c:pt>
                <c:pt idx="353">
                  <c:v>0.867750000004</c:v>
                </c:pt>
                <c:pt idx="354">
                  <c:v>0.868000000004</c:v>
                </c:pt>
                <c:pt idx="355">
                  <c:v>0.872500000004</c:v>
                </c:pt>
                <c:pt idx="356">
                  <c:v>0.872750000004</c:v>
                </c:pt>
                <c:pt idx="357">
                  <c:v>0.877250000004</c:v>
                </c:pt>
                <c:pt idx="358">
                  <c:v>0.877500000004</c:v>
                </c:pt>
                <c:pt idx="359">
                  <c:v>0.882000000004</c:v>
                </c:pt>
                <c:pt idx="360">
                  <c:v>0.882250000004</c:v>
                </c:pt>
                <c:pt idx="361">
                  <c:v>0.886750000004</c:v>
                </c:pt>
                <c:pt idx="362">
                  <c:v>0.887000000004</c:v>
                </c:pt>
                <c:pt idx="363">
                  <c:v>0.891500000004</c:v>
                </c:pt>
                <c:pt idx="364">
                  <c:v>0.891750000004</c:v>
                </c:pt>
                <c:pt idx="365">
                  <c:v>0.896250000004</c:v>
                </c:pt>
                <c:pt idx="366">
                  <c:v>0.896500000004</c:v>
                </c:pt>
                <c:pt idx="367">
                  <c:v>0.901000000004</c:v>
                </c:pt>
                <c:pt idx="368">
                  <c:v>0.901250000004</c:v>
                </c:pt>
                <c:pt idx="369">
                  <c:v>0.905750000004</c:v>
                </c:pt>
                <c:pt idx="370">
                  <c:v>0.906000000004</c:v>
                </c:pt>
                <c:pt idx="371">
                  <c:v>0.910500000004</c:v>
                </c:pt>
                <c:pt idx="372">
                  <c:v>0.910750000004</c:v>
                </c:pt>
                <c:pt idx="373">
                  <c:v>0.915250000004</c:v>
                </c:pt>
                <c:pt idx="374">
                  <c:v>0.915500000004</c:v>
                </c:pt>
                <c:pt idx="375">
                  <c:v>0.920000000004</c:v>
                </c:pt>
                <c:pt idx="376">
                  <c:v>0.920250000004</c:v>
                </c:pt>
                <c:pt idx="377">
                  <c:v>0.924750000004</c:v>
                </c:pt>
                <c:pt idx="378">
                  <c:v>0.925000000004</c:v>
                </c:pt>
                <c:pt idx="379">
                  <c:v>0.929500000004</c:v>
                </c:pt>
                <c:pt idx="380">
                  <c:v>0.929750000004</c:v>
                </c:pt>
                <c:pt idx="381">
                  <c:v>0.934250000004</c:v>
                </c:pt>
                <c:pt idx="382">
                  <c:v>0.934500000004</c:v>
                </c:pt>
                <c:pt idx="383">
                  <c:v>0.939000000004</c:v>
                </c:pt>
                <c:pt idx="384">
                  <c:v>0.939250000004</c:v>
                </c:pt>
                <c:pt idx="385">
                  <c:v>0.943750000005</c:v>
                </c:pt>
                <c:pt idx="386">
                  <c:v>0.944000000005</c:v>
                </c:pt>
                <c:pt idx="387">
                  <c:v>0.948500000005</c:v>
                </c:pt>
                <c:pt idx="388">
                  <c:v>0.948750000005</c:v>
                </c:pt>
                <c:pt idx="389">
                  <c:v>0.953250000005</c:v>
                </c:pt>
                <c:pt idx="390">
                  <c:v>0.953500000005</c:v>
                </c:pt>
                <c:pt idx="391">
                  <c:v>0.958000000005</c:v>
                </c:pt>
                <c:pt idx="392">
                  <c:v>0.958250000005</c:v>
                </c:pt>
                <c:pt idx="393">
                  <c:v>0.962750000005</c:v>
                </c:pt>
                <c:pt idx="394">
                  <c:v>0.963000000005</c:v>
                </c:pt>
                <c:pt idx="395">
                  <c:v>0.967500000005</c:v>
                </c:pt>
                <c:pt idx="396">
                  <c:v>0.967750000005</c:v>
                </c:pt>
                <c:pt idx="397">
                  <c:v>0.972250000005</c:v>
                </c:pt>
                <c:pt idx="398">
                  <c:v>0.972500000005</c:v>
                </c:pt>
                <c:pt idx="399">
                  <c:v>0.977000000005</c:v>
                </c:pt>
                <c:pt idx="400">
                  <c:v>0.977250000005</c:v>
                </c:pt>
                <c:pt idx="401">
                  <c:v>0.981750000005</c:v>
                </c:pt>
                <c:pt idx="402">
                  <c:v>0.982000000005</c:v>
                </c:pt>
                <c:pt idx="403">
                  <c:v>0.986500000005</c:v>
                </c:pt>
                <c:pt idx="404">
                  <c:v>0.986750000005</c:v>
                </c:pt>
                <c:pt idx="405">
                  <c:v>0.991250000005</c:v>
                </c:pt>
                <c:pt idx="406">
                  <c:v>0.991500000005</c:v>
                </c:pt>
                <c:pt idx="407">
                  <c:v>0.996000000005</c:v>
                </c:pt>
                <c:pt idx="408">
                  <c:v>0.996250000005</c:v>
                </c:pt>
                <c:pt idx="409">
                  <c:v>0.999500000005</c:v>
                </c:pt>
                <c:pt idx="410">
                  <c:v>0.999750000005</c:v>
                </c:pt>
                <c:pt idx="411">
                  <c:v>1</c:v>
                </c:pt>
                <c:pt idx="412">
                  <c:v>1.00025</c:v>
                </c:pt>
                <c:pt idx="413">
                  <c:v>1.0005</c:v>
                </c:pt>
                <c:pt idx="414">
                  <c:v>1.001</c:v>
                </c:pt>
                <c:pt idx="415">
                  <c:v>1.0055</c:v>
                </c:pt>
                <c:pt idx="416">
                  <c:v>1.00575</c:v>
                </c:pt>
                <c:pt idx="417">
                  <c:v>1.01025</c:v>
                </c:pt>
                <c:pt idx="418">
                  <c:v>1.0105</c:v>
                </c:pt>
                <c:pt idx="419">
                  <c:v>1.015</c:v>
                </c:pt>
                <c:pt idx="420">
                  <c:v>1.01525</c:v>
                </c:pt>
                <c:pt idx="421">
                  <c:v>1.01975</c:v>
                </c:pt>
                <c:pt idx="422">
                  <c:v>1.02</c:v>
                </c:pt>
                <c:pt idx="423">
                  <c:v>1.0245</c:v>
                </c:pt>
                <c:pt idx="424">
                  <c:v>1.02475</c:v>
                </c:pt>
                <c:pt idx="425">
                  <c:v>1.02925</c:v>
                </c:pt>
                <c:pt idx="426">
                  <c:v>1.0295</c:v>
                </c:pt>
                <c:pt idx="427">
                  <c:v>1.034</c:v>
                </c:pt>
                <c:pt idx="428">
                  <c:v>1.03425</c:v>
                </c:pt>
                <c:pt idx="429">
                  <c:v>1.03875</c:v>
                </c:pt>
                <c:pt idx="430">
                  <c:v>1.039</c:v>
                </c:pt>
                <c:pt idx="431">
                  <c:v>1.0435</c:v>
                </c:pt>
                <c:pt idx="432">
                  <c:v>1.04375</c:v>
                </c:pt>
                <c:pt idx="433">
                  <c:v>1.04825000001</c:v>
                </c:pt>
                <c:pt idx="434">
                  <c:v>1.04850000001</c:v>
                </c:pt>
                <c:pt idx="435">
                  <c:v>1.05300000001</c:v>
                </c:pt>
                <c:pt idx="436">
                  <c:v>1.05325000001</c:v>
                </c:pt>
                <c:pt idx="437">
                  <c:v>1.05625000001</c:v>
                </c:pt>
                <c:pt idx="438">
                  <c:v>1.05750000001</c:v>
                </c:pt>
                <c:pt idx="439">
                  <c:v>1.05775000001</c:v>
                </c:pt>
                <c:pt idx="440">
                  <c:v>1.05800000001</c:v>
                </c:pt>
                <c:pt idx="441">
                  <c:v>1.06250000001</c:v>
                </c:pt>
                <c:pt idx="442">
                  <c:v>1.06275000001</c:v>
                </c:pt>
                <c:pt idx="443">
                  <c:v>1.06725000001</c:v>
                </c:pt>
                <c:pt idx="444">
                  <c:v>1.06750000001</c:v>
                </c:pt>
                <c:pt idx="445">
                  <c:v>1.07200000001</c:v>
                </c:pt>
                <c:pt idx="446">
                  <c:v>1.07225000001</c:v>
                </c:pt>
                <c:pt idx="447">
                  <c:v>1.07675000001</c:v>
                </c:pt>
                <c:pt idx="448">
                  <c:v>1.07700000001</c:v>
                </c:pt>
                <c:pt idx="449">
                  <c:v>1.08150000001</c:v>
                </c:pt>
                <c:pt idx="450">
                  <c:v>1.08175000001</c:v>
                </c:pt>
                <c:pt idx="451">
                  <c:v>1.08625000001</c:v>
                </c:pt>
                <c:pt idx="452">
                  <c:v>1.08650000001</c:v>
                </c:pt>
                <c:pt idx="453">
                  <c:v>1.09100000001</c:v>
                </c:pt>
                <c:pt idx="454">
                  <c:v>1.09125000001</c:v>
                </c:pt>
                <c:pt idx="455">
                  <c:v>1.09575000001</c:v>
                </c:pt>
                <c:pt idx="456">
                  <c:v>1.09600000001</c:v>
                </c:pt>
                <c:pt idx="457">
                  <c:v>1.10050000001</c:v>
                </c:pt>
                <c:pt idx="458">
                  <c:v>1.10075000001</c:v>
                </c:pt>
                <c:pt idx="459">
                  <c:v>1.10525000001</c:v>
                </c:pt>
                <c:pt idx="460">
                  <c:v>1.10550000001</c:v>
                </c:pt>
                <c:pt idx="461">
                  <c:v>1.11000000001</c:v>
                </c:pt>
                <c:pt idx="462">
                  <c:v>1.11025000001</c:v>
                </c:pt>
                <c:pt idx="463">
                  <c:v>1.11475000001</c:v>
                </c:pt>
                <c:pt idx="464">
                  <c:v>1.11500000001</c:v>
                </c:pt>
                <c:pt idx="465">
                  <c:v>1.11950000001</c:v>
                </c:pt>
                <c:pt idx="466">
                  <c:v>1.11975000001</c:v>
                </c:pt>
                <c:pt idx="467">
                  <c:v>1.12425000001</c:v>
                </c:pt>
                <c:pt idx="468">
                  <c:v>1.12450000001</c:v>
                </c:pt>
                <c:pt idx="469">
                  <c:v>1.12900000001</c:v>
                </c:pt>
                <c:pt idx="470">
                  <c:v>1.12925000001</c:v>
                </c:pt>
                <c:pt idx="471">
                  <c:v>1.13375000001</c:v>
                </c:pt>
                <c:pt idx="472">
                  <c:v>1.13400000001</c:v>
                </c:pt>
                <c:pt idx="473">
                  <c:v>1.13850000001</c:v>
                </c:pt>
                <c:pt idx="474">
                  <c:v>1.13875000001</c:v>
                </c:pt>
                <c:pt idx="475">
                  <c:v>1.14325000001</c:v>
                </c:pt>
                <c:pt idx="476">
                  <c:v>1.14350000001</c:v>
                </c:pt>
                <c:pt idx="477">
                  <c:v>1.14800000001</c:v>
                </c:pt>
                <c:pt idx="478">
                  <c:v>1.14825000001</c:v>
                </c:pt>
                <c:pt idx="479">
                  <c:v>1.15275000001</c:v>
                </c:pt>
                <c:pt idx="480">
                  <c:v>1.15300000001</c:v>
                </c:pt>
                <c:pt idx="481">
                  <c:v>1.15750000001</c:v>
                </c:pt>
                <c:pt idx="482">
                  <c:v>1.15775000001</c:v>
                </c:pt>
                <c:pt idx="483">
                  <c:v>1.16225000001</c:v>
                </c:pt>
                <c:pt idx="484">
                  <c:v>1.16250000001</c:v>
                </c:pt>
                <c:pt idx="485">
                  <c:v>1.16450000001</c:v>
                </c:pt>
                <c:pt idx="486">
                  <c:v>1.16700000001</c:v>
                </c:pt>
                <c:pt idx="487">
                  <c:v>1.16725000001</c:v>
                </c:pt>
                <c:pt idx="488">
                  <c:v>1.17175000001</c:v>
                </c:pt>
                <c:pt idx="489">
                  <c:v>1.17200000001</c:v>
                </c:pt>
                <c:pt idx="490">
                  <c:v>1.17650000001</c:v>
                </c:pt>
                <c:pt idx="491">
                  <c:v>1.17675000001</c:v>
                </c:pt>
                <c:pt idx="492">
                  <c:v>1.18125000001</c:v>
                </c:pt>
                <c:pt idx="493">
                  <c:v>1.18150000001</c:v>
                </c:pt>
                <c:pt idx="494">
                  <c:v>1.18600000001</c:v>
                </c:pt>
                <c:pt idx="495">
                  <c:v>1.18625000001</c:v>
                </c:pt>
                <c:pt idx="496">
                  <c:v>1.19075000001</c:v>
                </c:pt>
                <c:pt idx="497">
                  <c:v>1.19100000001</c:v>
                </c:pt>
                <c:pt idx="498">
                  <c:v>1.19550000001</c:v>
                </c:pt>
                <c:pt idx="499">
                  <c:v>1.19575000001</c:v>
                </c:pt>
                <c:pt idx="500">
                  <c:v>1.20025000001</c:v>
                </c:pt>
                <c:pt idx="501">
                  <c:v>1.20050000001</c:v>
                </c:pt>
                <c:pt idx="502">
                  <c:v>1.20500000001</c:v>
                </c:pt>
                <c:pt idx="503">
                  <c:v>1.20525000001</c:v>
                </c:pt>
                <c:pt idx="504">
                  <c:v>1.20975000001</c:v>
                </c:pt>
                <c:pt idx="505">
                  <c:v>1.21000000001</c:v>
                </c:pt>
                <c:pt idx="506">
                  <c:v>1.21450000001</c:v>
                </c:pt>
                <c:pt idx="507">
                  <c:v>1.21475000001</c:v>
                </c:pt>
                <c:pt idx="508">
                  <c:v>1.21925000001</c:v>
                </c:pt>
                <c:pt idx="509">
                  <c:v>1.21950000001</c:v>
                </c:pt>
                <c:pt idx="510">
                  <c:v>1.22400000001</c:v>
                </c:pt>
                <c:pt idx="511">
                  <c:v>1.22425000001</c:v>
                </c:pt>
                <c:pt idx="512">
                  <c:v>1.22875000001</c:v>
                </c:pt>
                <c:pt idx="513">
                  <c:v>1.22900000001</c:v>
                </c:pt>
                <c:pt idx="514">
                  <c:v>1.23275000001</c:v>
                </c:pt>
                <c:pt idx="515">
                  <c:v>1.23350000001</c:v>
                </c:pt>
                <c:pt idx="516">
                  <c:v>1.23375000001</c:v>
                </c:pt>
                <c:pt idx="517">
                  <c:v>1.23825000001</c:v>
                </c:pt>
                <c:pt idx="518">
                  <c:v>1.23850000001</c:v>
                </c:pt>
                <c:pt idx="519">
                  <c:v>1.24300000001</c:v>
                </c:pt>
                <c:pt idx="520">
                  <c:v>1.24325000001</c:v>
                </c:pt>
                <c:pt idx="521">
                  <c:v>1.24775000001</c:v>
                </c:pt>
                <c:pt idx="522">
                  <c:v>1.24800000001</c:v>
                </c:pt>
                <c:pt idx="523">
                  <c:v>1.25250000001</c:v>
                </c:pt>
                <c:pt idx="524">
                  <c:v>1.25275000001</c:v>
                </c:pt>
                <c:pt idx="525">
                  <c:v>1.25725000001</c:v>
                </c:pt>
                <c:pt idx="526">
                  <c:v>1.25750000001</c:v>
                </c:pt>
                <c:pt idx="527">
                  <c:v>1.26200000001</c:v>
                </c:pt>
                <c:pt idx="528">
                  <c:v>1.26225000001</c:v>
                </c:pt>
                <c:pt idx="529">
                  <c:v>1.26675000001</c:v>
                </c:pt>
                <c:pt idx="530">
                  <c:v>1.26700000001</c:v>
                </c:pt>
                <c:pt idx="531">
                  <c:v>1.27150000001</c:v>
                </c:pt>
                <c:pt idx="532">
                  <c:v>1.27175000001</c:v>
                </c:pt>
                <c:pt idx="533">
                  <c:v>1.27625000001</c:v>
                </c:pt>
                <c:pt idx="534">
                  <c:v>1.27650000001</c:v>
                </c:pt>
                <c:pt idx="535">
                  <c:v>1.28100000001</c:v>
                </c:pt>
                <c:pt idx="536">
                  <c:v>1.28125000001</c:v>
                </c:pt>
                <c:pt idx="537">
                  <c:v>1.28575000001</c:v>
                </c:pt>
                <c:pt idx="538">
                  <c:v>1.28600000001</c:v>
                </c:pt>
                <c:pt idx="539">
                  <c:v>1.29050000001</c:v>
                </c:pt>
                <c:pt idx="540">
                  <c:v>1.29075000001</c:v>
                </c:pt>
                <c:pt idx="541">
                  <c:v>1.29125000001</c:v>
                </c:pt>
                <c:pt idx="542">
                  <c:v>1.29525000001</c:v>
                </c:pt>
                <c:pt idx="543">
                  <c:v>1.29550000001</c:v>
                </c:pt>
                <c:pt idx="544">
                  <c:v>1.30000000001</c:v>
                </c:pt>
                <c:pt idx="545">
                  <c:v>1.30025000001</c:v>
                </c:pt>
                <c:pt idx="546">
                  <c:v>1.30475000001</c:v>
                </c:pt>
                <c:pt idx="547">
                  <c:v>1.30500000001</c:v>
                </c:pt>
                <c:pt idx="548">
                  <c:v>1.30950000001</c:v>
                </c:pt>
                <c:pt idx="549">
                  <c:v>1.30975000001</c:v>
                </c:pt>
                <c:pt idx="550">
                  <c:v>1.31425000001</c:v>
                </c:pt>
                <c:pt idx="551">
                  <c:v>1.31450000001</c:v>
                </c:pt>
                <c:pt idx="552">
                  <c:v>1.31900000001</c:v>
                </c:pt>
                <c:pt idx="553">
                  <c:v>1.31925000001</c:v>
                </c:pt>
                <c:pt idx="554">
                  <c:v>1.32375000001</c:v>
                </c:pt>
                <c:pt idx="555">
                  <c:v>1.32400000001</c:v>
                </c:pt>
                <c:pt idx="556">
                  <c:v>1.32850000001</c:v>
                </c:pt>
                <c:pt idx="557">
                  <c:v>1.32875000001</c:v>
                </c:pt>
                <c:pt idx="558">
                  <c:v>1.33325000001</c:v>
                </c:pt>
                <c:pt idx="559">
                  <c:v>1.33350000001</c:v>
                </c:pt>
                <c:pt idx="560">
                  <c:v>1.33800000001</c:v>
                </c:pt>
                <c:pt idx="561">
                  <c:v>1.33825000001</c:v>
                </c:pt>
                <c:pt idx="562">
                  <c:v>1.34275000001</c:v>
                </c:pt>
                <c:pt idx="563">
                  <c:v>1.34300000001</c:v>
                </c:pt>
                <c:pt idx="564">
                  <c:v>1.34750000001</c:v>
                </c:pt>
                <c:pt idx="565">
                  <c:v>1.34775000001</c:v>
                </c:pt>
                <c:pt idx="566">
                  <c:v>1.35225000001</c:v>
                </c:pt>
                <c:pt idx="567">
                  <c:v>1.35250000001</c:v>
                </c:pt>
                <c:pt idx="568">
                  <c:v>1.35700000001</c:v>
                </c:pt>
                <c:pt idx="569">
                  <c:v>1.35725000001</c:v>
                </c:pt>
                <c:pt idx="570">
                  <c:v>1.36175000001</c:v>
                </c:pt>
                <c:pt idx="571">
                  <c:v>1.36200000001</c:v>
                </c:pt>
                <c:pt idx="572">
                  <c:v>1.36650000001</c:v>
                </c:pt>
                <c:pt idx="573">
                  <c:v>1.36675000001</c:v>
                </c:pt>
                <c:pt idx="574">
                  <c:v>1.37125000001</c:v>
                </c:pt>
                <c:pt idx="575">
                  <c:v>1.37150000001</c:v>
                </c:pt>
                <c:pt idx="576">
                  <c:v>1.37600000001</c:v>
                </c:pt>
                <c:pt idx="577">
                  <c:v>1.37625000001</c:v>
                </c:pt>
                <c:pt idx="578">
                  <c:v>1.38075000001</c:v>
                </c:pt>
                <c:pt idx="579">
                  <c:v>1.38100000001</c:v>
                </c:pt>
                <c:pt idx="580">
                  <c:v>1.38475000001</c:v>
                </c:pt>
                <c:pt idx="581">
                  <c:v>1.38550000001</c:v>
                </c:pt>
                <c:pt idx="582">
                  <c:v>1.38575000001</c:v>
                </c:pt>
                <c:pt idx="583">
                  <c:v>1.39025000001</c:v>
                </c:pt>
                <c:pt idx="584">
                  <c:v>1.39050000001</c:v>
                </c:pt>
                <c:pt idx="585">
                  <c:v>1.39500000001</c:v>
                </c:pt>
                <c:pt idx="586">
                  <c:v>1.39525000001</c:v>
                </c:pt>
                <c:pt idx="587">
                  <c:v>1.39975000001</c:v>
                </c:pt>
                <c:pt idx="588">
                  <c:v>1.40000000001</c:v>
                </c:pt>
                <c:pt idx="589">
                  <c:v>1.40450000001</c:v>
                </c:pt>
                <c:pt idx="590">
                  <c:v>1.40475000001</c:v>
                </c:pt>
                <c:pt idx="591">
                  <c:v>1.40925000001</c:v>
                </c:pt>
                <c:pt idx="592">
                  <c:v>1.40950000001</c:v>
                </c:pt>
                <c:pt idx="593">
                  <c:v>1.41400000001</c:v>
                </c:pt>
                <c:pt idx="594">
                  <c:v>1.41425000001</c:v>
                </c:pt>
                <c:pt idx="595">
                  <c:v>1.41875000001</c:v>
                </c:pt>
                <c:pt idx="596">
                  <c:v>1.41900000001</c:v>
                </c:pt>
                <c:pt idx="597">
                  <c:v>1.42350000001</c:v>
                </c:pt>
                <c:pt idx="598">
                  <c:v>1.42375000001</c:v>
                </c:pt>
                <c:pt idx="599">
                  <c:v>1.42550000001</c:v>
                </c:pt>
                <c:pt idx="600">
                  <c:v>1.42825000001</c:v>
                </c:pt>
                <c:pt idx="601">
                  <c:v>1.42850000001</c:v>
                </c:pt>
                <c:pt idx="602">
                  <c:v>1.43300000001</c:v>
                </c:pt>
                <c:pt idx="603">
                  <c:v>1.43325000001</c:v>
                </c:pt>
                <c:pt idx="604">
                  <c:v>1.43775000001</c:v>
                </c:pt>
                <c:pt idx="605">
                  <c:v>1.43800000001</c:v>
                </c:pt>
                <c:pt idx="606">
                  <c:v>1.44250000001</c:v>
                </c:pt>
                <c:pt idx="607">
                  <c:v>1.44275000001</c:v>
                </c:pt>
                <c:pt idx="608">
                  <c:v>1.44725000001</c:v>
                </c:pt>
                <c:pt idx="609">
                  <c:v>1.44750000001</c:v>
                </c:pt>
                <c:pt idx="610">
                  <c:v>1.45200000001</c:v>
                </c:pt>
                <c:pt idx="611">
                  <c:v>1.45225000001</c:v>
                </c:pt>
                <c:pt idx="612">
                  <c:v>1.45675000001</c:v>
                </c:pt>
                <c:pt idx="613">
                  <c:v>1.45700000001</c:v>
                </c:pt>
                <c:pt idx="614">
                  <c:v>1.46150000001</c:v>
                </c:pt>
                <c:pt idx="615">
                  <c:v>1.46175000001</c:v>
                </c:pt>
                <c:pt idx="616">
                  <c:v>1.46625000001</c:v>
                </c:pt>
                <c:pt idx="617">
                  <c:v>1.46650000001</c:v>
                </c:pt>
                <c:pt idx="618">
                  <c:v>1.47100000001</c:v>
                </c:pt>
                <c:pt idx="619">
                  <c:v>1.47125000001</c:v>
                </c:pt>
                <c:pt idx="620">
                  <c:v>1.47575000001</c:v>
                </c:pt>
                <c:pt idx="621">
                  <c:v>1.47600000001</c:v>
                </c:pt>
                <c:pt idx="622">
                  <c:v>1.48050000001</c:v>
                </c:pt>
                <c:pt idx="623">
                  <c:v>1.48075000001</c:v>
                </c:pt>
                <c:pt idx="624">
                  <c:v>1.48525000001</c:v>
                </c:pt>
                <c:pt idx="625">
                  <c:v>1.48550000001</c:v>
                </c:pt>
                <c:pt idx="626">
                  <c:v>1.49000000001</c:v>
                </c:pt>
                <c:pt idx="627">
                  <c:v>1.49025000001</c:v>
                </c:pt>
                <c:pt idx="628">
                  <c:v>1.49475000001</c:v>
                </c:pt>
                <c:pt idx="629">
                  <c:v>1.49500000001</c:v>
                </c:pt>
                <c:pt idx="630">
                  <c:v>1.49950000001</c:v>
                </c:pt>
                <c:pt idx="631">
                  <c:v>1.49975000001</c:v>
                </c:pt>
                <c:pt idx="632">
                  <c:v>1.50425000001</c:v>
                </c:pt>
                <c:pt idx="633">
                  <c:v>1.50450000001</c:v>
                </c:pt>
                <c:pt idx="634">
                  <c:v>1.50900000001</c:v>
                </c:pt>
                <c:pt idx="635">
                  <c:v>1.50925000001</c:v>
                </c:pt>
                <c:pt idx="636">
                  <c:v>1.51375000001</c:v>
                </c:pt>
                <c:pt idx="637">
                  <c:v>1.51400000001</c:v>
                </c:pt>
                <c:pt idx="638">
                  <c:v>1.51850000001</c:v>
                </c:pt>
                <c:pt idx="639">
                  <c:v>1.51875000001</c:v>
                </c:pt>
                <c:pt idx="640">
                  <c:v>1.52325000001</c:v>
                </c:pt>
                <c:pt idx="641">
                  <c:v>1.52350000001</c:v>
                </c:pt>
                <c:pt idx="642">
                  <c:v>1.52800000001</c:v>
                </c:pt>
                <c:pt idx="643">
                  <c:v>1.52825000001</c:v>
                </c:pt>
                <c:pt idx="644">
                  <c:v>1.53275000001</c:v>
                </c:pt>
                <c:pt idx="645">
                  <c:v>1.53300000001</c:v>
                </c:pt>
                <c:pt idx="646">
                  <c:v>1.53750000001</c:v>
                </c:pt>
                <c:pt idx="647">
                  <c:v>1.53775000001</c:v>
                </c:pt>
                <c:pt idx="648">
                  <c:v>1.54225000001</c:v>
                </c:pt>
                <c:pt idx="649">
                  <c:v>1.54250000001</c:v>
                </c:pt>
                <c:pt idx="650">
                  <c:v>1.54700000001</c:v>
                </c:pt>
                <c:pt idx="651">
                  <c:v>1.54725000001</c:v>
                </c:pt>
                <c:pt idx="652">
                  <c:v>1.55175000001</c:v>
                </c:pt>
                <c:pt idx="653">
                  <c:v>1.55200000001</c:v>
                </c:pt>
                <c:pt idx="654">
                  <c:v>1.55650000001</c:v>
                </c:pt>
                <c:pt idx="655">
                  <c:v>1.55675000001</c:v>
                </c:pt>
                <c:pt idx="656">
                  <c:v>1.56125000001</c:v>
                </c:pt>
                <c:pt idx="657">
                  <c:v>1.56150000001</c:v>
                </c:pt>
                <c:pt idx="658">
                  <c:v>1.56600000001</c:v>
                </c:pt>
                <c:pt idx="659">
                  <c:v>1.56625000001</c:v>
                </c:pt>
                <c:pt idx="660">
                  <c:v>1.57075000001</c:v>
                </c:pt>
                <c:pt idx="661">
                  <c:v>1.57100000001</c:v>
                </c:pt>
                <c:pt idx="662">
                  <c:v>1.57550000001</c:v>
                </c:pt>
                <c:pt idx="663">
                  <c:v>1.57575000001</c:v>
                </c:pt>
                <c:pt idx="664">
                  <c:v>1.58025000001</c:v>
                </c:pt>
                <c:pt idx="665">
                  <c:v>1.58050000001</c:v>
                </c:pt>
                <c:pt idx="666">
                  <c:v>1.58350000001</c:v>
                </c:pt>
                <c:pt idx="667">
                  <c:v>1.58500000001</c:v>
                </c:pt>
                <c:pt idx="668">
                  <c:v>1.58525000001</c:v>
                </c:pt>
                <c:pt idx="669">
                  <c:v>1.58975000001</c:v>
                </c:pt>
                <c:pt idx="670">
                  <c:v>1.59000000001</c:v>
                </c:pt>
                <c:pt idx="671">
                  <c:v>1.59450000001</c:v>
                </c:pt>
                <c:pt idx="672">
                  <c:v>1.59475000001</c:v>
                </c:pt>
                <c:pt idx="673">
                  <c:v>1.59925000001</c:v>
                </c:pt>
                <c:pt idx="674">
                  <c:v>1.59950000001</c:v>
                </c:pt>
                <c:pt idx="675">
                  <c:v>1.60400000001</c:v>
                </c:pt>
                <c:pt idx="676">
                  <c:v>1.60425000001</c:v>
                </c:pt>
                <c:pt idx="677">
                  <c:v>1.60525000001</c:v>
                </c:pt>
                <c:pt idx="678">
                  <c:v>1.60875000001</c:v>
                </c:pt>
                <c:pt idx="679">
                  <c:v>1.60900000001</c:v>
                </c:pt>
                <c:pt idx="680">
                  <c:v>1.61350000001</c:v>
                </c:pt>
                <c:pt idx="681">
                  <c:v>1.61375000001</c:v>
                </c:pt>
                <c:pt idx="682">
                  <c:v>1.61825000001</c:v>
                </c:pt>
                <c:pt idx="683">
                  <c:v>1.61850000001</c:v>
                </c:pt>
                <c:pt idx="684">
                  <c:v>1.62300000001</c:v>
                </c:pt>
                <c:pt idx="685">
                  <c:v>1.62325000001</c:v>
                </c:pt>
                <c:pt idx="686">
                  <c:v>1.62775000001</c:v>
                </c:pt>
                <c:pt idx="687">
                  <c:v>1.62800000001</c:v>
                </c:pt>
                <c:pt idx="688">
                  <c:v>1.63250000001</c:v>
                </c:pt>
                <c:pt idx="689">
                  <c:v>1.63275000001</c:v>
                </c:pt>
                <c:pt idx="690">
                  <c:v>1.63725000001</c:v>
                </c:pt>
                <c:pt idx="691">
                  <c:v>1.63750000001</c:v>
                </c:pt>
                <c:pt idx="692">
                  <c:v>1.64200000001</c:v>
                </c:pt>
                <c:pt idx="693">
                  <c:v>1.64225000001</c:v>
                </c:pt>
                <c:pt idx="694">
                  <c:v>1.64675000001</c:v>
                </c:pt>
                <c:pt idx="695">
                  <c:v>1.64700000001</c:v>
                </c:pt>
                <c:pt idx="696">
                  <c:v>1.65150000001</c:v>
                </c:pt>
                <c:pt idx="697">
                  <c:v>1.65175000001</c:v>
                </c:pt>
                <c:pt idx="698">
                  <c:v>1.65625000001</c:v>
                </c:pt>
                <c:pt idx="699">
                  <c:v>1.65650000001</c:v>
                </c:pt>
                <c:pt idx="700">
                  <c:v>1.66100000001</c:v>
                </c:pt>
                <c:pt idx="701">
                  <c:v>1.66125000001</c:v>
                </c:pt>
                <c:pt idx="702">
                  <c:v>1.66575000001</c:v>
                </c:pt>
                <c:pt idx="703">
                  <c:v>1.66600000001</c:v>
                </c:pt>
                <c:pt idx="704">
                  <c:v>1.67050000001</c:v>
                </c:pt>
                <c:pt idx="705">
                  <c:v>1.67075000001</c:v>
                </c:pt>
                <c:pt idx="706">
                  <c:v>1.67525000001</c:v>
                </c:pt>
                <c:pt idx="707">
                  <c:v>1.67550000001</c:v>
                </c:pt>
                <c:pt idx="708">
                  <c:v>1.68000000001</c:v>
                </c:pt>
                <c:pt idx="709">
                  <c:v>1.68025000001</c:v>
                </c:pt>
                <c:pt idx="710">
                  <c:v>1.68475000001</c:v>
                </c:pt>
                <c:pt idx="711">
                  <c:v>1.68500000001</c:v>
                </c:pt>
                <c:pt idx="712">
                  <c:v>1.68950000001</c:v>
                </c:pt>
                <c:pt idx="713">
                  <c:v>1.68975000001</c:v>
                </c:pt>
                <c:pt idx="714">
                  <c:v>1.69425000001</c:v>
                </c:pt>
                <c:pt idx="715">
                  <c:v>1.69450000001</c:v>
                </c:pt>
                <c:pt idx="716">
                  <c:v>1.69900000001</c:v>
                </c:pt>
                <c:pt idx="717">
                  <c:v>1.69925000001</c:v>
                </c:pt>
                <c:pt idx="718">
                  <c:v>1.70375000001</c:v>
                </c:pt>
                <c:pt idx="719">
                  <c:v>1.70400000001</c:v>
                </c:pt>
                <c:pt idx="720">
                  <c:v>1.70850000001</c:v>
                </c:pt>
                <c:pt idx="721">
                  <c:v>1.70875000001</c:v>
                </c:pt>
                <c:pt idx="722">
                  <c:v>1.71325000001</c:v>
                </c:pt>
                <c:pt idx="723">
                  <c:v>1.71350000001</c:v>
                </c:pt>
                <c:pt idx="724">
                  <c:v>1.71800000001</c:v>
                </c:pt>
                <c:pt idx="725">
                  <c:v>1.71825000001</c:v>
                </c:pt>
                <c:pt idx="726">
                  <c:v>1.72275000001</c:v>
                </c:pt>
                <c:pt idx="727">
                  <c:v>1.72300000001</c:v>
                </c:pt>
                <c:pt idx="728">
                  <c:v>1.72750000001</c:v>
                </c:pt>
                <c:pt idx="729">
                  <c:v>1.72775000001</c:v>
                </c:pt>
                <c:pt idx="730">
                  <c:v>1.73225000001</c:v>
                </c:pt>
                <c:pt idx="731">
                  <c:v>1.73250000001</c:v>
                </c:pt>
                <c:pt idx="732">
                  <c:v>1.73700000001</c:v>
                </c:pt>
                <c:pt idx="733">
                  <c:v>1.73725000001</c:v>
                </c:pt>
                <c:pt idx="734">
                  <c:v>1.74175000001</c:v>
                </c:pt>
                <c:pt idx="735">
                  <c:v>1.74200000001</c:v>
                </c:pt>
                <c:pt idx="736">
                  <c:v>1.74650000001</c:v>
                </c:pt>
                <c:pt idx="737">
                  <c:v>1.74675000001</c:v>
                </c:pt>
                <c:pt idx="738">
                  <c:v>1.75125000001</c:v>
                </c:pt>
                <c:pt idx="739">
                  <c:v>1.75150000001</c:v>
                </c:pt>
                <c:pt idx="740">
                  <c:v>1.75600000001</c:v>
                </c:pt>
                <c:pt idx="741">
                  <c:v>1.75625000001</c:v>
                </c:pt>
                <c:pt idx="742">
                  <c:v>1.76075000001</c:v>
                </c:pt>
                <c:pt idx="743">
                  <c:v>1.76100000001</c:v>
                </c:pt>
                <c:pt idx="744">
                  <c:v>1.76550000001</c:v>
                </c:pt>
                <c:pt idx="745">
                  <c:v>1.76575000001</c:v>
                </c:pt>
                <c:pt idx="746">
                  <c:v>1.77025000001</c:v>
                </c:pt>
                <c:pt idx="747">
                  <c:v>1.77050000001</c:v>
                </c:pt>
                <c:pt idx="748">
                  <c:v>1.77500000001</c:v>
                </c:pt>
                <c:pt idx="749">
                  <c:v>1.77525000001</c:v>
                </c:pt>
                <c:pt idx="750">
                  <c:v>1.77975000001</c:v>
                </c:pt>
                <c:pt idx="751">
                  <c:v>1.78000000001</c:v>
                </c:pt>
                <c:pt idx="752">
                  <c:v>1.78450000001</c:v>
                </c:pt>
                <c:pt idx="753">
                  <c:v>1.78475000001</c:v>
                </c:pt>
                <c:pt idx="754">
                  <c:v>1.78925000001</c:v>
                </c:pt>
                <c:pt idx="755">
                  <c:v>1.78950000001</c:v>
                </c:pt>
                <c:pt idx="756">
                  <c:v>1.79400000001</c:v>
                </c:pt>
                <c:pt idx="757">
                  <c:v>1.79425000001</c:v>
                </c:pt>
                <c:pt idx="758">
                  <c:v>1.79875000001</c:v>
                </c:pt>
                <c:pt idx="759">
                  <c:v>1.79900000001</c:v>
                </c:pt>
                <c:pt idx="760">
                  <c:v>1.80350000001</c:v>
                </c:pt>
                <c:pt idx="761">
                  <c:v>1.80375000001</c:v>
                </c:pt>
                <c:pt idx="762">
                  <c:v>1.80825000001</c:v>
                </c:pt>
                <c:pt idx="763">
                  <c:v>1.80850000001</c:v>
                </c:pt>
                <c:pt idx="764">
                  <c:v>1.81300000001</c:v>
                </c:pt>
                <c:pt idx="765">
                  <c:v>1.81325000001</c:v>
                </c:pt>
                <c:pt idx="766">
                  <c:v>1.81775000001</c:v>
                </c:pt>
                <c:pt idx="767">
                  <c:v>1.81800000001</c:v>
                </c:pt>
                <c:pt idx="768">
                  <c:v>1.82250000001</c:v>
                </c:pt>
                <c:pt idx="769">
                  <c:v>1.82275000001</c:v>
                </c:pt>
                <c:pt idx="770">
                  <c:v>1.82575000001</c:v>
                </c:pt>
                <c:pt idx="771">
                  <c:v>1.82725000001</c:v>
                </c:pt>
                <c:pt idx="772">
                  <c:v>1.82750000001</c:v>
                </c:pt>
                <c:pt idx="773">
                  <c:v>1.83200000001</c:v>
                </c:pt>
                <c:pt idx="774">
                  <c:v>1.83225000001</c:v>
                </c:pt>
                <c:pt idx="775">
                  <c:v>1.83275000001</c:v>
                </c:pt>
                <c:pt idx="776">
                  <c:v>1.83675000001</c:v>
                </c:pt>
                <c:pt idx="777">
                  <c:v>1.83700000001</c:v>
                </c:pt>
                <c:pt idx="778">
                  <c:v>1.84150000001</c:v>
                </c:pt>
                <c:pt idx="779">
                  <c:v>1.84175000001</c:v>
                </c:pt>
                <c:pt idx="780">
                  <c:v>1.84625000001</c:v>
                </c:pt>
                <c:pt idx="781">
                  <c:v>1.84650000001</c:v>
                </c:pt>
                <c:pt idx="782">
                  <c:v>1.85100000001</c:v>
                </c:pt>
                <c:pt idx="783">
                  <c:v>1.85125000001</c:v>
                </c:pt>
                <c:pt idx="784">
                  <c:v>1.85575000001</c:v>
                </c:pt>
                <c:pt idx="785">
                  <c:v>1.85600000001</c:v>
                </c:pt>
                <c:pt idx="786">
                  <c:v>1.86050000001</c:v>
                </c:pt>
                <c:pt idx="787">
                  <c:v>1.86075000001</c:v>
                </c:pt>
                <c:pt idx="788">
                  <c:v>1.86525000001</c:v>
                </c:pt>
                <c:pt idx="789">
                  <c:v>1.86550000001</c:v>
                </c:pt>
                <c:pt idx="790">
                  <c:v>1.87000000001</c:v>
                </c:pt>
                <c:pt idx="791">
                  <c:v>1.87025000001</c:v>
                </c:pt>
                <c:pt idx="792">
                  <c:v>1.87475000001</c:v>
                </c:pt>
                <c:pt idx="793">
                  <c:v>1.87500000001</c:v>
                </c:pt>
                <c:pt idx="794">
                  <c:v>1.87950000001</c:v>
                </c:pt>
                <c:pt idx="795">
                  <c:v>1.87975000001</c:v>
                </c:pt>
                <c:pt idx="796">
                  <c:v>1.88425000001</c:v>
                </c:pt>
                <c:pt idx="797">
                  <c:v>1.88450000001</c:v>
                </c:pt>
                <c:pt idx="798">
                  <c:v>1.88900000001</c:v>
                </c:pt>
                <c:pt idx="799">
                  <c:v>1.88925000001</c:v>
                </c:pt>
                <c:pt idx="800">
                  <c:v>1.89375000001</c:v>
                </c:pt>
                <c:pt idx="801">
                  <c:v>1.89400000001</c:v>
                </c:pt>
                <c:pt idx="802">
                  <c:v>1.89850000001</c:v>
                </c:pt>
                <c:pt idx="803">
                  <c:v>1.89875000001</c:v>
                </c:pt>
                <c:pt idx="804">
                  <c:v>1.90325000001</c:v>
                </c:pt>
                <c:pt idx="805">
                  <c:v>1.90350000001</c:v>
                </c:pt>
                <c:pt idx="806">
                  <c:v>1.90800000001</c:v>
                </c:pt>
                <c:pt idx="807">
                  <c:v>1.90825000001</c:v>
                </c:pt>
                <c:pt idx="808">
                  <c:v>1.91275000001</c:v>
                </c:pt>
                <c:pt idx="809">
                  <c:v>1.91300000001</c:v>
                </c:pt>
                <c:pt idx="810">
                  <c:v>1.91750000001</c:v>
                </c:pt>
                <c:pt idx="811">
                  <c:v>1.91775000001</c:v>
                </c:pt>
                <c:pt idx="812">
                  <c:v>1.92225000001</c:v>
                </c:pt>
                <c:pt idx="813">
                  <c:v>1.92250000001</c:v>
                </c:pt>
                <c:pt idx="814">
                  <c:v>1.92700000001</c:v>
                </c:pt>
                <c:pt idx="815">
                  <c:v>1.92725000001</c:v>
                </c:pt>
                <c:pt idx="816">
                  <c:v>1.93175000001</c:v>
                </c:pt>
                <c:pt idx="817">
                  <c:v>1.93200000001</c:v>
                </c:pt>
                <c:pt idx="818">
                  <c:v>1.93650000001</c:v>
                </c:pt>
                <c:pt idx="819">
                  <c:v>1.93675000001</c:v>
                </c:pt>
                <c:pt idx="820">
                  <c:v>1.94125000001</c:v>
                </c:pt>
                <c:pt idx="821">
                  <c:v>1.94150000001</c:v>
                </c:pt>
                <c:pt idx="822">
                  <c:v>1.94600000001</c:v>
                </c:pt>
                <c:pt idx="823">
                  <c:v>1.94625000001</c:v>
                </c:pt>
                <c:pt idx="824">
                  <c:v>1.95075000001</c:v>
                </c:pt>
                <c:pt idx="825">
                  <c:v>1.95100000001</c:v>
                </c:pt>
                <c:pt idx="826">
                  <c:v>1.95550000001</c:v>
                </c:pt>
                <c:pt idx="827">
                  <c:v>1.95575000001</c:v>
                </c:pt>
                <c:pt idx="828">
                  <c:v>1.96025000001</c:v>
                </c:pt>
                <c:pt idx="829">
                  <c:v>1.96050000001</c:v>
                </c:pt>
                <c:pt idx="830">
                  <c:v>1.96500000001</c:v>
                </c:pt>
                <c:pt idx="831">
                  <c:v>1.96525000001</c:v>
                </c:pt>
                <c:pt idx="832">
                  <c:v>1.96975000001</c:v>
                </c:pt>
                <c:pt idx="833">
                  <c:v>1.97000000001</c:v>
                </c:pt>
                <c:pt idx="834">
                  <c:v>1.97450000001</c:v>
                </c:pt>
                <c:pt idx="835">
                  <c:v>1.97475000001</c:v>
                </c:pt>
                <c:pt idx="836">
                  <c:v>1.97925000001</c:v>
                </c:pt>
                <c:pt idx="837">
                  <c:v>1.97950000001</c:v>
                </c:pt>
                <c:pt idx="838">
                  <c:v>1.98400000001</c:v>
                </c:pt>
                <c:pt idx="839">
                  <c:v>1.98425000001</c:v>
                </c:pt>
                <c:pt idx="840">
                  <c:v>1.98875000001</c:v>
                </c:pt>
                <c:pt idx="841">
                  <c:v>1.98900000001</c:v>
                </c:pt>
                <c:pt idx="842">
                  <c:v>1.99350000001</c:v>
                </c:pt>
                <c:pt idx="843">
                  <c:v>1.99375000001</c:v>
                </c:pt>
                <c:pt idx="844">
                  <c:v>1.99825000001</c:v>
                </c:pt>
                <c:pt idx="845">
                  <c:v>1.99850000001</c:v>
                </c:pt>
                <c:pt idx="846">
                  <c:v>2.00300000001</c:v>
                </c:pt>
                <c:pt idx="847">
                  <c:v>2.00325000001</c:v>
                </c:pt>
                <c:pt idx="848">
                  <c:v>2.00775000001</c:v>
                </c:pt>
                <c:pt idx="849">
                  <c:v>2.00800000001</c:v>
                </c:pt>
                <c:pt idx="850">
                  <c:v>2.01250000001</c:v>
                </c:pt>
                <c:pt idx="851">
                  <c:v>2.01275000001</c:v>
                </c:pt>
                <c:pt idx="852">
                  <c:v>2.01725000001</c:v>
                </c:pt>
                <c:pt idx="853">
                  <c:v>2.01750000001</c:v>
                </c:pt>
                <c:pt idx="854">
                  <c:v>2.02200000001</c:v>
                </c:pt>
                <c:pt idx="855">
                  <c:v>2.02225000001</c:v>
                </c:pt>
                <c:pt idx="856">
                  <c:v>2.02675000001</c:v>
                </c:pt>
                <c:pt idx="857">
                  <c:v>2.02700000001</c:v>
                </c:pt>
                <c:pt idx="858">
                  <c:v>2.03150000001</c:v>
                </c:pt>
                <c:pt idx="859">
                  <c:v>2.03175000001</c:v>
                </c:pt>
                <c:pt idx="860">
                  <c:v>2.03625000001</c:v>
                </c:pt>
                <c:pt idx="861">
                  <c:v>2.03650000001</c:v>
                </c:pt>
                <c:pt idx="862">
                  <c:v>2.04100000001</c:v>
                </c:pt>
                <c:pt idx="863">
                  <c:v>2.04125000001</c:v>
                </c:pt>
                <c:pt idx="864">
                  <c:v>2.04200000001</c:v>
                </c:pt>
                <c:pt idx="865">
                  <c:v>2.04575000001</c:v>
                </c:pt>
                <c:pt idx="866">
                  <c:v>2.04600000001</c:v>
                </c:pt>
                <c:pt idx="867">
                  <c:v>2.04625000001</c:v>
                </c:pt>
                <c:pt idx="868">
                  <c:v>2.05050000001</c:v>
                </c:pt>
                <c:pt idx="869">
                  <c:v>2.05075000001</c:v>
                </c:pt>
                <c:pt idx="870">
                  <c:v>2.05525000001</c:v>
                </c:pt>
                <c:pt idx="871">
                  <c:v>2.05550000001</c:v>
                </c:pt>
                <c:pt idx="872">
                  <c:v>2.06000000001</c:v>
                </c:pt>
                <c:pt idx="873">
                  <c:v>2.06025000001</c:v>
                </c:pt>
                <c:pt idx="874">
                  <c:v>2.06475000001</c:v>
                </c:pt>
                <c:pt idx="875">
                  <c:v>2.06500000001</c:v>
                </c:pt>
                <c:pt idx="876">
                  <c:v>2.06950000001</c:v>
                </c:pt>
                <c:pt idx="877">
                  <c:v>2.06975000001</c:v>
                </c:pt>
                <c:pt idx="878">
                  <c:v>2.07425000001</c:v>
                </c:pt>
                <c:pt idx="879">
                  <c:v>2.07450000001</c:v>
                </c:pt>
                <c:pt idx="880">
                  <c:v>2.07900000001</c:v>
                </c:pt>
                <c:pt idx="881">
                  <c:v>2.07925000001</c:v>
                </c:pt>
                <c:pt idx="882">
                  <c:v>2.08375000001</c:v>
                </c:pt>
                <c:pt idx="883">
                  <c:v>2.08400000001</c:v>
                </c:pt>
                <c:pt idx="884">
                  <c:v>2.08850000001</c:v>
                </c:pt>
                <c:pt idx="885">
                  <c:v>2.08875000001</c:v>
                </c:pt>
                <c:pt idx="886">
                  <c:v>2.09325000001</c:v>
                </c:pt>
                <c:pt idx="887">
                  <c:v>2.09350000001</c:v>
                </c:pt>
                <c:pt idx="888">
                  <c:v>2.09800000001</c:v>
                </c:pt>
                <c:pt idx="889">
                  <c:v>2.09825000001</c:v>
                </c:pt>
                <c:pt idx="890">
                  <c:v>2.10275000001</c:v>
                </c:pt>
                <c:pt idx="891">
                  <c:v>2.10300000001</c:v>
                </c:pt>
                <c:pt idx="892">
                  <c:v>2.10750000001</c:v>
                </c:pt>
                <c:pt idx="893">
                  <c:v>2.10775000001</c:v>
                </c:pt>
                <c:pt idx="894">
                  <c:v>2.11225000001</c:v>
                </c:pt>
                <c:pt idx="895">
                  <c:v>2.11250000001</c:v>
                </c:pt>
                <c:pt idx="896">
                  <c:v>2.11700000001</c:v>
                </c:pt>
                <c:pt idx="897">
                  <c:v>2.11725000001</c:v>
                </c:pt>
                <c:pt idx="898">
                  <c:v>2.12175000001</c:v>
                </c:pt>
                <c:pt idx="899">
                  <c:v>2.12200000001</c:v>
                </c:pt>
                <c:pt idx="900">
                  <c:v>2.12650000001</c:v>
                </c:pt>
                <c:pt idx="901">
                  <c:v>2.12675000001</c:v>
                </c:pt>
                <c:pt idx="902">
                  <c:v>2.13125000001</c:v>
                </c:pt>
                <c:pt idx="903">
                  <c:v>2.13150000001</c:v>
                </c:pt>
                <c:pt idx="904">
                  <c:v>2.13600000001</c:v>
                </c:pt>
                <c:pt idx="905">
                  <c:v>2.13625000001</c:v>
                </c:pt>
                <c:pt idx="906">
                  <c:v>2.14075000001</c:v>
                </c:pt>
                <c:pt idx="907">
                  <c:v>2.14100000001</c:v>
                </c:pt>
                <c:pt idx="908">
                  <c:v>2.14550000001</c:v>
                </c:pt>
                <c:pt idx="909">
                  <c:v>2.14575000001</c:v>
                </c:pt>
                <c:pt idx="910">
                  <c:v>2.15025000001</c:v>
                </c:pt>
                <c:pt idx="911">
                  <c:v>2.15050000001</c:v>
                </c:pt>
                <c:pt idx="912">
                  <c:v>2.15500000001</c:v>
                </c:pt>
                <c:pt idx="913">
                  <c:v>2.15525000001</c:v>
                </c:pt>
                <c:pt idx="914">
                  <c:v>2.15975000001</c:v>
                </c:pt>
                <c:pt idx="915">
                  <c:v>2.16000000001</c:v>
                </c:pt>
                <c:pt idx="916">
                  <c:v>2.16450000001</c:v>
                </c:pt>
                <c:pt idx="917">
                  <c:v>2.16475000001</c:v>
                </c:pt>
                <c:pt idx="918">
                  <c:v>2.16925000001</c:v>
                </c:pt>
                <c:pt idx="919">
                  <c:v>2.16950000001</c:v>
                </c:pt>
                <c:pt idx="920">
                  <c:v>2.17400000001</c:v>
                </c:pt>
                <c:pt idx="921">
                  <c:v>2.17425000001</c:v>
                </c:pt>
                <c:pt idx="922">
                  <c:v>2.17875000001</c:v>
                </c:pt>
                <c:pt idx="923">
                  <c:v>2.17900000001</c:v>
                </c:pt>
                <c:pt idx="924">
                  <c:v>2.18350000001</c:v>
                </c:pt>
                <c:pt idx="925">
                  <c:v>2.18375000001</c:v>
                </c:pt>
                <c:pt idx="926">
                  <c:v>2.18825000001</c:v>
                </c:pt>
                <c:pt idx="927">
                  <c:v>2.18850000001</c:v>
                </c:pt>
                <c:pt idx="928">
                  <c:v>2.19300000001</c:v>
                </c:pt>
                <c:pt idx="929">
                  <c:v>2.19325000001</c:v>
                </c:pt>
                <c:pt idx="930">
                  <c:v>2.19775000001</c:v>
                </c:pt>
                <c:pt idx="931">
                  <c:v>2.19800000001</c:v>
                </c:pt>
                <c:pt idx="932">
                  <c:v>2.20250000001</c:v>
                </c:pt>
                <c:pt idx="933">
                  <c:v>2.20275000001</c:v>
                </c:pt>
                <c:pt idx="934">
                  <c:v>2.20725000001</c:v>
                </c:pt>
                <c:pt idx="935">
                  <c:v>2.20750000001</c:v>
                </c:pt>
                <c:pt idx="936">
                  <c:v>2.21200000001</c:v>
                </c:pt>
                <c:pt idx="937">
                  <c:v>2.21225000001</c:v>
                </c:pt>
                <c:pt idx="938">
                  <c:v>2.21675000001</c:v>
                </c:pt>
                <c:pt idx="939">
                  <c:v>2.21700000001</c:v>
                </c:pt>
                <c:pt idx="940">
                  <c:v>2.22150000001</c:v>
                </c:pt>
                <c:pt idx="941">
                  <c:v>2.22175000001</c:v>
                </c:pt>
                <c:pt idx="942">
                  <c:v>2.22625000001</c:v>
                </c:pt>
                <c:pt idx="943">
                  <c:v>2.22650000001</c:v>
                </c:pt>
                <c:pt idx="944">
                  <c:v>2.23100000001</c:v>
                </c:pt>
                <c:pt idx="945">
                  <c:v>2.23125000001</c:v>
                </c:pt>
                <c:pt idx="946">
                  <c:v>2.23575000001</c:v>
                </c:pt>
                <c:pt idx="947">
                  <c:v>2.23600000001</c:v>
                </c:pt>
                <c:pt idx="948">
                  <c:v>2.24050000001</c:v>
                </c:pt>
                <c:pt idx="949">
                  <c:v>2.24075000001</c:v>
                </c:pt>
                <c:pt idx="950">
                  <c:v>2.24525000001</c:v>
                </c:pt>
                <c:pt idx="951">
                  <c:v>2.24550000001</c:v>
                </c:pt>
                <c:pt idx="952">
                  <c:v>2.25000000001</c:v>
                </c:pt>
                <c:pt idx="953">
                  <c:v>2.25025000001</c:v>
                </c:pt>
                <c:pt idx="954">
                  <c:v>2.25475000001</c:v>
                </c:pt>
                <c:pt idx="955">
                  <c:v>2.25500000001</c:v>
                </c:pt>
                <c:pt idx="956">
                  <c:v>2.25950000001</c:v>
                </c:pt>
                <c:pt idx="957">
                  <c:v>2.25975000001</c:v>
                </c:pt>
                <c:pt idx="958">
                  <c:v>2.26425000001</c:v>
                </c:pt>
                <c:pt idx="959">
                  <c:v>2.26450000001</c:v>
                </c:pt>
                <c:pt idx="960">
                  <c:v>2.26675000001</c:v>
                </c:pt>
                <c:pt idx="961">
                  <c:v>2.26825000001</c:v>
                </c:pt>
                <c:pt idx="962">
                  <c:v>2.26900000001</c:v>
                </c:pt>
                <c:pt idx="963">
                  <c:v>2.26925000001</c:v>
                </c:pt>
                <c:pt idx="964">
                  <c:v>2.27375000001</c:v>
                </c:pt>
                <c:pt idx="965">
                  <c:v>2.27400000001</c:v>
                </c:pt>
                <c:pt idx="966">
                  <c:v>2.27850000001</c:v>
                </c:pt>
                <c:pt idx="967">
                  <c:v>2.27875000001</c:v>
                </c:pt>
                <c:pt idx="968">
                  <c:v>2.28325000001</c:v>
                </c:pt>
                <c:pt idx="969">
                  <c:v>2.28350000001</c:v>
                </c:pt>
                <c:pt idx="970">
                  <c:v>2.28800000001</c:v>
                </c:pt>
                <c:pt idx="971">
                  <c:v>2.28825000001</c:v>
                </c:pt>
                <c:pt idx="972">
                  <c:v>2.29275000001</c:v>
                </c:pt>
                <c:pt idx="973">
                  <c:v>2.29300000001</c:v>
                </c:pt>
                <c:pt idx="974">
                  <c:v>2.29750000001</c:v>
                </c:pt>
                <c:pt idx="975">
                  <c:v>2.29775000001</c:v>
                </c:pt>
                <c:pt idx="976">
                  <c:v>2.30225000001</c:v>
                </c:pt>
                <c:pt idx="977">
                  <c:v>2.30250000001</c:v>
                </c:pt>
                <c:pt idx="978">
                  <c:v>2.30700000001</c:v>
                </c:pt>
                <c:pt idx="979">
                  <c:v>2.30725000001</c:v>
                </c:pt>
                <c:pt idx="980">
                  <c:v>2.31175000001</c:v>
                </c:pt>
                <c:pt idx="981">
                  <c:v>2.31200000001</c:v>
                </c:pt>
                <c:pt idx="982">
                  <c:v>2.31650000001</c:v>
                </c:pt>
                <c:pt idx="983">
                  <c:v>2.31675000001</c:v>
                </c:pt>
                <c:pt idx="984">
                  <c:v>2.32125000001</c:v>
                </c:pt>
                <c:pt idx="985">
                  <c:v>2.32150000001</c:v>
                </c:pt>
                <c:pt idx="986">
                  <c:v>2.32600000001</c:v>
                </c:pt>
                <c:pt idx="987">
                  <c:v>2.32625000001</c:v>
                </c:pt>
                <c:pt idx="988">
                  <c:v>2.33075000001</c:v>
                </c:pt>
                <c:pt idx="989">
                  <c:v>2.33100000001</c:v>
                </c:pt>
                <c:pt idx="990">
                  <c:v>2.33550000001</c:v>
                </c:pt>
                <c:pt idx="991">
                  <c:v>2.33575000001</c:v>
                </c:pt>
                <c:pt idx="992">
                  <c:v>2.34025000001</c:v>
                </c:pt>
                <c:pt idx="993">
                  <c:v>2.34050000001</c:v>
                </c:pt>
                <c:pt idx="994">
                  <c:v>2.34500000001</c:v>
                </c:pt>
                <c:pt idx="995">
                  <c:v>2.34525000001</c:v>
                </c:pt>
                <c:pt idx="996">
                  <c:v>2.34975000001</c:v>
                </c:pt>
                <c:pt idx="997">
                  <c:v>2.35000000001</c:v>
                </c:pt>
                <c:pt idx="998">
                  <c:v>2.35450000001</c:v>
                </c:pt>
                <c:pt idx="999">
                  <c:v>2.35475000001</c:v>
                </c:pt>
                <c:pt idx="1000">
                  <c:v>2.35925000001</c:v>
                </c:pt>
                <c:pt idx="1001">
                  <c:v>2.35950000001</c:v>
                </c:pt>
                <c:pt idx="1002">
                  <c:v>2.36400000001</c:v>
                </c:pt>
                <c:pt idx="1003">
                  <c:v>2.36425000001</c:v>
                </c:pt>
                <c:pt idx="1004">
                  <c:v>2.36875000001</c:v>
                </c:pt>
                <c:pt idx="1005">
                  <c:v>2.36900000001</c:v>
                </c:pt>
                <c:pt idx="1006">
                  <c:v>2.37350000001</c:v>
                </c:pt>
                <c:pt idx="1007">
                  <c:v>2.37375000001</c:v>
                </c:pt>
                <c:pt idx="1008">
                  <c:v>2.37825000001</c:v>
                </c:pt>
                <c:pt idx="1009">
                  <c:v>2.37850000001</c:v>
                </c:pt>
                <c:pt idx="1010">
                  <c:v>2.38300000001</c:v>
                </c:pt>
                <c:pt idx="1011">
                  <c:v>2.38325000001</c:v>
                </c:pt>
                <c:pt idx="1012">
                  <c:v>2.38775000001</c:v>
                </c:pt>
                <c:pt idx="1013">
                  <c:v>2.38800000001</c:v>
                </c:pt>
                <c:pt idx="1014">
                  <c:v>2.39250000001</c:v>
                </c:pt>
                <c:pt idx="1015">
                  <c:v>2.39275000001</c:v>
                </c:pt>
                <c:pt idx="1016">
                  <c:v>2.39725000001</c:v>
                </c:pt>
                <c:pt idx="1017">
                  <c:v>2.39750000001</c:v>
                </c:pt>
                <c:pt idx="1018">
                  <c:v>2.40200000001</c:v>
                </c:pt>
                <c:pt idx="1019">
                  <c:v>2.40225000001</c:v>
                </c:pt>
                <c:pt idx="1020">
                  <c:v>2.40675000001</c:v>
                </c:pt>
                <c:pt idx="1021">
                  <c:v>2.40700000001</c:v>
                </c:pt>
                <c:pt idx="1022">
                  <c:v>2.41150000001</c:v>
                </c:pt>
                <c:pt idx="1023">
                  <c:v>2.41175000001</c:v>
                </c:pt>
                <c:pt idx="1024">
                  <c:v>2.41625000001</c:v>
                </c:pt>
                <c:pt idx="1025">
                  <c:v>2.41650000001</c:v>
                </c:pt>
                <c:pt idx="1026">
                  <c:v>2.42100000001</c:v>
                </c:pt>
                <c:pt idx="1027">
                  <c:v>2.42125000001</c:v>
                </c:pt>
                <c:pt idx="1028">
                  <c:v>2.42575000001</c:v>
                </c:pt>
                <c:pt idx="1029">
                  <c:v>2.42600000001</c:v>
                </c:pt>
                <c:pt idx="1030">
                  <c:v>2.43050000001</c:v>
                </c:pt>
                <c:pt idx="1031">
                  <c:v>2.43075000001</c:v>
                </c:pt>
                <c:pt idx="1032">
                  <c:v>2.43525000001</c:v>
                </c:pt>
                <c:pt idx="1033">
                  <c:v>2.43550000001</c:v>
                </c:pt>
                <c:pt idx="1034">
                  <c:v>2.44000000001</c:v>
                </c:pt>
                <c:pt idx="1035">
                  <c:v>2.44025000001</c:v>
                </c:pt>
                <c:pt idx="1036">
                  <c:v>2.44475000001</c:v>
                </c:pt>
                <c:pt idx="1037">
                  <c:v>2.44500000001</c:v>
                </c:pt>
                <c:pt idx="1038">
                  <c:v>2.44950000001</c:v>
                </c:pt>
                <c:pt idx="1039">
                  <c:v>2.44975000001</c:v>
                </c:pt>
                <c:pt idx="1040">
                  <c:v>2.45425000001</c:v>
                </c:pt>
                <c:pt idx="1041">
                  <c:v>2.45450000001</c:v>
                </c:pt>
                <c:pt idx="1042">
                  <c:v>2.45900000001</c:v>
                </c:pt>
                <c:pt idx="1043">
                  <c:v>2.45925000001</c:v>
                </c:pt>
                <c:pt idx="1044">
                  <c:v>2.46375000001</c:v>
                </c:pt>
                <c:pt idx="1045">
                  <c:v>2.46400000001</c:v>
                </c:pt>
                <c:pt idx="1046">
                  <c:v>2.46850000001</c:v>
                </c:pt>
                <c:pt idx="1047">
                  <c:v>2.46875000001</c:v>
                </c:pt>
                <c:pt idx="1048">
                  <c:v>2.47325000001</c:v>
                </c:pt>
                <c:pt idx="1049">
                  <c:v>2.47350000001</c:v>
                </c:pt>
                <c:pt idx="1050">
                  <c:v>2.47800000001</c:v>
                </c:pt>
                <c:pt idx="1051">
                  <c:v>2.47825000001</c:v>
                </c:pt>
                <c:pt idx="1052">
                  <c:v>2.48275000001</c:v>
                </c:pt>
                <c:pt idx="1053">
                  <c:v>2.48300000001</c:v>
                </c:pt>
                <c:pt idx="1054">
                  <c:v>2.48500000001</c:v>
                </c:pt>
                <c:pt idx="1055">
                  <c:v>2.48725000001</c:v>
                </c:pt>
                <c:pt idx="1056">
                  <c:v>2.48750000001</c:v>
                </c:pt>
                <c:pt idx="1057">
                  <c:v>2.48775000001</c:v>
                </c:pt>
                <c:pt idx="1058">
                  <c:v>2.49225000001</c:v>
                </c:pt>
                <c:pt idx="1059">
                  <c:v>2.49250000001</c:v>
                </c:pt>
                <c:pt idx="1060">
                  <c:v>2.49700000001</c:v>
                </c:pt>
                <c:pt idx="1061">
                  <c:v>2.49725000001</c:v>
                </c:pt>
                <c:pt idx="1062">
                  <c:v>2.50175000001</c:v>
                </c:pt>
                <c:pt idx="1063">
                  <c:v>2.50200000001</c:v>
                </c:pt>
                <c:pt idx="1064">
                  <c:v>2.50650000001</c:v>
                </c:pt>
                <c:pt idx="1065">
                  <c:v>2.50675000001</c:v>
                </c:pt>
                <c:pt idx="1066">
                  <c:v>2.51125000001</c:v>
                </c:pt>
                <c:pt idx="1067">
                  <c:v>2.51150000001</c:v>
                </c:pt>
                <c:pt idx="1068">
                  <c:v>2.51600000001</c:v>
                </c:pt>
                <c:pt idx="1069">
                  <c:v>2.51625000001</c:v>
                </c:pt>
                <c:pt idx="1070">
                  <c:v>2.52075000001</c:v>
                </c:pt>
                <c:pt idx="1071">
                  <c:v>2.52100000001</c:v>
                </c:pt>
                <c:pt idx="1072">
                  <c:v>2.52550000001</c:v>
                </c:pt>
                <c:pt idx="1073">
                  <c:v>2.52575000001</c:v>
                </c:pt>
                <c:pt idx="1074">
                  <c:v>2.53025000001</c:v>
                </c:pt>
                <c:pt idx="1075">
                  <c:v>2.53050000001</c:v>
                </c:pt>
                <c:pt idx="1076">
                  <c:v>2.53500000001</c:v>
                </c:pt>
                <c:pt idx="1077">
                  <c:v>2.53525000001</c:v>
                </c:pt>
                <c:pt idx="1078">
                  <c:v>2.53975000001</c:v>
                </c:pt>
                <c:pt idx="1079">
                  <c:v>2.54000000001</c:v>
                </c:pt>
                <c:pt idx="1080">
                  <c:v>2.54450000001</c:v>
                </c:pt>
                <c:pt idx="1081">
                  <c:v>2.54475000001</c:v>
                </c:pt>
                <c:pt idx="1082">
                  <c:v>2.54925000001</c:v>
                </c:pt>
                <c:pt idx="1083">
                  <c:v>2.54950000001</c:v>
                </c:pt>
                <c:pt idx="1084">
                  <c:v>2.55400000001</c:v>
                </c:pt>
                <c:pt idx="1085">
                  <c:v>2.55425000001</c:v>
                </c:pt>
                <c:pt idx="1086">
                  <c:v>2.55875000001</c:v>
                </c:pt>
                <c:pt idx="1087">
                  <c:v>2.55900000001</c:v>
                </c:pt>
                <c:pt idx="1088">
                  <c:v>2.56350000001</c:v>
                </c:pt>
                <c:pt idx="1089">
                  <c:v>2.56375000001</c:v>
                </c:pt>
                <c:pt idx="1090">
                  <c:v>2.56825000001</c:v>
                </c:pt>
                <c:pt idx="1091">
                  <c:v>2.56850000001</c:v>
                </c:pt>
                <c:pt idx="1092">
                  <c:v>2.57300000001</c:v>
                </c:pt>
                <c:pt idx="1093">
                  <c:v>2.57325000001</c:v>
                </c:pt>
                <c:pt idx="1094">
                  <c:v>2.57775000001</c:v>
                </c:pt>
                <c:pt idx="1095">
                  <c:v>2.57800000001</c:v>
                </c:pt>
                <c:pt idx="1096">
                  <c:v>2.58250000001</c:v>
                </c:pt>
                <c:pt idx="1097">
                  <c:v>2.58275000001</c:v>
                </c:pt>
                <c:pt idx="1098">
                  <c:v>2.58725000001</c:v>
                </c:pt>
                <c:pt idx="1099">
                  <c:v>2.58750000001</c:v>
                </c:pt>
                <c:pt idx="1100">
                  <c:v>2.59200000001</c:v>
                </c:pt>
                <c:pt idx="1101">
                  <c:v>2.59225000001</c:v>
                </c:pt>
                <c:pt idx="1102">
                  <c:v>2.59675000001</c:v>
                </c:pt>
                <c:pt idx="1103">
                  <c:v>2.59700000001</c:v>
                </c:pt>
                <c:pt idx="1104">
                  <c:v>2.60150000001</c:v>
                </c:pt>
                <c:pt idx="1105">
                  <c:v>2.60175000001</c:v>
                </c:pt>
                <c:pt idx="1106">
                  <c:v>2.60625000001</c:v>
                </c:pt>
                <c:pt idx="1107">
                  <c:v>2.60650000001</c:v>
                </c:pt>
                <c:pt idx="1108">
                  <c:v>2.61100000001</c:v>
                </c:pt>
                <c:pt idx="1109">
                  <c:v>2.61125000001</c:v>
                </c:pt>
                <c:pt idx="1110">
                  <c:v>2.61575000001</c:v>
                </c:pt>
                <c:pt idx="1111">
                  <c:v>2.61600000001</c:v>
                </c:pt>
                <c:pt idx="1112">
                  <c:v>2.62050000001</c:v>
                </c:pt>
                <c:pt idx="1113">
                  <c:v>2.62075000001</c:v>
                </c:pt>
                <c:pt idx="1114">
                  <c:v>2.62525000001</c:v>
                </c:pt>
                <c:pt idx="1115">
                  <c:v>2.62550000001</c:v>
                </c:pt>
                <c:pt idx="1116">
                  <c:v>2.63000000001</c:v>
                </c:pt>
                <c:pt idx="1117">
                  <c:v>2.63025000001</c:v>
                </c:pt>
                <c:pt idx="1118">
                  <c:v>2.63475000001</c:v>
                </c:pt>
                <c:pt idx="1119">
                  <c:v>2.63500000001</c:v>
                </c:pt>
                <c:pt idx="1120">
                  <c:v>2.63950000001</c:v>
                </c:pt>
                <c:pt idx="1121">
                  <c:v>2.63975000001</c:v>
                </c:pt>
                <c:pt idx="1122">
                  <c:v>2.64425000001</c:v>
                </c:pt>
                <c:pt idx="1123">
                  <c:v>2.64450000001</c:v>
                </c:pt>
                <c:pt idx="1124">
                  <c:v>2.64900000001</c:v>
                </c:pt>
                <c:pt idx="1125">
                  <c:v>2.64925000001</c:v>
                </c:pt>
                <c:pt idx="1126">
                  <c:v>2.65375000001</c:v>
                </c:pt>
                <c:pt idx="1127">
                  <c:v>2.65400000001</c:v>
                </c:pt>
                <c:pt idx="1128">
                  <c:v>2.65850000001</c:v>
                </c:pt>
                <c:pt idx="1129">
                  <c:v>2.65875000001</c:v>
                </c:pt>
                <c:pt idx="1130">
                  <c:v>2.66325000001</c:v>
                </c:pt>
                <c:pt idx="1131">
                  <c:v>2.66350000001</c:v>
                </c:pt>
                <c:pt idx="1132">
                  <c:v>2.66800000001</c:v>
                </c:pt>
                <c:pt idx="1133">
                  <c:v>2.66825000001</c:v>
                </c:pt>
                <c:pt idx="1134">
                  <c:v>2.67275000001</c:v>
                </c:pt>
                <c:pt idx="1135">
                  <c:v>2.67300000001</c:v>
                </c:pt>
                <c:pt idx="1136">
                  <c:v>2.67750000001</c:v>
                </c:pt>
                <c:pt idx="1137">
                  <c:v>2.67775000001</c:v>
                </c:pt>
                <c:pt idx="1138">
                  <c:v>2.68225000001</c:v>
                </c:pt>
                <c:pt idx="1139">
                  <c:v>2.68250000001</c:v>
                </c:pt>
                <c:pt idx="1140">
                  <c:v>2.68700000001</c:v>
                </c:pt>
                <c:pt idx="1141">
                  <c:v>2.68725000001</c:v>
                </c:pt>
                <c:pt idx="1142">
                  <c:v>2.69175000001</c:v>
                </c:pt>
                <c:pt idx="1143">
                  <c:v>2.69200000001</c:v>
                </c:pt>
                <c:pt idx="1144">
                  <c:v>2.69650000001</c:v>
                </c:pt>
                <c:pt idx="1145">
                  <c:v>2.69675000001</c:v>
                </c:pt>
                <c:pt idx="1146">
                  <c:v>2.70125000001</c:v>
                </c:pt>
                <c:pt idx="1147">
                  <c:v>2.70150000001</c:v>
                </c:pt>
                <c:pt idx="1148">
                  <c:v>2.70600000001</c:v>
                </c:pt>
                <c:pt idx="1149">
                  <c:v>2.70625000001</c:v>
                </c:pt>
                <c:pt idx="1150">
                  <c:v>2.70750000001</c:v>
                </c:pt>
                <c:pt idx="1151">
                  <c:v>2.70850000001</c:v>
                </c:pt>
                <c:pt idx="1152">
                  <c:v>2.71075000001</c:v>
                </c:pt>
                <c:pt idx="1153">
                  <c:v>2.71100000001</c:v>
                </c:pt>
                <c:pt idx="1154">
                  <c:v>2.71550000001</c:v>
                </c:pt>
                <c:pt idx="1155">
                  <c:v>2.71575000001</c:v>
                </c:pt>
                <c:pt idx="1156">
                  <c:v>2.72025000001</c:v>
                </c:pt>
                <c:pt idx="1157">
                  <c:v>2.72050000001</c:v>
                </c:pt>
                <c:pt idx="1158">
                  <c:v>2.72500000001</c:v>
                </c:pt>
                <c:pt idx="1159">
                  <c:v>2.72525000001</c:v>
                </c:pt>
                <c:pt idx="1160">
                  <c:v>2.72975000001</c:v>
                </c:pt>
                <c:pt idx="1161">
                  <c:v>2.73000000001</c:v>
                </c:pt>
                <c:pt idx="1162">
                  <c:v>2.73450000001</c:v>
                </c:pt>
                <c:pt idx="1163">
                  <c:v>2.73475000001</c:v>
                </c:pt>
                <c:pt idx="1164">
                  <c:v>2.73925000001</c:v>
                </c:pt>
                <c:pt idx="1165">
                  <c:v>2.73950000001</c:v>
                </c:pt>
                <c:pt idx="1166">
                  <c:v>2.74400000001</c:v>
                </c:pt>
                <c:pt idx="1167">
                  <c:v>2.74425000001</c:v>
                </c:pt>
                <c:pt idx="1168">
                  <c:v>2.74875000001</c:v>
                </c:pt>
                <c:pt idx="1169">
                  <c:v>2.74900000001</c:v>
                </c:pt>
                <c:pt idx="1170">
                  <c:v>2.75350000001</c:v>
                </c:pt>
                <c:pt idx="1171">
                  <c:v>2.75375000001</c:v>
                </c:pt>
                <c:pt idx="1172">
                  <c:v>2.75825000001</c:v>
                </c:pt>
                <c:pt idx="1173">
                  <c:v>2.75850000001</c:v>
                </c:pt>
                <c:pt idx="1174">
                  <c:v>2.76300000001</c:v>
                </c:pt>
                <c:pt idx="1175">
                  <c:v>2.76325000001</c:v>
                </c:pt>
                <c:pt idx="1176">
                  <c:v>2.76775000001</c:v>
                </c:pt>
                <c:pt idx="1177">
                  <c:v>2.76800000001</c:v>
                </c:pt>
                <c:pt idx="1178">
                  <c:v>2.77250000001</c:v>
                </c:pt>
                <c:pt idx="1179">
                  <c:v>2.77275000001</c:v>
                </c:pt>
                <c:pt idx="1180">
                  <c:v>2.77725000001</c:v>
                </c:pt>
                <c:pt idx="1181">
                  <c:v>2.77750000001</c:v>
                </c:pt>
                <c:pt idx="1182">
                  <c:v>2.78200000001</c:v>
                </c:pt>
                <c:pt idx="1183">
                  <c:v>2.78225000001</c:v>
                </c:pt>
                <c:pt idx="1184">
                  <c:v>2.78675000001</c:v>
                </c:pt>
                <c:pt idx="1185">
                  <c:v>2.78700000001</c:v>
                </c:pt>
                <c:pt idx="1186">
                  <c:v>2.79150000001</c:v>
                </c:pt>
                <c:pt idx="1187">
                  <c:v>2.79175000001</c:v>
                </c:pt>
                <c:pt idx="1188">
                  <c:v>2.79625000001</c:v>
                </c:pt>
                <c:pt idx="1189">
                  <c:v>2.79650000001</c:v>
                </c:pt>
                <c:pt idx="1190">
                  <c:v>2.80100000001</c:v>
                </c:pt>
                <c:pt idx="1191">
                  <c:v>2.80125000001</c:v>
                </c:pt>
                <c:pt idx="1192">
                  <c:v>2.80575000001</c:v>
                </c:pt>
                <c:pt idx="1193">
                  <c:v>2.80600000001</c:v>
                </c:pt>
                <c:pt idx="1194">
                  <c:v>2.81050000001</c:v>
                </c:pt>
                <c:pt idx="1195">
                  <c:v>2.81075000001</c:v>
                </c:pt>
                <c:pt idx="1196">
                  <c:v>2.81525000001</c:v>
                </c:pt>
                <c:pt idx="1197">
                  <c:v>2.81550000001</c:v>
                </c:pt>
                <c:pt idx="1198">
                  <c:v>2.82000000001</c:v>
                </c:pt>
                <c:pt idx="1199">
                  <c:v>2.82025000001</c:v>
                </c:pt>
                <c:pt idx="1200">
                  <c:v>2.82475000001</c:v>
                </c:pt>
                <c:pt idx="1201">
                  <c:v>2.82500000001</c:v>
                </c:pt>
                <c:pt idx="1202">
                  <c:v>2.82950000001</c:v>
                </c:pt>
                <c:pt idx="1203">
                  <c:v>2.82975000001</c:v>
                </c:pt>
                <c:pt idx="1204">
                  <c:v>2.83425000001</c:v>
                </c:pt>
                <c:pt idx="1205">
                  <c:v>2.83450000001</c:v>
                </c:pt>
                <c:pt idx="1206">
                  <c:v>2.83900000001</c:v>
                </c:pt>
                <c:pt idx="1207">
                  <c:v>2.83925000001</c:v>
                </c:pt>
                <c:pt idx="1208">
                  <c:v>2.84375000001</c:v>
                </c:pt>
                <c:pt idx="1209">
                  <c:v>2.84400000001</c:v>
                </c:pt>
                <c:pt idx="1210">
                  <c:v>2.84850000001</c:v>
                </c:pt>
                <c:pt idx="1211">
                  <c:v>2.84875000001</c:v>
                </c:pt>
                <c:pt idx="1212">
                  <c:v>2.85325000001</c:v>
                </c:pt>
                <c:pt idx="1213">
                  <c:v>2.85350000001</c:v>
                </c:pt>
                <c:pt idx="1214">
                  <c:v>2.85800000001</c:v>
                </c:pt>
                <c:pt idx="1215">
                  <c:v>2.85825000001</c:v>
                </c:pt>
                <c:pt idx="1216">
                  <c:v>2.86275000001</c:v>
                </c:pt>
                <c:pt idx="1217">
                  <c:v>2.86300000001</c:v>
                </c:pt>
                <c:pt idx="1218">
                  <c:v>2.86750000001</c:v>
                </c:pt>
                <c:pt idx="1219">
                  <c:v>2.86775000001</c:v>
                </c:pt>
                <c:pt idx="1220">
                  <c:v>2.87225000001</c:v>
                </c:pt>
                <c:pt idx="1221">
                  <c:v>2.87250000001</c:v>
                </c:pt>
                <c:pt idx="1222">
                  <c:v>2.87700000001</c:v>
                </c:pt>
                <c:pt idx="1223">
                  <c:v>2.87725000001</c:v>
                </c:pt>
                <c:pt idx="1224">
                  <c:v>2.88175000001</c:v>
                </c:pt>
                <c:pt idx="1225">
                  <c:v>2.88200000001</c:v>
                </c:pt>
                <c:pt idx="1226">
                  <c:v>2.88650000001</c:v>
                </c:pt>
                <c:pt idx="1227">
                  <c:v>2.88675000001</c:v>
                </c:pt>
                <c:pt idx="1228">
                  <c:v>2.89125000001</c:v>
                </c:pt>
                <c:pt idx="1229">
                  <c:v>2.89150000001</c:v>
                </c:pt>
                <c:pt idx="1230">
                  <c:v>2.89600000001</c:v>
                </c:pt>
                <c:pt idx="1231">
                  <c:v>2.89625000001</c:v>
                </c:pt>
                <c:pt idx="1232">
                  <c:v>2.90075000001</c:v>
                </c:pt>
                <c:pt idx="1233">
                  <c:v>2.90100000001</c:v>
                </c:pt>
                <c:pt idx="1234">
                  <c:v>2.90550000001</c:v>
                </c:pt>
                <c:pt idx="1235">
                  <c:v>2.90575000001</c:v>
                </c:pt>
                <c:pt idx="1236">
                  <c:v>2.91025000001</c:v>
                </c:pt>
                <c:pt idx="1237">
                  <c:v>2.91050000001</c:v>
                </c:pt>
                <c:pt idx="1238">
                  <c:v>2.91500000001</c:v>
                </c:pt>
                <c:pt idx="1239">
                  <c:v>2.91525000001</c:v>
                </c:pt>
                <c:pt idx="1240">
                  <c:v>2.91975000001</c:v>
                </c:pt>
                <c:pt idx="1241">
                  <c:v>2.92000000001</c:v>
                </c:pt>
                <c:pt idx="1242">
                  <c:v>2.92450000001</c:v>
                </c:pt>
                <c:pt idx="1243">
                  <c:v>2.92475000001</c:v>
                </c:pt>
                <c:pt idx="1244">
                  <c:v>2.92625000001</c:v>
                </c:pt>
                <c:pt idx="1245">
                  <c:v>2.92800000001</c:v>
                </c:pt>
                <c:pt idx="1246">
                  <c:v>2.92925000001</c:v>
                </c:pt>
                <c:pt idx="1247">
                  <c:v>2.92950000001</c:v>
                </c:pt>
                <c:pt idx="1248">
                  <c:v>2.93400000001</c:v>
                </c:pt>
                <c:pt idx="1249">
                  <c:v>2.93425000001</c:v>
                </c:pt>
                <c:pt idx="1250">
                  <c:v>2.93875000001</c:v>
                </c:pt>
                <c:pt idx="1251">
                  <c:v>2.93900000001</c:v>
                </c:pt>
                <c:pt idx="1252">
                  <c:v>2.94350000001</c:v>
                </c:pt>
                <c:pt idx="1253">
                  <c:v>2.94375000001</c:v>
                </c:pt>
                <c:pt idx="1254">
                  <c:v>2.94825000001</c:v>
                </c:pt>
                <c:pt idx="1255">
                  <c:v>2.94850000001</c:v>
                </c:pt>
                <c:pt idx="1256">
                  <c:v>2.95300000001</c:v>
                </c:pt>
                <c:pt idx="1257">
                  <c:v>2.95325000001</c:v>
                </c:pt>
                <c:pt idx="1258">
                  <c:v>2.95775000001</c:v>
                </c:pt>
                <c:pt idx="1259">
                  <c:v>2.95800000001</c:v>
                </c:pt>
                <c:pt idx="1260">
                  <c:v>2.96250000001</c:v>
                </c:pt>
                <c:pt idx="1261">
                  <c:v>2.96275000001</c:v>
                </c:pt>
                <c:pt idx="1262">
                  <c:v>2.96725000001</c:v>
                </c:pt>
                <c:pt idx="1263">
                  <c:v>2.96750000001</c:v>
                </c:pt>
                <c:pt idx="1264">
                  <c:v>2.97200000001</c:v>
                </c:pt>
                <c:pt idx="1265">
                  <c:v>2.97225000001</c:v>
                </c:pt>
                <c:pt idx="1266">
                  <c:v>2.97675000001</c:v>
                </c:pt>
                <c:pt idx="1267">
                  <c:v>2.97700000001</c:v>
                </c:pt>
                <c:pt idx="1268">
                  <c:v>2.98150000001</c:v>
                </c:pt>
                <c:pt idx="1269">
                  <c:v>2.98175000001</c:v>
                </c:pt>
                <c:pt idx="1270">
                  <c:v>2.98625000001</c:v>
                </c:pt>
                <c:pt idx="1271">
                  <c:v>2.98650000001</c:v>
                </c:pt>
                <c:pt idx="1272">
                  <c:v>2.99100000001</c:v>
                </c:pt>
                <c:pt idx="1273">
                  <c:v>2.99125000001</c:v>
                </c:pt>
                <c:pt idx="1274">
                  <c:v>2.99575000001</c:v>
                </c:pt>
                <c:pt idx="1275">
                  <c:v>2.99600000001</c:v>
                </c:pt>
                <c:pt idx="1276">
                  <c:v>3.00050000001</c:v>
                </c:pt>
                <c:pt idx="1277">
                  <c:v>3.00075000001</c:v>
                </c:pt>
                <c:pt idx="1278">
                  <c:v>3.00525000001</c:v>
                </c:pt>
                <c:pt idx="1279">
                  <c:v>3.00550000001</c:v>
                </c:pt>
                <c:pt idx="1280">
                  <c:v>3.01000000001</c:v>
                </c:pt>
                <c:pt idx="1281">
                  <c:v>3.01025000001</c:v>
                </c:pt>
                <c:pt idx="1282">
                  <c:v>3.01475000001</c:v>
                </c:pt>
                <c:pt idx="1283">
                  <c:v>3.01500000001</c:v>
                </c:pt>
                <c:pt idx="1284">
                  <c:v>3.01950000001</c:v>
                </c:pt>
                <c:pt idx="1285">
                  <c:v>3.01975000001</c:v>
                </c:pt>
                <c:pt idx="1286">
                  <c:v>3.02425000001</c:v>
                </c:pt>
                <c:pt idx="1287">
                  <c:v>3.02450000001</c:v>
                </c:pt>
                <c:pt idx="1288">
                  <c:v>3.02900000001</c:v>
                </c:pt>
                <c:pt idx="1289">
                  <c:v>3.02925000001</c:v>
                </c:pt>
                <c:pt idx="1290">
                  <c:v>3.03375000001</c:v>
                </c:pt>
                <c:pt idx="1291">
                  <c:v>3.03400000001</c:v>
                </c:pt>
                <c:pt idx="1292">
                  <c:v>3.03850000001</c:v>
                </c:pt>
                <c:pt idx="1293">
                  <c:v>3.03875000001</c:v>
                </c:pt>
                <c:pt idx="1294">
                  <c:v>3.04325000001</c:v>
                </c:pt>
                <c:pt idx="1295">
                  <c:v>3.04350000001</c:v>
                </c:pt>
                <c:pt idx="1296">
                  <c:v>3.04800000001</c:v>
                </c:pt>
                <c:pt idx="1297">
                  <c:v>3.04825000001</c:v>
                </c:pt>
                <c:pt idx="1298">
                  <c:v>3.05275000001</c:v>
                </c:pt>
                <c:pt idx="1299">
                  <c:v>3.05300000001</c:v>
                </c:pt>
                <c:pt idx="1300">
                  <c:v>3.05750000001</c:v>
                </c:pt>
                <c:pt idx="1301">
                  <c:v>3.05775000001</c:v>
                </c:pt>
                <c:pt idx="1302">
                  <c:v>3.06225000001</c:v>
                </c:pt>
                <c:pt idx="1303">
                  <c:v>3.06250000001</c:v>
                </c:pt>
                <c:pt idx="1304">
                  <c:v>3.06700000001</c:v>
                </c:pt>
                <c:pt idx="1305">
                  <c:v>3.06725000001</c:v>
                </c:pt>
                <c:pt idx="1306">
                  <c:v>3.07175000001</c:v>
                </c:pt>
                <c:pt idx="1307">
                  <c:v>3.07200000001</c:v>
                </c:pt>
                <c:pt idx="1308">
                  <c:v>3.07650000001</c:v>
                </c:pt>
                <c:pt idx="1309">
                  <c:v>3.07675000001</c:v>
                </c:pt>
                <c:pt idx="1310">
                  <c:v>3.08125000001</c:v>
                </c:pt>
                <c:pt idx="1311">
                  <c:v>3.08150000001</c:v>
                </c:pt>
                <c:pt idx="1312">
                  <c:v>3.08600000001</c:v>
                </c:pt>
                <c:pt idx="1313">
                  <c:v>3.08625000001</c:v>
                </c:pt>
                <c:pt idx="1314">
                  <c:v>3.09075000001</c:v>
                </c:pt>
                <c:pt idx="1315">
                  <c:v>3.09100000001</c:v>
                </c:pt>
                <c:pt idx="1316">
                  <c:v>3.09550000001</c:v>
                </c:pt>
                <c:pt idx="1317">
                  <c:v>3.09575000001</c:v>
                </c:pt>
                <c:pt idx="1318">
                  <c:v>3.10025000001</c:v>
                </c:pt>
                <c:pt idx="1319">
                  <c:v>3.10050000001</c:v>
                </c:pt>
                <c:pt idx="1320">
                  <c:v>3.10500000001</c:v>
                </c:pt>
                <c:pt idx="1321">
                  <c:v>3.10525000001</c:v>
                </c:pt>
                <c:pt idx="1322">
                  <c:v>3.10975000001</c:v>
                </c:pt>
                <c:pt idx="1323">
                  <c:v>3.11000000001</c:v>
                </c:pt>
                <c:pt idx="1324">
                  <c:v>3.11450000001</c:v>
                </c:pt>
                <c:pt idx="1325">
                  <c:v>3.11475000001</c:v>
                </c:pt>
                <c:pt idx="1326">
                  <c:v>3.11925000001</c:v>
                </c:pt>
                <c:pt idx="1327">
                  <c:v>3.11950000001</c:v>
                </c:pt>
                <c:pt idx="1328">
                  <c:v>3.12400000001</c:v>
                </c:pt>
                <c:pt idx="1329">
                  <c:v>3.12425000001</c:v>
                </c:pt>
                <c:pt idx="1330">
                  <c:v>3.12875000001</c:v>
                </c:pt>
                <c:pt idx="1331">
                  <c:v>3.12900000001</c:v>
                </c:pt>
                <c:pt idx="1332">
                  <c:v>3.13350000001</c:v>
                </c:pt>
                <c:pt idx="1333">
                  <c:v>3.13375000001</c:v>
                </c:pt>
                <c:pt idx="1334">
                  <c:v>3.13825000001</c:v>
                </c:pt>
                <c:pt idx="1335">
                  <c:v>3.13850000001</c:v>
                </c:pt>
                <c:pt idx="1336">
                  <c:v>3.14300000002</c:v>
                </c:pt>
                <c:pt idx="1337">
                  <c:v>3.14325000002</c:v>
                </c:pt>
                <c:pt idx="1338">
                  <c:v>3.14775000002</c:v>
                </c:pt>
                <c:pt idx="1339">
                  <c:v>3.14800000002</c:v>
                </c:pt>
                <c:pt idx="1340">
                  <c:v>3.14850000002</c:v>
                </c:pt>
                <c:pt idx="1341">
                  <c:v>3.14950000002</c:v>
                </c:pt>
                <c:pt idx="1342">
                  <c:v>3.15250000002</c:v>
                </c:pt>
                <c:pt idx="1343">
                  <c:v>3.15275000002</c:v>
                </c:pt>
                <c:pt idx="1344">
                  <c:v>3.15725000002</c:v>
                </c:pt>
                <c:pt idx="1345">
                  <c:v>3.15750000002</c:v>
                </c:pt>
                <c:pt idx="1346">
                  <c:v>3.16200000002</c:v>
                </c:pt>
                <c:pt idx="1347">
                  <c:v>3.16225000002</c:v>
                </c:pt>
                <c:pt idx="1348">
                  <c:v>3.16675000002</c:v>
                </c:pt>
                <c:pt idx="1349">
                  <c:v>3.16700000002</c:v>
                </c:pt>
                <c:pt idx="1350">
                  <c:v>3.17150000002</c:v>
                </c:pt>
                <c:pt idx="1351">
                  <c:v>3.17175000002</c:v>
                </c:pt>
                <c:pt idx="1352">
                  <c:v>3.17625000002</c:v>
                </c:pt>
                <c:pt idx="1353">
                  <c:v>3.17650000002</c:v>
                </c:pt>
                <c:pt idx="1354">
                  <c:v>3.18100000002</c:v>
                </c:pt>
                <c:pt idx="1355">
                  <c:v>3.18125000002</c:v>
                </c:pt>
                <c:pt idx="1356">
                  <c:v>3.18575000002</c:v>
                </c:pt>
                <c:pt idx="1357">
                  <c:v>3.18600000002</c:v>
                </c:pt>
                <c:pt idx="1358">
                  <c:v>3.19050000002</c:v>
                </c:pt>
                <c:pt idx="1359">
                  <c:v>3.19075000002</c:v>
                </c:pt>
                <c:pt idx="1360">
                  <c:v>3.19525000002</c:v>
                </c:pt>
                <c:pt idx="1361">
                  <c:v>3.19550000002</c:v>
                </c:pt>
                <c:pt idx="1362">
                  <c:v>3.20000000002</c:v>
                </c:pt>
                <c:pt idx="1363">
                  <c:v>3.20025000002</c:v>
                </c:pt>
                <c:pt idx="1364">
                  <c:v>3.20475000002</c:v>
                </c:pt>
                <c:pt idx="1365">
                  <c:v>3.20500000002</c:v>
                </c:pt>
                <c:pt idx="1366">
                  <c:v>3.20950000002</c:v>
                </c:pt>
                <c:pt idx="1367">
                  <c:v>3.20975000002</c:v>
                </c:pt>
                <c:pt idx="1368">
                  <c:v>3.21425000002</c:v>
                </c:pt>
                <c:pt idx="1369">
                  <c:v>3.21450000002</c:v>
                </c:pt>
                <c:pt idx="1370">
                  <c:v>3.21900000002</c:v>
                </c:pt>
                <c:pt idx="1371">
                  <c:v>3.21925000002</c:v>
                </c:pt>
                <c:pt idx="1372">
                  <c:v>3.22375000002</c:v>
                </c:pt>
                <c:pt idx="1373">
                  <c:v>3.22400000002</c:v>
                </c:pt>
                <c:pt idx="1374">
                  <c:v>3.22850000002</c:v>
                </c:pt>
                <c:pt idx="1375">
                  <c:v>3.22875000002</c:v>
                </c:pt>
                <c:pt idx="1376">
                  <c:v>3.23325000002</c:v>
                </c:pt>
                <c:pt idx="1377">
                  <c:v>3.23350000002</c:v>
                </c:pt>
                <c:pt idx="1378">
                  <c:v>3.23800000002</c:v>
                </c:pt>
                <c:pt idx="1379">
                  <c:v>3.23825000002</c:v>
                </c:pt>
                <c:pt idx="1380">
                  <c:v>3.24275000002</c:v>
                </c:pt>
                <c:pt idx="1381">
                  <c:v>3.24300000002</c:v>
                </c:pt>
                <c:pt idx="1382">
                  <c:v>3.24750000002</c:v>
                </c:pt>
                <c:pt idx="1383">
                  <c:v>3.24775000002</c:v>
                </c:pt>
                <c:pt idx="1384">
                  <c:v>3.25225000002</c:v>
                </c:pt>
                <c:pt idx="1385">
                  <c:v>3.25250000002</c:v>
                </c:pt>
                <c:pt idx="1386">
                  <c:v>3.25700000002</c:v>
                </c:pt>
                <c:pt idx="1387">
                  <c:v>3.25725000002</c:v>
                </c:pt>
                <c:pt idx="1388">
                  <c:v>3.26175000002</c:v>
                </c:pt>
                <c:pt idx="1389">
                  <c:v>3.26200000002</c:v>
                </c:pt>
                <c:pt idx="1390">
                  <c:v>3.26650000002</c:v>
                </c:pt>
                <c:pt idx="1391">
                  <c:v>3.26675000002</c:v>
                </c:pt>
                <c:pt idx="1392">
                  <c:v>3.27125000002</c:v>
                </c:pt>
                <c:pt idx="1393">
                  <c:v>3.27150000002</c:v>
                </c:pt>
                <c:pt idx="1394">
                  <c:v>3.27600000002</c:v>
                </c:pt>
                <c:pt idx="1395">
                  <c:v>3.27625000002</c:v>
                </c:pt>
                <c:pt idx="1396">
                  <c:v>3.28075000002</c:v>
                </c:pt>
                <c:pt idx="1397">
                  <c:v>3.28100000002</c:v>
                </c:pt>
                <c:pt idx="1398">
                  <c:v>3.28550000002</c:v>
                </c:pt>
                <c:pt idx="1399">
                  <c:v>3.28575000002</c:v>
                </c:pt>
                <c:pt idx="1400">
                  <c:v>3.29025000002</c:v>
                </c:pt>
                <c:pt idx="1401">
                  <c:v>3.29050000002</c:v>
                </c:pt>
                <c:pt idx="1402">
                  <c:v>3.29500000002</c:v>
                </c:pt>
                <c:pt idx="1403">
                  <c:v>3.29525000002</c:v>
                </c:pt>
                <c:pt idx="1404">
                  <c:v>3.29975000002</c:v>
                </c:pt>
                <c:pt idx="1405">
                  <c:v>3.30000000002</c:v>
                </c:pt>
                <c:pt idx="1406">
                  <c:v>3.30450000002</c:v>
                </c:pt>
                <c:pt idx="1407">
                  <c:v>3.30475000002</c:v>
                </c:pt>
                <c:pt idx="1408">
                  <c:v>3.30925000002</c:v>
                </c:pt>
                <c:pt idx="1409">
                  <c:v>3.30950000002</c:v>
                </c:pt>
                <c:pt idx="1410">
                  <c:v>3.31400000002</c:v>
                </c:pt>
                <c:pt idx="1411">
                  <c:v>3.31425000002</c:v>
                </c:pt>
                <c:pt idx="1412">
                  <c:v>3.31875000002</c:v>
                </c:pt>
                <c:pt idx="1413">
                  <c:v>3.31900000002</c:v>
                </c:pt>
                <c:pt idx="1414">
                  <c:v>3.32350000002</c:v>
                </c:pt>
                <c:pt idx="1415">
                  <c:v>3.32375000002</c:v>
                </c:pt>
                <c:pt idx="1416">
                  <c:v>3.32825000002</c:v>
                </c:pt>
                <c:pt idx="1417">
                  <c:v>3.32850000002</c:v>
                </c:pt>
                <c:pt idx="1418">
                  <c:v>3.33300000002</c:v>
                </c:pt>
                <c:pt idx="1419">
                  <c:v>3.33325000002</c:v>
                </c:pt>
                <c:pt idx="1420">
                  <c:v>3.33775000002</c:v>
                </c:pt>
                <c:pt idx="1421">
                  <c:v>3.33800000002</c:v>
                </c:pt>
                <c:pt idx="1422">
                  <c:v>3.34250000002</c:v>
                </c:pt>
                <c:pt idx="1423">
                  <c:v>3.34275000002</c:v>
                </c:pt>
                <c:pt idx="1424">
                  <c:v>3.34725000002</c:v>
                </c:pt>
                <c:pt idx="1425">
                  <c:v>3.34750000002</c:v>
                </c:pt>
                <c:pt idx="1426">
                  <c:v>3.35200000002</c:v>
                </c:pt>
                <c:pt idx="1427">
                  <c:v>3.35225000002</c:v>
                </c:pt>
                <c:pt idx="1428">
                  <c:v>3.35675000002</c:v>
                </c:pt>
                <c:pt idx="1429">
                  <c:v>3.35700000002</c:v>
                </c:pt>
                <c:pt idx="1430">
                  <c:v>3.36150000002</c:v>
                </c:pt>
                <c:pt idx="1431">
                  <c:v>3.36175000002</c:v>
                </c:pt>
                <c:pt idx="1432">
                  <c:v>3.36625000002</c:v>
                </c:pt>
                <c:pt idx="1433">
                  <c:v>3.36650000002</c:v>
                </c:pt>
                <c:pt idx="1434">
                  <c:v>3.36725000002</c:v>
                </c:pt>
                <c:pt idx="1435">
                  <c:v>3.36900000002</c:v>
                </c:pt>
                <c:pt idx="1436">
                  <c:v>3.37100000002</c:v>
                </c:pt>
                <c:pt idx="1437">
                  <c:v>3.37125000002</c:v>
                </c:pt>
                <c:pt idx="1438">
                  <c:v>3.37575000002</c:v>
                </c:pt>
                <c:pt idx="1439">
                  <c:v>3.37600000002</c:v>
                </c:pt>
                <c:pt idx="1440">
                  <c:v>3.38050000002</c:v>
                </c:pt>
                <c:pt idx="1441">
                  <c:v>3.38075000002</c:v>
                </c:pt>
                <c:pt idx="1442">
                  <c:v>3.38525000002</c:v>
                </c:pt>
                <c:pt idx="1443">
                  <c:v>3.38550000002</c:v>
                </c:pt>
                <c:pt idx="1444">
                  <c:v>3.39000000002</c:v>
                </c:pt>
                <c:pt idx="1445">
                  <c:v>3.39025000002</c:v>
                </c:pt>
                <c:pt idx="1446">
                  <c:v>3.39475000002</c:v>
                </c:pt>
                <c:pt idx="1447">
                  <c:v>3.39500000002</c:v>
                </c:pt>
                <c:pt idx="1448">
                  <c:v>3.39950000002</c:v>
                </c:pt>
                <c:pt idx="1449">
                  <c:v>3.39975000002</c:v>
                </c:pt>
                <c:pt idx="1450">
                  <c:v>3.40425000002</c:v>
                </c:pt>
                <c:pt idx="1451">
                  <c:v>3.40450000002</c:v>
                </c:pt>
                <c:pt idx="1452">
                  <c:v>3.40900000002</c:v>
                </c:pt>
                <c:pt idx="1453">
                  <c:v>3.40925000002</c:v>
                </c:pt>
                <c:pt idx="1454">
                  <c:v>3.41375000002</c:v>
                </c:pt>
                <c:pt idx="1455">
                  <c:v>3.41400000002</c:v>
                </c:pt>
                <c:pt idx="1456">
                  <c:v>3.41850000002</c:v>
                </c:pt>
                <c:pt idx="1457">
                  <c:v>3.41875000002</c:v>
                </c:pt>
                <c:pt idx="1458">
                  <c:v>3.42325000002</c:v>
                </c:pt>
                <c:pt idx="1459">
                  <c:v>3.42350000002</c:v>
                </c:pt>
                <c:pt idx="1460">
                  <c:v>3.42800000002</c:v>
                </c:pt>
                <c:pt idx="1461">
                  <c:v>3.42825000002</c:v>
                </c:pt>
                <c:pt idx="1462">
                  <c:v>3.43275000002</c:v>
                </c:pt>
                <c:pt idx="1463">
                  <c:v>3.43300000002</c:v>
                </c:pt>
                <c:pt idx="1464">
                  <c:v>3.43750000002</c:v>
                </c:pt>
                <c:pt idx="1465">
                  <c:v>3.43775000002</c:v>
                </c:pt>
                <c:pt idx="1466">
                  <c:v>3.44225000002</c:v>
                </c:pt>
                <c:pt idx="1467">
                  <c:v>3.44250000002</c:v>
                </c:pt>
                <c:pt idx="1468">
                  <c:v>3.44700000002</c:v>
                </c:pt>
                <c:pt idx="1469">
                  <c:v>3.44725000002</c:v>
                </c:pt>
                <c:pt idx="1470">
                  <c:v>3.45175000002</c:v>
                </c:pt>
                <c:pt idx="1471">
                  <c:v>3.45200000002</c:v>
                </c:pt>
                <c:pt idx="1472">
                  <c:v>3.45650000002</c:v>
                </c:pt>
                <c:pt idx="1473">
                  <c:v>3.45675000002</c:v>
                </c:pt>
                <c:pt idx="1474">
                  <c:v>3.46125000002</c:v>
                </c:pt>
                <c:pt idx="1475">
                  <c:v>3.46150000002</c:v>
                </c:pt>
                <c:pt idx="1476">
                  <c:v>3.46600000002</c:v>
                </c:pt>
                <c:pt idx="1477">
                  <c:v>3.46625000002</c:v>
                </c:pt>
                <c:pt idx="1478">
                  <c:v>3.47075000002</c:v>
                </c:pt>
                <c:pt idx="1479">
                  <c:v>3.47100000002</c:v>
                </c:pt>
                <c:pt idx="1480">
                  <c:v>3.47550000002</c:v>
                </c:pt>
                <c:pt idx="1481">
                  <c:v>3.47575000002</c:v>
                </c:pt>
                <c:pt idx="1482">
                  <c:v>3.48025000002</c:v>
                </c:pt>
                <c:pt idx="1483">
                  <c:v>3.48050000002</c:v>
                </c:pt>
                <c:pt idx="1484">
                  <c:v>3.48500000002</c:v>
                </c:pt>
                <c:pt idx="1485">
                  <c:v>3.48525000002</c:v>
                </c:pt>
                <c:pt idx="1486">
                  <c:v>3.48975000002</c:v>
                </c:pt>
                <c:pt idx="1487">
                  <c:v>3.49000000002</c:v>
                </c:pt>
                <c:pt idx="1488">
                  <c:v>3.49450000002</c:v>
                </c:pt>
                <c:pt idx="1489">
                  <c:v>3.49475000002</c:v>
                </c:pt>
                <c:pt idx="1490">
                  <c:v>3.49925000002</c:v>
                </c:pt>
                <c:pt idx="1491">
                  <c:v>3.49950000002</c:v>
                </c:pt>
                <c:pt idx="1492">
                  <c:v>3.50400000002</c:v>
                </c:pt>
                <c:pt idx="1493">
                  <c:v>3.50425000002</c:v>
                </c:pt>
                <c:pt idx="1494">
                  <c:v>3.50875000002</c:v>
                </c:pt>
                <c:pt idx="1495">
                  <c:v>3.50900000002</c:v>
                </c:pt>
                <c:pt idx="1496">
                  <c:v>3.51350000002</c:v>
                </c:pt>
                <c:pt idx="1497">
                  <c:v>3.51375000002</c:v>
                </c:pt>
                <c:pt idx="1498">
                  <c:v>3.51825000002</c:v>
                </c:pt>
                <c:pt idx="1499">
                  <c:v>3.51850000002</c:v>
                </c:pt>
                <c:pt idx="1500">
                  <c:v>3.52300000002</c:v>
                </c:pt>
                <c:pt idx="1501">
                  <c:v>3.52325000002</c:v>
                </c:pt>
                <c:pt idx="1502">
                  <c:v>3.52775000002</c:v>
                </c:pt>
                <c:pt idx="1503">
                  <c:v>3.52800000002</c:v>
                </c:pt>
                <c:pt idx="1504">
                  <c:v>3.53250000002</c:v>
                </c:pt>
                <c:pt idx="1505">
                  <c:v>3.53275000002</c:v>
                </c:pt>
                <c:pt idx="1506">
                  <c:v>3.53725000002</c:v>
                </c:pt>
                <c:pt idx="1507">
                  <c:v>3.53750000002</c:v>
                </c:pt>
                <c:pt idx="1508">
                  <c:v>3.54200000002</c:v>
                </c:pt>
                <c:pt idx="1509">
                  <c:v>3.54225000002</c:v>
                </c:pt>
                <c:pt idx="1510">
                  <c:v>3.54675000002</c:v>
                </c:pt>
                <c:pt idx="1511">
                  <c:v>3.54700000002</c:v>
                </c:pt>
                <c:pt idx="1512">
                  <c:v>3.55150000002</c:v>
                </c:pt>
                <c:pt idx="1513">
                  <c:v>3.55175000002</c:v>
                </c:pt>
                <c:pt idx="1514">
                  <c:v>3.55625000002</c:v>
                </c:pt>
                <c:pt idx="1515">
                  <c:v>3.55650000002</c:v>
                </c:pt>
                <c:pt idx="1516">
                  <c:v>3.56100000002</c:v>
                </c:pt>
                <c:pt idx="1517">
                  <c:v>3.56125000002</c:v>
                </c:pt>
                <c:pt idx="1518">
                  <c:v>3.56575000002</c:v>
                </c:pt>
                <c:pt idx="1519">
                  <c:v>3.56600000002</c:v>
                </c:pt>
                <c:pt idx="1520">
                  <c:v>3.57050000002</c:v>
                </c:pt>
                <c:pt idx="1521">
                  <c:v>3.57075000002</c:v>
                </c:pt>
                <c:pt idx="1522">
                  <c:v>3.57525000002</c:v>
                </c:pt>
                <c:pt idx="1523">
                  <c:v>3.57550000002</c:v>
                </c:pt>
                <c:pt idx="1524">
                  <c:v>3.58000000002</c:v>
                </c:pt>
                <c:pt idx="1525">
                  <c:v>3.58025000002</c:v>
                </c:pt>
                <c:pt idx="1526">
                  <c:v>3.58475000002</c:v>
                </c:pt>
                <c:pt idx="1527">
                  <c:v>3.58500000002</c:v>
                </c:pt>
                <c:pt idx="1528">
                  <c:v>3.58950000002</c:v>
                </c:pt>
                <c:pt idx="1529">
                  <c:v>3.58975000002</c:v>
                </c:pt>
                <c:pt idx="1530">
                  <c:v>3.59050000002</c:v>
                </c:pt>
                <c:pt idx="1531">
                  <c:v>3.59425000002</c:v>
                </c:pt>
                <c:pt idx="1532">
                  <c:v>3.59450000002</c:v>
                </c:pt>
                <c:pt idx="1533">
                  <c:v>3.59900000002</c:v>
                </c:pt>
                <c:pt idx="1534">
                  <c:v>3.59925000002</c:v>
                </c:pt>
                <c:pt idx="1535">
                  <c:v>3.60375000002</c:v>
                </c:pt>
                <c:pt idx="1536">
                  <c:v>3.60400000002</c:v>
                </c:pt>
                <c:pt idx="1537">
                  <c:v>3.60850000002</c:v>
                </c:pt>
                <c:pt idx="1538">
                  <c:v>3.60875000002</c:v>
                </c:pt>
                <c:pt idx="1539">
                  <c:v>3.61325000002</c:v>
                </c:pt>
                <c:pt idx="1540">
                  <c:v>3.61350000002</c:v>
                </c:pt>
                <c:pt idx="1541">
                  <c:v>3.61800000002</c:v>
                </c:pt>
                <c:pt idx="1542">
                  <c:v>3.61825000002</c:v>
                </c:pt>
                <c:pt idx="1543">
                  <c:v>3.62275000002</c:v>
                </c:pt>
                <c:pt idx="1544">
                  <c:v>3.62300000002</c:v>
                </c:pt>
                <c:pt idx="1545">
                  <c:v>3.62750000002</c:v>
                </c:pt>
                <c:pt idx="1546">
                  <c:v>3.62775000002</c:v>
                </c:pt>
                <c:pt idx="1547">
                  <c:v>3.63225000002</c:v>
                </c:pt>
                <c:pt idx="1548">
                  <c:v>3.63250000002</c:v>
                </c:pt>
                <c:pt idx="1549">
                  <c:v>3.63700000002</c:v>
                </c:pt>
                <c:pt idx="1550">
                  <c:v>3.63725000002</c:v>
                </c:pt>
                <c:pt idx="1551">
                  <c:v>3.64175000002</c:v>
                </c:pt>
                <c:pt idx="1552">
                  <c:v>3.64200000002</c:v>
                </c:pt>
                <c:pt idx="1553">
                  <c:v>3.64650000002</c:v>
                </c:pt>
                <c:pt idx="1554">
                  <c:v>3.64675000002</c:v>
                </c:pt>
                <c:pt idx="1555">
                  <c:v>3.65125000002</c:v>
                </c:pt>
                <c:pt idx="1556">
                  <c:v>3.65150000002</c:v>
                </c:pt>
                <c:pt idx="1557">
                  <c:v>3.65600000002</c:v>
                </c:pt>
                <c:pt idx="1558">
                  <c:v>3.65625000002</c:v>
                </c:pt>
                <c:pt idx="1559">
                  <c:v>3.66075000002</c:v>
                </c:pt>
                <c:pt idx="1560">
                  <c:v>3.66100000002</c:v>
                </c:pt>
                <c:pt idx="1561">
                  <c:v>3.66550000002</c:v>
                </c:pt>
                <c:pt idx="1562">
                  <c:v>3.66575000002</c:v>
                </c:pt>
                <c:pt idx="1563">
                  <c:v>3.67025000002</c:v>
                </c:pt>
                <c:pt idx="1564">
                  <c:v>3.67050000002</c:v>
                </c:pt>
                <c:pt idx="1565">
                  <c:v>3.67500000002</c:v>
                </c:pt>
                <c:pt idx="1566">
                  <c:v>3.67525000002</c:v>
                </c:pt>
                <c:pt idx="1567">
                  <c:v>3.67975000002</c:v>
                </c:pt>
                <c:pt idx="1568">
                  <c:v>3.68000000002</c:v>
                </c:pt>
                <c:pt idx="1569">
                  <c:v>3.68450000002</c:v>
                </c:pt>
                <c:pt idx="1570">
                  <c:v>3.68475000002</c:v>
                </c:pt>
                <c:pt idx="1571">
                  <c:v>3.68925000002</c:v>
                </c:pt>
                <c:pt idx="1572">
                  <c:v>3.68950000002</c:v>
                </c:pt>
                <c:pt idx="1573">
                  <c:v>3.69400000002</c:v>
                </c:pt>
                <c:pt idx="1574">
                  <c:v>3.69425000002</c:v>
                </c:pt>
                <c:pt idx="1575">
                  <c:v>3.69875000002</c:v>
                </c:pt>
                <c:pt idx="1576">
                  <c:v>3.69900000002</c:v>
                </c:pt>
                <c:pt idx="1577">
                  <c:v>3.70350000002</c:v>
                </c:pt>
                <c:pt idx="1578">
                  <c:v>3.70375000002</c:v>
                </c:pt>
                <c:pt idx="1579">
                  <c:v>3.70825000002</c:v>
                </c:pt>
                <c:pt idx="1580">
                  <c:v>3.70850000002</c:v>
                </c:pt>
                <c:pt idx="1581">
                  <c:v>3.71300000002</c:v>
                </c:pt>
                <c:pt idx="1582">
                  <c:v>3.71325000002</c:v>
                </c:pt>
                <c:pt idx="1583">
                  <c:v>3.71775000002</c:v>
                </c:pt>
                <c:pt idx="1584">
                  <c:v>3.71800000002</c:v>
                </c:pt>
                <c:pt idx="1585">
                  <c:v>3.72250000002</c:v>
                </c:pt>
                <c:pt idx="1586">
                  <c:v>3.72275000002</c:v>
                </c:pt>
                <c:pt idx="1587">
                  <c:v>3.72725000002</c:v>
                </c:pt>
                <c:pt idx="1588">
                  <c:v>3.72750000002</c:v>
                </c:pt>
                <c:pt idx="1589">
                  <c:v>3.73200000002</c:v>
                </c:pt>
                <c:pt idx="1590">
                  <c:v>3.73225000002</c:v>
                </c:pt>
                <c:pt idx="1591">
                  <c:v>3.73675000002</c:v>
                </c:pt>
                <c:pt idx="1592">
                  <c:v>3.73700000002</c:v>
                </c:pt>
                <c:pt idx="1593">
                  <c:v>3.74150000002</c:v>
                </c:pt>
                <c:pt idx="1594">
                  <c:v>3.74175000002</c:v>
                </c:pt>
                <c:pt idx="1595">
                  <c:v>3.74625000002</c:v>
                </c:pt>
                <c:pt idx="1596">
                  <c:v>3.74650000002</c:v>
                </c:pt>
                <c:pt idx="1597">
                  <c:v>3.75100000002</c:v>
                </c:pt>
                <c:pt idx="1598">
                  <c:v>3.75125000002</c:v>
                </c:pt>
                <c:pt idx="1599">
                  <c:v>3.75575000002</c:v>
                </c:pt>
                <c:pt idx="1600">
                  <c:v>3.75600000002</c:v>
                </c:pt>
                <c:pt idx="1601">
                  <c:v>3.76050000002</c:v>
                </c:pt>
                <c:pt idx="1602">
                  <c:v>3.76075000002</c:v>
                </c:pt>
                <c:pt idx="1603">
                  <c:v>3.76525000002</c:v>
                </c:pt>
                <c:pt idx="1604">
                  <c:v>3.76550000002</c:v>
                </c:pt>
                <c:pt idx="1605">
                  <c:v>3.77000000002</c:v>
                </c:pt>
                <c:pt idx="1606">
                  <c:v>3.77025000002</c:v>
                </c:pt>
                <c:pt idx="1607">
                  <c:v>3.77475000002</c:v>
                </c:pt>
                <c:pt idx="1608">
                  <c:v>3.77500000002</c:v>
                </c:pt>
                <c:pt idx="1609">
                  <c:v>3.77950000002</c:v>
                </c:pt>
                <c:pt idx="1610">
                  <c:v>3.77975000002</c:v>
                </c:pt>
                <c:pt idx="1611">
                  <c:v>3.78425000002</c:v>
                </c:pt>
                <c:pt idx="1612">
                  <c:v>3.78450000002</c:v>
                </c:pt>
                <c:pt idx="1613">
                  <c:v>3.78900000002</c:v>
                </c:pt>
                <c:pt idx="1614">
                  <c:v>3.78925000002</c:v>
                </c:pt>
                <c:pt idx="1615">
                  <c:v>3.79375000002</c:v>
                </c:pt>
                <c:pt idx="1616">
                  <c:v>3.79400000002</c:v>
                </c:pt>
                <c:pt idx="1617">
                  <c:v>3.79850000002</c:v>
                </c:pt>
                <c:pt idx="1618">
                  <c:v>3.79875000002</c:v>
                </c:pt>
                <c:pt idx="1619">
                  <c:v>3.80325000002</c:v>
                </c:pt>
                <c:pt idx="1620">
                  <c:v>3.80350000002</c:v>
                </c:pt>
                <c:pt idx="1621">
                  <c:v>3.80800000002</c:v>
                </c:pt>
                <c:pt idx="1622">
                  <c:v>3.80825000002</c:v>
                </c:pt>
                <c:pt idx="1623">
                  <c:v>3.81000000002</c:v>
                </c:pt>
                <c:pt idx="1624">
                  <c:v>3.81275000002</c:v>
                </c:pt>
                <c:pt idx="1625">
                  <c:v>3.81300000002</c:v>
                </c:pt>
                <c:pt idx="1626">
                  <c:v>3.81750000002</c:v>
                </c:pt>
                <c:pt idx="1627">
                  <c:v>3.81775000002</c:v>
                </c:pt>
                <c:pt idx="1628">
                  <c:v>3.82225000002</c:v>
                </c:pt>
                <c:pt idx="1629">
                  <c:v>3.82250000002</c:v>
                </c:pt>
                <c:pt idx="1630">
                  <c:v>3.82700000002</c:v>
                </c:pt>
                <c:pt idx="1631">
                  <c:v>3.82725000002</c:v>
                </c:pt>
                <c:pt idx="1632">
                  <c:v>3.83175000002</c:v>
                </c:pt>
                <c:pt idx="1633">
                  <c:v>3.83200000002</c:v>
                </c:pt>
                <c:pt idx="1634">
                  <c:v>3.83650000002</c:v>
                </c:pt>
                <c:pt idx="1635">
                  <c:v>3.83675000002</c:v>
                </c:pt>
                <c:pt idx="1636">
                  <c:v>3.84125000002</c:v>
                </c:pt>
                <c:pt idx="1637">
                  <c:v>3.84150000002</c:v>
                </c:pt>
                <c:pt idx="1638">
                  <c:v>3.84600000002</c:v>
                </c:pt>
                <c:pt idx="1639">
                  <c:v>3.84625000002</c:v>
                </c:pt>
                <c:pt idx="1640">
                  <c:v>3.85075000002</c:v>
                </c:pt>
                <c:pt idx="1641">
                  <c:v>3.85100000002</c:v>
                </c:pt>
                <c:pt idx="1642">
                  <c:v>3.85550000002</c:v>
                </c:pt>
                <c:pt idx="1643">
                  <c:v>3.85575000002</c:v>
                </c:pt>
                <c:pt idx="1644">
                  <c:v>3.86025000002</c:v>
                </c:pt>
                <c:pt idx="1645">
                  <c:v>3.86050000002</c:v>
                </c:pt>
                <c:pt idx="1646">
                  <c:v>3.86500000002</c:v>
                </c:pt>
                <c:pt idx="1647">
                  <c:v>3.86525000002</c:v>
                </c:pt>
                <c:pt idx="1648">
                  <c:v>3.86975000002</c:v>
                </c:pt>
                <c:pt idx="1649">
                  <c:v>3.87000000002</c:v>
                </c:pt>
                <c:pt idx="1650">
                  <c:v>3.87450000002</c:v>
                </c:pt>
                <c:pt idx="1651">
                  <c:v>3.87475000002</c:v>
                </c:pt>
                <c:pt idx="1652">
                  <c:v>3.87925000002</c:v>
                </c:pt>
                <c:pt idx="1653">
                  <c:v>3.87950000002</c:v>
                </c:pt>
                <c:pt idx="1654">
                  <c:v>3.88400000002</c:v>
                </c:pt>
                <c:pt idx="1655">
                  <c:v>3.88425000002</c:v>
                </c:pt>
                <c:pt idx="1656">
                  <c:v>3.88875000002</c:v>
                </c:pt>
                <c:pt idx="1657">
                  <c:v>3.88900000002</c:v>
                </c:pt>
                <c:pt idx="1658">
                  <c:v>3.89350000002</c:v>
                </c:pt>
                <c:pt idx="1659">
                  <c:v>3.89375000002</c:v>
                </c:pt>
                <c:pt idx="1660">
                  <c:v>3.89825000002</c:v>
                </c:pt>
                <c:pt idx="1661">
                  <c:v>3.89850000002</c:v>
                </c:pt>
                <c:pt idx="1662">
                  <c:v>3.90300000002</c:v>
                </c:pt>
                <c:pt idx="1663">
                  <c:v>3.90325000002</c:v>
                </c:pt>
                <c:pt idx="1664">
                  <c:v>3.90775000002</c:v>
                </c:pt>
                <c:pt idx="1665">
                  <c:v>3.90800000002</c:v>
                </c:pt>
                <c:pt idx="1666">
                  <c:v>3.91250000002</c:v>
                </c:pt>
                <c:pt idx="1667">
                  <c:v>3.91275000002</c:v>
                </c:pt>
                <c:pt idx="1668">
                  <c:v>3.91725000002</c:v>
                </c:pt>
                <c:pt idx="1669">
                  <c:v>3.91750000002</c:v>
                </c:pt>
                <c:pt idx="1670">
                  <c:v>3.92200000002</c:v>
                </c:pt>
                <c:pt idx="1671">
                  <c:v>3.92225000002</c:v>
                </c:pt>
                <c:pt idx="1672">
                  <c:v>3.92675000002</c:v>
                </c:pt>
                <c:pt idx="1673">
                  <c:v>3.92700000002</c:v>
                </c:pt>
                <c:pt idx="1674">
                  <c:v>3.93150000002</c:v>
                </c:pt>
                <c:pt idx="1675">
                  <c:v>3.93175000002</c:v>
                </c:pt>
                <c:pt idx="1676">
                  <c:v>3.93625000002</c:v>
                </c:pt>
                <c:pt idx="1677">
                  <c:v>3.93650000002</c:v>
                </c:pt>
                <c:pt idx="1678">
                  <c:v>3.94100000002</c:v>
                </c:pt>
                <c:pt idx="1679">
                  <c:v>3.94125000002</c:v>
                </c:pt>
                <c:pt idx="1680">
                  <c:v>3.94575000002</c:v>
                </c:pt>
                <c:pt idx="1681">
                  <c:v>3.94600000002</c:v>
                </c:pt>
                <c:pt idx="1682">
                  <c:v>3.95050000002</c:v>
                </c:pt>
                <c:pt idx="1683">
                  <c:v>3.95075000002</c:v>
                </c:pt>
                <c:pt idx="1684">
                  <c:v>3.95525000002</c:v>
                </c:pt>
                <c:pt idx="1685">
                  <c:v>3.95550000002</c:v>
                </c:pt>
                <c:pt idx="1686">
                  <c:v>3.96000000002</c:v>
                </c:pt>
                <c:pt idx="1687">
                  <c:v>3.96025000002</c:v>
                </c:pt>
                <c:pt idx="1688">
                  <c:v>3.96475000002</c:v>
                </c:pt>
                <c:pt idx="1689">
                  <c:v>3.96500000002</c:v>
                </c:pt>
                <c:pt idx="1690">
                  <c:v>3.96950000002</c:v>
                </c:pt>
                <c:pt idx="1691">
                  <c:v>3.96975000002</c:v>
                </c:pt>
                <c:pt idx="1692">
                  <c:v>3.97425000002</c:v>
                </c:pt>
                <c:pt idx="1693">
                  <c:v>3.97450000002</c:v>
                </c:pt>
                <c:pt idx="1694">
                  <c:v>3.97900000002</c:v>
                </c:pt>
                <c:pt idx="1695">
                  <c:v>3.97925000002</c:v>
                </c:pt>
                <c:pt idx="1696">
                  <c:v>3.98375000002</c:v>
                </c:pt>
                <c:pt idx="1697">
                  <c:v>3.98400000002</c:v>
                </c:pt>
                <c:pt idx="1698">
                  <c:v>3.98850000002</c:v>
                </c:pt>
                <c:pt idx="1699">
                  <c:v>3.98875000002</c:v>
                </c:pt>
                <c:pt idx="1700">
                  <c:v>3.99325000002</c:v>
                </c:pt>
                <c:pt idx="1701">
                  <c:v>3.99350000002</c:v>
                </c:pt>
                <c:pt idx="1702">
                  <c:v>3.99800000002</c:v>
                </c:pt>
                <c:pt idx="1703">
                  <c:v>3.99825000002</c:v>
                </c:pt>
                <c:pt idx="1704">
                  <c:v>3.99950000002</c:v>
                </c:pt>
                <c:pt idx="1705">
                  <c:v>3.99975000002</c:v>
                </c:pt>
                <c:pt idx="1706">
                  <c:v>4.00000000002</c:v>
                </c:pt>
                <c:pt idx="1707">
                  <c:v>4.00025000002</c:v>
                </c:pt>
                <c:pt idx="1708">
                  <c:v>4.00050000002</c:v>
                </c:pt>
                <c:pt idx="1709">
                  <c:v>4.00275000002</c:v>
                </c:pt>
                <c:pt idx="1710">
                  <c:v>4.00300000002</c:v>
                </c:pt>
                <c:pt idx="1711">
                  <c:v>4.00750000002</c:v>
                </c:pt>
                <c:pt idx="1712">
                  <c:v>4.00775000002</c:v>
                </c:pt>
                <c:pt idx="1713">
                  <c:v>4.01225000002</c:v>
                </c:pt>
                <c:pt idx="1714">
                  <c:v>4.01250000002</c:v>
                </c:pt>
                <c:pt idx="1715">
                  <c:v>4.01700000002</c:v>
                </c:pt>
                <c:pt idx="1716">
                  <c:v>4.01725000002</c:v>
                </c:pt>
                <c:pt idx="1717">
                  <c:v>4.02175000002</c:v>
                </c:pt>
                <c:pt idx="1718">
                  <c:v>4.02200000002</c:v>
                </c:pt>
                <c:pt idx="1719">
                  <c:v>4.02650000002</c:v>
                </c:pt>
                <c:pt idx="1720">
                  <c:v>4.02675000002</c:v>
                </c:pt>
                <c:pt idx="1721">
                  <c:v>4.03025000002</c:v>
                </c:pt>
                <c:pt idx="1722">
                  <c:v>4.03125000002</c:v>
                </c:pt>
                <c:pt idx="1723">
                  <c:v>4.03150000002</c:v>
                </c:pt>
                <c:pt idx="1724">
                  <c:v>4.03600000002</c:v>
                </c:pt>
                <c:pt idx="1725">
                  <c:v>4.03625000002</c:v>
                </c:pt>
                <c:pt idx="1726">
                  <c:v>4.04075000002</c:v>
                </c:pt>
                <c:pt idx="1727">
                  <c:v>4.04100000002</c:v>
                </c:pt>
                <c:pt idx="1728">
                  <c:v>4.04550000002</c:v>
                </c:pt>
                <c:pt idx="1729">
                  <c:v>4.04575000002</c:v>
                </c:pt>
                <c:pt idx="1730">
                  <c:v>4.05025000002</c:v>
                </c:pt>
                <c:pt idx="1731">
                  <c:v>4.05050000002</c:v>
                </c:pt>
                <c:pt idx="1732">
                  <c:v>4.05500000002</c:v>
                </c:pt>
                <c:pt idx="1733">
                  <c:v>4.05525000002</c:v>
                </c:pt>
                <c:pt idx="1734">
                  <c:v>4.05975000002</c:v>
                </c:pt>
                <c:pt idx="1735">
                  <c:v>4.06000000002</c:v>
                </c:pt>
                <c:pt idx="1736">
                  <c:v>4.06450000002</c:v>
                </c:pt>
                <c:pt idx="1737">
                  <c:v>4.06475000002</c:v>
                </c:pt>
                <c:pt idx="1738">
                  <c:v>4.06925000002</c:v>
                </c:pt>
                <c:pt idx="1739">
                  <c:v>4.06950000002</c:v>
                </c:pt>
                <c:pt idx="1740">
                  <c:v>4.07400000002</c:v>
                </c:pt>
                <c:pt idx="1741">
                  <c:v>4.07425000002</c:v>
                </c:pt>
                <c:pt idx="1742">
                  <c:v>4.07875000002</c:v>
                </c:pt>
                <c:pt idx="1743">
                  <c:v>4.07900000002</c:v>
                </c:pt>
                <c:pt idx="1744">
                  <c:v>4.08350000002</c:v>
                </c:pt>
                <c:pt idx="1745">
                  <c:v>4.08375000002</c:v>
                </c:pt>
                <c:pt idx="1746">
                  <c:v>4.08825000002</c:v>
                </c:pt>
                <c:pt idx="1747">
                  <c:v>4.08850000002</c:v>
                </c:pt>
                <c:pt idx="1748">
                  <c:v>4.09300000002</c:v>
                </c:pt>
                <c:pt idx="1749">
                  <c:v>4.09325000002</c:v>
                </c:pt>
                <c:pt idx="1750">
                  <c:v>4.09775000002</c:v>
                </c:pt>
                <c:pt idx="1751">
                  <c:v>4.09800000002</c:v>
                </c:pt>
                <c:pt idx="1752">
                  <c:v>4.10250000002</c:v>
                </c:pt>
                <c:pt idx="1753">
                  <c:v>4.10275000002</c:v>
                </c:pt>
                <c:pt idx="1754">
                  <c:v>4.10725000002</c:v>
                </c:pt>
                <c:pt idx="1755">
                  <c:v>4.10750000002</c:v>
                </c:pt>
                <c:pt idx="1756">
                  <c:v>4.11200000002</c:v>
                </c:pt>
                <c:pt idx="1757">
                  <c:v>4.11225000002</c:v>
                </c:pt>
                <c:pt idx="1758">
                  <c:v>4.11675000002</c:v>
                </c:pt>
                <c:pt idx="1759">
                  <c:v>4.11700000002</c:v>
                </c:pt>
                <c:pt idx="1760">
                  <c:v>4.12150000002</c:v>
                </c:pt>
                <c:pt idx="1761">
                  <c:v>4.12175000002</c:v>
                </c:pt>
                <c:pt idx="1762">
                  <c:v>4.12625000002</c:v>
                </c:pt>
                <c:pt idx="1763">
                  <c:v>4.12650000002</c:v>
                </c:pt>
                <c:pt idx="1764">
                  <c:v>4.13100000002</c:v>
                </c:pt>
                <c:pt idx="1765">
                  <c:v>4.13125000002</c:v>
                </c:pt>
                <c:pt idx="1766">
                  <c:v>4.13575000002</c:v>
                </c:pt>
                <c:pt idx="1767">
                  <c:v>4.13600000002</c:v>
                </c:pt>
                <c:pt idx="1768">
                  <c:v>4.14050000002</c:v>
                </c:pt>
                <c:pt idx="1769">
                  <c:v>4.14075000002</c:v>
                </c:pt>
                <c:pt idx="1770">
                  <c:v>4.14525000002</c:v>
                </c:pt>
                <c:pt idx="1771">
                  <c:v>4.14550000002</c:v>
                </c:pt>
                <c:pt idx="1772">
                  <c:v>4.15000000002</c:v>
                </c:pt>
                <c:pt idx="1773">
                  <c:v>4.15025000002</c:v>
                </c:pt>
                <c:pt idx="1774">
                  <c:v>4.15475000002</c:v>
                </c:pt>
                <c:pt idx="1775">
                  <c:v>4.15500000002</c:v>
                </c:pt>
                <c:pt idx="1776">
                  <c:v>4.15950000002</c:v>
                </c:pt>
                <c:pt idx="1777">
                  <c:v>4.15975000002</c:v>
                </c:pt>
                <c:pt idx="1778">
                  <c:v>4.16425000002</c:v>
                </c:pt>
                <c:pt idx="1779">
                  <c:v>4.16450000002</c:v>
                </c:pt>
                <c:pt idx="1780">
                  <c:v>4.16900000002</c:v>
                </c:pt>
                <c:pt idx="1781">
                  <c:v>4.16925000002</c:v>
                </c:pt>
                <c:pt idx="1782">
                  <c:v>4.17375000002</c:v>
                </c:pt>
                <c:pt idx="1783">
                  <c:v>4.17400000002</c:v>
                </c:pt>
                <c:pt idx="1784">
                  <c:v>4.17850000002</c:v>
                </c:pt>
                <c:pt idx="1785">
                  <c:v>4.17875000002</c:v>
                </c:pt>
                <c:pt idx="1786">
                  <c:v>4.18325000002</c:v>
                </c:pt>
                <c:pt idx="1787">
                  <c:v>4.18350000002</c:v>
                </c:pt>
                <c:pt idx="1788">
                  <c:v>4.18800000002</c:v>
                </c:pt>
                <c:pt idx="1789">
                  <c:v>4.18825000002</c:v>
                </c:pt>
                <c:pt idx="1790">
                  <c:v>4.19275000002</c:v>
                </c:pt>
                <c:pt idx="1791">
                  <c:v>4.19300000002</c:v>
                </c:pt>
                <c:pt idx="1792">
                  <c:v>4.19750000002</c:v>
                </c:pt>
                <c:pt idx="1793">
                  <c:v>4.19775000002</c:v>
                </c:pt>
                <c:pt idx="1794">
                  <c:v>4.20225000002</c:v>
                </c:pt>
                <c:pt idx="1795">
                  <c:v>4.20250000002</c:v>
                </c:pt>
                <c:pt idx="1796">
                  <c:v>4.20700000002</c:v>
                </c:pt>
                <c:pt idx="1797">
                  <c:v>4.20725000002</c:v>
                </c:pt>
                <c:pt idx="1798">
                  <c:v>4.21175000002</c:v>
                </c:pt>
                <c:pt idx="1799">
                  <c:v>4.21200000002</c:v>
                </c:pt>
                <c:pt idx="1800">
                  <c:v>4.21650000002</c:v>
                </c:pt>
                <c:pt idx="1801">
                  <c:v>4.21675000002</c:v>
                </c:pt>
                <c:pt idx="1802">
                  <c:v>4.22125000002</c:v>
                </c:pt>
                <c:pt idx="1803">
                  <c:v>4.22150000002</c:v>
                </c:pt>
                <c:pt idx="1804">
                  <c:v>4.22600000002</c:v>
                </c:pt>
                <c:pt idx="1805">
                  <c:v>4.22625000002</c:v>
                </c:pt>
                <c:pt idx="1806">
                  <c:v>4.23075000002</c:v>
                </c:pt>
                <c:pt idx="1807">
                  <c:v>4.23100000002</c:v>
                </c:pt>
                <c:pt idx="1808">
                  <c:v>4.23550000002</c:v>
                </c:pt>
                <c:pt idx="1809">
                  <c:v>4.23575000002</c:v>
                </c:pt>
                <c:pt idx="1810">
                  <c:v>4.24025000002</c:v>
                </c:pt>
                <c:pt idx="1811">
                  <c:v>4.24050000002</c:v>
                </c:pt>
                <c:pt idx="1812">
                  <c:v>4.24500000002</c:v>
                </c:pt>
                <c:pt idx="1813">
                  <c:v>4.24525000002</c:v>
                </c:pt>
                <c:pt idx="1814">
                  <c:v>4.24950000002</c:v>
                </c:pt>
                <c:pt idx="1815">
                  <c:v>4.24975000002</c:v>
                </c:pt>
                <c:pt idx="1816">
                  <c:v>4.25000000002</c:v>
                </c:pt>
                <c:pt idx="1817">
                  <c:v>4.25075000002</c:v>
                </c:pt>
                <c:pt idx="1818">
                  <c:v>4.25450000002</c:v>
                </c:pt>
                <c:pt idx="1819">
                  <c:v>4.25475000002</c:v>
                </c:pt>
                <c:pt idx="1820">
                  <c:v>4.25925000002</c:v>
                </c:pt>
                <c:pt idx="1821">
                  <c:v>4.25950000002</c:v>
                </c:pt>
                <c:pt idx="1822">
                  <c:v>4.26400000002</c:v>
                </c:pt>
                <c:pt idx="1823">
                  <c:v>4.26425000002</c:v>
                </c:pt>
                <c:pt idx="1824">
                  <c:v>4.26875000002</c:v>
                </c:pt>
                <c:pt idx="1825">
                  <c:v>4.26900000002</c:v>
                </c:pt>
                <c:pt idx="1826">
                  <c:v>4.27350000002</c:v>
                </c:pt>
                <c:pt idx="1827">
                  <c:v>4.27375000002</c:v>
                </c:pt>
                <c:pt idx="1828">
                  <c:v>4.27825000002</c:v>
                </c:pt>
                <c:pt idx="1829">
                  <c:v>4.27850000002</c:v>
                </c:pt>
                <c:pt idx="1830">
                  <c:v>4.28300000002</c:v>
                </c:pt>
                <c:pt idx="1831">
                  <c:v>4.28325000002</c:v>
                </c:pt>
                <c:pt idx="1832">
                  <c:v>4.28775000002</c:v>
                </c:pt>
                <c:pt idx="1833">
                  <c:v>4.28800000002</c:v>
                </c:pt>
                <c:pt idx="1834">
                  <c:v>4.29250000002</c:v>
                </c:pt>
                <c:pt idx="1835">
                  <c:v>4.29275000002</c:v>
                </c:pt>
                <c:pt idx="1836">
                  <c:v>4.29725000002</c:v>
                </c:pt>
                <c:pt idx="1837">
                  <c:v>4.29750000002</c:v>
                </c:pt>
                <c:pt idx="1838">
                  <c:v>4.30200000002</c:v>
                </c:pt>
                <c:pt idx="1839">
                  <c:v>4.30225000002</c:v>
                </c:pt>
                <c:pt idx="1840">
                  <c:v>4.30675000002</c:v>
                </c:pt>
                <c:pt idx="1841">
                  <c:v>4.30700000002</c:v>
                </c:pt>
                <c:pt idx="1842">
                  <c:v>4.31150000002</c:v>
                </c:pt>
                <c:pt idx="1843">
                  <c:v>4.31175000002</c:v>
                </c:pt>
                <c:pt idx="1844">
                  <c:v>4.31625000002</c:v>
                </c:pt>
                <c:pt idx="1845">
                  <c:v>4.31650000002</c:v>
                </c:pt>
                <c:pt idx="1846">
                  <c:v>4.32100000002</c:v>
                </c:pt>
                <c:pt idx="1847">
                  <c:v>4.32125000002</c:v>
                </c:pt>
                <c:pt idx="1848">
                  <c:v>4.32575000002</c:v>
                </c:pt>
                <c:pt idx="1849">
                  <c:v>4.32600000002</c:v>
                </c:pt>
                <c:pt idx="1850">
                  <c:v>4.33050000002</c:v>
                </c:pt>
                <c:pt idx="1851">
                  <c:v>4.33075000002</c:v>
                </c:pt>
                <c:pt idx="1852">
                  <c:v>4.33525000002</c:v>
                </c:pt>
                <c:pt idx="1853">
                  <c:v>4.33550000002</c:v>
                </c:pt>
                <c:pt idx="1854">
                  <c:v>4.34000000002</c:v>
                </c:pt>
                <c:pt idx="1855">
                  <c:v>4.34025000002</c:v>
                </c:pt>
                <c:pt idx="1856">
                  <c:v>4.34475000002</c:v>
                </c:pt>
                <c:pt idx="1857">
                  <c:v>4.34500000002</c:v>
                </c:pt>
                <c:pt idx="1858">
                  <c:v>4.34950000002</c:v>
                </c:pt>
                <c:pt idx="1859">
                  <c:v>4.34975000002</c:v>
                </c:pt>
                <c:pt idx="1860">
                  <c:v>4.35425000002</c:v>
                </c:pt>
                <c:pt idx="1861">
                  <c:v>4.35450000002</c:v>
                </c:pt>
                <c:pt idx="1862">
                  <c:v>4.35900000002</c:v>
                </c:pt>
                <c:pt idx="1863">
                  <c:v>4.35925000002</c:v>
                </c:pt>
                <c:pt idx="1864">
                  <c:v>4.36375000002</c:v>
                </c:pt>
                <c:pt idx="1865">
                  <c:v>4.36400000002</c:v>
                </c:pt>
                <c:pt idx="1866">
                  <c:v>4.36850000002</c:v>
                </c:pt>
                <c:pt idx="1867">
                  <c:v>4.36875000002</c:v>
                </c:pt>
                <c:pt idx="1868">
                  <c:v>4.37325000002</c:v>
                </c:pt>
                <c:pt idx="1869">
                  <c:v>4.37350000002</c:v>
                </c:pt>
                <c:pt idx="1870">
                  <c:v>4.37800000002</c:v>
                </c:pt>
                <c:pt idx="1871">
                  <c:v>4.37825000002</c:v>
                </c:pt>
                <c:pt idx="1872">
                  <c:v>4.38275000002</c:v>
                </c:pt>
                <c:pt idx="1873">
                  <c:v>4.38300000002</c:v>
                </c:pt>
                <c:pt idx="1874">
                  <c:v>4.38750000002</c:v>
                </c:pt>
                <c:pt idx="1875">
                  <c:v>4.38775000002</c:v>
                </c:pt>
                <c:pt idx="1876">
                  <c:v>4.39225000002</c:v>
                </c:pt>
                <c:pt idx="1877">
                  <c:v>4.39250000002</c:v>
                </c:pt>
                <c:pt idx="1878">
                  <c:v>4.39700000002</c:v>
                </c:pt>
                <c:pt idx="1879">
                  <c:v>4.39725000002</c:v>
                </c:pt>
                <c:pt idx="1880">
                  <c:v>4.40175000002</c:v>
                </c:pt>
                <c:pt idx="1881">
                  <c:v>4.40200000002</c:v>
                </c:pt>
                <c:pt idx="1882">
                  <c:v>4.40650000002</c:v>
                </c:pt>
                <c:pt idx="1883">
                  <c:v>4.40675000002</c:v>
                </c:pt>
                <c:pt idx="1884">
                  <c:v>4.41125000002</c:v>
                </c:pt>
                <c:pt idx="1885">
                  <c:v>4.41150000002</c:v>
                </c:pt>
                <c:pt idx="1886">
                  <c:v>4.41600000002</c:v>
                </c:pt>
                <c:pt idx="1887">
                  <c:v>4.41625000002</c:v>
                </c:pt>
                <c:pt idx="1888">
                  <c:v>4.42075000002</c:v>
                </c:pt>
                <c:pt idx="1889">
                  <c:v>4.42100000002</c:v>
                </c:pt>
                <c:pt idx="1890">
                  <c:v>4.42550000002</c:v>
                </c:pt>
                <c:pt idx="1891">
                  <c:v>4.42575000002</c:v>
                </c:pt>
                <c:pt idx="1892">
                  <c:v>4.43025000002</c:v>
                </c:pt>
                <c:pt idx="1893">
                  <c:v>4.43050000002</c:v>
                </c:pt>
                <c:pt idx="1894">
                  <c:v>4.43500000002</c:v>
                </c:pt>
                <c:pt idx="1895">
                  <c:v>4.43525000002</c:v>
                </c:pt>
                <c:pt idx="1896">
                  <c:v>4.43975000002</c:v>
                </c:pt>
                <c:pt idx="1897">
                  <c:v>4.44000000002</c:v>
                </c:pt>
                <c:pt idx="1898">
                  <c:v>4.44450000002</c:v>
                </c:pt>
                <c:pt idx="1899">
                  <c:v>4.44475000002</c:v>
                </c:pt>
                <c:pt idx="1900">
                  <c:v>4.44925000002</c:v>
                </c:pt>
                <c:pt idx="1901">
                  <c:v>4.44950000002</c:v>
                </c:pt>
                <c:pt idx="1902">
                  <c:v>4.45400000002</c:v>
                </c:pt>
                <c:pt idx="1903">
                  <c:v>4.45425000002</c:v>
                </c:pt>
                <c:pt idx="1904">
                  <c:v>4.45875000002</c:v>
                </c:pt>
                <c:pt idx="1905">
                  <c:v>4.45900000002</c:v>
                </c:pt>
                <c:pt idx="1906">
                  <c:v>4.46350000002</c:v>
                </c:pt>
                <c:pt idx="1907">
                  <c:v>4.46375000002</c:v>
                </c:pt>
                <c:pt idx="1908">
                  <c:v>4.46825000002</c:v>
                </c:pt>
                <c:pt idx="1909">
                  <c:v>4.46850000002</c:v>
                </c:pt>
                <c:pt idx="1910">
                  <c:v>4.47125000002</c:v>
                </c:pt>
                <c:pt idx="1911">
                  <c:v>4.47250000002</c:v>
                </c:pt>
                <c:pt idx="1912">
                  <c:v>4.47300000002</c:v>
                </c:pt>
                <c:pt idx="1913">
                  <c:v>4.47325000002</c:v>
                </c:pt>
                <c:pt idx="1914">
                  <c:v>4.47775000002</c:v>
                </c:pt>
                <c:pt idx="1915">
                  <c:v>4.47800000002</c:v>
                </c:pt>
                <c:pt idx="1916">
                  <c:v>4.48250000002</c:v>
                </c:pt>
                <c:pt idx="1917">
                  <c:v>4.48275000002</c:v>
                </c:pt>
                <c:pt idx="1918">
                  <c:v>4.48725000002</c:v>
                </c:pt>
                <c:pt idx="1919">
                  <c:v>4.48750000002</c:v>
                </c:pt>
                <c:pt idx="1920">
                  <c:v>4.49200000002</c:v>
                </c:pt>
                <c:pt idx="1921">
                  <c:v>4.49225000002</c:v>
                </c:pt>
                <c:pt idx="1922">
                  <c:v>4.49675000002</c:v>
                </c:pt>
                <c:pt idx="1923">
                  <c:v>4.49700000002</c:v>
                </c:pt>
                <c:pt idx="1924">
                  <c:v>4.50150000002</c:v>
                </c:pt>
                <c:pt idx="1925">
                  <c:v>4.50175000002</c:v>
                </c:pt>
                <c:pt idx="1926">
                  <c:v>4.50625000002</c:v>
                </c:pt>
                <c:pt idx="1927">
                  <c:v>4.50650000002</c:v>
                </c:pt>
                <c:pt idx="1928">
                  <c:v>4.51100000002</c:v>
                </c:pt>
                <c:pt idx="1929">
                  <c:v>4.51125000002</c:v>
                </c:pt>
                <c:pt idx="1930">
                  <c:v>4.51575000002</c:v>
                </c:pt>
                <c:pt idx="1931">
                  <c:v>4.51600000002</c:v>
                </c:pt>
                <c:pt idx="1932">
                  <c:v>4.52050000002</c:v>
                </c:pt>
                <c:pt idx="1933">
                  <c:v>4.52075000002</c:v>
                </c:pt>
                <c:pt idx="1934">
                  <c:v>4.52525000002</c:v>
                </c:pt>
                <c:pt idx="1935">
                  <c:v>4.52550000002</c:v>
                </c:pt>
                <c:pt idx="1936">
                  <c:v>4.53000000002</c:v>
                </c:pt>
                <c:pt idx="1937">
                  <c:v>4.53025000002</c:v>
                </c:pt>
                <c:pt idx="1938">
                  <c:v>4.53475000002</c:v>
                </c:pt>
                <c:pt idx="1939">
                  <c:v>4.53500000002</c:v>
                </c:pt>
                <c:pt idx="1940">
                  <c:v>4.53950000002</c:v>
                </c:pt>
                <c:pt idx="1941">
                  <c:v>4.53975000002</c:v>
                </c:pt>
                <c:pt idx="1942">
                  <c:v>4.54425000002</c:v>
                </c:pt>
                <c:pt idx="1943">
                  <c:v>4.54450000002</c:v>
                </c:pt>
                <c:pt idx="1944">
                  <c:v>4.54900000002</c:v>
                </c:pt>
                <c:pt idx="1945">
                  <c:v>4.54925000002</c:v>
                </c:pt>
                <c:pt idx="1946">
                  <c:v>4.55375000002</c:v>
                </c:pt>
                <c:pt idx="1947">
                  <c:v>4.55400000002</c:v>
                </c:pt>
                <c:pt idx="1948">
                  <c:v>4.55850000002</c:v>
                </c:pt>
                <c:pt idx="1949">
                  <c:v>4.55875000002</c:v>
                </c:pt>
                <c:pt idx="1950">
                  <c:v>4.56325000002</c:v>
                </c:pt>
                <c:pt idx="1951">
                  <c:v>4.56350000002</c:v>
                </c:pt>
                <c:pt idx="1952">
                  <c:v>4.56800000002</c:v>
                </c:pt>
                <c:pt idx="1953">
                  <c:v>4.56825000002</c:v>
                </c:pt>
                <c:pt idx="1954">
                  <c:v>4.57275000002</c:v>
                </c:pt>
                <c:pt idx="1955">
                  <c:v>4.57300000002</c:v>
                </c:pt>
                <c:pt idx="1956">
                  <c:v>4.57750000002</c:v>
                </c:pt>
                <c:pt idx="1957">
                  <c:v>4.57775000002</c:v>
                </c:pt>
                <c:pt idx="1958">
                  <c:v>4.58225000002</c:v>
                </c:pt>
                <c:pt idx="1959">
                  <c:v>4.58250000002</c:v>
                </c:pt>
                <c:pt idx="1960">
                  <c:v>4.58700000002</c:v>
                </c:pt>
                <c:pt idx="1961">
                  <c:v>4.58725000002</c:v>
                </c:pt>
                <c:pt idx="1962">
                  <c:v>4.59175000002</c:v>
                </c:pt>
                <c:pt idx="1963">
                  <c:v>4.59200000002</c:v>
                </c:pt>
                <c:pt idx="1964">
                  <c:v>4.59650000002</c:v>
                </c:pt>
                <c:pt idx="1965">
                  <c:v>4.59675000002</c:v>
                </c:pt>
                <c:pt idx="1966">
                  <c:v>4.60125000002</c:v>
                </c:pt>
                <c:pt idx="1967">
                  <c:v>4.60150000002</c:v>
                </c:pt>
                <c:pt idx="1968">
                  <c:v>4.60600000002</c:v>
                </c:pt>
                <c:pt idx="1969">
                  <c:v>4.60625000002</c:v>
                </c:pt>
                <c:pt idx="1970">
                  <c:v>4.61075000002</c:v>
                </c:pt>
                <c:pt idx="1971">
                  <c:v>4.61100000002</c:v>
                </c:pt>
                <c:pt idx="1972">
                  <c:v>4.61550000002</c:v>
                </c:pt>
                <c:pt idx="1973">
                  <c:v>4.61575000002</c:v>
                </c:pt>
                <c:pt idx="1974">
                  <c:v>4.62025000002</c:v>
                </c:pt>
                <c:pt idx="1975">
                  <c:v>4.62050000002</c:v>
                </c:pt>
                <c:pt idx="1976">
                  <c:v>4.62500000002</c:v>
                </c:pt>
                <c:pt idx="1977">
                  <c:v>4.62525000002</c:v>
                </c:pt>
                <c:pt idx="1978">
                  <c:v>4.62975000002</c:v>
                </c:pt>
                <c:pt idx="1979">
                  <c:v>4.63000000002</c:v>
                </c:pt>
                <c:pt idx="1980">
                  <c:v>4.63450000002</c:v>
                </c:pt>
                <c:pt idx="1981">
                  <c:v>4.63475000002</c:v>
                </c:pt>
                <c:pt idx="1982">
                  <c:v>4.63925000002</c:v>
                </c:pt>
                <c:pt idx="1983">
                  <c:v>4.63950000002</c:v>
                </c:pt>
                <c:pt idx="1984">
                  <c:v>4.64400000002</c:v>
                </c:pt>
                <c:pt idx="1985">
                  <c:v>4.64425000002</c:v>
                </c:pt>
                <c:pt idx="1986">
                  <c:v>4.64875000002</c:v>
                </c:pt>
                <c:pt idx="1987">
                  <c:v>4.64900000002</c:v>
                </c:pt>
                <c:pt idx="1988">
                  <c:v>4.65350000002</c:v>
                </c:pt>
                <c:pt idx="1989">
                  <c:v>4.65375000002</c:v>
                </c:pt>
                <c:pt idx="1990">
                  <c:v>4.65825000002</c:v>
                </c:pt>
                <c:pt idx="1991">
                  <c:v>4.65850000002</c:v>
                </c:pt>
                <c:pt idx="1992">
                  <c:v>4.66300000002</c:v>
                </c:pt>
                <c:pt idx="1993">
                  <c:v>4.66325000002</c:v>
                </c:pt>
                <c:pt idx="1994">
                  <c:v>4.66775000002</c:v>
                </c:pt>
                <c:pt idx="1995">
                  <c:v>4.66800000002</c:v>
                </c:pt>
                <c:pt idx="1996">
                  <c:v>4.67250000002</c:v>
                </c:pt>
                <c:pt idx="1997">
                  <c:v>4.67275000002</c:v>
                </c:pt>
                <c:pt idx="1998">
                  <c:v>4.67725000002</c:v>
                </c:pt>
                <c:pt idx="1999">
                  <c:v>4.67750000002</c:v>
                </c:pt>
                <c:pt idx="2000">
                  <c:v>4.68200000002</c:v>
                </c:pt>
                <c:pt idx="2001">
                  <c:v>4.68225000002</c:v>
                </c:pt>
                <c:pt idx="2002">
                  <c:v>4.68675000002</c:v>
                </c:pt>
                <c:pt idx="2003">
                  <c:v>4.68700000002</c:v>
                </c:pt>
                <c:pt idx="2004">
                  <c:v>4.69050000002</c:v>
                </c:pt>
                <c:pt idx="2005">
                  <c:v>4.69150000002</c:v>
                </c:pt>
                <c:pt idx="2006">
                  <c:v>4.69175000002</c:v>
                </c:pt>
                <c:pt idx="2007">
                  <c:v>4.69625000002</c:v>
                </c:pt>
                <c:pt idx="2008">
                  <c:v>4.69650000002</c:v>
                </c:pt>
                <c:pt idx="2009">
                  <c:v>4.70100000002</c:v>
                </c:pt>
                <c:pt idx="2010">
                  <c:v>4.70125000002</c:v>
                </c:pt>
                <c:pt idx="2011">
                  <c:v>4.70575000002</c:v>
                </c:pt>
                <c:pt idx="2012">
                  <c:v>4.70600000002</c:v>
                </c:pt>
                <c:pt idx="2013">
                  <c:v>4.71050000002</c:v>
                </c:pt>
                <c:pt idx="2014">
                  <c:v>4.71075000002</c:v>
                </c:pt>
                <c:pt idx="2015">
                  <c:v>4.71525000002</c:v>
                </c:pt>
                <c:pt idx="2016">
                  <c:v>4.71550000002</c:v>
                </c:pt>
                <c:pt idx="2017">
                  <c:v>4.72000000002</c:v>
                </c:pt>
                <c:pt idx="2018">
                  <c:v>4.72025000002</c:v>
                </c:pt>
                <c:pt idx="2019">
                  <c:v>4.72475000002</c:v>
                </c:pt>
                <c:pt idx="2020">
                  <c:v>4.72500000002</c:v>
                </c:pt>
                <c:pt idx="2021">
                  <c:v>4.72950000002</c:v>
                </c:pt>
                <c:pt idx="2022">
                  <c:v>4.72975000002</c:v>
                </c:pt>
                <c:pt idx="2023">
                  <c:v>4.73425000002</c:v>
                </c:pt>
                <c:pt idx="2024">
                  <c:v>4.73450000002</c:v>
                </c:pt>
                <c:pt idx="2025">
                  <c:v>4.73900000002</c:v>
                </c:pt>
                <c:pt idx="2026">
                  <c:v>4.73925000002</c:v>
                </c:pt>
                <c:pt idx="2027">
                  <c:v>4.74375000002</c:v>
                </c:pt>
                <c:pt idx="2028">
                  <c:v>4.74400000002</c:v>
                </c:pt>
                <c:pt idx="2029">
                  <c:v>4.74850000002</c:v>
                </c:pt>
                <c:pt idx="2030">
                  <c:v>4.74875000002</c:v>
                </c:pt>
                <c:pt idx="2031">
                  <c:v>4.75325000002</c:v>
                </c:pt>
                <c:pt idx="2032">
                  <c:v>4.75350000002</c:v>
                </c:pt>
                <c:pt idx="2033">
                  <c:v>4.75800000002</c:v>
                </c:pt>
                <c:pt idx="2034">
                  <c:v>4.75825000002</c:v>
                </c:pt>
                <c:pt idx="2035">
                  <c:v>4.76275000002</c:v>
                </c:pt>
                <c:pt idx="2036">
                  <c:v>4.76300000002</c:v>
                </c:pt>
                <c:pt idx="2037">
                  <c:v>4.76750000002</c:v>
                </c:pt>
                <c:pt idx="2038">
                  <c:v>4.76775000002</c:v>
                </c:pt>
                <c:pt idx="2039">
                  <c:v>4.77225000002</c:v>
                </c:pt>
                <c:pt idx="2040">
                  <c:v>4.77250000002</c:v>
                </c:pt>
                <c:pt idx="2041">
                  <c:v>4.77700000002</c:v>
                </c:pt>
                <c:pt idx="2042">
                  <c:v>4.77725000002</c:v>
                </c:pt>
                <c:pt idx="2043">
                  <c:v>4.78175000002</c:v>
                </c:pt>
                <c:pt idx="2044">
                  <c:v>4.78200000002</c:v>
                </c:pt>
                <c:pt idx="2045">
                  <c:v>4.78650000002</c:v>
                </c:pt>
                <c:pt idx="2046">
                  <c:v>4.78675000002</c:v>
                </c:pt>
                <c:pt idx="2047">
                  <c:v>4.79125000002</c:v>
                </c:pt>
                <c:pt idx="2048">
                  <c:v>4.79150000002</c:v>
                </c:pt>
                <c:pt idx="2049">
                  <c:v>4.79600000002</c:v>
                </c:pt>
                <c:pt idx="2050">
                  <c:v>4.79625000002</c:v>
                </c:pt>
                <c:pt idx="2051">
                  <c:v>4.80075000002</c:v>
                </c:pt>
                <c:pt idx="2052">
                  <c:v>4.80100000002</c:v>
                </c:pt>
                <c:pt idx="2053">
                  <c:v>4.80550000002</c:v>
                </c:pt>
                <c:pt idx="2054">
                  <c:v>4.80575000002</c:v>
                </c:pt>
                <c:pt idx="2055">
                  <c:v>4.81025000002</c:v>
                </c:pt>
                <c:pt idx="2056">
                  <c:v>4.81050000002</c:v>
                </c:pt>
                <c:pt idx="2057">
                  <c:v>4.81500000002</c:v>
                </c:pt>
                <c:pt idx="2058">
                  <c:v>4.81525000002</c:v>
                </c:pt>
                <c:pt idx="2059">
                  <c:v>4.81975000002</c:v>
                </c:pt>
                <c:pt idx="2060">
                  <c:v>4.82000000002</c:v>
                </c:pt>
                <c:pt idx="2061">
                  <c:v>4.82450000002</c:v>
                </c:pt>
                <c:pt idx="2062">
                  <c:v>4.82475000002</c:v>
                </c:pt>
                <c:pt idx="2063">
                  <c:v>4.82925000002</c:v>
                </c:pt>
                <c:pt idx="2064">
                  <c:v>4.82950000002</c:v>
                </c:pt>
                <c:pt idx="2065">
                  <c:v>4.83400000002</c:v>
                </c:pt>
                <c:pt idx="2066">
                  <c:v>4.83425000002</c:v>
                </c:pt>
                <c:pt idx="2067">
                  <c:v>4.83875000002</c:v>
                </c:pt>
                <c:pt idx="2068">
                  <c:v>4.83900000002</c:v>
                </c:pt>
                <c:pt idx="2069">
                  <c:v>4.84350000002</c:v>
                </c:pt>
                <c:pt idx="2070">
                  <c:v>4.84375000002</c:v>
                </c:pt>
                <c:pt idx="2071">
                  <c:v>4.84825000002</c:v>
                </c:pt>
                <c:pt idx="2072">
                  <c:v>4.84850000002</c:v>
                </c:pt>
                <c:pt idx="2073">
                  <c:v>4.85300000002</c:v>
                </c:pt>
                <c:pt idx="2074">
                  <c:v>4.85325000002</c:v>
                </c:pt>
                <c:pt idx="2075">
                  <c:v>4.85775000002</c:v>
                </c:pt>
                <c:pt idx="2076">
                  <c:v>4.85800000002</c:v>
                </c:pt>
                <c:pt idx="2077">
                  <c:v>4.86250000002</c:v>
                </c:pt>
                <c:pt idx="2078">
                  <c:v>4.86275000002</c:v>
                </c:pt>
                <c:pt idx="2079">
                  <c:v>4.86725000002</c:v>
                </c:pt>
                <c:pt idx="2080">
                  <c:v>4.86750000002</c:v>
                </c:pt>
                <c:pt idx="2081">
                  <c:v>4.87200000002</c:v>
                </c:pt>
                <c:pt idx="2082">
                  <c:v>4.87225000002</c:v>
                </c:pt>
                <c:pt idx="2083">
                  <c:v>4.87675000002</c:v>
                </c:pt>
                <c:pt idx="2084">
                  <c:v>4.87700000002</c:v>
                </c:pt>
                <c:pt idx="2085">
                  <c:v>4.88150000002</c:v>
                </c:pt>
                <c:pt idx="2086">
                  <c:v>4.88175000002</c:v>
                </c:pt>
                <c:pt idx="2087">
                  <c:v>4.88625000002</c:v>
                </c:pt>
                <c:pt idx="2088">
                  <c:v>4.88650000002</c:v>
                </c:pt>
                <c:pt idx="2089">
                  <c:v>4.89100000002</c:v>
                </c:pt>
                <c:pt idx="2090">
                  <c:v>4.89125000002</c:v>
                </c:pt>
                <c:pt idx="2091">
                  <c:v>4.89575000002</c:v>
                </c:pt>
                <c:pt idx="2092">
                  <c:v>4.89600000002</c:v>
                </c:pt>
                <c:pt idx="2093">
                  <c:v>4.90050000002</c:v>
                </c:pt>
                <c:pt idx="2094">
                  <c:v>4.90075000002</c:v>
                </c:pt>
                <c:pt idx="2095">
                  <c:v>4.90525000002</c:v>
                </c:pt>
                <c:pt idx="2096">
                  <c:v>4.90550000002</c:v>
                </c:pt>
                <c:pt idx="2097">
                  <c:v>4.91000000002</c:v>
                </c:pt>
                <c:pt idx="2098">
                  <c:v>4.91025000002</c:v>
                </c:pt>
                <c:pt idx="2099">
                  <c:v>4.91225000002</c:v>
                </c:pt>
                <c:pt idx="2100">
                  <c:v>4.91350000002</c:v>
                </c:pt>
                <c:pt idx="2101">
                  <c:v>4.91475000002</c:v>
                </c:pt>
                <c:pt idx="2102">
                  <c:v>4.91500000002</c:v>
                </c:pt>
                <c:pt idx="2103">
                  <c:v>4.91950000002</c:v>
                </c:pt>
                <c:pt idx="2104">
                  <c:v>4.91975000002</c:v>
                </c:pt>
                <c:pt idx="2105">
                  <c:v>4.92425000002</c:v>
                </c:pt>
                <c:pt idx="2106">
                  <c:v>4.92450000002</c:v>
                </c:pt>
                <c:pt idx="2107">
                  <c:v>4.92900000002</c:v>
                </c:pt>
                <c:pt idx="2108">
                  <c:v>4.92925000002</c:v>
                </c:pt>
                <c:pt idx="2109">
                  <c:v>4.93375000002</c:v>
                </c:pt>
                <c:pt idx="2110">
                  <c:v>4.93400000002</c:v>
                </c:pt>
                <c:pt idx="2111">
                  <c:v>4.93850000002</c:v>
                </c:pt>
                <c:pt idx="2112">
                  <c:v>4.93875000002</c:v>
                </c:pt>
                <c:pt idx="2113">
                  <c:v>4.94325000002</c:v>
                </c:pt>
                <c:pt idx="2114">
                  <c:v>4.94350000002</c:v>
                </c:pt>
                <c:pt idx="2115">
                  <c:v>4.94800000002</c:v>
                </c:pt>
                <c:pt idx="2116">
                  <c:v>4.94825000002</c:v>
                </c:pt>
                <c:pt idx="2117">
                  <c:v>4.95275000002</c:v>
                </c:pt>
                <c:pt idx="2118">
                  <c:v>4.95300000002</c:v>
                </c:pt>
                <c:pt idx="2119">
                  <c:v>4.95750000002</c:v>
                </c:pt>
                <c:pt idx="2120">
                  <c:v>4.95775000002</c:v>
                </c:pt>
                <c:pt idx="2121">
                  <c:v>4.96225000002</c:v>
                </c:pt>
                <c:pt idx="2122">
                  <c:v>4.96250000002</c:v>
                </c:pt>
                <c:pt idx="2123">
                  <c:v>4.96700000002</c:v>
                </c:pt>
                <c:pt idx="2124">
                  <c:v>4.96725000002</c:v>
                </c:pt>
                <c:pt idx="2125">
                  <c:v>4.97175000002</c:v>
                </c:pt>
                <c:pt idx="2126">
                  <c:v>4.97200000002</c:v>
                </c:pt>
                <c:pt idx="2127">
                  <c:v>4.97650000002</c:v>
                </c:pt>
                <c:pt idx="2128">
                  <c:v>4.97675000002</c:v>
                </c:pt>
                <c:pt idx="2129">
                  <c:v>4.98125000002</c:v>
                </c:pt>
                <c:pt idx="2130">
                  <c:v>4.98150000002</c:v>
                </c:pt>
                <c:pt idx="2131">
                  <c:v>4.98600000002</c:v>
                </c:pt>
                <c:pt idx="2132">
                  <c:v>4.98625000002</c:v>
                </c:pt>
                <c:pt idx="2133">
                  <c:v>4.99075000002</c:v>
                </c:pt>
                <c:pt idx="2134">
                  <c:v>4.99100000002</c:v>
                </c:pt>
                <c:pt idx="2135">
                  <c:v>4.99550000002</c:v>
                </c:pt>
                <c:pt idx="2136">
                  <c:v>4.99575000002</c:v>
                </c:pt>
                <c:pt idx="2137">
                  <c:v>5.00025000002</c:v>
                </c:pt>
                <c:pt idx="2138">
                  <c:v>5.00050000002</c:v>
                </c:pt>
                <c:pt idx="2139">
                  <c:v>5.00500000002</c:v>
                </c:pt>
                <c:pt idx="2140">
                  <c:v>5.00525000002</c:v>
                </c:pt>
                <c:pt idx="2141">
                  <c:v>5.00975000002</c:v>
                </c:pt>
                <c:pt idx="2142">
                  <c:v>5.01000000002</c:v>
                </c:pt>
                <c:pt idx="2143">
                  <c:v>5.01450000002</c:v>
                </c:pt>
                <c:pt idx="2144">
                  <c:v>5.01475000002</c:v>
                </c:pt>
                <c:pt idx="2145">
                  <c:v>5.01925000002</c:v>
                </c:pt>
                <c:pt idx="2146">
                  <c:v>5.01950000002</c:v>
                </c:pt>
                <c:pt idx="2147">
                  <c:v>5.02400000002</c:v>
                </c:pt>
                <c:pt idx="2148">
                  <c:v>5.02425000002</c:v>
                </c:pt>
                <c:pt idx="2149">
                  <c:v>5.02875000002</c:v>
                </c:pt>
                <c:pt idx="2150">
                  <c:v>5.02900000002</c:v>
                </c:pt>
                <c:pt idx="2151">
                  <c:v>5.03350000002</c:v>
                </c:pt>
                <c:pt idx="2152">
                  <c:v>5.03375000002</c:v>
                </c:pt>
                <c:pt idx="2153">
                  <c:v>5.03825000002</c:v>
                </c:pt>
                <c:pt idx="2154">
                  <c:v>5.03850000002</c:v>
                </c:pt>
                <c:pt idx="2155">
                  <c:v>5.04300000002</c:v>
                </c:pt>
                <c:pt idx="2156">
                  <c:v>5.04325000002</c:v>
                </c:pt>
                <c:pt idx="2157">
                  <c:v>5.04775000002</c:v>
                </c:pt>
                <c:pt idx="2158">
                  <c:v>5.04800000002</c:v>
                </c:pt>
                <c:pt idx="2159">
                  <c:v>5.05250000002</c:v>
                </c:pt>
                <c:pt idx="2160">
                  <c:v>5.05275000002</c:v>
                </c:pt>
                <c:pt idx="2161">
                  <c:v>5.05725000002</c:v>
                </c:pt>
                <c:pt idx="2162">
                  <c:v>5.05750000002</c:v>
                </c:pt>
                <c:pt idx="2163">
                  <c:v>5.06200000002</c:v>
                </c:pt>
                <c:pt idx="2164">
                  <c:v>5.06225000002</c:v>
                </c:pt>
                <c:pt idx="2165">
                  <c:v>5.06675000002</c:v>
                </c:pt>
                <c:pt idx="2166">
                  <c:v>5.06700000002</c:v>
                </c:pt>
                <c:pt idx="2167">
                  <c:v>5.07150000002</c:v>
                </c:pt>
                <c:pt idx="2168">
                  <c:v>5.07175000002</c:v>
                </c:pt>
                <c:pt idx="2169">
                  <c:v>5.07625000002</c:v>
                </c:pt>
                <c:pt idx="2170">
                  <c:v>5.07650000002</c:v>
                </c:pt>
                <c:pt idx="2171">
                  <c:v>5.08100000002</c:v>
                </c:pt>
                <c:pt idx="2172">
                  <c:v>5.08125000002</c:v>
                </c:pt>
                <c:pt idx="2173">
                  <c:v>5.08575000002</c:v>
                </c:pt>
                <c:pt idx="2174">
                  <c:v>5.08600000002</c:v>
                </c:pt>
                <c:pt idx="2175">
                  <c:v>5.09050000002</c:v>
                </c:pt>
                <c:pt idx="2176">
                  <c:v>5.09075000002</c:v>
                </c:pt>
                <c:pt idx="2177">
                  <c:v>5.09525000002</c:v>
                </c:pt>
                <c:pt idx="2178">
                  <c:v>5.09550000002</c:v>
                </c:pt>
                <c:pt idx="2179">
                  <c:v>5.10000000002</c:v>
                </c:pt>
                <c:pt idx="2180">
                  <c:v>5.10025000002</c:v>
                </c:pt>
                <c:pt idx="2181">
                  <c:v>5.10475000002</c:v>
                </c:pt>
                <c:pt idx="2182">
                  <c:v>5.10500000002</c:v>
                </c:pt>
                <c:pt idx="2183">
                  <c:v>5.10950000002</c:v>
                </c:pt>
                <c:pt idx="2184">
                  <c:v>5.10975000002</c:v>
                </c:pt>
                <c:pt idx="2185">
                  <c:v>5.11425000002</c:v>
                </c:pt>
                <c:pt idx="2186">
                  <c:v>5.11450000002</c:v>
                </c:pt>
                <c:pt idx="2187">
                  <c:v>5.11900000002</c:v>
                </c:pt>
                <c:pt idx="2188">
                  <c:v>5.11925000002</c:v>
                </c:pt>
                <c:pt idx="2189">
                  <c:v>5.12375000002</c:v>
                </c:pt>
                <c:pt idx="2190">
                  <c:v>5.12400000002</c:v>
                </c:pt>
                <c:pt idx="2191">
                  <c:v>5.12850000002</c:v>
                </c:pt>
                <c:pt idx="2192">
                  <c:v>5.12875000002</c:v>
                </c:pt>
                <c:pt idx="2193">
                  <c:v>5.13150000002</c:v>
                </c:pt>
                <c:pt idx="2194">
                  <c:v>5.13275000002</c:v>
                </c:pt>
                <c:pt idx="2195">
                  <c:v>5.13325000002</c:v>
                </c:pt>
                <c:pt idx="2196">
                  <c:v>5.13350000002</c:v>
                </c:pt>
                <c:pt idx="2197">
                  <c:v>5.13800000002</c:v>
                </c:pt>
                <c:pt idx="2198">
                  <c:v>5.13825000002</c:v>
                </c:pt>
                <c:pt idx="2199">
                  <c:v>5.14275000002</c:v>
                </c:pt>
                <c:pt idx="2200">
                  <c:v>5.14300000002</c:v>
                </c:pt>
                <c:pt idx="2201">
                  <c:v>5.14750000002</c:v>
                </c:pt>
                <c:pt idx="2202">
                  <c:v>5.14775000002</c:v>
                </c:pt>
                <c:pt idx="2203">
                  <c:v>5.15225000002</c:v>
                </c:pt>
                <c:pt idx="2204">
                  <c:v>5.15250000002</c:v>
                </c:pt>
                <c:pt idx="2205">
                  <c:v>5.15700000002</c:v>
                </c:pt>
                <c:pt idx="2206">
                  <c:v>5.15725000002</c:v>
                </c:pt>
                <c:pt idx="2207">
                  <c:v>5.16175000002</c:v>
                </c:pt>
                <c:pt idx="2208">
                  <c:v>5.16200000002</c:v>
                </c:pt>
                <c:pt idx="2209">
                  <c:v>5.16650000002</c:v>
                </c:pt>
                <c:pt idx="2210">
                  <c:v>5.16675000002</c:v>
                </c:pt>
                <c:pt idx="2211">
                  <c:v>5.17125000002</c:v>
                </c:pt>
                <c:pt idx="2212">
                  <c:v>5.17150000002</c:v>
                </c:pt>
                <c:pt idx="2213">
                  <c:v>5.17600000002</c:v>
                </c:pt>
                <c:pt idx="2214">
                  <c:v>5.17625000002</c:v>
                </c:pt>
                <c:pt idx="2215">
                  <c:v>5.18075000002</c:v>
                </c:pt>
                <c:pt idx="2216">
                  <c:v>5.18100000002</c:v>
                </c:pt>
                <c:pt idx="2217">
                  <c:v>5.18550000002</c:v>
                </c:pt>
                <c:pt idx="2218">
                  <c:v>5.18575000002</c:v>
                </c:pt>
                <c:pt idx="2219">
                  <c:v>5.19025000002</c:v>
                </c:pt>
                <c:pt idx="2220">
                  <c:v>5.19050000002</c:v>
                </c:pt>
                <c:pt idx="2221">
                  <c:v>5.19500000002</c:v>
                </c:pt>
                <c:pt idx="2222">
                  <c:v>5.19525000002</c:v>
                </c:pt>
                <c:pt idx="2223">
                  <c:v>5.19975000002</c:v>
                </c:pt>
                <c:pt idx="2224">
                  <c:v>5.20000000002</c:v>
                </c:pt>
                <c:pt idx="2225">
                  <c:v>5.20450000002</c:v>
                </c:pt>
                <c:pt idx="2226">
                  <c:v>5.20475000002</c:v>
                </c:pt>
                <c:pt idx="2227">
                  <c:v>5.20925000002</c:v>
                </c:pt>
                <c:pt idx="2228">
                  <c:v>5.20950000002</c:v>
                </c:pt>
                <c:pt idx="2229">
                  <c:v>5.21400000002</c:v>
                </c:pt>
                <c:pt idx="2230">
                  <c:v>5.21425000002</c:v>
                </c:pt>
                <c:pt idx="2231">
                  <c:v>5.21875000002</c:v>
                </c:pt>
                <c:pt idx="2232">
                  <c:v>5.21900000002</c:v>
                </c:pt>
                <c:pt idx="2233">
                  <c:v>5.22350000002</c:v>
                </c:pt>
                <c:pt idx="2234">
                  <c:v>5.22375000002</c:v>
                </c:pt>
                <c:pt idx="2235">
                  <c:v>5.22825000002</c:v>
                </c:pt>
                <c:pt idx="2236">
                  <c:v>5.22850000002</c:v>
                </c:pt>
                <c:pt idx="2237">
                  <c:v>5.23300000002</c:v>
                </c:pt>
                <c:pt idx="2238">
                  <c:v>5.23325000002</c:v>
                </c:pt>
                <c:pt idx="2239">
                  <c:v>5.23775000003</c:v>
                </c:pt>
                <c:pt idx="2240">
                  <c:v>5.23800000003</c:v>
                </c:pt>
                <c:pt idx="2241">
                  <c:v>5.24250000003</c:v>
                </c:pt>
                <c:pt idx="2242">
                  <c:v>5.24275000003</c:v>
                </c:pt>
                <c:pt idx="2243">
                  <c:v>5.24725000003</c:v>
                </c:pt>
                <c:pt idx="2244">
                  <c:v>5.24750000003</c:v>
                </c:pt>
                <c:pt idx="2245">
                  <c:v>5.25200000003</c:v>
                </c:pt>
                <c:pt idx="2246">
                  <c:v>5.25225000003</c:v>
                </c:pt>
                <c:pt idx="2247">
                  <c:v>5.25675000003</c:v>
                </c:pt>
                <c:pt idx="2248">
                  <c:v>5.25700000003</c:v>
                </c:pt>
                <c:pt idx="2249">
                  <c:v>5.26150000003</c:v>
                </c:pt>
                <c:pt idx="2250">
                  <c:v>5.26175000003</c:v>
                </c:pt>
                <c:pt idx="2251">
                  <c:v>5.26625000003</c:v>
                </c:pt>
                <c:pt idx="2252">
                  <c:v>5.26650000003</c:v>
                </c:pt>
                <c:pt idx="2253">
                  <c:v>5.27100000003</c:v>
                </c:pt>
                <c:pt idx="2254">
                  <c:v>5.27125000003</c:v>
                </c:pt>
                <c:pt idx="2255">
                  <c:v>5.27575000003</c:v>
                </c:pt>
                <c:pt idx="2256">
                  <c:v>5.27600000003</c:v>
                </c:pt>
                <c:pt idx="2257">
                  <c:v>5.28050000003</c:v>
                </c:pt>
                <c:pt idx="2258">
                  <c:v>5.28075000003</c:v>
                </c:pt>
                <c:pt idx="2259">
                  <c:v>5.28525000003</c:v>
                </c:pt>
                <c:pt idx="2260">
                  <c:v>5.28550000003</c:v>
                </c:pt>
                <c:pt idx="2261">
                  <c:v>5.29000000003</c:v>
                </c:pt>
                <c:pt idx="2262">
                  <c:v>5.29025000003</c:v>
                </c:pt>
                <c:pt idx="2263">
                  <c:v>5.29475000003</c:v>
                </c:pt>
                <c:pt idx="2264">
                  <c:v>5.29500000003</c:v>
                </c:pt>
                <c:pt idx="2265">
                  <c:v>5.29950000003</c:v>
                </c:pt>
                <c:pt idx="2266">
                  <c:v>5.29975000003</c:v>
                </c:pt>
                <c:pt idx="2267">
                  <c:v>5.30425000003</c:v>
                </c:pt>
                <c:pt idx="2268">
                  <c:v>5.30450000003</c:v>
                </c:pt>
                <c:pt idx="2269">
                  <c:v>5.30900000003</c:v>
                </c:pt>
                <c:pt idx="2270">
                  <c:v>5.30925000003</c:v>
                </c:pt>
                <c:pt idx="2271">
                  <c:v>5.31375000003</c:v>
                </c:pt>
                <c:pt idx="2272">
                  <c:v>5.31400000003</c:v>
                </c:pt>
                <c:pt idx="2273">
                  <c:v>5.31850000003</c:v>
                </c:pt>
                <c:pt idx="2274">
                  <c:v>5.31875000003</c:v>
                </c:pt>
                <c:pt idx="2275">
                  <c:v>5.32325000003</c:v>
                </c:pt>
                <c:pt idx="2276">
                  <c:v>5.32350000003</c:v>
                </c:pt>
                <c:pt idx="2277">
                  <c:v>5.32800000003</c:v>
                </c:pt>
                <c:pt idx="2278">
                  <c:v>5.32825000003</c:v>
                </c:pt>
                <c:pt idx="2279">
                  <c:v>5.33275000003</c:v>
                </c:pt>
                <c:pt idx="2280">
                  <c:v>5.33300000003</c:v>
                </c:pt>
                <c:pt idx="2281">
                  <c:v>5.33750000003</c:v>
                </c:pt>
                <c:pt idx="2282">
                  <c:v>5.33775000003</c:v>
                </c:pt>
                <c:pt idx="2283">
                  <c:v>5.34225000003</c:v>
                </c:pt>
                <c:pt idx="2284">
                  <c:v>5.34250000003</c:v>
                </c:pt>
                <c:pt idx="2285">
                  <c:v>5.34700000003</c:v>
                </c:pt>
                <c:pt idx="2286">
                  <c:v>5.34725000003</c:v>
                </c:pt>
                <c:pt idx="2287">
                  <c:v>5.35175000003</c:v>
                </c:pt>
                <c:pt idx="2288">
                  <c:v>5.35200000003</c:v>
                </c:pt>
                <c:pt idx="2289">
                  <c:v>5.35325000003</c:v>
                </c:pt>
                <c:pt idx="2290">
                  <c:v>5.35450000003</c:v>
                </c:pt>
                <c:pt idx="2291">
                  <c:v>5.35650000003</c:v>
                </c:pt>
                <c:pt idx="2292">
                  <c:v>5.35675000003</c:v>
                </c:pt>
                <c:pt idx="2293">
                  <c:v>5.36125000003</c:v>
                </c:pt>
                <c:pt idx="2294">
                  <c:v>5.36150000003</c:v>
                </c:pt>
                <c:pt idx="2295">
                  <c:v>5.36600000003</c:v>
                </c:pt>
                <c:pt idx="2296">
                  <c:v>5.36625000003</c:v>
                </c:pt>
                <c:pt idx="2297">
                  <c:v>5.37075000003</c:v>
                </c:pt>
                <c:pt idx="2298">
                  <c:v>5.37100000003</c:v>
                </c:pt>
                <c:pt idx="2299">
                  <c:v>5.37550000003</c:v>
                </c:pt>
                <c:pt idx="2300">
                  <c:v>5.37575000003</c:v>
                </c:pt>
                <c:pt idx="2301">
                  <c:v>5.38025000003</c:v>
                </c:pt>
                <c:pt idx="2302">
                  <c:v>5.38050000003</c:v>
                </c:pt>
                <c:pt idx="2303">
                  <c:v>5.38500000003</c:v>
                </c:pt>
                <c:pt idx="2304">
                  <c:v>5.38525000003</c:v>
                </c:pt>
                <c:pt idx="2305">
                  <c:v>5.38975000003</c:v>
                </c:pt>
                <c:pt idx="2306">
                  <c:v>5.39000000003</c:v>
                </c:pt>
                <c:pt idx="2307">
                  <c:v>5.39450000003</c:v>
                </c:pt>
                <c:pt idx="2308">
                  <c:v>5.39475000003</c:v>
                </c:pt>
                <c:pt idx="2309">
                  <c:v>5.39925000003</c:v>
                </c:pt>
                <c:pt idx="2310">
                  <c:v>5.39950000003</c:v>
                </c:pt>
                <c:pt idx="2311">
                  <c:v>5.40400000003</c:v>
                </c:pt>
                <c:pt idx="2312">
                  <c:v>5.40425000003</c:v>
                </c:pt>
                <c:pt idx="2313">
                  <c:v>5.40875000003</c:v>
                </c:pt>
                <c:pt idx="2314">
                  <c:v>5.40900000003</c:v>
                </c:pt>
                <c:pt idx="2315">
                  <c:v>5.41350000003</c:v>
                </c:pt>
                <c:pt idx="2316">
                  <c:v>5.41375000003</c:v>
                </c:pt>
                <c:pt idx="2317">
                  <c:v>5.41825000003</c:v>
                </c:pt>
                <c:pt idx="2318">
                  <c:v>5.41850000003</c:v>
                </c:pt>
                <c:pt idx="2319">
                  <c:v>5.42300000003</c:v>
                </c:pt>
                <c:pt idx="2320">
                  <c:v>5.42325000003</c:v>
                </c:pt>
                <c:pt idx="2321">
                  <c:v>5.42775000003</c:v>
                </c:pt>
                <c:pt idx="2322">
                  <c:v>5.42800000003</c:v>
                </c:pt>
                <c:pt idx="2323">
                  <c:v>5.43250000003</c:v>
                </c:pt>
                <c:pt idx="2324">
                  <c:v>5.43275000003</c:v>
                </c:pt>
                <c:pt idx="2325">
                  <c:v>5.43725000003</c:v>
                </c:pt>
                <c:pt idx="2326">
                  <c:v>5.43750000003</c:v>
                </c:pt>
                <c:pt idx="2327">
                  <c:v>5.44200000003</c:v>
                </c:pt>
                <c:pt idx="2328">
                  <c:v>5.44225000003</c:v>
                </c:pt>
                <c:pt idx="2329">
                  <c:v>5.44675000003</c:v>
                </c:pt>
                <c:pt idx="2330">
                  <c:v>5.44700000003</c:v>
                </c:pt>
                <c:pt idx="2331">
                  <c:v>5.45150000003</c:v>
                </c:pt>
                <c:pt idx="2332">
                  <c:v>5.45175000003</c:v>
                </c:pt>
                <c:pt idx="2333">
                  <c:v>5.45625000003</c:v>
                </c:pt>
                <c:pt idx="2334">
                  <c:v>5.45650000003</c:v>
                </c:pt>
                <c:pt idx="2335">
                  <c:v>5.46100000003</c:v>
                </c:pt>
                <c:pt idx="2336">
                  <c:v>5.46125000003</c:v>
                </c:pt>
                <c:pt idx="2337">
                  <c:v>5.46575000003</c:v>
                </c:pt>
                <c:pt idx="2338">
                  <c:v>5.46600000003</c:v>
                </c:pt>
                <c:pt idx="2339">
                  <c:v>5.47050000003</c:v>
                </c:pt>
                <c:pt idx="2340">
                  <c:v>5.47075000003</c:v>
                </c:pt>
                <c:pt idx="2341">
                  <c:v>5.47525000003</c:v>
                </c:pt>
                <c:pt idx="2342">
                  <c:v>5.47550000003</c:v>
                </c:pt>
                <c:pt idx="2343">
                  <c:v>5.48000000003</c:v>
                </c:pt>
                <c:pt idx="2344">
                  <c:v>5.48025000003</c:v>
                </c:pt>
                <c:pt idx="2345">
                  <c:v>5.48475000003</c:v>
                </c:pt>
                <c:pt idx="2346">
                  <c:v>5.48500000003</c:v>
                </c:pt>
                <c:pt idx="2347">
                  <c:v>5.48950000003</c:v>
                </c:pt>
                <c:pt idx="2348">
                  <c:v>5.48975000003</c:v>
                </c:pt>
                <c:pt idx="2349">
                  <c:v>5.49425000003</c:v>
                </c:pt>
                <c:pt idx="2350">
                  <c:v>5.49450000003</c:v>
                </c:pt>
                <c:pt idx="2351">
                  <c:v>5.49900000003</c:v>
                </c:pt>
                <c:pt idx="2352">
                  <c:v>5.49925000003</c:v>
                </c:pt>
                <c:pt idx="2353">
                  <c:v>5.50375000003</c:v>
                </c:pt>
                <c:pt idx="2354">
                  <c:v>5.50400000003</c:v>
                </c:pt>
                <c:pt idx="2355">
                  <c:v>5.50850000003</c:v>
                </c:pt>
                <c:pt idx="2356">
                  <c:v>5.50875000003</c:v>
                </c:pt>
                <c:pt idx="2357">
                  <c:v>5.51325000003</c:v>
                </c:pt>
                <c:pt idx="2358">
                  <c:v>5.51350000003</c:v>
                </c:pt>
                <c:pt idx="2359">
                  <c:v>5.51800000003</c:v>
                </c:pt>
                <c:pt idx="2360">
                  <c:v>5.51825000003</c:v>
                </c:pt>
                <c:pt idx="2361">
                  <c:v>5.52275000003</c:v>
                </c:pt>
                <c:pt idx="2362">
                  <c:v>5.52300000003</c:v>
                </c:pt>
                <c:pt idx="2363">
                  <c:v>5.52750000003</c:v>
                </c:pt>
                <c:pt idx="2364">
                  <c:v>5.52775000003</c:v>
                </c:pt>
                <c:pt idx="2365">
                  <c:v>5.53225000003</c:v>
                </c:pt>
                <c:pt idx="2366">
                  <c:v>5.53250000003</c:v>
                </c:pt>
                <c:pt idx="2367">
                  <c:v>5.53700000003</c:v>
                </c:pt>
                <c:pt idx="2368">
                  <c:v>5.53725000003</c:v>
                </c:pt>
                <c:pt idx="2369">
                  <c:v>5.54175000003</c:v>
                </c:pt>
                <c:pt idx="2370">
                  <c:v>5.54200000003</c:v>
                </c:pt>
                <c:pt idx="2371">
                  <c:v>5.54650000003</c:v>
                </c:pt>
                <c:pt idx="2372">
                  <c:v>5.54675000003</c:v>
                </c:pt>
                <c:pt idx="2373">
                  <c:v>5.55125000003</c:v>
                </c:pt>
                <c:pt idx="2374">
                  <c:v>5.55150000003</c:v>
                </c:pt>
                <c:pt idx="2375">
                  <c:v>5.55600000003</c:v>
                </c:pt>
                <c:pt idx="2376">
                  <c:v>5.55625000003</c:v>
                </c:pt>
                <c:pt idx="2377">
                  <c:v>5.56075000003</c:v>
                </c:pt>
                <c:pt idx="2378">
                  <c:v>5.56100000003</c:v>
                </c:pt>
                <c:pt idx="2379">
                  <c:v>5.56550000003</c:v>
                </c:pt>
                <c:pt idx="2380">
                  <c:v>5.56575000003</c:v>
                </c:pt>
                <c:pt idx="2381">
                  <c:v>5.57025000003</c:v>
                </c:pt>
                <c:pt idx="2382">
                  <c:v>5.57050000003</c:v>
                </c:pt>
                <c:pt idx="2383">
                  <c:v>5.57250000003</c:v>
                </c:pt>
                <c:pt idx="2384">
                  <c:v>5.57350000003</c:v>
                </c:pt>
                <c:pt idx="2385">
                  <c:v>5.57500000003</c:v>
                </c:pt>
                <c:pt idx="2386">
                  <c:v>5.57525000003</c:v>
                </c:pt>
                <c:pt idx="2387">
                  <c:v>5.57975000003</c:v>
                </c:pt>
                <c:pt idx="2388">
                  <c:v>5.58000000003</c:v>
                </c:pt>
                <c:pt idx="2389">
                  <c:v>5.58450000003</c:v>
                </c:pt>
                <c:pt idx="2390">
                  <c:v>5.58475000003</c:v>
                </c:pt>
                <c:pt idx="2391">
                  <c:v>5.58925000003</c:v>
                </c:pt>
                <c:pt idx="2392">
                  <c:v>5.58950000003</c:v>
                </c:pt>
                <c:pt idx="2393">
                  <c:v>5.59400000003</c:v>
                </c:pt>
                <c:pt idx="2394">
                  <c:v>5.59425000003</c:v>
                </c:pt>
                <c:pt idx="2395">
                  <c:v>5.59875000003</c:v>
                </c:pt>
                <c:pt idx="2396">
                  <c:v>5.59900000003</c:v>
                </c:pt>
                <c:pt idx="2397">
                  <c:v>5.60350000003</c:v>
                </c:pt>
                <c:pt idx="2398">
                  <c:v>5.60375000003</c:v>
                </c:pt>
                <c:pt idx="2399">
                  <c:v>5.60825000003</c:v>
                </c:pt>
                <c:pt idx="2400">
                  <c:v>5.60850000003</c:v>
                </c:pt>
                <c:pt idx="2401">
                  <c:v>5.61300000003</c:v>
                </c:pt>
                <c:pt idx="2402">
                  <c:v>5.61325000003</c:v>
                </c:pt>
                <c:pt idx="2403">
                  <c:v>5.61775000003</c:v>
                </c:pt>
                <c:pt idx="2404">
                  <c:v>5.61800000003</c:v>
                </c:pt>
                <c:pt idx="2405">
                  <c:v>5.62250000003</c:v>
                </c:pt>
                <c:pt idx="2406">
                  <c:v>5.62275000003</c:v>
                </c:pt>
                <c:pt idx="2407">
                  <c:v>5.62725000003</c:v>
                </c:pt>
                <c:pt idx="2408">
                  <c:v>5.62750000003</c:v>
                </c:pt>
                <c:pt idx="2409">
                  <c:v>5.63200000003</c:v>
                </c:pt>
                <c:pt idx="2410">
                  <c:v>5.63225000003</c:v>
                </c:pt>
                <c:pt idx="2411">
                  <c:v>5.63675000003</c:v>
                </c:pt>
                <c:pt idx="2412">
                  <c:v>5.63700000003</c:v>
                </c:pt>
                <c:pt idx="2413">
                  <c:v>5.64150000003</c:v>
                </c:pt>
                <c:pt idx="2414">
                  <c:v>5.64175000003</c:v>
                </c:pt>
                <c:pt idx="2415">
                  <c:v>5.64625000003</c:v>
                </c:pt>
                <c:pt idx="2416">
                  <c:v>5.64650000003</c:v>
                </c:pt>
                <c:pt idx="2417">
                  <c:v>5.65100000003</c:v>
                </c:pt>
                <c:pt idx="2418">
                  <c:v>5.65125000003</c:v>
                </c:pt>
                <c:pt idx="2419">
                  <c:v>5.65575000003</c:v>
                </c:pt>
                <c:pt idx="2420">
                  <c:v>5.65600000003</c:v>
                </c:pt>
                <c:pt idx="2421">
                  <c:v>5.66050000003</c:v>
                </c:pt>
                <c:pt idx="2422">
                  <c:v>5.66075000003</c:v>
                </c:pt>
                <c:pt idx="2423">
                  <c:v>5.66525000003</c:v>
                </c:pt>
                <c:pt idx="2424">
                  <c:v>5.66550000003</c:v>
                </c:pt>
                <c:pt idx="2425">
                  <c:v>5.67000000003</c:v>
                </c:pt>
                <c:pt idx="2426">
                  <c:v>5.67025000003</c:v>
                </c:pt>
                <c:pt idx="2427">
                  <c:v>5.67475000003</c:v>
                </c:pt>
                <c:pt idx="2428">
                  <c:v>5.67500000003</c:v>
                </c:pt>
                <c:pt idx="2429">
                  <c:v>5.67950000003</c:v>
                </c:pt>
                <c:pt idx="2430">
                  <c:v>5.67975000003</c:v>
                </c:pt>
                <c:pt idx="2431">
                  <c:v>5.68425000003</c:v>
                </c:pt>
                <c:pt idx="2432">
                  <c:v>5.68450000003</c:v>
                </c:pt>
                <c:pt idx="2433">
                  <c:v>5.68900000003</c:v>
                </c:pt>
                <c:pt idx="2434">
                  <c:v>5.68925000003</c:v>
                </c:pt>
                <c:pt idx="2435">
                  <c:v>5.69375000003</c:v>
                </c:pt>
                <c:pt idx="2436">
                  <c:v>5.69400000003</c:v>
                </c:pt>
                <c:pt idx="2437">
                  <c:v>5.69850000003</c:v>
                </c:pt>
                <c:pt idx="2438">
                  <c:v>5.69875000003</c:v>
                </c:pt>
                <c:pt idx="2439">
                  <c:v>5.70325000003</c:v>
                </c:pt>
                <c:pt idx="2440">
                  <c:v>5.70350000003</c:v>
                </c:pt>
                <c:pt idx="2441">
                  <c:v>5.70800000003</c:v>
                </c:pt>
                <c:pt idx="2442">
                  <c:v>5.70825000003</c:v>
                </c:pt>
                <c:pt idx="2443">
                  <c:v>5.71275000003</c:v>
                </c:pt>
                <c:pt idx="2444">
                  <c:v>5.71300000003</c:v>
                </c:pt>
                <c:pt idx="2445">
                  <c:v>5.71750000003</c:v>
                </c:pt>
                <c:pt idx="2446">
                  <c:v>5.71775000003</c:v>
                </c:pt>
                <c:pt idx="2447">
                  <c:v>5.72225000003</c:v>
                </c:pt>
                <c:pt idx="2448">
                  <c:v>5.72250000003</c:v>
                </c:pt>
                <c:pt idx="2449">
                  <c:v>5.72700000003</c:v>
                </c:pt>
                <c:pt idx="2450">
                  <c:v>5.72725000003</c:v>
                </c:pt>
                <c:pt idx="2451">
                  <c:v>5.73175000003</c:v>
                </c:pt>
                <c:pt idx="2452">
                  <c:v>5.73200000003</c:v>
                </c:pt>
                <c:pt idx="2453">
                  <c:v>5.73650000003</c:v>
                </c:pt>
                <c:pt idx="2454">
                  <c:v>5.73675000003</c:v>
                </c:pt>
                <c:pt idx="2455">
                  <c:v>5.74125000003</c:v>
                </c:pt>
                <c:pt idx="2456">
                  <c:v>5.74150000003</c:v>
                </c:pt>
                <c:pt idx="2457">
                  <c:v>5.74600000003</c:v>
                </c:pt>
                <c:pt idx="2458">
                  <c:v>5.74625000003</c:v>
                </c:pt>
                <c:pt idx="2459">
                  <c:v>5.75075000003</c:v>
                </c:pt>
                <c:pt idx="2460">
                  <c:v>5.75100000003</c:v>
                </c:pt>
                <c:pt idx="2461">
                  <c:v>5.75550000003</c:v>
                </c:pt>
                <c:pt idx="2462">
                  <c:v>5.75575000003</c:v>
                </c:pt>
                <c:pt idx="2463">
                  <c:v>5.76025000003</c:v>
                </c:pt>
                <c:pt idx="2464">
                  <c:v>5.76050000003</c:v>
                </c:pt>
                <c:pt idx="2465">
                  <c:v>5.76500000003</c:v>
                </c:pt>
                <c:pt idx="2466">
                  <c:v>5.76525000003</c:v>
                </c:pt>
                <c:pt idx="2467">
                  <c:v>5.76975000003</c:v>
                </c:pt>
                <c:pt idx="2468">
                  <c:v>5.77000000003</c:v>
                </c:pt>
                <c:pt idx="2469">
                  <c:v>5.77450000003</c:v>
                </c:pt>
                <c:pt idx="2470">
                  <c:v>5.77475000003</c:v>
                </c:pt>
                <c:pt idx="2471">
                  <c:v>5.77925000003</c:v>
                </c:pt>
                <c:pt idx="2472">
                  <c:v>5.77950000003</c:v>
                </c:pt>
                <c:pt idx="2473">
                  <c:v>5.78400000003</c:v>
                </c:pt>
                <c:pt idx="2474">
                  <c:v>5.78425000003</c:v>
                </c:pt>
                <c:pt idx="2475">
                  <c:v>5.78875000003</c:v>
                </c:pt>
                <c:pt idx="2476">
                  <c:v>5.78900000003</c:v>
                </c:pt>
                <c:pt idx="2477">
                  <c:v>5.79350000003</c:v>
                </c:pt>
                <c:pt idx="2478">
                  <c:v>5.79375000003</c:v>
                </c:pt>
                <c:pt idx="2479">
                  <c:v>5.79400000003</c:v>
                </c:pt>
                <c:pt idx="2480">
                  <c:v>5.79575000003</c:v>
                </c:pt>
                <c:pt idx="2481">
                  <c:v>5.79825000003</c:v>
                </c:pt>
                <c:pt idx="2482">
                  <c:v>5.79850000003</c:v>
                </c:pt>
                <c:pt idx="2483">
                  <c:v>5.80300000003</c:v>
                </c:pt>
                <c:pt idx="2484">
                  <c:v>5.80325000003</c:v>
                </c:pt>
                <c:pt idx="2485">
                  <c:v>5.80775000003</c:v>
                </c:pt>
                <c:pt idx="2486">
                  <c:v>5.80800000003</c:v>
                </c:pt>
                <c:pt idx="2487">
                  <c:v>5.81250000003</c:v>
                </c:pt>
                <c:pt idx="2488">
                  <c:v>5.81275000003</c:v>
                </c:pt>
                <c:pt idx="2489">
                  <c:v>5.81725000003</c:v>
                </c:pt>
                <c:pt idx="2490">
                  <c:v>5.81750000003</c:v>
                </c:pt>
                <c:pt idx="2491">
                  <c:v>5.82200000003</c:v>
                </c:pt>
                <c:pt idx="2492">
                  <c:v>5.82225000003</c:v>
                </c:pt>
                <c:pt idx="2493">
                  <c:v>5.82675000003</c:v>
                </c:pt>
                <c:pt idx="2494">
                  <c:v>5.82700000003</c:v>
                </c:pt>
                <c:pt idx="2495">
                  <c:v>5.83150000003</c:v>
                </c:pt>
                <c:pt idx="2496">
                  <c:v>5.83175000003</c:v>
                </c:pt>
                <c:pt idx="2497">
                  <c:v>5.83625000003</c:v>
                </c:pt>
                <c:pt idx="2498">
                  <c:v>5.83650000003</c:v>
                </c:pt>
                <c:pt idx="2499">
                  <c:v>5.84100000003</c:v>
                </c:pt>
                <c:pt idx="2500">
                  <c:v>5.84125000003</c:v>
                </c:pt>
                <c:pt idx="2501">
                  <c:v>5.84575000003</c:v>
                </c:pt>
                <c:pt idx="2502">
                  <c:v>5.84600000003</c:v>
                </c:pt>
                <c:pt idx="2503">
                  <c:v>5.85050000003</c:v>
                </c:pt>
                <c:pt idx="2504">
                  <c:v>5.85075000003</c:v>
                </c:pt>
                <c:pt idx="2505">
                  <c:v>5.85525000003</c:v>
                </c:pt>
                <c:pt idx="2506">
                  <c:v>5.85550000003</c:v>
                </c:pt>
                <c:pt idx="2507">
                  <c:v>5.86000000003</c:v>
                </c:pt>
                <c:pt idx="2508">
                  <c:v>5.86025000003</c:v>
                </c:pt>
                <c:pt idx="2509">
                  <c:v>5.86475000003</c:v>
                </c:pt>
                <c:pt idx="2510">
                  <c:v>5.86500000003</c:v>
                </c:pt>
                <c:pt idx="2511">
                  <c:v>5.86950000003</c:v>
                </c:pt>
                <c:pt idx="2512">
                  <c:v>5.86975000003</c:v>
                </c:pt>
                <c:pt idx="2513">
                  <c:v>5.87425000003</c:v>
                </c:pt>
                <c:pt idx="2514">
                  <c:v>5.87450000003</c:v>
                </c:pt>
                <c:pt idx="2515">
                  <c:v>5.87900000003</c:v>
                </c:pt>
                <c:pt idx="2516">
                  <c:v>5.87925000003</c:v>
                </c:pt>
                <c:pt idx="2517">
                  <c:v>5.88375000003</c:v>
                </c:pt>
                <c:pt idx="2518">
                  <c:v>5.88400000003</c:v>
                </c:pt>
                <c:pt idx="2519">
                  <c:v>5.88850000003</c:v>
                </c:pt>
                <c:pt idx="2520">
                  <c:v>5.88875000003</c:v>
                </c:pt>
                <c:pt idx="2521">
                  <c:v>5.89325000003</c:v>
                </c:pt>
                <c:pt idx="2522">
                  <c:v>5.89350000003</c:v>
                </c:pt>
                <c:pt idx="2523">
                  <c:v>5.89800000003</c:v>
                </c:pt>
                <c:pt idx="2524">
                  <c:v>5.89825000003</c:v>
                </c:pt>
                <c:pt idx="2525">
                  <c:v>5.90275000003</c:v>
                </c:pt>
                <c:pt idx="2526">
                  <c:v>5.90300000003</c:v>
                </c:pt>
                <c:pt idx="2527">
                  <c:v>5.90750000003</c:v>
                </c:pt>
                <c:pt idx="2528">
                  <c:v>5.90775000003</c:v>
                </c:pt>
                <c:pt idx="2529">
                  <c:v>5.91225000003</c:v>
                </c:pt>
                <c:pt idx="2530">
                  <c:v>5.91250000003</c:v>
                </c:pt>
                <c:pt idx="2531">
                  <c:v>5.91700000003</c:v>
                </c:pt>
                <c:pt idx="2532">
                  <c:v>5.91725000003</c:v>
                </c:pt>
                <c:pt idx="2533">
                  <c:v>5.92175000003</c:v>
                </c:pt>
                <c:pt idx="2534">
                  <c:v>5.92200000003</c:v>
                </c:pt>
                <c:pt idx="2535">
                  <c:v>5.92650000003</c:v>
                </c:pt>
                <c:pt idx="2536">
                  <c:v>5.92675000003</c:v>
                </c:pt>
                <c:pt idx="2537">
                  <c:v>5.93125000003</c:v>
                </c:pt>
                <c:pt idx="2538">
                  <c:v>5.93150000003</c:v>
                </c:pt>
                <c:pt idx="2539">
                  <c:v>5.93600000003</c:v>
                </c:pt>
                <c:pt idx="2540">
                  <c:v>5.93625000003</c:v>
                </c:pt>
                <c:pt idx="2541">
                  <c:v>5.94075000003</c:v>
                </c:pt>
                <c:pt idx="2542">
                  <c:v>5.94100000003</c:v>
                </c:pt>
                <c:pt idx="2543">
                  <c:v>5.94550000003</c:v>
                </c:pt>
                <c:pt idx="2544">
                  <c:v>5.94575000003</c:v>
                </c:pt>
                <c:pt idx="2545">
                  <c:v>5.95025000003</c:v>
                </c:pt>
                <c:pt idx="2546">
                  <c:v>5.95050000003</c:v>
                </c:pt>
                <c:pt idx="2547">
                  <c:v>5.95500000003</c:v>
                </c:pt>
                <c:pt idx="2548">
                  <c:v>5.95525000003</c:v>
                </c:pt>
                <c:pt idx="2549">
                  <c:v>5.95975000003</c:v>
                </c:pt>
                <c:pt idx="2550">
                  <c:v>5.96000000003</c:v>
                </c:pt>
                <c:pt idx="2551">
                  <c:v>5.96450000003</c:v>
                </c:pt>
                <c:pt idx="2552">
                  <c:v>5.96475000003</c:v>
                </c:pt>
                <c:pt idx="2553">
                  <c:v>5.96925000003</c:v>
                </c:pt>
                <c:pt idx="2554">
                  <c:v>5.96950000003</c:v>
                </c:pt>
                <c:pt idx="2555">
                  <c:v>5.97400000003</c:v>
                </c:pt>
                <c:pt idx="2556">
                  <c:v>5.97425000003</c:v>
                </c:pt>
                <c:pt idx="2557">
                  <c:v>5.97875000003</c:v>
                </c:pt>
                <c:pt idx="2558">
                  <c:v>5.97900000003</c:v>
                </c:pt>
                <c:pt idx="2559">
                  <c:v>5.98350000003</c:v>
                </c:pt>
                <c:pt idx="2560">
                  <c:v>5.98375000003</c:v>
                </c:pt>
                <c:pt idx="2561">
                  <c:v>5.98825000003</c:v>
                </c:pt>
                <c:pt idx="2562">
                  <c:v>5.98850000003</c:v>
                </c:pt>
                <c:pt idx="2563">
                  <c:v>5.99300000003</c:v>
                </c:pt>
                <c:pt idx="2564">
                  <c:v>5.99325000003</c:v>
                </c:pt>
                <c:pt idx="2565">
                  <c:v>5.99775000003</c:v>
                </c:pt>
                <c:pt idx="2566">
                  <c:v>5.99800000003</c:v>
                </c:pt>
                <c:pt idx="2567">
                  <c:v>6.00250000003</c:v>
                </c:pt>
                <c:pt idx="2568">
                  <c:v>6.00275000003</c:v>
                </c:pt>
                <c:pt idx="2569">
                  <c:v>6.00725000003</c:v>
                </c:pt>
                <c:pt idx="2570">
                  <c:v>6.00750000003</c:v>
                </c:pt>
                <c:pt idx="2571">
                  <c:v>6.01200000003</c:v>
                </c:pt>
                <c:pt idx="2572">
                  <c:v>6.01225000003</c:v>
                </c:pt>
                <c:pt idx="2573">
                  <c:v>6.01350000003</c:v>
                </c:pt>
                <c:pt idx="2574">
                  <c:v>6.01450000003</c:v>
                </c:pt>
                <c:pt idx="2575">
                  <c:v>6.01675000003</c:v>
                </c:pt>
                <c:pt idx="2576">
                  <c:v>6.01700000003</c:v>
                </c:pt>
                <c:pt idx="2577">
                  <c:v>6.02150000003</c:v>
                </c:pt>
                <c:pt idx="2578">
                  <c:v>6.02175000003</c:v>
                </c:pt>
                <c:pt idx="2579">
                  <c:v>6.02625000003</c:v>
                </c:pt>
                <c:pt idx="2580">
                  <c:v>6.02650000003</c:v>
                </c:pt>
                <c:pt idx="2581">
                  <c:v>6.03100000003</c:v>
                </c:pt>
                <c:pt idx="2582">
                  <c:v>6.03125000003</c:v>
                </c:pt>
                <c:pt idx="2583">
                  <c:v>6.03575000003</c:v>
                </c:pt>
                <c:pt idx="2584">
                  <c:v>6.03600000003</c:v>
                </c:pt>
                <c:pt idx="2585">
                  <c:v>6.04050000003</c:v>
                </c:pt>
                <c:pt idx="2586">
                  <c:v>6.04075000003</c:v>
                </c:pt>
                <c:pt idx="2587">
                  <c:v>6.04525000003</c:v>
                </c:pt>
                <c:pt idx="2588">
                  <c:v>6.04550000003</c:v>
                </c:pt>
                <c:pt idx="2589">
                  <c:v>6.05000000003</c:v>
                </c:pt>
                <c:pt idx="2590">
                  <c:v>6.05025000003</c:v>
                </c:pt>
                <c:pt idx="2591">
                  <c:v>6.05475000003</c:v>
                </c:pt>
                <c:pt idx="2592">
                  <c:v>6.05500000003</c:v>
                </c:pt>
                <c:pt idx="2593">
                  <c:v>6.05950000003</c:v>
                </c:pt>
                <c:pt idx="2594">
                  <c:v>6.05975000003</c:v>
                </c:pt>
                <c:pt idx="2595">
                  <c:v>6.06425000003</c:v>
                </c:pt>
                <c:pt idx="2596">
                  <c:v>6.06450000003</c:v>
                </c:pt>
                <c:pt idx="2597">
                  <c:v>6.06900000003</c:v>
                </c:pt>
                <c:pt idx="2598">
                  <c:v>6.06925000003</c:v>
                </c:pt>
                <c:pt idx="2599">
                  <c:v>6.07375000003</c:v>
                </c:pt>
                <c:pt idx="2600">
                  <c:v>6.07400000003</c:v>
                </c:pt>
                <c:pt idx="2601">
                  <c:v>6.07850000003</c:v>
                </c:pt>
                <c:pt idx="2602">
                  <c:v>6.07875000003</c:v>
                </c:pt>
                <c:pt idx="2603">
                  <c:v>6.08325000003</c:v>
                </c:pt>
                <c:pt idx="2604">
                  <c:v>6.08350000003</c:v>
                </c:pt>
                <c:pt idx="2605">
                  <c:v>6.08800000003</c:v>
                </c:pt>
                <c:pt idx="2606">
                  <c:v>6.08825000003</c:v>
                </c:pt>
                <c:pt idx="2607">
                  <c:v>6.09275000003</c:v>
                </c:pt>
                <c:pt idx="2608">
                  <c:v>6.09300000003</c:v>
                </c:pt>
                <c:pt idx="2609">
                  <c:v>6.09750000003</c:v>
                </c:pt>
                <c:pt idx="2610">
                  <c:v>6.09775000003</c:v>
                </c:pt>
                <c:pt idx="2611">
                  <c:v>6.10225000003</c:v>
                </c:pt>
                <c:pt idx="2612">
                  <c:v>6.10250000003</c:v>
                </c:pt>
                <c:pt idx="2613">
                  <c:v>6.10700000003</c:v>
                </c:pt>
                <c:pt idx="2614">
                  <c:v>6.10725000003</c:v>
                </c:pt>
                <c:pt idx="2615">
                  <c:v>6.11175000003</c:v>
                </c:pt>
                <c:pt idx="2616">
                  <c:v>6.11200000003</c:v>
                </c:pt>
                <c:pt idx="2617">
                  <c:v>6.11650000003</c:v>
                </c:pt>
                <c:pt idx="2618">
                  <c:v>6.11675000003</c:v>
                </c:pt>
                <c:pt idx="2619">
                  <c:v>6.12125000003</c:v>
                </c:pt>
                <c:pt idx="2620">
                  <c:v>6.12150000003</c:v>
                </c:pt>
                <c:pt idx="2621">
                  <c:v>6.12600000003</c:v>
                </c:pt>
                <c:pt idx="2622">
                  <c:v>6.12625000003</c:v>
                </c:pt>
                <c:pt idx="2623">
                  <c:v>6.13075000003</c:v>
                </c:pt>
                <c:pt idx="2624">
                  <c:v>6.13100000003</c:v>
                </c:pt>
                <c:pt idx="2625">
                  <c:v>6.13550000003</c:v>
                </c:pt>
                <c:pt idx="2626">
                  <c:v>6.13575000003</c:v>
                </c:pt>
                <c:pt idx="2627">
                  <c:v>6.14025000003</c:v>
                </c:pt>
                <c:pt idx="2628">
                  <c:v>6.14050000003</c:v>
                </c:pt>
                <c:pt idx="2629">
                  <c:v>6.14500000003</c:v>
                </c:pt>
                <c:pt idx="2630">
                  <c:v>6.14525000003</c:v>
                </c:pt>
                <c:pt idx="2631">
                  <c:v>6.14975000003</c:v>
                </c:pt>
                <c:pt idx="2632">
                  <c:v>6.15000000003</c:v>
                </c:pt>
                <c:pt idx="2633">
                  <c:v>6.15450000003</c:v>
                </c:pt>
                <c:pt idx="2634">
                  <c:v>6.15475000003</c:v>
                </c:pt>
                <c:pt idx="2635">
                  <c:v>6.15925000003</c:v>
                </c:pt>
                <c:pt idx="2636">
                  <c:v>6.15950000003</c:v>
                </c:pt>
                <c:pt idx="2637">
                  <c:v>6.16400000003</c:v>
                </c:pt>
                <c:pt idx="2638">
                  <c:v>6.16425000003</c:v>
                </c:pt>
                <c:pt idx="2639">
                  <c:v>6.16875000003</c:v>
                </c:pt>
                <c:pt idx="2640">
                  <c:v>6.16900000003</c:v>
                </c:pt>
                <c:pt idx="2641">
                  <c:v>6.17350000003</c:v>
                </c:pt>
                <c:pt idx="2642">
                  <c:v>6.17375000003</c:v>
                </c:pt>
                <c:pt idx="2643">
                  <c:v>6.17825000003</c:v>
                </c:pt>
                <c:pt idx="2644">
                  <c:v>6.17850000003</c:v>
                </c:pt>
                <c:pt idx="2645">
                  <c:v>6.18300000003</c:v>
                </c:pt>
                <c:pt idx="2646">
                  <c:v>6.18325000003</c:v>
                </c:pt>
                <c:pt idx="2647">
                  <c:v>6.18775000003</c:v>
                </c:pt>
                <c:pt idx="2648">
                  <c:v>6.18800000003</c:v>
                </c:pt>
                <c:pt idx="2649">
                  <c:v>6.19250000003</c:v>
                </c:pt>
                <c:pt idx="2650">
                  <c:v>6.19275000003</c:v>
                </c:pt>
                <c:pt idx="2651">
                  <c:v>6.19725000003</c:v>
                </c:pt>
                <c:pt idx="2652">
                  <c:v>6.19750000003</c:v>
                </c:pt>
                <c:pt idx="2653">
                  <c:v>6.20200000003</c:v>
                </c:pt>
                <c:pt idx="2654">
                  <c:v>6.20225000003</c:v>
                </c:pt>
                <c:pt idx="2655">
                  <c:v>6.20675000003</c:v>
                </c:pt>
                <c:pt idx="2656">
                  <c:v>6.20700000003</c:v>
                </c:pt>
                <c:pt idx="2657">
                  <c:v>6.21150000003</c:v>
                </c:pt>
                <c:pt idx="2658">
                  <c:v>6.21175000003</c:v>
                </c:pt>
                <c:pt idx="2659">
                  <c:v>6.21625000003</c:v>
                </c:pt>
                <c:pt idx="2660">
                  <c:v>6.21650000003</c:v>
                </c:pt>
                <c:pt idx="2661">
                  <c:v>6.22100000003</c:v>
                </c:pt>
                <c:pt idx="2662">
                  <c:v>6.22125000003</c:v>
                </c:pt>
                <c:pt idx="2663">
                  <c:v>6.22575000003</c:v>
                </c:pt>
                <c:pt idx="2664">
                  <c:v>6.22600000003</c:v>
                </c:pt>
                <c:pt idx="2665">
                  <c:v>6.23050000003</c:v>
                </c:pt>
                <c:pt idx="2666">
                  <c:v>6.23075000003</c:v>
                </c:pt>
                <c:pt idx="2667">
                  <c:v>6.23500000003</c:v>
                </c:pt>
                <c:pt idx="2668">
                  <c:v>6.23525000003</c:v>
                </c:pt>
                <c:pt idx="2669">
                  <c:v>6.23550000003</c:v>
                </c:pt>
                <c:pt idx="2670">
                  <c:v>6.23675000003</c:v>
                </c:pt>
                <c:pt idx="2671">
                  <c:v>6.24000000003</c:v>
                </c:pt>
                <c:pt idx="2672">
                  <c:v>6.24025000003</c:v>
                </c:pt>
                <c:pt idx="2673">
                  <c:v>6.24475000003</c:v>
                </c:pt>
                <c:pt idx="2674">
                  <c:v>6.24500000003</c:v>
                </c:pt>
                <c:pt idx="2675">
                  <c:v>6.24950000003</c:v>
                </c:pt>
                <c:pt idx="2676">
                  <c:v>6.24975000003</c:v>
                </c:pt>
                <c:pt idx="2677">
                  <c:v>6.25425000003</c:v>
                </c:pt>
                <c:pt idx="2678">
                  <c:v>6.25450000003</c:v>
                </c:pt>
                <c:pt idx="2679">
                  <c:v>6.25900000003</c:v>
                </c:pt>
                <c:pt idx="2680">
                  <c:v>6.25925000003</c:v>
                </c:pt>
                <c:pt idx="2681">
                  <c:v>6.26375000003</c:v>
                </c:pt>
                <c:pt idx="2682">
                  <c:v>6.26400000003</c:v>
                </c:pt>
                <c:pt idx="2683">
                  <c:v>6.26850000003</c:v>
                </c:pt>
                <c:pt idx="2684">
                  <c:v>6.26875000003</c:v>
                </c:pt>
                <c:pt idx="2685">
                  <c:v>6.27325000003</c:v>
                </c:pt>
                <c:pt idx="2686">
                  <c:v>6.27350000003</c:v>
                </c:pt>
                <c:pt idx="2687">
                  <c:v>6.27800000003</c:v>
                </c:pt>
                <c:pt idx="2688">
                  <c:v>6.27825000003</c:v>
                </c:pt>
                <c:pt idx="2689">
                  <c:v>6.28275000003</c:v>
                </c:pt>
                <c:pt idx="2690">
                  <c:v>6.28300000003</c:v>
                </c:pt>
                <c:pt idx="2691">
                  <c:v>6.28750000003</c:v>
                </c:pt>
                <c:pt idx="2692">
                  <c:v>6.28775000003</c:v>
                </c:pt>
                <c:pt idx="2693">
                  <c:v>6.29225000003</c:v>
                </c:pt>
                <c:pt idx="2694">
                  <c:v>6.29250000003</c:v>
                </c:pt>
                <c:pt idx="2695">
                  <c:v>6.29700000003</c:v>
                </c:pt>
                <c:pt idx="2696">
                  <c:v>6.29725000003</c:v>
                </c:pt>
                <c:pt idx="2697">
                  <c:v>6.30175000003</c:v>
                </c:pt>
                <c:pt idx="2698">
                  <c:v>6.30200000003</c:v>
                </c:pt>
                <c:pt idx="2699">
                  <c:v>6.30650000003</c:v>
                </c:pt>
                <c:pt idx="2700">
                  <c:v>6.30675000003</c:v>
                </c:pt>
                <c:pt idx="2701">
                  <c:v>6.31125000003</c:v>
                </c:pt>
                <c:pt idx="2702">
                  <c:v>6.31150000003</c:v>
                </c:pt>
                <c:pt idx="2703">
                  <c:v>6.31600000003</c:v>
                </c:pt>
                <c:pt idx="2704">
                  <c:v>6.31625000003</c:v>
                </c:pt>
                <c:pt idx="2705">
                  <c:v>6.32075000003</c:v>
                </c:pt>
                <c:pt idx="2706">
                  <c:v>6.32100000003</c:v>
                </c:pt>
                <c:pt idx="2707">
                  <c:v>6.32550000003</c:v>
                </c:pt>
                <c:pt idx="2708">
                  <c:v>6.32575000003</c:v>
                </c:pt>
                <c:pt idx="2709">
                  <c:v>6.33025000003</c:v>
                </c:pt>
                <c:pt idx="2710">
                  <c:v>6.33050000003</c:v>
                </c:pt>
                <c:pt idx="2711">
                  <c:v>6.33500000003</c:v>
                </c:pt>
                <c:pt idx="2712">
                  <c:v>6.33525000003</c:v>
                </c:pt>
                <c:pt idx="2713">
                  <c:v>6.33975000003</c:v>
                </c:pt>
                <c:pt idx="2714">
                  <c:v>6.34000000003</c:v>
                </c:pt>
                <c:pt idx="2715">
                  <c:v>6.34450000003</c:v>
                </c:pt>
                <c:pt idx="2716">
                  <c:v>6.34475000003</c:v>
                </c:pt>
                <c:pt idx="2717">
                  <c:v>6.34925000003</c:v>
                </c:pt>
                <c:pt idx="2718">
                  <c:v>6.34950000003</c:v>
                </c:pt>
                <c:pt idx="2719">
                  <c:v>6.35400000003</c:v>
                </c:pt>
                <c:pt idx="2720">
                  <c:v>6.35425000003</c:v>
                </c:pt>
                <c:pt idx="2721">
                  <c:v>6.35875000003</c:v>
                </c:pt>
                <c:pt idx="2722">
                  <c:v>6.35900000003</c:v>
                </c:pt>
                <c:pt idx="2723">
                  <c:v>6.36350000003</c:v>
                </c:pt>
                <c:pt idx="2724">
                  <c:v>6.36375000003</c:v>
                </c:pt>
                <c:pt idx="2725">
                  <c:v>6.36825000003</c:v>
                </c:pt>
                <c:pt idx="2726">
                  <c:v>6.36850000003</c:v>
                </c:pt>
                <c:pt idx="2727">
                  <c:v>6.37300000003</c:v>
                </c:pt>
                <c:pt idx="2728">
                  <c:v>6.37325000003</c:v>
                </c:pt>
                <c:pt idx="2729">
                  <c:v>6.37775000003</c:v>
                </c:pt>
                <c:pt idx="2730">
                  <c:v>6.37800000003</c:v>
                </c:pt>
                <c:pt idx="2731">
                  <c:v>6.38250000003</c:v>
                </c:pt>
                <c:pt idx="2732">
                  <c:v>6.38275000003</c:v>
                </c:pt>
                <c:pt idx="2733">
                  <c:v>6.38725000003</c:v>
                </c:pt>
                <c:pt idx="2734">
                  <c:v>6.38750000003</c:v>
                </c:pt>
                <c:pt idx="2735">
                  <c:v>6.39200000003</c:v>
                </c:pt>
                <c:pt idx="2736">
                  <c:v>6.39225000003</c:v>
                </c:pt>
                <c:pt idx="2737">
                  <c:v>6.39675000003</c:v>
                </c:pt>
                <c:pt idx="2738">
                  <c:v>6.39700000003</c:v>
                </c:pt>
                <c:pt idx="2739">
                  <c:v>6.40150000003</c:v>
                </c:pt>
                <c:pt idx="2740">
                  <c:v>6.40175000003</c:v>
                </c:pt>
                <c:pt idx="2741">
                  <c:v>6.40625000003</c:v>
                </c:pt>
                <c:pt idx="2742">
                  <c:v>6.40650000003</c:v>
                </c:pt>
                <c:pt idx="2743">
                  <c:v>6.41100000003</c:v>
                </c:pt>
                <c:pt idx="2744">
                  <c:v>6.41125000003</c:v>
                </c:pt>
                <c:pt idx="2745">
                  <c:v>6.41575000003</c:v>
                </c:pt>
                <c:pt idx="2746">
                  <c:v>6.41600000003</c:v>
                </c:pt>
                <c:pt idx="2747">
                  <c:v>6.42050000003</c:v>
                </c:pt>
                <c:pt idx="2748">
                  <c:v>6.42075000003</c:v>
                </c:pt>
                <c:pt idx="2749">
                  <c:v>6.42525000003</c:v>
                </c:pt>
                <c:pt idx="2750">
                  <c:v>6.42550000003</c:v>
                </c:pt>
                <c:pt idx="2751">
                  <c:v>6.43000000003</c:v>
                </c:pt>
                <c:pt idx="2752">
                  <c:v>6.43025000003</c:v>
                </c:pt>
                <c:pt idx="2753">
                  <c:v>6.43475000003</c:v>
                </c:pt>
                <c:pt idx="2754">
                  <c:v>6.43500000003</c:v>
                </c:pt>
                <c:pt idx="2755">
                  <c:v>6.43950000003</c:v>
                </c:pt>
                <c:pt idx="2756">
                  <c:v>6.43975000003</c:v>
                </c:pt>
                <c:pt idx="2757">
                  <c:v>6.44425000003</c:v>
                </c:pt>
                <c:pt idx="2758">
                  <c:v>6.44450000003</c:v>
                </c:pt>
                <c:pt idx="2759">
                  <c:v>6.44900000003</c:v>
                </c:pt>
                <c:pt idx="2760">
                  <c:v>6.44925000003</c:v>
                </c:pt>
                <c:pt idx="2761">
                  <c:v>6.45375000003</c:v>
                </c:pt>
                <c:pt idx="2762">
                  <c:v>6.45400000003</c:v>
                </c:pt>
                <c:pt idx="2763">
                  <c:v>6.45450000003</c:v>
                </c:pt>
                <c:pt idx="2764">
                  <c:v>6.45550000003</c:v>
                </c:pt>
                <c:pt idx="2765">
                  <c:v>6.45850000003</c:v>
                </c:pt>
                <c:pt idx="2766">
                  <c:v>6.45875000003</c:v>
                </c:pt>
                <c:pt idx="2767">
                  <c:v>6.46325000003</c:v>
                </c:pt>
                <c:pt idx="2768">
                  <c:v>6.46350000003</c:v>
                </c:pt>
                <c:pt idx="2769">
                  <c:v>6.46800000003</c:v>
                </c:pt>
                <c:pt idx="2770">
                  <c:v>6.46825000003</c:v>
                </c:pt>
                <c:pt idx="2771">
                  <c:v>6.47275000003</c:v>
                </c:pt>
                <c:pt idx="2772">
                  <c:v>6.47300000003</c:v>
                </c:pt>
                <c:pt idx="2773">
                  <c:v>6.47750000003</c:v>
                </c:pt>
                <c:pt idx="2774">
                  <c:v>6.47775000003</c:v>
                </c:pt>
                <c:pt idx="2775">
                  <c:v>6.48225000003</c:v>
                </c:pt>
                <c:pt idx="2776">
                  <c:v>6.48250000003</c:v>
                </c:pt>
                <c:pt idx="2777">
                  <c:v>6.48700000003</c:v>
                </c:pt>
                <c:pt idx="2778">
                  <c:v>6.48725000003</c:v>
                </c:pt>
                <c:pt idx="2779">
                  <c:v>6.49175000003</c:v>
                </c:pt>
                <c:pt idx="2780">
                  <c:v>6.49200000003</c:v>
                </c:pt>
                <c:pt idx="2781">
                  <c:v>6.49650000003</c:v>
                </c:pt>
                <c:pt idx="2782">
                  <c:v>6.49675000003</c:v>
                </c:pt>
                <c:pt idx="2783">
                  <c:v>6.50125000003</c:v>
                </c:pt>
                <c:pt idx="2784">
                  <c:v>6.50150000003</c:v>
                </c:pt>
                <c:pt idx="2785">
                  <c:v>6.50600000003</c:v>
                </c:pt>
                <c:pt idx="2786">
                  <c:v>6.50625000003</c:v>
                </c:pt>
                <c:pt idx="2787">
                  <c:v>6.51075000003</c:v>
                </c:pt>
                <c:pt idx="2788">
                  <c:v>6.51100000003</c:v>
                </c:pt>
                <c:pt idx="2789">
                  <c:v>6.51550000003</c:v>
                </c:pt>
                <c:pt idx="2790">
                  <c:v>6.51575000003</c:v>
                </c:pt>
                <c:pt idx="2791">
                  <c:v>6.52025000003</c:v>
                </c:pt>
                <c:pt idx="2792">
                  <c:v>6.52050000003</c:v>
                </c:pt>
                <c:pt idx="2793">
                  <c:v>6.52500000003</c:v>
                </c:pt>
                <c:pt idx="2794">
                  <c:v>6.52525000003</c:v>
                </c:pt>
                <c:pt idx="2795">
                  <c:v>6.52975000003</c:v>
                </c:pt>
                <c:pt idx="2796">
                  <c:v>6.53000000003</c:v>
                </c:pt>
                <c:pt idx="2797">
                  <c:v>6.53450000003</c:v>
                </c:pt>
                <c:pt idx="2798">
                  <c:v>6.53475000003</c:v>
                </c:pt>
                <c:pt idx="2799">
                  <c:v>6.53925000003</c:v>
                </c:pt>
                <c:pt idx="2800">
                  <c:v>6.53950000003</c:v>
                </c:pt>
                <c:pt idx="2801">
                  <c:v>6.54400000003</c:v>
                </c:pt>
                <c:pt idx="2802">
                  <c:v>6.54425000003</c:v>
                </c:pt>
                <c:pt idx="2803">
                  <c:v>6.54875000003</c:v>
                </c:pt>
                <c:pt idx="2804">
                  <c:v>6.54900000003</c:v>
                </c:pt>
                <c:pt idx="2805">
                  <c:v>6.55350000003</c:v>
                </c:pt>
                <c:pt idx="2806">
                  <c:v>6.55375000003</c:v>
                </c:pt>
                <c:pt idx="2807">
                  <c:v>6.55825000003</c:v>
                </c:pt>
                <c:pt idx="2808">
                  <c:v>6.55850000003</c:v>
                </c:pt>
                <c:pt idx="2809">
                  <c:v>6.56300000003</c:v>
                </c:pt>
                <c:pt idx="2810">
                  <c:v>6.56325000003</c:v>
                </c:pt>
                <c:pt idx="2811">
                  <c:v>6.56775000003</c:v>
                </c:pt>
                <c:pt idx="2812">
                  <c:v>6.56800000003</c:v>
                </c:pt>
                <c:pt idx="2813">
                  <c:v>6.57250000003</c:v>
                </c:pt>
                <c:pt idx="2814">
                  <c:v>6.57275000003</c:v>
                </c:pt>
                <c:pt idx="2815">
                  <c:v>6.57725000003</c:v>
                </c:pt>
                <c:pt idx="2816">
                  <c:v>6.57750000003</c:v>
                </c:pt>
                <c:pt idx="2817">
                  <c:v>6.58200000003</c:v>
                </c:pt>
                <c:pt idx="2818">
                  <c:v>6.58225000003</c:v>
                </c:pt>
                <c:pt idx="2819">
                  <c:v>6.58675000003</c:v>
                </c:pt>
                <c:pt idx="2820">
                  <c:v>6.58700000003</c:v>
                </c:pt>
                <c:pt idx="2821">
                  <c:v>6.59150000003</c:v>
                </c:pt>
                <c:pt idx="2822">
                  <c:v>6.59175000003</c:v>
                </c:pt>
                <c:pt idx="2823">
                  <c:v>6.59625000003</c:v>
                </c:pt>
                <c:pt idx="2824">
                  <c:v>6.59650000003</c:v>
                </c:pt>
                <c:pt idx="2825">
                  <c:v>6.60100000003</c:v>
                </c:pt>
                <c:pt idx="2826">
                  <c:v>6.60125000003</c:v>
                </c:pt>
                <c:pt idx="2827">
                  <c:v>6.60575000003</c:v>
                </c:pt>
                <c:pt idx="2828">
                  <c:v>6.60600000003</c:v>
                </c:pt>
                <c:pt idx="2829">
                  <c:v>6.61050000003</c:v>
                </c:pt>
                <c:pt idx="2830">
                  <c:v>6.61075000003</c:v>
                </c:pt>
                <c:pt idx="2831">
                  <c:v>6.61525000003</c:v>
                </c:pt>
                <c:pt idx="2832">
                  <c:v>6.61550000003</c:v>
                </c:pt>
                <c:pt idx="2833">
                  <c:v>6.62000000003</c:v>
                </c:pt>
                <c:pt idx="2834">
                  <c:v>6.62025000003</c:v>
                </c:pt>
                <c:pt idx="2835">
                  <c:v>6.62475000003</c:v>
                </c:pt>
                <c:pt idx="2836">
                  <c:v>6.62500000003</c:v>
                </c:pt>
                <c:pt idx="2837">
                  <c:v>6.62950000003</c:v>
                </c:pt>
                <c:pt idx="2838">
                  <c:v>6.62975000003</c:v>
                </c:pt>
                <c:pt idx="2839">
                  <c:v>6.63425000003</c:v>
                </c:pt>
                <c:pt idx="2840">
                  <c:v>6.63450000003</c:v>
                </c:pt>
                <c:pt idx="2841">
                  <c:v>6.63900000003</c:v>
                </c:pt>
                <c:pt idx="2842">
                  <c:v>6.63925000003</c:v>
                </c:pt>
                <c:pt idx="2843">
                  <c:v>6.64375000003</c:v>
                </c:pt>
                <c:pt idx="2844">
                  <c:v>6.64400000003</c:v>
                </c:pt>
                <c:pt idx="2845">
                  <c:v>6.64850000003</c:v>
                </c:pt>
                <c:pt idx="2846">
                  <c:v>6.64875000003</c:v>
                </c:pt>
                <c:pt idx="2847">
                  <c:v>6.65325000003</c:v>
                </c:pt>
                <c:pt idx="2848">
                  <c:v>6.65350000003</c:v>
                </c:pt>
                <c:pt idx="2849">
                  <c:v>6.65800000003</c:v>
                </c:pt>
                <c:pt idx="2850">
                  <c:v>6.65825000003</c:v>
                </c:pt>
                <c:pt idx="2851">
                  <c:v>6.66275000003</c:v>
                </c:pt>
                <c:pt idx="2852">
                  <c:v>6.66300000003</c:v>
                </c:pt>
                <c:pt idx="2853">
                  <c:v>6.66750000003</c:v>
                </c:pt>
                <c:pt idx="2854">
                  <c:v>6.66775000003</c:v>
                </c:pt>
                <c:pt idx="2855">
                  <c:v>6.67225000003</c:v>
                </c:pt>
                <c:pt idx="2856">
                  <c:v>6.67250000003</c:v>
                </c:pt>
                <c:pt idx="2857">
                  <c:v>6.67600000003</c:v>
                </c:pt>
                <c:pt idx="2858">
                  <c:v>6.67700000003</c:v>
                </c:pt>
                <c:pt idx="2859">
                  <c:v>6.67725000003</c:v>
                </c:pt>
                <c:pt idx="2860">
                  <c:v>6.67750000003</c:v>
                </c:pt>
                <c:pt idx="2861">
                  <c:v>6.68175000003</c:v>
                </c:pt>
                <c:pt idx="2862">
                  <c:v>6.68200000003</c:v>
                </c:pt>
                <c:pt idx="2863">
                  <c:v>6.68650000003</c:v>
                </c:pt>
                <c:pt idx="2864">
                  <c:v>6.68675000003</c:v>
                </c:pt>
                <c:pt idx="2865">
                  <c:v>6.69125000003</c:v>
                </c:pt>
                <c:pt idx="2866">
                  <c:v>6.69150000003</c:v>
                </c:pt>
                <c:pt idx="2867">
                  <c:v>6.69600000003</c:v>
                </c:pt>
                <c:pt idx="2868">
                  <c:v>6.69625000003</c:v>
                </c:pt>
                <c:pt idx="2869">
                  <c:v>6.70075000003</c:v>
                </c:pt>
                <c:pt idx="2870">
                  <c:v>6.70100000003</c:v>
                </c:pt>
                <c:pt idx="2871">
                  <c:v>6.70550000003</c:v>
                </c:pt>
                <c:pt idx="2872">
                  <c:v>6.70575000003</c:v>
                </c:pt>
                <c:pt idx="2873">
                  <c:v>6.71025000003</c:v>
                </c:pt>
                <c:pt idx="2874">
                  <c:v>6.71050000003</c:v>
                </c:pt>
                <c:pt idx="2875">
                  <c:v>6.71500000003</c:v>
                </c:pt>
                <c:pt idx="2876">
                  <c:v>6.71525000003</c:v>
                </c:pt>
                <c:pt idx="2877">
                  <c:v>6.71975000003</c:v>
                </c:pt>
                <c:pt idx="2878">
                  <c:v>6.72000000003</c:v>
                </c:pt>
                <c:pt idx="2879">
                  <c:v>6.72450000003</c:v>
                </c:pt>
                <c:pt idx="2880">
                  <c:v>6.72475000003</c:v>
                </c:pt>
                <c:pt idx="2881">
                  <c:v>6.72925000003</c:v>
                </c:pt>
                <c:pt idx="2882">
                  <c:v>6.72950000003</c:v>
                </c:pt>
                <c:pt idx="2883">
                  <c:v>6.73400000003</c:v>
                </c:pt>
                <c:pt idx="2884">
                  <c:v>6.73425000003</c:v>
                </c:pt>
                <c:pt idx="2885">
                  <c:v>6.73875000003</c:v>
                </c:pt>
                <c:pt idx="2886">
                  <c:v>6.73900000003</c:v>
                </c:pt>
                <c:pt idx="2887">
                  <c:v>6.74350000003</c:v>
                </c:pt>
                <c:pt idx="2888">
                  <c:v>6.74375000003</c:v>
                </c:pt>
                <c:pt idx="2889">
                  <c:v>6.74825000003</c:v>
                </c:pt>
                <c:pt idx="2890">
                  <c:v>6.74850000003</c:v>
                </c:pt>
                <c:pt idx="2891">
                  <c:v>6.75300000003</c:v>
                </c:pt>
                <c:pt idx="2892">
                  <c:v>6.75325000003</c:v>
                </c:pt>
                <c:pt idx="2893">
                  <c:v>6.75775000003</c:v>
                </c:pt>
                <c:pt idx="2894">
                  <c:v>6.75800000003</c:v>
                </c:pt>
                <c:pt idx="2895">
                  <c:v>6.76250000003</c:v>
                </c:pt>
                <c:pt idx="2896">
                  <c:v>6.76275000003</c:v>
                </c:pt>
                <c:pt idx="2897">
                  <c:v>6.76725000003</c:v>
                </c:pt>
                <c:pt idx="2898">
                  <c:v>6.76750000003</c:v>
                </c:pt>
                <c:pt idx="2899">
                  <c:v>6.77200000003</c:v>
                </c:pt>
                <c:pt idx="2900">
                  <c:v>6.77225000003</c:v>
                </c:pt>
                <c:pt idx="2901">
                  <c:v>6.77675000003</c:v>
                </c:pt>
                <c:pt idx="2902">
                  <c:v>6.77700000003</c:v>
                </c:pt>
                <c:pt idx="2903">
                  <c:v>6.78150000003</c:v>
                </c:pt>
                <c:pt idx="2904">
                  <c:v>6.78175000003</c:v>
                </c:pt>
                <c:pt idx="2905">
                  <c:v>6.78625000003</c:v>
                </c:pt>
                <c:pt idx="2906">
                  <c:v>6.78650000003</c:v>
                </c:pt>
                <c:pt idx="2907">
                  <c:v>6.79100000003</c:v>
                </c:pt>
                <c:pt idx="2908">
                  <c:v>6.79125000003</c:v>
                </c:pt>
                <c:pt idx="2909">
                  <c:v>6.79575000003</c:v>
                </c:pt>
                <c:pt idx="2910">
                  <c:v>6.79600000003</c:v>
                </c:pt>
                <c:pt idx="2911">
                  <c:v>6.80050000003</c:v>
                </c:pt>
                <c:pt idx="2912">
                  <c:v>6.80075000003</c:v>
                </c:pt>
                <c:pt idx="2913">
                  <c:v>6.80525000003</c:v>
                </c:pt>
                <c:pt idx="2914">
                  <c:v>6.80550000003</c:v>
                </c:pt>
                <c:pt idx="2915">
                  <c:v>6.81000000003</c:v>
                </c:pt>
                <c:pt idx="2916">
                  <c:v>6.81025000003</c:v>
                </c:pt>
                <c:pt idx="2917">
                  <c:v>6.81475000003</c:v>
                </c:pt>
                <c:pt idx="2918">
                  <c:v>6.81500000003</c:v>
                </c:pt>
                <c:pt idx="2919">
                  <c:v>6.81950000003</c:v>
                </c:pt>
                <c:pt idx="2920">
                  <c:v>6.81975000003</c:v>
                </c:pt>
                <c:pt idx="2921">
                  <c:v>6.82425000003</c:v>
                </c:pt>
                <c:pt idx="2922">
                  <c:v>6.82450000003</c:v>
                </c:pt>
                <c:pt idx="2923">
                  <c:v>6.82900000003</c:v>
                </c:pt>
                <c:pt idx="2924">
                  <c:v>6.82925000003</c:v>
                </c:pt>
                <c:pt idx="2925">
                  <c:v>6.83375000003</c:v>
                </c:pt>
                <c:pt idx="2926">
                  <c:v>6.83400000003</c:v>
                </c:pt>
                <c:pt idx="2927">
                  <c:v>6.83850000003</c:v>
                </c:pt>
                <c:pt idx="2928">
                  <c:v>6.83875000003</c:v>
                </c:pt>
                <c:pt idx="2929">
                  <c:v>6.84325000003</c:v>
                </c:pt>
                <c:pt idx="2930">
                  <c:v>6.84350000003</c:v>
                </c:pt>
                <c:pt idx="2931">
                  <c:v>6.84800000003</c:v>
                </c:pt>
                <c:pt idx="2932">
                  <c:v>6.84825000003</c:v>
                </c:pt>
                <c:pt idx="2933">
                  <c:v>6.85275000003</c:v>
                </c:pt>
                <c:pt idx="2934">
                  <c:v>6.85300000003</c:v>
                </c:pt>
                <c:pt idx="2935">
                  <c:v>6.85750000003</c:v>
                </c:pt>
                <c:pt idx="2936">
                  <c:v>6.85775000003</c:v>
                </c:pt>
                <c:pt idx="2937">
                  <c:v>6.86225000003</c:v>
                </c:pt>
                <c:pt idx="2938">
                  <c:v>6.86250000003</c:v>
                </c:pt>
                <c:pt idx="2939">
                  <c:v>6.86700000003</c:v>
                </c:pt>
                <c:pt idx="2940">
                  <c:v>6.86725000003</c:v>
                </c:pt>
                <c:pt idx="2941">
                  <c:v>6.87175000003</c:v>
                </c:pt>
                <c:pt idx="2942">
                  <c:v>6.87200000003</c:v>
                </c:pt>
                <c:pt idx="2943">
                  <c:v>6.87650000003</c:v>
                </c:pt>
                <c:pt idx="2944">
                  <c:v>6.87675000003</c:v>
                </c:pt>
                <c:pt idx="2945">
                  <c:v>6.88125000003</c:v>
                </c:pt>
                <c:pt idx="2946">
                  <c:v>6.88150000003</c:v>
                </c:pt>
                <c:pt idx="2947">
                  <c:v>6.88600000003</c:v>
                </c:pt>
                <c:pt idx="2948">
                  <c:v>6.88625000003</c:v>
                </c:pt>
                <c:pt idx="2949">
                  <c:v>6.89075000003</c:v>
                </c:pt>
                <c:pt idx="2950">
                  <c:v>6.89100000003</c:v>
                </c:pt>
                <c:pt idx="2951">
                  <c:v>6.89550000003</c:v>
                </c:pt>
                <c:pt idx="2952">
                  <c:v>6.89575000003</c:v>
                </c:pt>
                <c:pt idx="2953">
                  <c:v>6.89625000003</c:v>
                </c:pt>
                <c:pt idx="2954">
                  <c:v>6.90025000003</c:v>
                </c:pt>
                <c:pt idx="2955">
                  <c:v>6.90050000003</c:v>
                </c:pt>
                <c:pt idx="2956">
                  <c:v>6.90500000003</c:v>
                </c:pt>
                <c:pt idx="2957">
                  <c:v>6.90525000003</c:v>
                </c:pt>
                <c:pt idx="2958">
                  <c:v>6.90975000003</c:v>
                </c:pt>
                <c:pt idx="2959">
                  <c:v>6.91000000003</c:v>
                </c:pt>
                <c:pt idx="2960">
                  <c:v>6.91450000003</c:v>
                </c:pt>
                <c:pt idx="2961">
                  <c:v>6.91475000003</c:v>
                </c:pt>
                <c:pt idx="2962">
                  <c:v>6.91925000003</c:v>
                </c:pt>
                <c:pt idx="2963">
                  <c:v>6.91950000003</c:v>
                </c:pt>
                <c:pt idx="2964">
                  <c:v>6.92400000003</c:v>
                </c:pt>
                <c:pt idx="2965">
                  <c:v>6.92425000003</c:v>
                </c:pt>
                <c:pt idx="2966">
                  <c:v>6.92875000003</c:v>
                </c:pt>
                <c:pt idx="2967">
                  <c:v>6.92900000003</c:v>
                </c:pt>
                <c:pt idx="2968">
                  <c:v>6.93350000003</c:v>
                </c:pt>
                <c:pt idx="2969">
                  <c:v>6.93375000003</c:v>
                </c:pt>
                <c:pt idx="2970">
                  <c:v>6.93825000003</c:v>
                </c:pt>
                <c:pt idx="2971">
                  <c:v>6.93850000003</c:v>
                </c:pt>
                <c:pt idx="2972">
                  <c:v>6.94300000003</c:v>
                </c:pt>
                <c:pt idx="2973">
                  <c:v>6.94325000003</c:v>
                </c:pt>
                <c:pt idx="2974">
                  <c:v>6.94775000003</c:v>
                </c:pt>
                <c:pt idx="2975">
                  <c:v>6.94800000003</c:v>
                </c:pt>
                <c:pt idx="2976">
                  <c:v>6.95250000003</c:v>
                </c:pt>
                <c:pt idx="2977">
                  <c:v>6.95275000003</c:v>
                </c:pt>
                <c:pt idx="2978">
                  <c:v>6.95725000003</c:v>
                </c:pt>
                <c:pt idx="2979">
                  <c:v>6.95750000003</c:v>
                </c:pt>
                <c:pt idx="2980">
                  <c:v>6.96200000003</c:v>
                </c:pt>
                <c:pt idx="2981">
                  <c:v>6.96225000003</c:v>
                </c:pt>
                <c:pt idx="2982">
                  <c:v>6.96675000003</c:v>
                </c:pt>
                <c:pt idx="2983">
                  <c:v>6.96700000003</c:v>
                </c:pt>
                <c:pt idx="2984">
                  <c:v>6.97150000003</c:v>
                </c:pt>
                <c:pt idx="2985">
                  <c:v>6.97175000003</c:v>
                </c:pt>
                <c:pt idx="2986">
                  <c:v>6.97625000003</c:v>
                </c:pt>
                <c:pt idx="2987">
                  <c:v>6.97650000003</c:v>
                </c:pt>
                <c:pt idx="2988">
                  <c:v>6.98100000003</c:v>
                </c:pt>
                <c:pt idx="2989">
                  <c:v>6.98125000003</c:v>
                </c:pt>
                <c:pt idx="2990">
                  <c:v>6.98575000003</c:v>
                </c:pt>
                <c:pt idx="2991">
                  <c:v>6.98600000003</c:v>
                </c:pt>
                <c:pt idx="2992">
                  <c:v>6.99050000003</c:v>
                </c:pt>
                <c:pt idx="2993">
                  <c:v>6.99075000003</c:v>
                </c:pt>
                <c:pt idx="2994">
                  <c:v>6.99525000003</c:v>
                </c:pt>
                <c:pt idx="2995">
                  <c:v>6.99550000003</c:v>
                </c:pt>
                <c:pt idx="2996">
                  <c:v>6.99950000003</c:v>
                </c:pt>
                <c:pt idx="2997">
                  <c:v>6.99975000003</c:v>
                </c:pt>
                <c:pt idx="2998">
                  <c:v>7.00000000003</c:v>
                </c:pt>
              </c:numCache>
            </c:numRef>
          </c:xVal>
          <c:yVal>
            <c:numRef>
              <c:f>'Chart Data'!$B$2:$B$3000</c:f>
              <c:numCache>
                <c:formatCode>0.0</c:formatCode>
                <c:ptCount val="2999"/>
                <c:pt idx="0">
                  <c:v>6.89511042876</c:v>
                </c:pt>
                <c:pt idx="1">
                  <c:v>6.8961356254</c:v>
                </c:pt>
                <c:pt idx="2">
                  <c:v>6.89613858864</c:v>
                </c:pt>
                <c:pt idx="3">
                  <c:v>6.89619263707</c:v>
                </c:pt>
                <c:pt idx="4">
                  <c:v>6.8961953138</c:v>
                </c:pt>
                <c:pt idx="5">
                  <c:v>6.89624275088</c:v>
                </c:pt>
                <c:pt idx="6">
                  <c:v>6.8962451064</c:v>
                </c:pt>
                <c:pt idx="7">
                  <c:v>6.89628994418</c:v>
                </c:pt>
                <c:pt idx="8">
                  <c:v>6.89629236208</c:v>
                </c:pt>
                <c:pt idx="9">
                  <c:v>6.89634044615</c:v>
                </c:pt>
                <c:pt idx="10">
                  <c:v>6.89634300861</c:v>
                </c:pt>
                <c:pt idx="11">
                  <c:v>6.89639000225</c:v>
                </c:pt>
                <c:pt idx="12">
                  <c:v>6.89639230856</c:v>
                </c:pt>
                <c:pt idx="13">
                  <c:v>6.89643307773</c:v>
                </c:pt>
                <c:pt idx="14">
                  <c:v>6.89643508324</c:v>
                </c:pt>
                <c:pt idx="15">
                  <c:v>6.89647319598</c:v>
                </c:pt>
                <c:pt idx="16">
                  <c:v>6.89647527338</c:v>
                </c:pt>
                <c:pt idx="17">
                  <c:v>6.89651666306</c:v>
                </c:pt>
                <c:pt idx="18">
                  <c:v>6.89651892216</c:v>
                </c:pt>
                <c:pt idx="19">
                  <c:v>6.89655992343</c:v>
                </c:pt>
                <c:pt idx="20">
                  <c:v>6.89656192428</c:v>
                </c:pt>
                <c:pt idx="21">
                  <c:v>6.89659653179</c:v>
                </c:pt>
                <c:pt idx="22">
                  <c:v>6.89659825861</c:v>
                </c:pt>
                <c:pt idx="23">
                  <c:v>6.89663122434</c:v>
                </c:pt>
                <c:pt idx="24">
                  <c:v>6.8966330112</c:v>
                </c:pt>
                <c:pt idx="25">
                  <c:v>6.89666915059</c:v>
                </c:pt>
                <c:pt idx="26">
                  <c:v>6.89667112356</c:v>
                </c:pt>
                <c:pt idx="27">
                  <c:v>6.89670729912</c:v>
                </c:pt>
                <c:pt idx="28">
                  <c:v>6.89670907492</c:v>
                </c:pt>
                <c:pt idx="29">
                  <c:v>6.89673960058</c:v>
                </c:pt>
                <c:pt idx="30">
                  <c:v>6.89674107903</c:v>
                </c:pt>
                <c:pt idx="31">
                  <c:v>6.89676955369</c:v>
                </c:pt>
                <c:pt idx="32">
                  <c:v>6.89677115558</c:v>
                </c:pt>
                <c:pt idx="33">
                  <c:v>6.89680379637</c:v>
                </c:pt>
                <c:pt idx="34">
                  <c:v>6.89680557469</c:v>
                </c:pt>
                <c:pt idx="35">
                  <c:v>6.89683856125</c:v>
                </c:pt>
                <c:pt idx="36">
                  <c:v>6.89684017305</c:v>
                </c:pt>
                <c:pt idx="37">
                  <c:v>6.89686799448</c:v>
                </c:pt>
                <c:pt idx="38">
                  <c:v>6.89686935576</c:v>
                </c:pt>
                <c:pt idx="39">
                  <c:v>6.89689600709</c:v>
                </c:pt>
                <c:pt idx="40">
                  <c:v>6.89689751643</c:v>
                </c:pt>
                <c:pt idx="41">
                  <c:v>6.89692892732</c:v>
                </c:pt>
                <c:pt idx="42">
                  <c:v>6.89693065103</c:v>
                </c:pt>
                <c:pt idx="43">
                  <c:v>6.89696270627</c:v>
                </c:pt>
                <c:pt idx="44">
                  <c:v>6.89696429558</c:v>
                </c:pt>
                <c:pt idx="45">
                  <c:v>6.89699198305</c:v>
                </c:pt>
                <c:pt idx="46">
                  <c:v>6.89699334905</c:v>
                </c:pt>
                <c:pt idx="47">
                  <c:v>6.89702006126</c:v>
                </c:pt>
                <c:pt idx="48">
                  <c:v>6.89702160789</c:v>
                </c:pt>
                <c:pt idx="49">
                  <c:v>6.89705345755</c:v>
                </c:pt>
                <c:pt idx="50">
                  <c:v>6.89705524598</c:v>
                </c:pt>
                <c:pt idx="51">
                  <c:v>6.89708816961</c:v>
                </c:pt>
                <c:pt idx="52">
                  <c:v>6.89708981367</c:v>
                </c:pt>
                <c:pt idx="53">
                  <c:v>6.89711884794</c:v>
                </c:pt>
                <c:pt idx="54">
                  <c:v>6.89712030051</c:v>
                </c:pt>
                <c:pt idx="55">
                  <c:v>6.89714871564</c:v>
                </c:pt>
                <c:pt idx="56">
                  <c:v>6.89715032319</c:v>
                </c:pt>
                <c:pt idx="57">
                  <c:v>6.89718433032</c:v>
                </c:pt>
                <c:pt idx="58">
                  <c:v>6.89718625193</c:v>
                </c:pt>
                <c:pt idx="59">
                  <c:v>6.89722023751</c:v>
                </c:pt>
                <c:pt idx="60">
                  <c:v>6.89722202397</c:v>
                </c:pt>
                <c:pt idx="61">
                  <c:v>6.89725237512</c:v>
                </c:pt>
                <c:pt idx="62">
                  <c:v>6.89725399495</c:v>
                </c:pt>
                <c:pt idx="63">
                  <c:v>6.89728409936</c:v>
                </c:pt>
                <c:pt idx="64">
                  <c:v>6.8972858842</c:v>
                </c:pt>
                <c:pt idx="65">
                  <c:v>6.89732063606</c:v>
                </c:pt>
                <c:pt idx="66">
                  <c:v>6.89732269096</c:v>
                </c:pt>
                <c:pt idx="67">
                  <c:v>6.89736078655</c:v>
                </c:pt>
                <c:pt idx="68">
                  <c:v>6.89736287748</c:v>
                </c:pt>
                <c:pt idx="69">
                  <c:v>6.89739839818</c:v>
                </c:pt>
                <c:pt idx="70">
                  <c:v>6.89740025873</c:v>
                </c:pt>
                <c:pt idx="71">
                  <c:v>6.89743411803</c:v>
                </c:pt>
                <c:pt idx="72">
                  <c:v>6.89743611178</c:v>
                </c:pt>
                <c:pt idx="73">
                  <c:v>6.89747460067</c:v>
                </c:pt>
                <c:pt idx="74">
                  <c:v>6.89747689916</c:v>
                </c:pt>
                <c:pt idx="75">
                  <c:v>6.89751965951</c:v>
                </c:pt>
                <c:pt idx="76">
                  <c:v>6.89752204919</c:v>
                </c:pt>
                <c:pt idx="77">
                  <c:v>6.89756361225</c:v>
                </c:pt>
                <c:pt idx="78">
                  <c:v>6.89756582091</c:v>
                </c:pt>
                <c:pt idx="79">
                  <c:v>6.89760508382</c:v>
                </c:pt>
                <c:pt idx="80">
                  <c:v>6.89760728778</c:v>
                </c:pt>
                <c:pt idx="81">
                  <c:v>6.89764994305</c:v>
                </c:pt>
                <c:pt idx="82">
                  <c:v>6.89765250746</c:v>
                </c:pt>
                <c:pt idx="83">
                  <c:v>6.89770071916</c:v>
                </c:pt>
                <c:pt idx="84">
                  <c:v>6.89770343673</c:v>
                </c:pt>
                <c:pt idx="85">
                  <c:v>6.89775142647</c:v>
                </c:pt>
                <c:pt idx="86">
                  <c:v>6.89775400792</c:v>
                </c:pt>
                <c:pt idx="87">
                  <c:v>6.89779949042</c:v>
                </c:pt>
                <c:pt idx="88">
                  <c:v>6.89780200144</c:v>
                </c:pt>
                <c:pt idx="89">
                  <c:v>6.89784941684</c:v>
                </c:pt>
                <c:pt idx="90">
                  <c:v>6.89785221093</c:v>
                </c:pt>
                <c:pt idx="91">
                  <c:v>6.89790553347</c:v>
                </c:pt>
                <c:pt idx="92">
                  <c:v>6.89790859063</c:v>
                </c:pt>
                <c:pt idx="93">
                  <c:v>6.89796327813</c:v>
                </c:pt>
                <c:pt idx="94">
                  <c:v>6.89796622095</c:v>
                </c:pt>
                <c:pt idx="95">
                  <c:v>6.8980178733</c:v>
                </c:pt>
                <c:pt idx="96">
                  <c:v>6.89802071942</c:v>
                </c:pt>
                <c:pt idx="97">
                  <c:v>6.89807357288</c:v>
                </c:pt>
                <c:pt idx="98">
                  <c:v>6.89807664331</c:v>
                </c:pt>
                <c:pt idx="99">
                  <c:v>6.89813485874</c:v>
                </c:pt>
                <c:pt idx="100">
                  <c:v>6.89813821206</c:v>
                </c:pt>
                <c:pt idx="101">
                  <c:v>6.89819916543</c:v>
                </c:pt>
                <c:pt idx="102">
                  <c:v>6.89820249942</c:v>
                </c:pt>
                <c:pt idx="103">
                  <c:v>6.89826059859</c:v>
                </c:pt>
                <c:pt idx="104">
                  <c:v>6.89826374019</c:v>
                </c:pt>
                <c:pt idx="105">
                  <c:v>6.89832122465</c:v>
                </c:pt>
                <c:pt idx="106">
                  <c:v>6.89832453496</c:v>
                </c:pt>
                <c:pt idx="107">
                  <c:v>6.89838745992</c:v>
                </c:pt>
                <c:pt idx="108">
                  <c:v>6.89839110712</c:v>
                </c:pt>
                <c:pt idx="109">
                  <c:v>6.89845714989</c:v>
                </c:pt>
                <c:pt idx="110">
                  <c:v>6.8984607789</c:v>
                </c:pt>
                <c:pt idx="111">
                  <c:v>6.89852473538</c:v>
                </c:pt>
                <c:pt idx="112">
                  <c:v>6.89852820214</c:v>
                </c:pt>
                <c:pt idx="113">
                  <c:v>6.89859060781</c:v>
                </c:pt>
                <c:pt idx="114">
                  <c:v>6.89859412264</c:v>
                </c:pt>
                <c:pt idx="115">
                  <c:v>6.89865977902</c:v>
                </c:pt>
                <c:pt idx="116">
                  <c:v>6.89866355323</c:v>
                </c:pt>
                <c:pt idx="117">
                  <c:v>6.89873374927</c:v>
                </c:pt>
                <c:pt idx="118">
                  <c:v>6.8987376739</c:v>
                </c:pt>
                <c:pt idx="119">
                  <c:v>6.89880666466</c:v>
                </c:pt>
                <c:pt idx="120">
                  <c:v>6.89881037498</c:v>
                </c:pt>
                <c:pt idx="121">
                  <c:v>6.89887579076</c:v>
                </c:pt>
                <c:pt idx="122">
                  <c:v>6.89887944164</c:v>
                </c:pt>
                <c:pt idx="123">
                  <c:v>6.89894764927</c:v>
                </c:pt>
                <c:pt idx="124">
                  <c:v>6.89895160596</c:v>
                </c:pt>
                <c:pt idx="125">
                  <c:v>6.89902455794</c:v>
                </c:pt>
                <c:pt idx="126">
                  <c:v>6.89902861769</c:v>
                </c:pt>
                <c:pt idx="127">
                  <c:v>6.89910053596</c:v>
                </c:pt>
                <c:pt idx="128">
                  <c:v>6.89910442293</c:v>
                </c:pt>
                <c:pt idx="129">
                  <c:v>6.89917277561</c:v>
                </c:pt>
                <c:pt idx="130">
                  <c:v>6.89917652547</c:v>
                </c:pt>
                <c:pt idx="131">
                  <c:v>6.89924550415</c:v>
                </c:pt>
                <c:pt idx="132">
                  <c:v>6.89924946304</c:v>
                </c:pt>
                <c:pt idx="133">
                  <c:v>6.89932261416</c:v>
                </c:pt>
                <c:pt idx="134">
                  <c:v>6.89932674931</c:v>
                </c:pt>
                <c:pt idx="135">
                  <c:v>6.8994001038</c:v>
                </c:pt>
                <c:pt idx="136">
                  <c:v>6.89940407319</c:v>
                </c:pt>
                <c:pt idx="137">
                  <c:v>6.89947326796</c:v>
                </c:pt>
                <c:pt idx="138">
                  <c:v>6.89947702562</c:v>
                </c:pt>
                <c:pt idx="139">
                  <c:v>6.89954492269</c:v>
                </c:pt>
                <c:pt idx="140">
                  <c:v>6.89954878352</c:v>
                </c:pt>
                <c:pt idx="141">
                  <c:v>6.89962053735</c:v>
                </c:pt>
                <c:pt idx="142">
                  <c:v>6.89962464369</c:v>
                </c:pt>
                <c:pt idx="143">
                  <c:v>6.89969778211</c:v>
                </c:pt>
                <c:pt idx="144">
                  <c:v>6.89970172239</c:v>
                </c:pt>
                <c:pt idx="145">
                  <c:v>6.89976992045</c:v>
                </c:pt>
                <c:pt idx="146">
                  <c:v>6.89977361812</c:v>
                </c:pt>
                <c:pt idx="147">
                  <c:v>6.89983976491</c:v>
                </c:pt>
                <c:pt idx="148">
                  <c:v>6.89984346895</c:v>
                </c:pt>
                <c:pt idx="149">
                  <c:v>6.89991189249</c:v>
                </c:pt>
                <c:pt idx="150">
                  <c:v>6.89991581207</c:v>
                </c:pt>
                <c:pt idx="151">
                  <c:v>6.89998644267</c:v>
                </c:pt>
                <c:pt idx="152">
                  <c:v>6.89999030484</c:v>
                </c:pt>
                <c:pt idx="153">
                  <c:v>6.90005700756</c:v>
                </c:pt>
                <c:pt idx="154">
                  <c:v>6.90006055594</c:v>
                </c:pt>
                <c:pt idx="155">
                  <c:v>6.90012305354</c:v>
                </c:pt>
                <c:pt idx="156">
                  <c:v>6.90012655406</c:v>
                </c:pt>
                <c:pt idx="157">
                  <c:v>6.90019111823</c:v>
                </c:pt>
                <c:pt idx="158">
                  <c:v>6.90019478526</c:v>
                </c:pt>
                <c:pt idx="159">
                  <c:v>6.90026138502</c:v>
                </c:pt>
                <c:pt idx="160">
                  <c:v>6.90026505721</c:v>
                </c:pt>
                <c:pt idx="161">
                  <c:v>6.90032876767</c:v>
                </c:pt>
                <c:pt idx="162">
                  <c:v>6.9003321419</c:v>
                </c:pt>
                <c:pt idx="163">
                  <c:v>6.90039068626</c:v>
                </c:pt>
                <c:pt idx="164">
                  <c:v>6.90039389422</c:v>
                </c:pt>
                <c:pt idx="165">
                  <c:v>6.90045271127</c:v>
                </c:pt>
                <c:pt idx="166">
                  <c:v>6.90045609139</c:v>
                </c:pt>
                <c:pt idx="167">
                  <c:v>6.90051779035</c:v>
                </c:pt>
                <c:pt idx="168">
                  <c:v>6.90052119548</c:v>
                </c:pt>
                <c:pt idx="169">
                  <c:v>6.90058047383</c:v>
                </c:pt>
                <c:pt idx="170">
                  <c:v>6.90058363223</c:v>
                </c:pt>
                <c:pt idx="171">
                  <c:v>6.90063802783</c:v>
                </c:pt>
                <c:pt idx="172">
                  <c:v>6.90064094226</c:v>
                </c:pt>
                <c:pt idx="173">
                  <c:v>6.90069349803</c:v>
                </c:pt>
                <c:pt idx="174">
                  <c:v>6.90069647862</c:v>
                </c:pt>
                <c:pt idx="175">
                  <c:v>6.90075208821</c:v>
                </c:pt>
                <c:pt idx="176">
                  <c:v>6.90075524204</c:v>
                </c:pt>
                <c:pt idx="177">
                  <c:v>6.90081004389</c:v>
                </c:pt>
                <c:pt idx="178">
                  <c:v>6.90081292609</c:v>
                </c:pt>
                <c:pt idx="179">
                  <c:v>6.90086162032</c:v>
                </c:pt>
                <c:pt idx="180">
                  <c:v>6.90086421615</c:v>
                </c:pt>
                <c:pt idx="181">
                  <c:v>6.90091082753</c:v>
                </c:pt>
                <c:pt idx="182">
                  <c:v>6.90091346563</c:v>
                </c:pt>
                <c:pt idx="183">
                  <c:v>6.90096223518</c:v>
                </c:pt>
                <c:pt idx="184">
                  <c:v>6.90096500355</c:v>
                </c:pt>
                <c:pt idx="185">
                  <c:v>6.90101417301</c:v>
                </c:pt>
                <c:pt idx="186">
                  <c:v>6.90101681017</c:v>
                </c:pt>
                <c:pt idx="187">
                  <c:v>6.90106086601</c:v>
                </c:pt>
                <c:pt idx="188">
                  <c:v>6.901063139</c:v>
                </c:pt>
                <c:pt idx="189">
                  <c:v>6.9011033888</c:v>
                </c:pt>
                <c:pt idx="190">
                  <c:v>6.90110567494</c:v>
                </c:pt>
                <c:pt idx="191">
                  <c:v>6.90114800079</c:v>
                </c:pt>
                <c:pt idx="192">
                  <c:v>6.90115040771</c:v>
                </c:pt>
                <c:pt idx="193">
                  <c:v>6.9011937557</c:v>
                </c:pt>
                <c:pt idx="194">
                  <c:v>6.90119610716</c:v>
                </c:pt>
                <c:pt idx="195">
                  <c:v>6.90123583426</c:v>
                </c:pt>
                <c:pt idx="196">
                  <c:v>6.90123788524</c:v>
                </c:pt>
                <c:pt idx="197">
                  <c:v>6.90127278418</c:v>
                </c:pt>
                <c:pt idx="198">
                  <c:v>6.90127467322</c:v>
                </c:pt>
                <c:pt idx="199">
                  <c:v>6.90131060067</c:v>
                </c:pt>
                <c:pt idx="200">
                  <c:v>6.90131270889</c:v>
                </c:pt>
                <c:pt idx="201">
                  <c:v>6.90135099255</c:v>
                </c:pt>
                <c:pt idx="202">
                  <c:v>6.90135307489</c:v>
                </c:pt>
                <c:pt idx="203">
                  <c:v>6.90138824707</c:v>
                </c:pt>
                <c:pt idx="204">
                  <c:v>6.9013900669</c:v>
                </c:pt>
                <c:pt idx="205">
                  <c:v>6.9014205784</c:v>
                </c:pt>
                <c:pt idx="206">
                  <c:v>6.90142220511</c:v>
                </c:pt>
                <c:pt idx="207">
                  <c:v>6.9014524248</c:v>
                </c:pt>
                <c:pt idx="208">
                  <c:v>6.90145422031</c:v>
                </c:pt>
                <c:pt idx="209">
                  <c:v>6.90148825758</c:v>
                </c:pt>
                <c:pt idx="210">
                  <c:v>6.901490173</c:v>
                </c:pt>
                <c:pt idx="211">
                  <c:v>6.90152253272</c:v>
                </c:pt>
                <c:pt idx="212">
                  <c:v>6.90152413443</c:v>
                </c:pt>
                <c:pt idx="213">
                  <c:v>6.90155091753</c:v>
                </c:pt>
                <c:pt idx="214">
                  <c:v>6.9015523712</c:v>
                </c:pt>
                <c:pt idx="215">
                  <c:v>6.9015792564</c:v>
                </c:pt>
                <c:pt idx="216">
                  <c:v>6.901580807</c:v>
                </c:pt>
                <c:pt idx="217">
                  <c:v>6.90161001172</c:v>
                </c:pt>
                <c:pt idx="218">
                  <c:v>6.90161172104</c:v>
                </c:pt>
                <c:pt idx="219">
                  <c:v>6.90164189</c:v>
                </c:pt>
                <c:pt idx="220">
                  <c:v>6.9016434877</c:v>
                </c:pt>
                <c:pt idx="221">
                  <c:v>6.9016696681</c:v>
                </c:pt>
                <c:pt idx="222">
                  <c:v>6.90167099612</c:v>
                </c:pt>
                <c:pt idx="223">
                  <c:v>6.90169487753</c:v>
                </c:pt>
                <c:pt idx="224">
                  <c:v>6.90169630452</c:v>
                </c:pt>
                <c:pt idx="225">
                  <c:v>6.90172430028</c:v>
                </c:pt>
                <c:pt idx="226">
                  <c:v>6.9017259488</c:v>
                </c:pt>
                <c:pt idx="227">
                  <c:v>6.90175541894</c:v>
                </c:pt>
                <c:pt idx="228">
                  <c:v>6.90175699716</c:v>
                </c:pt>
                <c:pt idx="229">
                  <c:v>6.90178331224</c:v>
                </c:pt>
                <c:pt idx="230">
                  <c:v>6.90178464786</c:v>
                </c:pt>
                <c:pt idx="231">
                  <c:v>6.90180833653</c:v>
                </c:pt>
                <c:pt idx="232">
                  <c:v>6.90180970085</c:v>
                </c:pt>
                <c:pt idx="233">
                  <c:v>6.90183676729</c:v>
                </c:pt>
                <c:pt idx="234">
                  <c:v>6.901838407</c:v>
                </c:pt>
                <c:pt idx="235">
                  <c:v>6.90186876022</c:v>
                </c:pt>
                <c:pt idx="236">
                  <c:v>6.90187041452</c:v>
                </c:pt>
                <c:pt idx="237">
                  <c:v>6.90189850583</c:v>
                </c:pt>
                <c:pt idx="238">
                  <c:v>6.90189996294</c:v>
                </c:pt>
                <c:pt idx="239">
                  <c:v>6.90192531871</c:v>
                </c:pt>
                <c:pt idx="240">
                  <c:v>6.90192672376</c:v>
                </c:pt>
                <c:pt idx="241">
                  <c:v>6.9019542201</c:v>
                </c:pt>
                <c:pt idx="242">
                  <c:v>6.90195591143</c:v>
                </c:pt>
                <c:pt idx="243">
                  <c:v>6.90198816089</c:v>
                </c:pt>
                <c:pt idx="244">
                  <c:v>6.90198997204</c:v>
                </c:pt>
                <c:pt idx="245">
                  <c:v>6.90202094679</c:v>
                </c:pt>
                <c:pt idx="246">
                  <c:v>6.90202256585</c:v>
                </c:pt>
                <c:pt idx="247">
                  <c:v>6.90205084102</c:v>
                </c:pt>
                <c:pt idx="248">
                  <c:v>6.90205240932</c:v>
                </c:pt>
                <c:pt idx="249">
                  <c:v>6.90208234082</c:v>
                </c:pt>
                <c:pt idx="250">
                  <c:v>6.90208413178</c:v>
                </c:pt>
                <c:pt idx="251">
                  <c:v>6.90211853021</c:v>
                </c:pt>
                <c:pt idx="252">
                  <c:v>6.90212053825</c:v>
                </c:pt>
                <c:pt idx="253">
                  <c:v>6.90215642145</c:v>
                </c:pt>
                <c:pt idx="254">
                  <c:v>6.9021583105</c:v>
                </c:pt>
                <c:pt idx="255">
                  <c:v>6.90219057694</c:v>
                </c:pt>
                <c:pt idx="256">
                  <c:v>6.90219232527</c:v>
                </c:pt>
                <c:pt idx="257">
                  <c:v>6.90222572117</c:v>
                </c:pt>
                <c:pt idx="258">
                  <c:v>6.90222769346</c:v>
                </c:pt>
                <c:pt idx="259">
                  <c:v>6.90226590553</c:v>
                </c:pt>
                <c:pt idx="260">
                  <c:v>6.90226814083</c:v>
                </c:pt>
                <c:pt idx="261">
                  <c:v>6.90230858635</c:v>
                </c:pt>
                <c:pt idx="262">
                  <c:v>6.90231080821</c:v>
                </c:pt>
                <c:pt idx="263">
                  <c:v>6.90234914158</c:v>
                </c:pt>
                <c:pt idx="264">
                  <c:v>6.90235117336</c:v>
                </c:pt>
                <c:pt idx="265">
                  <c:v>6.90238831651</c:v>
                </c:pt>
                <c:pt idx="266">
                  <c:v>6.90239050663</c:v>
                </c:pt>
                <c:pt idx="267">
                  <c:v>6.9024330359</c:v>
                </c:pt>
                <c:pt idx="268">
                  <c:v>6.90243554858</c:v>
                </c:pt>
                <c:pt idx="269">
                  <c:v>6.90248136893</c:v>
                </c:pt>
                <c:pt idx="270">
                  <c:v>6.90248387978</c:v>
                </c:pt>
                <c:pt idx="271">
                  <c:v>6.90252770916</c:v>
                </c:pt>
                <c:pt idx="272">
                  <c:v>6.9025300946</c:v>
                </c:pt>
                <c:pt idx="273">
                  <c:v>6.90257307088</c:v>
                </c:pt>
                <c:pt idx="274">
                  <c:v>6.90257548762</c:v>
                </c:pt>
                <c:pt idx="275">
                  <c:v>6.90262195813</c:v>
                </c:pt>
                <c:pt idx="276">
                  <c:v>6.90262470232</c:v>
                </c:pt>
                <c:pt idx="277">
                  <c:v>6.90267597017</c:v>
                </c:pt>
                <c:pt idx="278">
                  <c:v>6.90267883352</c:v>
                </c:pt>
                <c:pt idx="279">
                  <c:v>6.90272902521</c:v>
                </c:pt>
                <c:pt idx="280">
                  <c:v>6.90273172301</c:v>
                </c:pt>
                <c:pt idx="281">
                  <c:v>6.90277969166</c:v>
                </c:pt>
                <c:pt idx="282">
                  <c:v>6.90278241328</c:v>
                </c:pt>
                <c:pt idx="283">
                  <c:v>6.90283358188</c:v>
                </c:pt>
                <c:pt idx="284">
                  <c:v>6.90283657172</c:v>
                </c:pt>
                <c:pt idx="285">
                  <c:v>6.90289267031</c:v>
                </c:pt>
                <c:pt idx="286">
                  <c:v>6.90289586637</c:v>
                </c:pt>
                <c:pt idx="287">
                  <c:v>6.90295222822</c:v>
                </c:pt>
                <c:pt idx="288">
                  <c:v>6.90295526775</c:v>
                </c:pt>
                <c:pt idx="289">
                  <c:v>6.90300881282</c:v>
                </c:pt>
                <c:pt idx="290">
                  <c:v>6.90301178938</c:v>
                </c:pt>
                <c:pt idx="291">
                  <c:v>6.90306712305</c:v>
                </c:pt>
                <c:pt idx="292">
                  <c:v>6.90307032996</c:v>
                </c:pt>
                <c:pt idx="293">
                  <c:v>6.90313058183</c:v>
                </c:pt>
                <c:pt idx="294">
                  <c:v>6.90313402465</c:v>
                </c:pt>
                <c:pt idx="295">
                  <c:v>6.90319559521</c:v>
                </c:pt>
                <c:pt idx="296">
                  <c:v>6.90319894511</c:v>
                </c:pt>
                <c:pt idx="297">
                  <c:v>6.90325764345</c:v>
                </c:pt>
                <c:pt idx="298">
                  <c:v>6.90326084105</c:v>
                </c:pt>
                <c:pt idx="299">
                  <c:v>6.90331973511</c:v>
                </c:pt>
                <c:pt idx="300">
                  <c:v>6.90332312518</c:v>
                </c:pt>
                <c:pt idx="301">
                  <c:v>6.90338660622</c:v>
                </c:pt>
                <c:pt idx="302">
                  <c:v>6.90339023422</c:v>
                </c:pt>
                <c:pt idx="303">
                  <c:v>6.90345598582</c:v>
                </c:pt>
                <c:pt idx="304">
                  <c:v>6.90345960091</c:v>
                </c:pt>
                <c:pt idx="305">
                  <c:v>6.9035225684</c:v>
                </c:pt>
                <c:pt idx="306">
                  <c:v>6.90352594685</c:v>
                </c:pt>
                <c:pt idx="307">
                  <c:v>6.90358733464</c:v>
                </c:pt>
                <c:pt idx="308">
                  <c:v>6.90359082504</c:v>
                </c:pt>
                <c:pt idx="309">
                  <c:v>6.90365656426</c:v>
                </c:pt>
                <c:pt idx="310">
                  <c:v>6.90366034839</c:v>
                </c:pt>
                <c:pt idx="311">
                  <c:v>6.90372866834</c:v>
                </c:pt>
                <c:pt idx="312">
                  <c:v>6.90373240396</c:v>
                </c:pt>
                <c:pt idx="313">
                  <c:v>6.9037983853</c:v>
                </c:pt>
                <c:pt idx="314">
                  <c:v>6.90380195941</c:v>
                </c:pt>
                <c:pt idx="315">
                  <c:v>6.90386552919</c:v>
                </c:pt>
                <c:pt idx="316">
                  <c:v>6.90386906945</c:v>
                </c:pt>
                <c:pt idx="317">
                  <c:v>6.90393484263</c:v>
                </c:pt>
                <c:pt idx="318">
                  <c:v>6.90393864772</c:v>
                </c:pt>
                <c:pt idx="319">
                  <c:v>6.90400829034</c:v>
                </c:pt>
                <c:pt idx="320">
                  <c:v>6.90401216852</c:v>
                </c:pt>
                <c:pt idx="321">
                  <c:v>6.90407952449</c:v>
                </c:pt>
                <c:pt idx="322">
                  <c:v>6.90408314033</c:v>
                </c:pt>
                <c:pt idx="323">
                  <c:v>6.9041468183</c:v>
                </c:pt>
                <c:pt idx="324">
                  <c:v>6.90415033634</c:v>
                </c:pt>
                <c:pt idx="325">
                  <c:v>6.90421544475</c:v>
                </c:pt>
                <c:pt idx="326">
                  <c:v>6.90421915553</c:v>
                </c:pt>
                <c:pt idx="327">
                  <c:v>6.90428730883</c:v>
                </c:pt>
                <c:pt idx="328">
                  <c:v>6.90429112008</c:v>
                </c:pt>
                <c:pt idx="329">
                  <c:v>6.90435841705</c:v>
                </c:pt>
                <c:pt idx="330">
                  <c:v>6.90436201005</c:v>
                </c:pt>
                <c:pt idx="331">
                  <c:v>6.90442468993</c:v>
                </c:pt>
                <c:pt idx="332">
                  <c:v>6.90442811169</c:v>
                </c:pt>
                <c:pt idx="333">
                  <c:v>6.90449047871</c:v>
                </c:pt>
                <c:pt idx="334">
                  <c:v>6.90449403758</c:v>
                </c:pt>
                <c:pt idx="335">
                  <c:v>6.90455988977</c:v>
                </c:pt>
                <c:pt idx="336">
                  <c:v>6.90456359042</c:v>
                </c:pt>
                <c:pt idx="337">
                  <c:v>6.90462878703</c:v>
                </c:pt>
                <c:pt idx="338">
                  <c:v>6.90463229956</c:v>
                </c:pt>
                <c:pt idx="339">
                  <c:v>6.90469353246</c:v>
                </c:pt>
                <c:pt idx="340">
                  <c:v>6.9046968203</c:v>
                </c:pt>
                <c:pt idx="341">
                  <c:v>6.90475581884</c:v>
                </c:pt>
                <c:pt idx="342">
                  <c:v>6.90475913007</c:v>
                </c:pt>
                <c:pt idx="343">
                  <c:v>6.90482084379</c:v>
                </c:pt>
                <c:pt idx="344">
                  <c:v>6.90482435989</c:v>
                </c:pt>
                <c:pt idx="345">
                  <c:v>6.90488694379</c:v>
                </c:pt>
                <c:pt idx="346">
                  <c:v>6.9048903213</c:v>
                </c:pt>
                <c:pt idx="347">
                  <c:v>6.90494809987</c:v>
                </c:pt>
                <c:pt idx="348">
                  <c:v>6.90495117165</c:v>
                </c:pt>
                <c:pt idx="349">
                  <c:v>6.90500591872</c:v>
                </c:pt>
                <c:pt idx="350">
                  <c:v>6.90500899419</c:v>
                </c:pt>
                <c:pt idx="351">
                  <c:v>6.90506564693</c:v>
                </c:pt>
                <c:pt idx="352">
                  <c:v>6.90506884445</c:v>
                </c:pt>
                <c:pt idx="353">
                  <c:v>6.905126599</c:v>
                </c:pt>
                <c:pt idx="354">
                  <c:v>6.9051297892</c:v>
                </c:pt>
                <c:pt idx="355">
                  <c:v>6.90518430011</c:v>
                </c:pt>
                <c:pt idx="356">
                  <c:v>6.9051871559</c:v>
                </c:pt>
                <c:pt idx="357">
                  <c:v>6.90523691267</c:v>
                </c:pt>
                <c:pt idx="358">
                  <c:v>6.90523964748</c:v>
                </c:pt>
                <c:pt idx="359">
                  <c:v>6.90529054663</c:v>
                </c:pt>
                <c:pt idx="360">
                  <c:v>6.90529345518</c:v>
                </c:pt>
                <c:pt idx="361">
                  <c:v>6.90534653387</c:v>
                </c:pt>
                <c:pt idx="362">
                  <c:v>6.90534941122</c:v>
                </c:pt>
                <c:pt idx="363">
                  <c:v>6.90539894352</c:v>
                </c:pt>
                <c:pt idx="364">
                  <c:v>6.90540156524</c:v>
                </c:pt>
                <c:pt idx="365">
                  <c:v>6.90544679165</c:v>
                </c:pt>
                <c:pt idx="366">
                  <c:v>6.90544924752</c:v>
                </c:pt>
                <c:pt idx="367">
                  <c:v>6.90549362725</c:v>
                </c:pt>
                <c:pt idx="368">
                  <c:v>6.90549614713</c:v>
                </c:pt>
                <c:pt idx="369">
                  <c:v>6.90554336566</c:v>
                </c:pt>
                <c:pt idx="370">
                  <c:v>6.90554602441</c:v>
                </c:pt>
                <c:pt idx="371">
                  <c:v>6.90559163686</c:v>
                </c:pt>
                <c:pt idx="372">
                  <c:v>6.90559399065</c:v>
                </c:pt>
                <c:pt idx="373">
                  <c:v>6.90563382994</c:v>
                </c:pt>
                <c:pt idx="374">
                  <c:v>6.90563596761</c:v>
                </c:pt>
                <c:pt idx="375">
                  <c:v>6.90567494325</c:v>
                </c:pt>
                <c:pt idx="376">
                  <c:v>6.90567717799</c:v>
                </c:pt>
                <c:pt idx="377">
                  <c:v>6.90571830156</c:v>
                </c:pt>
                <c:pt idx="378">
                  <c:v>6.90572059021</c:v>
                </c:pt>
                <c:pt idx="379">
                  <c:v>6.90576111502</c:v>
                </c:pt>
                <c:pt idx="380">
                  <c:v>6.90576326591</c:v>
                </c:pt>
                <c:pt idx="381">
                  <c:v>6.90579911951</c:v>
                </c:pt>
                <c:pt idx="382">
                  <c:v>6.90580097375</c:v>
                </c:pt>
                <c:pt idx="383">
                  <c:v>6.90583377476</c:v>
                </c:pt>
                <c:pt idx="384">
                  <c:v>6.90583563826</c:v>
                </c:pt>
                <c:pt idx="385">
                  <c:v>6.90587135006</c:v>
                </c:pt>
                <c:pt idx="386">
                  <c:v>6.90587340738</c:v>
                </c:pt>
                <c:pt idx="387">
                  <c:v>6.90590952826</c:v>
                </c:pt>
                <c:pt idx="388">
                  <c:v>6.90591142777</c:v>
                </c:pt>
                <c:pt idx="389">
                  <c:v>6.90594329967</c:v>
                </c:pt>
                <c:pt idx="390">
                  <c:v>6.90594493477</c:v>
                </c:pt>
                <c:pt idx="391">
                  <c:v>6.90597348682</c:v>
                </c:pt>
                <c:pt idx="392">
                  <c:v>6.90597509746</c:v>
                </c:pt>
                <c:pt idx="393">
                  <c:v>6.90600542197</c:v>
                </c:pt>
                <c:pt idx="394">
                  <c:v>6.90600719155</c:v>
                </c:pt>
                <c:pt idx="395">
                  <c:v>6.90603957649</c:v>
                </c:pt>
                <c:pt idx="396">
                  <c:v>6.9060413359</c:v>
                </c:pt>
                <c:pt idx="397">
                  <c:v>6.90607061339</c:v>
                </c:pt>
                <c:pt idx="398">
                  <c:v>6.906072093</c:v>
                </c:pt>
                <c:pt idx="399">
                  <c:v>6.9060973733</c:v>
                </c:pt>
                <c:pt idx="400">
                  <c:v>6.90609876368</c:v>
                </c:pt>
                <c:pt idx="401">
                  <c:v>6.90612515311</c:v>
                </c:pt>
                <c:pt idx="402">
                  <c:v>6.90612670963</c:v>
                </c:pt>
                <c:pt idx="403">
                  <c:v>6.90615625001</c:v>
                </c:pt>
                <c:pt idx="404">
                  <c:v>6.90615787448</c:v>
                </c:pt>
                <c:pt idx="405">
                  <c:v>6.90618520873</c:v>
                </c:pt>
                <c:pt idx="406">
                  <c:v>6.90618662748</c:v>
                </c:pt>
                <c:pt idx="407">
                  <c:v>6.90621168669</c:v>
                </c:pt>
                <c:pt idx="408">
                  <c:v>6.9062130372</c:v>
                </c:pt>
                <c:pt idx="409">
                  <c:v>6.90623012325</c:v>
                </c:pt>
                <c:pt idx="410">
                  <c:v>6.90623118941</c:v>
                </c:pt>
                <c:pt idx="411">
                  <c:v>6.90623224925</c:v>
                </c:pt>
                <c:pt idx="412">
                  <c:v>6.90622964808</c:v>
                </c:pt>
                <c:pt idx="413">
                  <c:v>6.90622417439</c:v>
                </c:pt>
                <c:pt idx="414">
                  <c:v>6.90622973848</c:v>
                </c:pt>
                <c:pt idx="415">
                  <c:v>6.91546339455</c:v>
                </c:pt>
                <c:pt idx="416">
                  <c:v>6.91694471647</c:v>
                </c:pt>
                <c:pt idx="417">
                  <c:v>6.97597227398</c:v>
                </c:pt>
                <c:pt idx="418">
                  <c:v>6.98126932689</c:v>
                </c:pt>
                <c:pt idx="419">
                  <c:v>7.10764805307</c:v>
                </c:pt>
                <c:pt idx="420">
                  <c:v>7.11620060894</c:v>
                </c:pt>
                <c:pt idx="421">
                  <c:v>7.29876252367</c:v>
                </c:pt>
                <c:pt idx="422">
                  <c:v>7.31055598693</c:v>
                </c:pt>
                <c:pt idx="423">
                  <c:v>7.54523125108</c:v>
                </c:pt>
                <c:pt idx="424">
                  <c:v>7.5588420822</c:v>
                </c:pt>
                <c:pt idx="425">
                  <c:v>7.79242192062</c:v>
                </c:pt>
                <c:pt idx="426">
                  <c:v>7.80435783538</c:v>
                </c:pt>
                <c:pt idx="427">
                  <c:v>7.99895677176</c:v>
                </c:pt>
                <c:pt idx="428">
                  <c:v>8.00877276644</c:v>
                </c:pt>
                <c:pt idx="429">
                  <c:v>8.16260032029</c:v>
                </c:pt>
                <c:pt idx="430">
                  <c:v>8.1696719679</c:v>
                </c:pt>
                <c:pt idx="431">
                  <c:v>8.27073103503</c:v>
                </c:pt>
                <c:pt idx="432">
                  <c:v>8.275113966</c:v>
                </c:pt>
                <c:pt idx="433">
                  <c:v>8.33742634512</c:v>
                </c:pt>
                <c:pt idx="434">
                  <c:v>8.33996047989</c:v>
                </c:pt>
                <c:pt idx="435">
                  <c:v>8.36792283531</c:v>
                </c:pt>
                <c:pt idx="436">
                  <c:v>8.36859521571</c:v>
                </c:pt>
                <c:pt idx="437">
                  <c:v>8.37189523785</c:v>
                </c:pt>
                <c:pt idx="438">
                  <c:v>8.37129718823</c:v>
                </c:pt>
                <c:pt idx="439">
                  <c:v>8.37105844236</c:v>
                </c:pt>
                <c:pt idx="440">
                  <c:v>8.37077957127</c:v>
                </c:pt>
                <c:pt idx="441">
                  <c:v>8.35766546369</c:v>
                </c:pt>
                <c:pt idx="442">
                  <c:v>8.35643635404</c:v>
                </c:pt>
                <c:pt idx="443">
                  <c:v>8.32690177667</c:v>
                </c:pt>
                <c:pt idx="444">
                  <c:v>8.32496492688</c:v>
                </c:pt>
                <c:pt idx="445">
                  <c:v>8.28633311956</c:v>
                </c:pt>
                <c:pt idx="446">
                  <c:v>8.28392897332</c:v>
                </c:pt>
                <c:pt idx="447">
                  <c:v>8.23461211925</c:v>
                </c:pt>
                <c:pt idx="448">
                  <c:v>8.23156823798</c:v>
                </c:pt>
                <c:pt idx="449">
                  <c:v>8.17344171295</c:v>
                </c:pt>
                <c:pt idx="450">
                  <c:v>8.170049926</c:v>
                </c:pt>
                <c:pt idx="451">
                  <c:v>8.10499767262</c:v>
                </c:pt>
                <c:pt idx="452">
                  <c:v>8.10113515243</c:v>
                </c:pt>
                <c:pt idx="453">
                  <c:v>8.02802500785</c:v>
                </c:pt>
                <c:pt idx="454">
                  <c:v>8.02381576492</c:v>
                </c:pt>
                <c:pt idx="455">
                  <c:v>7.94581281663</c:v>
                </c:pt>
                <c:pt idx="456">
                  <c:v>7.9413288648</c:v>
                </c:pt>
                <c:pt idx="457">
                  <c:v>7.85754713473</c:v>
                </c:pt>
                <c:pt idx="458">
                  <c:v>7.85274928582</c:v>
                </c:pt>
                <c:pt idx="459">
                  <c:v>7.76493073149</c:v>
                </c:pt>
                <c:pt idx="460">
                  <c:v>7.75997776332</c:v>
                </c:pt>
                <c:pt idx="461">
                  <c:v>7.66897329588</c:v>
                </c:pt>
                <c:pt idx="462">
                  <c:v>7.66380762068</c:v>
                </c:pt>
                <c:pt idx="463">
                  <c:v>7.5694646274</c:v>
                </c:pt>
                <c:pt idx="464">
                  <c:v>7.56417248063</c:v>
                </c:pt>
                <c:pt idx="465">
                  <c:v>7.4680674681</c:v>
                </c:pt>
                <c:pt idx="466">
                  <c:v>7.46266729938</c:v>
                </c:pt>
                <c:pt idx="467">
                  <c:v>7.3648029006</c:v>
                </c:pt>
                <c:pt idx="468">
                  <c:v>7.35938037293</c:v>
                </c:pt>
                <c:pt idx="469">
                  <c:v>7.26391879216</c:v>
                </c:pt>
                <c:pt idx="470">
                  <c:v>7.25877084105</c:v>
                </c:pt>
                <c:pt idx="471">
                  <c:v>7.16967598377</c:v>
                </c:pt>
                <c:pt idx="472">
                  <c:v>7.16495750972</c:v>
                </c:pt>
                <c:pt idx="473">
                  <c:v>7.08585811951</c:v>
                </c:pt>
                <c:pt idx="474">
                  <c:v>7.0818364827</c:v>
                </c:pt>
                <c:pt idx="475">
                  <c:v>7.01677078302</c:v>
                </c:pt>
                <c:pt idx="476">
                  <c:v>7.01354747244</c:v>
                </c:pt>
                <c:pt idx="477">
                  <c:v>6.96186084241</c:v>
                </c:pt>
                <c:pt idx="478">
                  <c:v>6.95932930764</c:v>
                </c:pt>
                <c:pt idx="479">
                  <c:v>6.91950666963</c:v>
                </c:pt>
                <c:pt idx="480">
                  <c:v>6.91758920036</c:v>
                </c:pt>
                <c:pt idx="481">
                  <c:v>6.887186583</c:v>
                </c:pt>
                <c:pt idx="482">
                  <c:v>6.88569329153</c:v>
                </c:pt>
                <c:pt idx="483">
                  <c:v>6.86175110524</c:v>
                </c:pt>
                <c:pt idx="484">
                  <c:v>6.8605740089</c:v>
                </c:pt>
                <c:pt idx="485">
                  <c:v>6.85166092494</c:v>
                </c:pt>
                <c:pt idx="486">
                  <c:v>6.84157840016</c:v>
                </c:pt>
                <c:pt idx="487">
                  <c:v>6.84062251977</c:v>
                </c:pt>
                <c:pt idx="488">
                  <c:v>6.82470415955</c:v>
                </c:pt>
                <c:pt idx="489">
                  <c:v>6.82388790993</c:v>
                </c:pt>
                <c:pt idx="490">
                  <c:v>6.81040797875</c:v>
                </c:pt>
                <c:pt idx="491">
                  <c:v>6.80972106843</c:v>
                </c:pt>
                <c:pt idx="492">
                  <c:v>6.79818650885</c:v>
                </c:pt>
                <c:pt idx="493">
                  <c:v>6.79758695409</c:v>
                </c:pt>
                <c:pt idx="494">
                  <c:v>6.78759336257</c:v>
                </c:pt>
                <c:pt idx="495">
                  <c:v>6.78708560983</c:v>
                </c:pt>
                <c:pt idx="496">
                  <c:v>6.77872753839</c:v>
                </c:pt>
                <c:pt idx="497">
                  <c:v>6.7783009068</c:v>
                </c:pt>
                <c:pt idx="498">
                  <c:v>6.77122342281</c:v>
                </c:pt>
                <c:pt idx="499">
                  <c:v>6.77086567789</c:v>
                </c:pt>
                <c:pt idx="500">
                  <c:v>6.76510858855</c:v>
                </c:pt>
                <c:pt idx="501">
                  <c:v>6.76482426347</c:v>
                </c:pt>
                <c:pt idx="502">
                  <c:v>6.76020992379</c:v>
                </c:pt>
                <c:pt idx="503">
                  <c:v>6.75997965649</c:v>
                </c:pt>
                <c:pt idx="504">
                  <c:v>6.75633078156</c:v>
                </c:pt>
                <c:pt idx="505">
                  <c:v>6.75615604941</c:v>
                </c:pt>
                <c:pt idx="506">
                  <c:v>6.75344410608</c:v>
                </c:pt>
                <c:pt idx="507">
                  <c:v>6.75331420932</c:v>
                </c:pt>
                <c:pt idx="508">
                  <c:v>6.75131089083</c:v>
                </c:pt>
                <c:pt idx="509">
                  <c:v>6.75121925068</c:v>
                </c:pt>
                <c:pt idx="510">
                  <c:v>6.74993010564</c:v>
                </c:pt>
                <c:pt idx="511">
                  <c:v>6.74987677999</c:v>
                </c:pt>
                <c:pt idx="512">
                  <c:v>6.74918073503</c:v>
                </c:pt>
                <c:pt idx="513">
                  <c:v>6.74915606043</c:v>
                </c:pt>
                <c:pt idx="514">
                  <c:v>6.74897622462</c:v>
                </c:pt>
                <c:pt idx="515">
                  <c:v>6.7489837979</c:v>
                </c:pt>
                <c:pt idx="516">
                  <c:v>6.74898952137</c:v>
                </c:pt>
                <c:pt idx="517">
                  <c:v>6.74932765856</c:v>
                </c:pt>
                <c:pt idx="518">
                  <c:v>6.74935823517</c:v>
                </c:pt>
                <c:pt idx="519">
                  <c:v>6.75011357983</c:v>
                </c:pt>
                <c:pt idx="520">
                  <c:v>6.75016750806</c:v>
                </c:pt>
                <c:pt idx="521">
                  <c:v>6.75135475588</c:v>
                </c:pt>
                <c:pt idx="522">
                  <c:v>6.75143162369</c:v>
                </c:pt>
                <c:pt idx="523">
                  <c:v>6.75297928523</c:v>
                </c:pt>
                <c:pt idx="524">
                  <c:v>6.75307425117</c:v>
                </c:pt>
                <c:pt idx="525">
                  <c:v>6.75495281184</c:v>
                </c:pt>
                <c:pt idx="526">
                  <c:v>6.75506654608</c:v>
                </c:pt>
                <c:pt idx="527">
                  <c:v>6.75725927818</c:v>
                </c:pt>
                <c:pt idx="528">
                  <c:v>6.75738849868</c:v>
                </c:pt>
                <c:pt idx="529">
                  <c:v>6.75984622452</c:v>
                </c:pt>
                <c:pt idx="530">
                  <c:v>6.75999017703</c:v>
                </c:pt>
                <c:pt idx="531">
                  <c:v>6.7627050895</c:v>
                </c:pt>
                <c:pt idx="532">
                  <c:v>6.76286216972</c:v>
                </c:pt>
                <c:pt idx="533">
                  <c:v>6.76578192665</c:v>
                </c:pt>
                <c:pt idx="534">
                  <c:v>6.76594924551</c:v>
                </c:pt>
                <c:pt idx="535">
                  <c:v>6.76905639623</c:v>
                </c:pt>
                <c:pt idx="536">
                  <c:v>6.76923406663</c:v>
                </c:pt>
                <c:pt idx="537">
                  <c:v>6.77250942351</c:v>
                </c:pt>
                <c:pt idx="538">
                  <c:v>6.77269525338</c:v>
                </c:pt>
                <c:pt idx="539">
                  <c:v>6.776103294</c:v>
                </c:pt>
                <c:pt idx="540">
                  <c:v>6.77629610925</c:v>
                </c:pt>
                <c:pt idx="541">
                  <c:v>6.77668266601</c:v>
                </c:pt>
                <c:pt idx="542">
                  <c:v>6.7798179661</c:v>
                </c:pt>
                <c:pt idx="543">
                  <c:v>6.78001604469</c:v>
                </c:pt>
                <c:pt idx="544">
                  <c:v>6.78361694629</c:v>
                </c:pt>
                <c:pt idx="545">
                  <c:v>6.7838188605</c:v>
                </c:pt>
                <c:pt idx="546">
                  <c:v>6.78748720336</c:v>
                </c:pt>
                <c:pt idx="547">
                  <c:v>6.78769272242</c:v>
                </c:pt>
                <c:pt idx="548">
                  <c:v>6.79141259791</c:v>
                </c:pt>
                <c:pt idx="549">
                  <c:v>6.79162025819</c:v>
                </c:pt>
                <c:pt idx="550">
                  <c:v>6.79537195444</c:v>
                </c:pt>
                <c:pt idx="551">
                  <c:v>6.79558108631</c:v>
                </c:pt>
                <c:pt idx="552">
                  <c:v>6.79935618505</c:v>
                </c:pt>
                <c:pt idx="553">
                  <c:v>6.7995663071</c:v>
                </c:pt>
                <c:pt idx="554">
                  <c:v>6.8033536293</c:v>
                </c:pt>
                <c:pt idx="555">
                  <c:v>6.80356428768</c:v>
                </c:pt>
                <c:pt idx="556">
                  <c:v>6.80735275491</c:v>
                </c:pt>
                <c:pt idx="557">
                  <c:v>6.80756274578</c:v>
                </c:pt>
                <c:pt idx="558">
                  <c:v>6.81132129839</c:v>
                </c:pt>
                <c:pt idx="559">
                  <c:v>6.81152853894</c:v>
                </c:pt>
                <c:pt idx="560">
                  <c:v>6.81522559507</c:v>
                </c:pt>
                <c:pt idx="561">
                  <c:v>6.81542887697</c:v>
                </c:pt>
                <c:pt idx="562">
                  <c:v>6.81904240825</c:v>
                </c:pt>
                <c:pt idx="563">
                  <c:v>6.8192404785</c:v>
                </c:pt>
                <c:pt idx="564">
                  <c:v>6.82274814959</c:v>
                </c:pt>
                <c:pt idx="565">
                  <c:v>6.82293965917</c:v>
                </c:pt>
                <c:pt idx="566">
                  <c:v>6.82631840088</c:v>
                </c:pt>
                <c:pt idx="567">
                  <c:v>6.82650195376</c:v>
                </c:pt>
                <c:pt idx="568">
                  <c:v>6.82972586108</c:v>
                </c:pt>
                <c:pt idx="569">
                  <c:v>6.82990035246</c:v>
                </c:pt>
                <c:pt idx="570">
                  <c:v>6.83295450637</c:v>
                </c:pt>
                <c:pt idx="571">
                  <c:v>6.83311935955</c:v>
                </c:pt>
                <c:pt idx="572">
                  <c:v>6.83599498522</c:v>
                </c:pt>
                <c:pt idx="573">
                  <c:v>6.83614952015</c:v>
                </c:pt>
                <c:pt idx="574">
                  <c:v>6.83883351483</c:v>
                </c:pt>
                <c:pt idx="575">
                  <c:v>6.83897695215</c:v>
                </c:pt>
                <c:pt idx="576">
                  <c:v>6.84145320278</c:v>
                </c:pt>
                <c:pt idx="577">
                  <c:v>6.84158478572</c:v>
                </c:pt>
                <c:pt idx="578">
                  <c:v>6.84384327106</c:v>
                </c:pt>
                <c:pt idx="579">
                  <c:v>6.84396274168</c:v>
                </c:pt>
                <c:pt idx="580">
                  <c:v>6.84567732028</c:v>
                </c:pt>
                <c:pt idx="581">
                  <c:v>6.84600291119</c:v>
                </c:pt>
                <c:pt idx="582">
                  <c:v>6.84611008506</c:v>
                </c:pt>
                <c:pt idx="583">
                  <c:v>6.84792705455</c:v>
                </c:pt>
                <c:pt idx="584">
                  <c:v>6.84802158726</c:v>
                </c:pt>
                <c:pt idx="585">
                  <c:v>6.84960658315</c:v>
                </c:pt>
                <c:pt idx="586">
                  <c:v>6.84968811225</c:v>
                </c:pt>
                <c:pt idx="587">
                  <c:v>6.85103590787</c:v>
                </c:pt>
                <c:pt idx="588">
                  <c:v>6.85110423824</c:v>
                </c:pt>
                <c:pt idx="589">
                  <c:v>6.85221841745</c:v>
                </c:pt>
                <c:pt idx="590">
                  <c:v>6.85227388454</c:v>
                </c:pt>
                <c:pt idx="591">
                  <c:v>6.853159118</c:v>
                </c:pt>
                <c:pt idx="592">
                  <c:v>6.85320190614</c:v>
                </c:pt>
                <c:pt idx="593">
                  <c:v>6.85385524375</c:v>
                </c:pt>
                <c:pt idx="594">
                  <c:v>6.85388509619</c:v>
                </c:pt>
                <c:pt idx="595">
                  <c:v>6.85430626953</c:v>
                </c:pt>
                <c:pt idx="596">
                  <c:v>6.85432334793</c:v>
                </c:pt>
                <c:pt idx="597">
                  <c:v>6.85452033286</c:v>
                </c:pt>
                <c:pt idx="598">
                  <c:v>6.85452517201</c:v>
                </c:pt>
                <c:pt idx="599">
                  <c:v>6.85454223606</c:v>
                </c:pt>
                <c:pt idx="600">
                  <c:v>6.85450833564</c:v>
                </c:pt>
                <c:pt idx="601">
                  <c:v>6.85450158852</c:v>
                </c:pt>
                <c:pt idx="602">
                  <c:v>6.85427577577</c:v>
                </c:pt>
                <c:pt idx="603">
                  <c:v>6.85425751813</c:v>
                </c:pt>
                <c:pt idx="604">
                  <c:v>6.85382603447</c:v>
                </c:pt>
                <c:pt idx="605">
                  <c:v>6.85379647016</c:v>
                </c:pt>
                <c:pt idx="606">
                  <c:v>6.85316963502</c:v>
                </c:pt>
                <c:pt idx="607">
                  <c:v>6.85312964769</c:v>
                </c:pt>
                <c:pt idx="608">
                  <c:v>6.85232387042</c:v>
                </c:pt>
                <c:pt idx="609">
                  <c:v>6.85227438397</c:v>
                </c:pt>
                <c:pt idx="610">
                  <c:v>6.85130001916</c:v>
                </c:pt>
                <c:pt idx="611">
                  <c:v>6.8512413569</c:v>
                </c:pt>
                <c:pt idx="612">
                  <c:v>6.85010478135</c:v>
                </c:pt>
                <c:pt idx="613">
                  <c:v>6.85003729495</c:v>
                </c:pt>
                <c:pt idx="614">
                  <c:v>6.848751096</c:v>
                </c:pt>
                <c:pt idx="615">
                  <c:v>6.84867577601</c:v>
                </c:pt>
                <c:pt idx="616">
                  <c:v>6.84725829282</c:v>
                </c:pt>
                <c:pt idx="617">
                  <c:v>6.8471763017</c:v>
                </c:pt>
                <c:pt idx="618">
                  <c:v>6.84564360716</c:v>
                </c:pt>
                <c:pt idx="619">
                  <c:v>6.84555547994</c:v>
                </c:pt>
                <c:pt idx="620">
                  <c:v>6.84391708558</c:v>
                </c:pt>
                <c:pt idx="621">
                  <c:v>6.84382326694</c:v>
                </c:pt>
                <c:pt idx="622">
                  <c:v>6.84209131151</c:v>
                </c:pt>
                <c:pt idx="623">
                  <c:v>6.84199283169</c:v>
                </c:pt>
                <c:pt idx="624">
                  <c:v>6.84018746185</c:v>
                </c:pt>
                <c:pt idx="625">
                  <c:v>6.84008556471</c:v>
                </c:pt>
                <c:pt idx="626">
                  <c:v>6.83822561827</c:v>
                </c:pt>
                <c:pt idx="627">
                  <c:v>6.83812103907</c:v>
                </c:pt>
                <c:pt idx="628">
                  <c:v>6.83621878739</c:v>
                </c:pt>
                <c:pt idx="629">
                  <c:v>6.83611204364</c:v>
                </c:pt>
                <c:pt idx="630">
                  <c:v>6.83417871957</c:v>
                </c:pt>
                <c:pt idx="631">
                  <c:v>6.83407077775</c:v>
                </c:pt>
                <c:pt idx="632">
                  <c:v>6.83212571603</c:v>
                </c:pt>
                <c:pt idx="633">
                  <c:v>6.83201782715</c:v>
                </c:pt>
                <c:pt idx="634">
                  <c:v>6.83008183256</c:v>
                </c:pt>
                <c:pt idx="635">
                  <c:v>6.82997477315</c:v>
                </c:pt>
                <c:pt idx="636">
                  <c:v>6.82806083263</c:v>
                </c:pt>
                <c:pt idx="637">
                  <c:v>6.82795524951</c:v>
                </c:pt>
                <c:pt idx="638">
                  <c:v>6.82607442511</c:v>
                </c:pt>
                <c:pt idx="639">
                  <c:v>6.82597113291</c:v>
                </c:pt>
                <c:pt idx="640">
                  <c:v>6.82413923334</c:v>
                </c:pt>
                <c:pt idx="641">
                  <c:v>6.82403926029</c:v>
                </c:pt>
                <c:pt idx="642">
                  <c:v>6.82227685698</c:v>
                </c:pt>
                <c:pt idx="643">
                  <c:v>6.8221811722</c:v>
                </c:pt>
                <c:pt idx="644">
                  <c:v>6.82050300107</c:v>
                </c:pt>
                <c:pt idx="645">
                  <c:v>6.8204121945</c:v>
                </c:pt>
                <c:pt idx="646">
                  <c:v>6.81882546093</c:v>
                </c:pt>
                <c:pt idx="647">
                  <c:v>6.81874010006</c:v>
                </c:pt>
                <c:pt idx="648">
                  <c:v>6.81725828067</c:v>
                </c:pt>
                <c:pt idx="649">
                  <c:v>6.81717926579</c:v>
                </c:pt>
                <c:pt idx="650">
                  <c:v>6.81582053649</c:v>
                </c:pt>
                <c:pt idx="651">
                  <c:v>6.81574870308</c:v>
                </c:pt>
                <c:pt idx="652">
                  <c:v>6.81452641514</c:v>
                </c:pt>
                <c:pt idx="653">
                  <c:v>6.81446240589</c:v>
                </c:pt>
                <c:pt idx="654">
                  <c:v>6.81338335495</c:v>
                </c:pt>
                <c:pt idx="655">
                  <c:v>6.81332753788</c:v>
                </c:pt>
                <c:pt idx="656">
                  <c:v>6.81239900835</c:v>
                </c:pt>
                <c:pt idx="657">
                  <c:v>6.81235187727</c:v>
                </c:pt>
                <c:pt idx="658">
                  <c:v>6.81158835552</c:v>
                </c:pt>
                <c:pt idx="659">
                  <c:v>6.81155076173</c:v>
                </c:pt>
                <c:pt idx="660">
                  <c:v>6.81096481573</c:v>
                </c:pt>
                <c:pt idx="661">
                  <c:v>6.8109372725</c:v>
                </c:pt>
                <c:pt idx="662">
                  <c:v>6.81053191885</c:v>
                </c:pt>
                <c:pt idx="663">
                  <c:v>6.81051452326</c:v>
                </c:pt>
                <c:pt idx="664">
                  <c:v>6.81029368218</c:v>
                </c:pt>
                <c:pt idx="665">
                  <c:v>6.810286676</c:v>
                </c:pt>
                <c:pt idx="666">
                  <c:v>6.81024721652</c:v>
                </c:pt>
                <c:pt idx="667">
                  <c:v>6.81025876517</c:v>
                </c:pt>
                <c:pt idx="668">
                  <c:v>6.81026269342</c:v>
                </c:pt>
                <c:pt idx="669">
                  <c:v>6.81043728448</c:v>
                </c:pt>
                <c:pt idx="670">
                  <c:v>6.81045273794</c:v>
                </c:pt>
                <c:pt idx="671">
                  <c:v>6.81083208946</c:v>
                </c:pt>
                <c:pt idx="672">
                  <c:v>6.81085880193</c:v>
                </c:pt>
                <c:pt idx="673">
                  <c:v>6.81143938266</c:v>
                </c:pt>
                <c:pt idx="674">
                  <c:v>6.81147725909</c:v>
                </c:pt>
                <c:pt idx="675">
                  <c:v>6.81226377099</c:v>
                </c:pt>
                <c:pt idx="676">
                  <c:v>6.81231324664</c:v>
                </c:pt>
                <c:pt idx="677">
                  <c:v>6.81251755214</c:v>
                </c:pt>
                <c:pt idx="678">
                  <c:v>6.81331085895</c:v>
                </c:pt>
                <c:pt idx="679">
                  <c:v>6.81337219937</c:v>
                </c:pt>
                <c:pt idx="680">
                  <c:v>6.81458025665</c:v>
                </c:pt>
                <c:pt idx="681">
                  <c:v>6.81465318265</c:v>
                </c:pt>
                <c:pt idx="682">
                  <c:v>6.81606586683</c:v>
                </c:pt>
                <c:pt idx="683">
                  <c:v>6.81614985578</c:v>
                </c:pt>
                <c:pt idx="684">
                  <c:v>6.81776255758</c:v>
                </c:pt>
                <c:pt idx="685">
                  <c:v>6.81785773211</c:v>
                </c:pt>
                <c:pt idx="686">
                  <c:v>6.81967341613</c:v>
                </c:pt>
                <c:pt idx="687">
                  <c:v>6.81977994517</c:v>
                </c:pt>
                <c:pt idx="688">
                  <c:v>6.82179499201</c:v>
                </c:pt>
                <c:pt idx="689">
                  <c:v>6.82191232368</c:v>
                </c:pt>
                <c:pt idx="690">
                  <c:v>6.82411670207</c:v>
                </c:pt>
                <c:pt idx="691">
                  <c:v>6.82424417922</c:v>
                </c:pt>
                <c:pt idx="692">
                  <c:v>6.82662885322</c:v>
                </c:pt>
                <c:pt idx="693">
                  <c:v>6.82676624058</c:v>
                </c:pt>
                <c:pt idx="694">
                  <c:v>6.82932777683</c:v>
                </c:pt>
                <c:pt idx="695">
                  <c:v>6.82947503089</c:v>
                </c:pt>
                <c:pt idx="696">
                  <c:v>6.83220980887</c:v>
                </c:pt>
                <c:pt idx="697">
                  <c:v>6.83236632905</c:v>
                </c:pt>
                <c:pt idx="698">
                  <c:v>6.83526064512</c:v>
                </c:pt>
                <c:pt idx="699">
                  <c:v>6.83542553678</c:v>
                </c:pt>
                <c:pt idx="700">
                  <c:v>6.83846595557</c:v>
                </c:pt>
                <c:pt idx="701">
                  <c:v>6.83863875641</c:v>
                </c:pt>
                <c:pt idx="702">
                  <c:v>6.84181757179</c:v>
                </c:pt>
                <c:pt idx="703">
                  <c:v>6.84199798879</c:v>
                </c:pt>
                <c:pt idx="704">
                  <c:v>6.84530848587</c:v>
                </c:pt>
                <c:pt idx="705">
                  <c:v>6.84549581438</c:v>
                </c:pt>
                <c:pt idx="706">
                  <c:v>6.84892435864</c:v>
                </c:pt>
                <c:pt idx="707">
                  <c:v>6.84911770274</c:v>
                </c:pt>
                <c:pt idx="708">
                  <c:v>6.85264600941</c:v>
                </c:pt>
                <c:pt idx="709">
                  <c:v>6.85284457678</c:v>
                </c:pt>
                <c:pt idx="710">
                  <c:v>6.85646112209</c:v>
                </c:pt>
                <c:pt idx="711">
                  <c:v>6.8566644214</c:v>
                </c:pt>
                <c:pt idx="712">
                  <c:v>6.86036114474</c:v>
                </c:pt>
                <c:pt idx="713">
                  <c:v>6.86056848817</c:v>
                </c:pt>
                <c:pt idx="714">
                  <c:v>6.86433123843</c:v>
                </c:pt>
                <c:pt idx="715">
                  <c:v>6.8645416864</c:v>
                </c:pt>
                <c:pt idx="716">
                  <c:v>6.86835085847</c:v>
                </c:pt>
                <c:pt idx="717">
                  <c:v>6.86856349357</c:v>
                </c:pt>
                <c:pt idx="718">
                  <c:v>6.87240397325</c:v>
                </c:pt>
                <c:pt idx="719">
                  <c:v>6.87261807284</c:v>
                </c:pt>
                <c:pt idx="720">
                  <c:v>6.87648047457</c:v>
                </c:pt>
                <c:pt idx="721">
                  <c:v>6.87669540729</c:v>
                </c:pt>
                <c:pt idx="722">
                  <c:v>6.88056687486</c:v>
                </c:pt>
                <c:pt idx="723">
                  <c:v>6.88078181259</c:v>
                </c:pt>
                <c:pt idx="724">
                  <c:v>6.88464254855</c:v>
                </c:pt>
                <c:pt idx="725">
                  <c:v>6.88485643016</c:v>
                </c:pt>
                <c:pt idx="726">
                  <c:v>6.88868888247</c:v>
                </c:pt>
                <c:pt idx="727">
                  <c:v>6.88890082662</c:v>
                </c:pt>
                <c:pt idx="728">
                  <c:v>6.89269433659</c:v>
                </c:pt>
                <c:pt idx="729">
                  <c:v>6.89290378904</c:v>
                </c:pt>
                <c:pt idx="730">
                  <c:v>6.89664786177</c:v>
                </c:pt>
                <c:pt idx="731">
                  <c:v>6.89685417794</c:v>
                </c:pt>
                <c:pt idx="732">
                  <c:v>6.9005306722</c:v>
                </c:pt>
                <c:pt idx="733">
                  <c:v>6.9007327036</c:v>
                </c:pt>
                <c:pt idx="734">
                  <c:v>6.90432258454</c:v>
                </c:pt>
                <c:pt idx="735">
                  <c:v>6.90451941047</c:v>
                </c:pt>
                <c:pt idx="736">
                  <c:v>6.90801279611</c:v>
                </c:pt>
                <c:pt idx="737">
                  <c:v>6.90820400316</c:v>
                </c:pt>
                <c:pt idx="738">
                  <c:v>6.91159229531</c:v>
                </c:pt>
                <c:pt idx="739">
                  <c:v>6.91177733049</c:v>
                </c:pt>
                <c:pt idx="740">
                  <c:v>6.91504452907</c:v>
                </c:pt>
                <c:pt idx="741">
                  <c:v>6.91522241891</c:v>
                </c:pt>
                <c:pt idx="742">
                  <c:v>6.91835262599</c:v>
                </c:pt>
                <c:pt idx="743">
                  <c:v>6.91852242851</c:v>
                </c:pt>
                <c:pt idx="744">
                  <c:v>6.92150391732</c:v>
                </c:pt>
                <c:pt idx="745">
                  <c:v>6.92166527097</c:v>
                </c:pt>
                <c:pt idx="746">
                  <c:v>6.92449204314</c:v>
                </c:pt>
                <c:pt idx="747">
                  <c:v>6.92464471</c:v>
                </c:pt>
                <c:pt idx="748">
                  <c:v>6.92730748923</c:v>
                </c:pt>
                <c:pt idx="749">
                  <c:v>6.92745057929</c:v>
                </c:pt>
                <c:pt idx="750">
                  <c:v>6.92993306771</c:v>
                </c:pt>
                <c:pt idx="751">
                  <c:v>6.93006573608</c:v>
                </c:pt>
                <c:pt idx="752">
                  <c:v>6.93235923648</c:v>
                </c:pt>
                <c:pt idx="753">
                  <c:v>6.93248128473</c:v>
                </c:pt>
                <c:pt idx="754">
                  <c:v>6.9345822953</c:v>
                </c:pt>
                <c:pt idx="755">
                  <c:v>6.93469364384</c:v>
                </c:pt>
                <c:pt idx="756">
                  <c:v>6.93659646623</c:v>
                </c:pt>
                <c:pt idx="757">
                  <c:v>6.93669653222</c:v>
                </c:pt>
                <c:pt idx="758">
                  <c:v>6.93839125407</c:v>
                </c:pt>
                <c:pt idx="759">
                  <c:v>6.93847935363</c:v>
                </c:pt>
                <c:pt idx="760">
                  <c:v>6.93995666341</c:v>
                </c:pt>
                <c:pt idx="761">
                  <c:v>6.94003265297</c:v>
                </c:pt>
                <c:pt idx="762">
                  <c:v>6.94129268762</c:v>
                </c:pt>
                <c:pt idx="763">
                  <c:v>6.94135678142</c:v>
                </c:pt>
                <c:pt idx="764">
                  <c:v>6.94239999901</c:v>
                </c:pt>
                <c:pt idx="765">
                  <c:v>6.94245181928</c:v>
                </c:pt>
                <c:pt idx="766">
                  <c:v>6.94327139488</c:v>
                </c:pt>
                <c:pt idx="767">
                  <c:v>6.9433105398</c:v>
                </c:pt>
                <c:pt idx="768">
                  <c:v>6.94390124102</c:v>
                </c:pt>
                <c:pt idx="769">
                  <c:v>6.94392773295</c:v>
                </c:pt>
                <c:pt idx="770">
                  <c:v>6.94419419405</c:v>
                </c:pt>
                <c:pt idx="771">
                  <c:v>6.94429206308</c:v>
                </c:pt>
                <c:pt idx="772">
                  <c:v>6.9443061468</c:v>
                </c:pt>
                <c:pt idx="773">
                  <c:v>6.94444819359</c:v>
                </c:pt>
                <c:pt idx="774">
                  <c:v>6.9444499464</c:v>
                </c:pt>
                <c:pt idx="775">
                  <c:v>6.94445155727</c:v>
                </c:pt>
                <c:pt idx="776">
                  <c:v>6.94437064327</c:v>
                </c:pt>
                <c:pt idx="777">
                  <c:v>6.94435994311</c:v>
                </c:pt>
                <c:pt idx="778">
                  <c:v>6.94405570605</c:v>
                </c:pt>
                <c:pt idx="779">
                  <c:v>6.9440326265</c:v>
                </c:pt>
                <c:pt idx="780">
                  <c:v>6.94350797051</c:v>
                </c:pt>
                <c:pt idx="781">
                  <c:v>6.94347295989</c:v>
                </c:pt>
                <c:pt idx="782">
                  <c:v>6.94273791724</c:v>
                </c:pt>
                <c:pt idx="783">
                  <c:v>6.94269133592</c:v>
                </c:pt>
                <c:pt idx="784">
                  <c:v>6.94175086979</c:v>
                </c:pt>
                <c:pt idx="785">
                  <c:v>6.94169287781</c:v>
                </c:pt>
                <c:pt idx="786">
                  <c:v>6.94054825254</c:v>
                </c:pt>
                <c:pt idx="787">
                  <c:v>6.94047912177</c:v>
                </c:pt>
                <c:pt idx="788">
                  <c:v>6.93913636389</c:v>
                </c:pt>
                <c:pt idx="789">
                  <c:v>6.93905651543</c:v>
                </c:pt>
                <c:pt idx="790">
                  <c:v>6.93752808777</c:v>
                </c:pt>
                <c:pt idx="791">
                  <c:v>6.93743821288</c:v>
                </c:pt>
                <c:pt idx="792">
                  <c:v>6.93573589236</c:v>
                </c:pt>
                <c:pt idx="793">
                  <c:v>6.93563654617</c:v>
                </c:pt>
                <c:pt idx="794">
                  <c:v>6.933764227</c:v>
                </c:pt>
                <c:pt idx="795">
                  <c:v>6.93365564513</c:v>
                </c:pt>
                <c:pt idx="796">
                  <c:v>6.93162102677</c:v>
                </c:pt>
                <c:pt idx="797">
                  <c:v>6.93150377809</c:v>
                </c:pt>
                <c:pt idx="798">
                  <c:v>6.92932278261</c:v>
                </c:pt>
                <c:pt idx="799">
                  <c:v>6.92919780475</c:v>
                </c:pt>
                <c:pt idx="800">
                  <c:v>6.92688437087</c:v>
                </c:pt>
                <c:pt idx="801">
                  <c:v>6.92675234339</c:v>
                </c:pt>
                <c:pt idx="802">
                  <c:v>6.92431590755</c:v>
                </c:pt>
                <c:pt idx="803">
                  <c:v>6.92417733865</c:v>
                </c:pt>
                <c:pt idx="804">
                  <c:v>6.92162696868</c:v>
                </c:pt>
                <c:pt idx="805">
                  <c:v>6.92148233986</c:v>
                </c:pt>
                <c:pt idx="806">
                  <c:v>6.91883270727</c:v>
                </c:pt>
                <c:pt idx="807">
                  <c:v>6.91868303898</c:v>
                </c:pt>
                <c:pt idx="808">
                  <c:v>6.9159531009</c:v>
                </c:pt>
                <c:pt idx="809">
                  <c:v>6.91579952305</c:v>
                </c:pt>
                <c:pt idx="810">
                  <c:v>6.91300148542</c:v>
                </c:pt>
                <c:pt idx="811">
                  <c:v>6.91284432751</c:v>
                </c:pt>
                <c:pt idx="812">
                  <c:v>6.90998654846</c:v>
                </c:pt>
                <c:pt idx="813">
                  <c:v>6.90982634744</c:v>
                </c:pt>
                <c:pt idx="814">
                  <c:v>6.90692510907</c:v>
                </c:pt>
                <c:pt idx="815">
                  <c:v>6.90676304318</c:v>
                </c:pt>
                <c:pt idx="816">
                  <c:v>6.90383722149</c:v>
                </c:pt>
                <c:pt idx="817">
                  <c:v>6.90367432927</c:v>
                </c:pt>
                <c:pt idx="818">
                  <c:v>6.90073859913</c:v>
                </c:pt>
                <c:pt idx="819">
                  <c:v>6.90057548465</c:v>
                </c:pt>
                <c:pt idx="820">
                  <c:v>6.8976396139</c:v>
                </c:pt>
                <c:pt idx="821">
                  <c:v>6.89747665089</c:v>
                </c:pt>
                <c:pt idx="822">
                  <c:v>6.89455317037</c:v>
                </c:pt>
                <c:pt idx="823">
                  <c:v>6.89439139924</c:v>
                </c:pt>
                <c:pt idx="824">
                  <c:v>6.89150002595</c:v>
                </c:pt>
                <c:pt idx="825">
                  <c:v>6.89134066808</c:v>
                </c:pt>
                <c:pt idx="826">
                  <c:v>6.88849735435</c:v>
                </c:pt>
                <c:pt idx="827">
                  <c:v>6.88834092825</c:v>
                </c:pt>
                <c:pt idx="828">
                  <c:v>6.88555537006</c:v>
                </c:pt>
                <c:pt idx="829">
                  <c:v>6.88540237528</c:v>
                </c:pt>
                <c:pt idx="830">
                  <c:v>6.88268636261</c:v>
                </c:pt>
                <c:pt idx="831">
                  <c:v>6.88253767981</c:v>
                </c:pt>
                <c:pt idx="832">
                  <c:v>6.8799075858</c:v>
                </c:pt>
                <c:pt idx="833">
                  <c:v>6.8797642995</c:v>
                </c:pt>
                <c:pt idx="834">
                  <c:v>6.87723809835</c:v>
                </c:pt>
                <c:pt idx="835">
                  <c:v>6.87710082683</c:v>
                </c:pt>
                <c:pt idx="836">
                  <c:v>6.87468679954</c:v>
                </c:pt>
                <c:pt idx="837">
                  <c:v>6.87455587089</c:v>
                </c:pt>
                <c:pt idx="838">
                  <c:v>6.87226183065</c:v>
                </c:pt>
                <c:pt idx="839">
                  <c:v>6.87213798634</c:v>
                </c:pt>
                <c:pt idx="840">
                  <c:v>6.86997905467</c:v>
                </c:pt>
                <c:pt idx="841">
                  <c:v>6.86986320769</c:v>
                </c:pt>
                <c:pt idx="842">
                  <c:v>6.86785331383</c:v>
                </c:pt>
                <c:pt idx="843">
                  <c:v>6.86774600455</c:v>
                </c:pt>
                <c:pt idx="844">
                  <c:v>6.86589478327</c:v>
                </c:pt>
                <c:pt idx="845">
                  <c:v>6.86579635555</c:v>
                </c:pt>
                <c:pt idx="846">
                  <c:v>6.86410716481</c:v>
                </c:pt>
                <c:pt idx="847">
                  <c:v>6.86401799709</c:v>
                </c:pt>
                <c:pt idx="848">
                  <c:v>6.86249993055</c:v>
                </c:pt>
                <c:pt idx="849">
                  <c:v>6.8624206466</c:v>
                </c:pt>
                <c:pt idx="850">
                  <c:v>6.86108686514</c:v>
                </c:pt>
                <c:pt idx="851">
                  <c:v>6.8610179854</c:v>
                </c:pt>
                <c:pt idx="852">
                  <c:v>6.85987409928</c:v>
                </c:pt>
                <c:pt idx="853">
                  <c:v>6.85981583026</c:v>
                </c:pt>
                <c:pt idx="854">
                  <c:v>6.85886362376</c:v>
                </c:pt>
                <c:pt idx="855">
                  <c:v>6.8588161377</c:v>
                </c:pt>
                <c:pt idx="856">
                  <c:v>6.85805869564</c:v>
                </c:pt>
                <c:pt idx="857">
                  <c:v>6.85802219009</c:v>
                </c:pt>
                <c:pt idx="858">
                  <c:v>6.85746773751</c:v>
                </c:pt>
                <c:pt idx="859">
                  <c:v>6.8574426925</c:v>
                </c:pt>
                <c:pt idx="860">
                  <c:v>6.85709750188</c:v>
                </c:pt>
                <c:pt idx="861">
                  <c:v>6.85708403942</c:v>
                </c:pt>
                <c:pt idx="862">
                  <c:v>6.85694393311</c:v>
                </c:pt>
                <c:pt idx="863">
                  <c:v>6.85694186199</c:v>
                </c:pt>
                <c:pt idx="864">
                  <c:v>6.85693897941</c:v>
                </c:pt>
                <c:pt idx="865">
                  <c:v>6.85700567136</c:v>
                </c:pt>
                <c:pt idx="866">
                  <c:v>6.85701496798</c:v>
                </c:pt>
                <c:pt idx="867">
                  <c:v>6.85702485043</c:v>
                </c:pt>
                <c:pt idx="868">
                  <c:v>6.85728672812</c:v>
                </c:pt>
                <c:pt idx="869">
                  <c:v>6.85730760143</c:v>
                </c:pt>
                <c:pt idx="870">
                  <c:v>6.85778930005</c:v>
                </c:pt>
                <c:pt idx="871">
                  <c:v>6.85782183635</c:v>
                </c:pt>
                <c:pt idx="872">
                  <c:v>6.85850870992</c:v>
                </c:pt>
                <c:pt idx="873">
                  <c:v>6.85855246352</c:v>
                </c:pt>
                <c:pt idx="874">
                  <c:v>6.85943696934</c:v>
                </c:pt>
                <c:pt idx="875">
                  <c:v>6.85949156204</c:v>
                </c:pt>
                <c:pt idx="876">
                  <c:v>6.86057306773</c:v>
                </c:pt>
                <c:pt idx="877">
                  <c:v>6.86063858759</c:v>
                </c:pt>
                <c:pt idx="878">
                  <c:v>6.86191678244</c:v>
                </c:pt>
                <c:pt idx="879">
                  <c:v>6.86199317909</c:v>
                </c:pt>
                <c:pt idx="880">
                  <c:v>6.86346138595</c:v>
                </c:pt>
                <c:pt idx="881">
                  <c:v>6.863548077</c:v>
                </c:pt>
                <c:pt idx="882">
                  <c:v>6.86519533197</c:v>
                </c:pt>
                <c:pt idx="883">
                  <c:v>6.86529163819</c:v>
                </c:pt>
                <c:pt idx="884">
                  <c:v>6.86711172952</c:v>
                </c:pt>
                <c:pt idx="885">
                  <c:v>6.86721753983</c:v>
                </c:pt>
                <c:pt idx="886">
                  <c:v>6.86920740225</c:v>
                </c:pt>
                <c:pt idx="887">
                  <c:v>6.86932259258</c:v>
                </c:pt>
                <c:pt idx="888">
                  <c:v>6.87147384322</c:v>
                </c:pt>
                <c:pt idx="889">
                  <c:v>6.8715976165</c:v>
                </c:pt>
                <c:pt idx="890">
                  <c:v>6.87389581036</c:v>
                </c:pt>
                <c:pt idx="891">
                  <c:v>6.87402728559</c:v>
                </c:pt>
                <c:pt idx="892">
                  <c:v>6.8764608224</c:v>
                </c:pt>
                <c:pt idx="893">
                  <c:v>6.87659962978</c:v>
                </c:pt>
                <c:pt idx="894">
                  <c:v>6.87916273384</c:v>
                </c:pt>
                <c:pt idx="895">
                  <c:v>6.87930863304</c:v>
                </c:pt>
                <c:pt idx="896">
                  <c:v>6.88199177309</c:v>
                </c:pt>
                <c:pt idx="897">
                  <c:v>6.88214389719</c:v>
                </c:pt>
                <c:pt idx="898">
                  <c:v>6.88493092318</c:v>
                </c:pt>
                <c:pt idx="899">
                  <c:v>6.88508826443</c:v>
                </c:pt>
                <c:pt idx="900">
                  <c:v>6.88796429952</c:v>
                </c:pt>
                <c:pt idx="901">
                  <c:v>6.88812634474</c:v>
                </c:pt>
                <c:pt idx="902">
                  <c:v>6.89108206841</c:v>
                </c:pt>
                <c:pt idx="903">
                  <c:v>6.8912483909</c:v>
                </c:pt>
                <c:pt idx="904">
                  <c:v>6.89427433057</c:v>
                </c:pt>
                <c:pt idx="905">
                  <c:v>6.89444413735</c:v>
                </c:pt>
                <c:pt idx="906">
                  <c:v>6.89752441484</c:v>
                </c:pt>
                <c:pt idx="907">
                  <c:v>6.89769662442</c:v>
                </c:pt>
                <c:pt idx="908">
                  <c:v>6.90081234011</c:v>
                </c:pt>
                <c:pt idx="909">
                  <c:v>6.90098620177</c:v>
                </c:pt>
                <c:pt idx="910">
                  <c:v>6.90412690148</c:v>
                </c:pt>
                <c:pt idx="911">
                  <c:v>6.90430199839</c:v>
                </c:pt>
                <c:pt idx="912">
                  <c:v>6.90745851092</c:v>
                </c:pt>
                <c:pt idx="913">
                  <c:v>6.90763398866</c:v>
                </c:pt>
                <c:pt idx="914">
                  <c:v>6.91079033699</c:v>
                </c:pt>
                <c:pt idx="915">
                  <c:v>6.91096530002</c:v>
                </c:pt>
                <c:pt idx="916">
                  <c:v>6.91410344626</c:v>
                </c:pt>
                <c:pt idx="917">
                  <c:v>6.91427701545</c:v>
                </c:pt>
                <c:pt idx="918">
                  <c:v>6.91738313982</c:v>
                </c:pt>
                <c:pt idx="919">
                  <c:v>6.91755472936</c:v>
                </c:pt>
                <c:pt idx="920">
                  <c:v>6.92062050885</c:v>
                </c:pt>
                <c:pt idx="921">
                  <c:v>6.92078946264</c:v>
                </c:pt>
                <c:pt idx="922">
                  <c:v>6.92380203594</c:v>
                </c:pt>
                <c:pt idx="923">
                  <c:v>6.92396751265</c:v>
                </c:pt>
                <c:pt idx="924">
                  <c:v>6.92690854003</c:v>
                </c:pt>
                <c:pt idx="925">
                  <c:v>6.92706971335</c:v>
                </c:pt>
                <c:pt idx="926">
                  <c:v>6.92992546765</c:v>
                </c:pt>
                <c:pt idx="927">
                  <c:v>6.93008161485</c:v>
                </c:pt>
                <c:pt idx="928">
                  <c:v>6.93284417536</c:v>
                </c:pt>
                <c:pt idx="929">
                  <c:v>6.93299486255</c:v>
                </c:pt>
                <c:pt idx="930">
                  <c:v>6.93565441558</c:v>
                </c:pt>
                <c:pt idx="931">
                  <c:v>6.93579900412</c:v>
                </c:pt>
                <c:pt idx="932">
                  <c:v>6.93833991409</c:v>
                </c:pt>
                <c:pt idx="933">
                  <c:v>6.9384775441</c:v>
                </c:pt>
                <c:pt idx="934">
                  <c:v>6.94088624163</c:v>
                </c:pt>
                <c:pt idx="935">
                  <c:v>6.94101624941</c:v>
                </c:pt>
                <c:pt idx="936">
                  <c:v>6.94328558597</c:v>
                </c:pt>
                <c:pt idx="937">
                  <c:v>6.9434076377</c:v>
                </c:pt>
                <c:pt idx="938">
                  <c:v>6.94553217464</c:v>
                </c:pt>
                <c:pt idx="939">
                  <c:v>6.945645991</c:v>
                </c:pt>
                <c:pt idx="940">
                  <c:v>6.94761331863</c:v>
                </c:pt>
                <c:pt idx="941">
                  <c:v>6.94771806828</c:v>
                </c:pt>
                <c:pt idx="942">
                  <c:v>6.94951578946</c:v>
                </c:pt>
                <c:pt idx="943">
                  <c:v>6.94961080169</c:v>
                </c:pt>
                <c:pt idx="944">
                  <c:v>6.9512339517</c:v>
                </c:pt>
                <c:pt idx="945">
                  <c:v>6.95131917914</c:v>
                </c:pt>
                <c:pt idx="946">
                  <c:v>6.95276561843</c:v>
                </c:pt>
                <c:pt idx="947">
                  <c:v>6.95284097131</c:v>
                </c:pt>
                <c:pt idx="948">
                  <c:v>6.95410326135</c:v>
                </c:pt>
                <c:pt idx="949">
                  <c:v>6.95416814146</c:v>
                </c:pt>
                <c:pt idx="950">
                  <c:v>6.95523686261</c:v>
                </c:pt>
                <c:pt idx="951">
                  <c:v>6.95529071082</c:v>
                </c:pt>
                <c:pt idx="952">
                  <c:v>6.95616194342</c:v>
                </c:pt>
                <c:pt idx="953">
                  <c:v>6.95620485562</c:v>
                </c:pt>
                <c:pt idx="954">
                  <c:v>6.95688086286</c:v>
                </c:pt>
                <c:pt idx="955">
                  <c:v>6.95691298383</c:v>
                </c:pt>
                <c:pt idx="956">
                  <c:v>6.95739099949</c:v>
                </c:pt>
                <c:pt idx="957">
                  <c:v>6.95741201055</c:v>
                </c:pt>
                <c:pt idx="958">
                  <c:v>6.95768660472</c:v>
                </c:pt>
                <c:pt idx="959">
                  <c:v>6.95769608398</c:v>
                </c:pt>
                <c:pt idx="960">
                  <c:v>6.9577548601</c:v>
                </c:pt>
                <c:pt idx="961">
                  <c:v>6.95776716276</c:v>
                </c:pt>
                <c:pt idx="962">
                  <c:v>6.95776531501</c:v>
                </c:pt>
                <c:pt idx="963">
                  <c:v>6.95776347754</c:v>
                </c:pt>
                <c:pt idx="964">
                  <c:v>6.95763161229</c:v>
                </c:pt>
                <c:pt idx="965">
                  <c:v>6.95761888306</c:v>
                </c:pt>
                <c:pt idx="966">
                  <c:v>6.9572908003</c:v>
                </c:pt>
                <c:pt idx="967">
                  <c:v>6.9572670816</c:v>
                </c:pt>
                <c:pt idx="968">
                  <c:v>6.95673982307</c:v>
                </c:pt>
                <c:pt idx="969">
                  <c:v>6.95670492389</c:v>
                </c:pt>
                <c:pt idx="970">
                  <c:v>6.95597937714</c:v>
                </c:pt>
                <c:pt idx="971">
                  <c:v>6.95593365911</c:v>
                </c:pt>
                <c:pt idx="972">
                  <c:v>6.95501729307</c:v>
                </c:pt>
                <c:pt idx="973">
                  <c:v>6.95496132241</c:v>
                </c:pt>
                <c:pt idx="974">
                  <c:v>6.95386233732</c:v>
                </c:pt>
                <c:pt idx="975">
                  <c:v>6.95379628281</c:v>
                </c:pt>
                <c:pt idx="976">
                  <c:v>6.95251802289</c:v>
                </c:pt>
                <c:pt idx="977">
                  <c:v>6.95244198445</c:v>
                </c:pt>
                <c:pt idx="978">
                  <c:v>6.95098641303</c:v>
                </c:pt>
                <c:pt idx="979">
                  <c:v>6.95090078167</c:v>
                </c:pt>
                <c:pt idx="980">
                  <c:v>6.94927744038</c:v>
                </c:pt>
                <c:pt idx="981">
                  <c:v>6.94918290805</c:v>
                </c:pt>
                <c:pt idx="982">
                  <c:v>6.94740447041</c:v>
                </c:pt>
                <c:pt idx="983">
                  <c:v>6.94730149137</c:v>
                </c:pt>
                <c:pt idx="984">
                  <c:v>6.94537566191</c:v>
                </c:pt>
                <c:pt idx="985">
                  <c:v>6.94526460091</c:v>
                </c:pt>
                <c:pt idx="986">
                  <c:v>6.94319597027</c:v>
                </c:pt>
                <c:pt idx="987">
                  <c:v>6.94307725516</c:v>
                </c:pt>
                <c:pt idx="988">
                  <c:v>6.94087573684</c:v>
                </c:pt>
                <c:pt idx="989">
                  <c:v>6.94075010307</c:v>
                </c:pt>
                <c:pt idx="990">
                  <c:v>6.93843101896</c:v>
                </c:pt>
                <c:pt idx="991">
                  <c:v>6.9382991325</c:v>
                </c:pt>
                <c:pt idx="992">
                  <c:v>6.93587432682</c:v>
                </c:pt>
                <c:pt idx="993">
                  <c:v>6.93573672981</c:v>
                </c:pt>
                <c:pt idx="994">
                  <c:v>6.9332116094</c:v>
                </c:pt>
                <c:pt idx="995">
                  <c:v>6.93306877654</c:v>
                </c:pt>
                <c:pt idx="996">
                  <c:v>6.9304550392</c:v>
                </c:pt>
                <c:pt idx="997">
                  <c:v>6.93030768741</c:v>
                </c:pt>
                <c:pt idx="998">
                  <c:v>6.92762156059</c:v>
                </c:pt>
                <c:pt idx="999">
                  <c:v>6.92747056426</c:v>
                </c:pt>
                <c:pt idx="1000">
                  <c:v>6.92472718892</c:v>
                </c:pt>
                <c:pt idx="1001">
                  <c:v>6.92457336828</c:v>
                </c:pt>
                <c:pt idx="1002">
                  <c:v>6.92178223575</c:v>
                </c:pt>
                <c:pt idx="1003">
                  <c:v>6.9216260625</c:v>
                </c:pt>
                <c:pt idx="1004">
                  <c:v>6.91879697482</c:v>
                </c:pt>
                <c:pt idx="1005">
                  <c:v>6.91863908478</c:v>
                </c:pt>
                <c:pt idx="1006">
                  <c:v>6.91579009016</c:v>
                </c:pt>
                <c:pt idx="1007">
                  <c:v>6.91563152703</c:v>
                </c:pt>
                <c:pt idx="1008">
                  <c:v>6.91277950387</c:v>
                </c:pt>
                <c:pt idx="1009">
                  <c:v>6.91262119247</c:v>
                </c:pt>
                <c:pt idx="1010">
                  <c:v>6.90977700586</c:v>
                </c:pt>
                <c:pt idx="1011">
                  <c:v>6.90961945625</c:v>
                </c:pt>
                <c:pt idx="1012">
                  <c:v>6.90679323291</c:v>
                </c:pt>
                <c:pt idx="1013">
                  <c:v>6.90663693566</c:v>
                </c:pt>
                <c:pt idx="1014">
                  <c:v>6.90384302142</c:v>
                </c:pt>
                <c:pt idx="1015">
                  <c:v>6.90368901013</c:v>
                </c:pt>
                <c:pt idx="1016">
                  <c:v>6.9009460783</c:v>
                </c:pt>
                <c:pt idx="1017">
                  <c:v>6.9007953765</c:v>
                </c:pt>
                <c:pt idx="1018">
                  <c:v>6.89811395845</c:v>
                </c:pt>
                <c:pt idx="1019">
                  <c:v>6.89796691388</c:v>
                </c:pt>
                <c:pt idx="1020">
                  <c:v>6.8953556026</c:v>
                </c:pt>
                <c:pt idx="1021">
                  <c:v>6.89521267049</c:v>
                </c:pt>
                <c:pt idx="1022">
                  <c:v>6.89268420719</c:v>
                </c:pt>
                <c:pt idx="1023">
                  <c:v>6.89254629054</c:v>
                </c:pt>
                <c:pt idx="1024">
                  <c:v>6.89011668851</c:v>
                </c:pt>
                <c:pt idx="1025">
                  <c:v>6.8899847606</c:v>
                </c:pt>
                <c:pt idx="1026">
                  <c:v>6.88766692473</c:v>
                </c:pt>
                <c:pt idx="1027">
                  <c:v>6.88754142348</c:v>
                </c:pt>
                <c:pt idx="1028">
                  <c:v>6.88534088784</c:v>
                </c:pt>
                <c:pt idx="1029">
                  <c:v>6.88522196913</c:v>
                </c:pt>
                <c:pt idx="1030">
                  <c:v>6.88314768936</c:v>
                </c:pt>
                <c:pt idx="1031">
                  <c:v>6.88303621181</c:v>
                </c:pt>
                <c:pt idx="1032">
                  <c:v>6.88110235374</c:v>
                </c:pt>
                <c:pt idx="1033">
                  <c:v>6.88099909171</c:v>
                </c:pt>
                <c:pt idx="1034">
                  <c:v>6.8792162937</c:v>
                </c:pt>
                <c:pt idx="1035">
                  <c:v>6.87912156693</c:v>
                </c:pt>
                <c:pt idx="1036">
                  <c:v>6.87749492475</c:v>
                </c:pt>
                <c:pt idx="1037">
                  <c:v>6.87740887844</c:v>
                </c:pt>
                <c:pt idx="1038">
                  <c:v>6.8759419603</c:v>
                </c:pt>
                <c:pt idx="1039">
                  <c:v>6.87586505101</c:v>
                </c:pt>
                <c:pt idx="1040">
                  <c:v>6.87456813799</c:v>
                </c:pt>
                <c:pt idx="1041">
                  <c:v>6.87450110137</c:v>
                </c:pt>
                <c:pt idx="1042">
                  <c:v>6.87338390185</c:v>
                </c:pt>
                <c:pt idx="1043">
                  <c:v>6.87332687446</c:v>
                </c:pt>
                <c:pt idx="1044">
                  <c:v>6.87239097799</c:v>
                </c:pt>
                <c:pt idx="1045">
                  <c:v>6.87234394244</c:v>
                </c:pt>
                <c:pt idx="1046">
                  <c:v>6.87158996463</c:v>
                </c:pt>
                <c:pt idx="1047">
                  <c:v>6.8715532474</c:v>
                </c:pt>
                <c:pt idx="1048">
                  <c:v>6.87098623006</c:v>
                </c:pt>
                <c:pt idx="1049">
                  <c:v>6.87096010591</c:v>
                </c:pt>
                <c:pt idx="1050">
                  <c:v>6.87058649849</c:v>
                </c:pt>
                <c:pt idx="1051">
                  <c:v>6.87057116928</c:v>
                </c:pt>
                <c:pt idx="1052">
                  <c:v>6.87039221137</c:v>
                </c:pt>
                <c:pt idx="1053">
                  <c:v>6.87038752139</c:v>
                </c:pt>
                <c:pt idx="1054">
                  <c:v>6.8703701455</c:v>
                </c:pt>
                <c:pt idx="1055">
                  <c:v>6.87039280734</c:v>
                </c:pt>
                <c:pt idx="1056">
                  <c:v>6.87039802969</c:v>
                </c:pt>
                <c:pt idx="1057">
                  <c:v>6.87040387713</c:v>
                </c:pt>
                <c:pt idx="1058">
                  <c:v>6.87060421986</c:v>
                </c:pt>
                <c:pt idx="1059">
                  <c:v>6.87062075955</c:v>
                </c:pt>
                <c:pt idx="1060">
                  <c:v>6.87101442858</c:v>
                </c:pt>
                <c:pt idx="1061">
                  <c:v>6.87104164437</c:v>
                </c:pt>
                <c:pt idx="1062">
                  <c:v>6.87162711106</c:v>
                </c:pt>
                <c:pt idx="1063">
                  <c:v>6.87166480481</c:v>
                </c:pt>
                <c:pt idx="1064">
                  <c:v>6.87243534391</c:v>
                </c:pt>
                <c:pt idx="1065">
                  <c:v>6.87248320249</c:v>
                </c:pt>
                <c:pt idx="1066">
                  <c:v>6.8734326464</c:v>
                </c:pt>
                <c:pt idx="1067">
                  <c:v>6.87349037493</c:v>
                </c:pt>
                <c:pt idx="1068">
                  <c:v>6.87461900979</c:v>
                </c:pt>
                <c:pt idx="1069">
                  <c:v>6.8746866282</c:v>
                </c:pt>
                <c:pt idx="1070">
                  <c:v>6.87599177137</c:v>
                </c:pt>
                <c:pt idx="1071">
                  <c:v>6.87606896546</c:v>
                </c:pt>
                <c:pt idx="1072">
                  <c:v>6.87753958927</c:v>
                </c:pt>
                <c:pt idx="1073">
                  <c:v>6.87762576216</c:v>
                </c:pt>
                <c:pt idx="1074">
                  <c:v>6.87925328941</c:v>
                </c:pt>
                <c:pt idx="1075">
                  <c:v>6.8793479763</c:v>
                </c:pt>
                <c:pt idx="1076">
                  <c:v>6.8811276985</c:v>
                </c:pt>
                <c:pt idx="1077">
                  <c:v>6.88123067816</c:v>
                </c:pt>
                <c:pt idx="1078">
                  <c:v>6.8831580911</c:v>
                </c:pt>
                <c:pt idx="1079">
                  <c:v>6.88326912535</c:v>
                </c:pt>
                <c:pt idx="1080">
                  <c:v>6.88533407312</c:v>
                </c:pt>
                <c:pt idx="1081">
                  <c:v>6.88545239487</c:v>
                </c:pt>
                <c:pt idx="1082">
                  <c:v>6.88764085612</c:v>
                </c:pt>
                <c:pt idx="1083">
                  <c:v>6.88776567455</c:v>
                </c:pt>
                <c:pt idx="1084">
                  <c:v>6.89007023333</c:v>
                </c:pt>
                <c:pt idx="1085">
                  <c:v>6.890201342</c:v>
                </c:pt>
                <c:pt idx="1086">
                  <c:v>6.89261632928</c:v>
                </c:pt>
                <c:pt idx="1087">
                  <c:v>6.89275337505</c:v>
                </c:pt>
                <c:pt idx="1088">
                  <c:v>6.89526604253</c:v>
                </c:pt>
                <c:pt idx="1089">
                  <c:v>6.89540809917</c:v>
                </c:pt>
                <c:pt idx="1090">
                  <c:v>6.89800291346</c:v>
                </c:pt>
                <c:pt idx="1091">
                  <c:v>6.89814908806</c:v>
                </c:pt>
                <c:pt idx="1092">
                  <c:v>6.90081451586</c:v>
                </c:pt>
                <c:pt idx="1093">
                  <c:v>6.90096435832</c:v>
                </c:pt>
                <c:pt idx="1094">
                  <c:v>6.9036920241</c:v>
                </c:pt>
                <c:pt idx="1095">
                  <c:v>6.90384516865</c:v>
                </c:pt>
                <c:pt idx="1096">
                  <c:v>6.90662476738</c:v>
                </c:pt>
                <c:pt idx="1097">
                  <c:v>6.90678033613</c:v>
                </c:pt>
                <c:pt idx="1098">
                  <c:v>6.90959370322</c:v>
                </c:pt>
                <c:pt idx="1099">
                  <c:v>6.90975056919</c:v>
                </c:pt>
                <c:pt idx="1100">
                  <c:v>6.9125837916</c:v>
                </c:pt>
                <c:pt idx="1101">
                  <c:v>6.91274158105</c:v>
                </c:pt>
                <c:pt idx="1102">
                  <c:v>6.91558684224</c:v>
                </c:pt>
                <c:pt idx="1103">
                  <c:v>6.91574509122</c:v>
                </c:pt>
                <c:pt idx="1104">
                  <c:v>6.91859024557</c:v>
                </c:pt>
                <c:pt idx="1105">
                  <c:v>6.91874805599</c:v>
                </c:pt>
                <c:pt idx="1106">
                  <c:v>6.9215783608</c:v>
                </c:pt>
                <c:pt idx="1107">
                  <c:v>6.92173481432</c:v>
                </c:pt>
                <c:pt idx="1108">
                  <c:v>6.92453369868</c:v>
                </c:pt>
                <c:pt idx="1109">
                  <c:v>6.92468808547</c:v>
                </c:pt>
                <c:pt idx="1110">
                  <c:v>6.92744597074</c:v>
                </c:pt>
                <c:pt idx="1111">
                  <c:v>6.92759800677</c:v>
                </c:pt>
                <c:pt idx="1112">
                  <c:v>6.93030750696</c:v>
                </c:pt>
                <c:pt idx="1113">
                  <c:v>6.93045638225</c:v>
                </c:pt>
                <c:pt idx="1114">
                  <c:v>6.93310180581</c:v>
                </c:pt>
                <c:pt idx="1115">
                  <c:v>6.93324661802</c:v>
                </c:pt>
                <c:pt idx="1116">
                  <c:v>6.93581293072</c:v>
                </c:pt>
                <c:pt idx="1117">
                  <c:v>6.93595310719</c:v>
                </c:pt>
                <c:pt idx="1118">
                  <c:v>6.93843025137</c:v>
                </c:pt>
                <c:pt idx="1119">
                  <c:v>6.93856533153</c:v>
                </c:pt>
                <c:pt idx="1120">
                  <c:v>6.94094708808</c:v>
                </c:pt>
                <c:pt idx="1121">
                  <c:v>6.9410765427</c:v>
                </c:pt>
                <c:pt idx="1122">
                  <c:v>6.94335134148</c:v>
                </c:pt>
                <c:pt idx="1123">
                  <c:v>6.94347440293</c:v>
                </c:pt>
                <c:pt idx="1124">
                  <c:v>6.94562740022</c:v>
                </c:pt>
                <c:pt idx="1125">
                  <c:v>6.94574349234</c:v>
                </c:pt>
                <c:pt idx="1126">
                  <c:v>6.94776614259</c:v>
                </c:pt>
                <c:pt idx="1127">
                  <c:v>6.94787481706</c:v>
                </c:pt>
                <c:pt idx="1128">
                  <c:v>6.94976166133</c:v>
                </c:pt>
                <c:pt idx="1129">
                  <c:v>6.9498625609</c:v>
                </c:pt>
                <c:pt idx="1130">
                  <c:v>6.95160729212</c:v>
                </c:pt>
                <c:pt idx="1131">
                  <c:v>6.95170002334</c:v>
                </c:pt>
                <c:pt idx="1132">
                  <c:v>6.95329067496</c:v>
                </c:pt>
                <c:pt idx="1133">
                  <c:v>6.95337460167</c:v>
                </c:pt>
                <c:pt idx="1134">
                  <c:v>6.95480207336</c:v>
                </c:pt>
                <c:pt idx="1135">
                  <c:v>6.95487685282</c:v>
                </c:pt>
                <c:pt idx="1136">
                  <c:v>6.95614005103</c:v>
                </c:pt>
                <c:pt idx="1137">
                  <c:v>6.95620557573</c:v>
                </c:pt>
                <c:pt idx="1138">
                  <c:v>6.95730142564</c:v>
                </c:pt>
                <c:pt idx="1139">
                  <c:v>6.95735748686</c:v>
                </c:pt>
                <c:pt idx="1140">
                  <c:v>6.95827774044</c:v>
                </c:pt>
                <c:pt idx="1141">
                  <c:v>6.95832388727</c:v>
                </c:pt>
                <c:pt idx="1142">
                  <c:v>6.95906201609</c:v>
                </c:pt>
                <c:pt idx="1143">
                  <c:v>6.95909793626</c:v>
                </c:pt>
                <c:pt idx="1144">
                  <c:v>6.95965393127</c:v>
                </c:pt>
                <c:pt idx="1145">
                  <c:v>6.95967976523</c:v>
                </c:pt>
                <c:pt idx="1146">
                  <c:v>6.96005567681</c:v>
                </c:pt>
                <c:pt idx="1147">
                  <c:v>6.96007150659</c:v>
                </c:pt>
                <c:pt idx="1148">
                  <c:v>6.96026324045</c:v>
                </c:pt>
                <c:pt idx="1149">
                  <c:v>6.96026873699</c:v>
                </c:pt>
                <c:pt idx="1150">
                  <c:v>6.96028763594</c:v>
                </c:pt>
                <c:pt idx="1151">
                  <c:v>6.96029294011</c:v>
                </c:pt>
                <c:pt idx="1152">
                  <c:v>6.96027260691</c:v>
                </c:pt>
                <c:pt idx="1153">
                  <c:v>6.96026757896</c:v>
                </c:pt>
                <c:pt idx="1154">
                  <c:v>6.96008554567</c:v>
                </c:pt>
                <c:pt idx="1155">
                  <c:v>6.96007030328</c:v>
                </c:pt>
                <c:pt idx="1156">
                  <c:v>6.9597077027</c:v>
                </c:pt>
                <c:pt idx="1157">
                  <c:v>6.95968263117</c:v>
                </c:pt>
                <c:pt idx="1158">
                  <c:v>6.9591414162</c:v>
                </c:pt>
                <c:pt idx="1159">
                  <c:v>6.95910640342</c:v>
                </c:pt>
                <c:pt idx="1160">
                  <c:v>6.95838468993</c:v>
                </c:pt>
                <c:pt idx="1161">
                  <c:v>6.95833956821</c:v>
                </c:pt>
                <c:pt idx="1162">
                  <c:v>6.95744080785</c:v>
                </c:pt>
                <c:pt idx="1163">
                  <c:v>6.95738612196</c:v>
                </c:pt>
                <c:pt idx="1164">
                  <c:v>6.95632030085</c:v>
                </c:pt>
                <c:pt idx="1165">
                  <c:v>6.95625659044</c:v>
                </c:pt>
                <c:pt idx="1166">
                  <c:v>6.9550288867</c:v>
                </c:pt>
                <c:pt idx="1167">
                  <c:v>6.95495627805</c:v>
                </c:pt>
                <c:pt idx="1168">
                  <c:v>6.95356939549</c:v>
                </c:pt>
                <c:pt idx="1169">
                  <c:v>6.95348794413</c:v>
                </c:pt>
                <c:pt idx="1170">
                  <c:v>6.95194677422</c:v>
                </c:pt>
                <c:pt idx="1171">
                  <c:v>6.95185702422</c:v>
                </c:pt>
                <c:pt idx="1172">
                  <c:v>6.95017281885</c:v>
                </c:pt>
                <c:pt idx="1173">
                  <c:v>6.9500755963</c:v>
                </c:pt>
                <c:pt idx="1174">
                  <c:v>6.94825926671</c:v>
                </c:pt>
                <c:pt idx="1175">
                  <c:v>6.94815480928</c:v>
                </c:pt>
                <c:pt idx="1176">
                  <c:v>6.94621100381</c:v>
                </c:pt>
                <c:pt idx="1177">
                  <c:v>6.94609947864</c:v>
                </c:pt>
                <c:pt idx="1178">
                  <c:v>6.94403429648</c:v>
                </c:pt>
                <c:pt idx="1179">
                  <c:v>6.94391641956</c:v>
                </c:pt>
                <c:pt idx="1180">
                  <c:v>6.94174197218</c:v>
                </c:pt>
                <c:pt idx="1181">
                  <c:v>6.94161846633</c:v>
                </c:pt>
                <c:pt idx="1182">
                  <c:v>6.93934888897</c:v>
                </c:pt>
                <c:pt idx="1183">
                  <c:v>6.93922035784</c:v>
                </c:pt>
                <c:pt idx="1184">
                  <c:v>6.93686418774</c:v>
                </c:pt>
                <c:pt idx="1185">
                  <c:v>6.93673092288</c:v>
                </c:pt>
                <c:pt idx="1186">
                  <c:v>6.93429481124</c:v>
                </c:pt>
                <c:pt idx="1187">
                  <c:v>6.93415749612</c:v>
                </c:pt>
                <c:pt idx="1188">
                  <c:v>6.93165514407</c:v>
                </c:pt>
                <c:pt idx="1189">
                  <c:v>6.93151465628</c:v>
                </c:pt>
                <c:pt idx="1190">
                  <c:v>6.92896183173</c:v>
                </c:pt>
                <c:pt idx="1191">
                  <c:v>6.92881882474</c:v>
                </c:pt>
                <c:pt idx="1192">
                  <c:v>6.92622760796</c:v>
                </c:pt>
                <c:pt idx="1193">
                  <c:v>6.92608266343</c:v>
                </c:pt>
                <c:pt idx="1194">
                  <c:v>6.92346107757</c:v>
                </c:pt>
                <c:pt idx="1195">
                  <c:v>6.92331481396</c:v>
                </c:pt>
                <c:pt idx="1196">
                  <c:v>6.92067426652</c:v>
                </c:pt>
                <c:pt idx="1197">
                  <c:v>6.92052743964</c:v>
                </c:pt>
                <c:pt idx="1198">
                  <c:v>6.91788583936</c:v>
                </c:pt>
                <c:pt idx="1199">
                  <c:v>6.91773928255</c:v>
                </c:pt>
                <c:pt idx="1200">
                  <c:v>6.91510938615</c:v>
                </c:pt>
                <c:pt idx="1201">
                  <c:v>6.91496372278</c:v>
                </c:pt>
                <c:pt idx="1202">
                  <c:v>6.91235371911</c:v>
                </c:pt>
                <c:pt idx="1203">
                  <c:v>6.91220948064</c:v>
                </c:pt>
                <c:pt idx="1204">
                  <c:v>6.90963020247</c:v>
                </c:pt>
                <c:pt idx="1205">
                  <c:v>6.90948808835</c:v>
                </c:pt>
                <c:pt idx="1206">
                  <c:v>6.90695544133</c:v>
                </c:pt>
                <c:pt idx="1207">
                  <c:v>6.90681626654</c:v>
                </c:pt>
                <c:pt idx="1208">
                  <c:v>6.90434448336</c:v>
                </c:pt>
                <c:pt idx="1209">
                  <c:v>6.90420902084</c:v>
                </c:pt>
                <c:pt idx="1210">
                  <c:v>6.90180648825</c:v>
                </c:pt>
                <c:pt idx="1211">
                  <c:v>6.90167512701</c:v>
                </c:pt>
                <c:pt idx="1212">
                  <c:v>6.89934984688</c:v>
                </c:pt>
                <c:pt idx="1213">
                  <c:v>6.89922304196</c:v>
                </c:pt>
                <c:pt idx="1214">
                  <c:v>6.89698845962</c:v>
                </c:pt>
                <c:pt idx="1215">
                  <c:v>6.89686710196</c:v>
                </c:pt>
                <c:pt idx="1216">
                  <c:v>6.89473801953</c:v>
                </c:pt>
                <c:pt idx="1217">
                  <c:v>6.89462281718</c:v>
                </c:pt>
                <c:pt idx="1218">
                  <c:v>6.89260552423</c:v>
                </c:pt>
                <c:pt idx="1219">
                  <c:v>6.89249672631</c:v>
                </c:pt>
                <c:pt idx="1220">
                  <c:v>6.89059770993</c:v>
                </c:pt>
                <c:pt idx="1221">
                  <c:v>6.89049563057</c:v>
                </c:pt>
                <c:pt idx="1222">
                  <c:v>6.88872446271</c:v>
                </c:pt>
                <c:pt idx="1223">
                  <c:v>6.88862977194</c:v>
                </c:pt>
                <c:pt idx="1224">
                  <c:v>6.88699827948</c:v>
                </c:pt>
                <c:pt idx="1225">
                  <c:v>6.88691175682</c:v>
                </c:pt>
                <c:pt idx="1226">
                  <c:v>6.88542802836</c:v>
                </c:pt>
                <c:pt idx="1227">
                  <c:v>6.88534976543</c:v>
                </c:pt>
                <c:pt idx="1228">
                  <c:v>6.88401455703</c:v>
                </c:pt>
                <c:pt idx="1229">
                  <c:v>6.88394456891</c:v>
                </c:pt>
                <c:pt idx="1230">
                  <c:v>6.88276502085</c:v>
                </c:pt>
                <c:pt idx="1231">
                  <c:v>6.88270394199</c:v>
                </c:pt>
                <c:pt idx="1232">
                  <c:v>6.88168865208</c:v>
                </c:pt>
                <c:pt idx="1233">
                  <c:v>6.88163696742</c:v>
                </c:pt>
                <c:pt idx="1234">
                  <c:v>6.88079116145</c:v>
                </c:pt>
                <c:pt idx="1235">
                  <c:v>6.88074895854</c:v>
                </c:pt>
                <c:pt idx="1236">
                  <c:v>6.88007336538</c:v>
                </c:pt>
                <c:pt idx="1237">
                  <c:v>6.88004045569</c:v>
                </c:pt>
                <c:pt idx="1238">
                  <c:v>6.87953454293</c:v>
                </c:pt>
                <c:pt idx="1239">
                  <c:v>6.87951125471</c:v>
                </c:pt>
                <c:pt idx="1240">
                  <c:v>6.87918268688</c:v>
                </c:pt>
                <c:pt idx="1241">
                  <c:v>6.87916950412</c:v>
                </c:pt>
                <c:pt idx="1242">
                  <c:v>6.87902079166</c:v>
                </c:pt>
                <c:pt idx="1243">
                  <c:v>6.87901747748</c:v>
                </c:pt>
                <c:pt idx="1244">
                  <c:v>6.87900835889</c:v>
                </c:pt>
                <c:pt idx="1245">
                  <c:v>6.87902109207</c:v>
                </c:pt>
                <c:pt idx="1246">
                  <c:v>6.87904572075</c:v>
                </c:pt>
                <c:pt idx="1247">
                  <c:v>6.87905210795</c:v>
                </c:pt>
                <c:pt idx="1248">
                  <c:v>6.87925449632</c:v>
                </c:pt>
                <c:pt idx="1249">
                  <c:v>6.87927054388</c:v>
                </c:pt>
                <c:pt idx="1250">
                  <c:v>6.87964719974</c:v>
                </c:pt>
                <c:pt idx="1251">
                  <c:v>6.87967311758</c:v>
                </c:pt>
                <c:pt idx="1252">
                  <c:v>6.88022708175</c:v>
                </c:pt>
                <c:pt idx="1253">
                  <c:v>6.88026272858</c:v>
                </c:pt>
                <c:pt idx="1254">
                  <c:v>6.88098865962</c:v>
                </c:pt>
                <c:pt idx="1255">
                  <c:v>6.8810335143</c:v>
                </c:pt>
                <c:pt idx="1256">
                  <c:v>6.88192351731</c:v>
                </c:pt>
                <c:pt idx="1257">
                  <c:v>6.88197751292</c:v>
                </c:pt>
                <c:pt idx="1258">
                  <c:v>6.88302948655</c:v>
                </c:pt>
                <c:pt idx="1259">
                  <c:v>6.88309245356</c:v>
                </c:pt>
                <c:pt idx="1260">
                  <c:v>6.88430484739</c:v>
                </c:pt>
                <c:pt idx="1261">
                  <c:v>6.88437656141</c:v>
                </c:pt>
                <c:pt idx="1262">
                  <c:v>6.88574384055</c:v>
                </c:pt>
                <c:pt idx="1263">
                  <c:v>6.88582384897</c:v>
                </c:pt>
                <c:pt idx="1264">
                  <c:v>6.88733492158</c:v>
                </c:pt>
                <c:pt idx="1265">
                  <c:v>6.88742271322</c:v>
                </c:pt>
                <c:pt idx="1266">
                  <c:v>6.88906996491</c:v>
                </c:pt>
                <c:pt idx="1267">
                  <c:v>6.88916527173</c:v>
                </c:pt>
                <c:pt idx="1268">
                  <c:v>6.8909466058</c:v>
                </c:pt>
                <c:pt idx="1269">
                  <c:v>6.89104911866</c:v>
                </c:pt>
                <c:pt idx="1270">
                  <c:v>6.89295653742</c:v>
                </c:pt>
                <c:pt idx="1271">
                  <c:v>6.89306574564</c:v>
                </c:pt>
                <c:pt idx="1272">
                  <c:v>6.89508733417</c:v>
                </c:pt>
                <c:pt idx="1273">
                  <c:v>6.89520265494</c:v>
                </c:pt>
                <c:pt idx="1274">
                  <c:v>6.89732810568</c:v>
                </c:pt>
                <c:pt idx="1275">
                  <c:v>6.897448953</c:v>
                </c:pt>
                <c:pt idx="1276">
                  <c:v>6.89967160103</c:v>
                </c:pt>
                <c:pt idx="1277">
                  <c:v>6.89979762226</c:v>
                </c:pt>
                <c:pt idx="1278">
                  <c:v>6.90211069351</c:v>
                </c:pt>
                <c:pt idx="1279">
                  <c:v>6.90224144691</c:v>
                </c:pt>
                <c:pt idx="1280">
                  <c:v>6.90463099313</c:v>
                </c:pt>
                <c:pt idx="1281">
                  <c:v>6.90476563227</c:v>
                </c:pt>
                <c:pt idx="1282">
                  <c:v>6.90721699752</c:v>
                </c:pt>
                <c:pt idx="1283">
                  <c:v>6.90735473821</c:v>
                </c:pt>
                <c:pt idx="1284">
                  <c:v>6.90985987205</c:v>
                </c:pt>
                <c:pt idx="1285">
                  <c:v>6.91000036013</c:v>
                </c:pt>
                <c:pt idx="1286">
                  <c:v>6.91255144455</c:v>
                </c:pt>
                <c:pt idx="1287">
                  <c:v>6.91269423852</c:v>
                </c:pt>
                <c:pt idx="1288">
                  <c:v>6.91527768678</c:v>
                </c:pt>
                <c:pt idx="1289">
                  <c:v>6.9154218319</c:v>
                </c:pt>
                <c:pt idx="1290">
                  <c:v>6.91802188656</c:v>
                </c:pt>
                <c:pt idx="1291">
                  <c:v>6.91816655677</c:v>
                </c:pt>
                <c:pt idx="1292">
                  <c:v>6.9207730097</c:v>
                </c:pt>
                <c:pt idx="1293">
                  <c:v>6.92091778388</c:v>
                </c:pt>
                <c:pt idx="1294">
                  <c:v>6.92352278302</c:v>
                </c:pt>
                <c:pt idx="1295">
                  <c:v>6.92366730408</c:v>
                </c:pt>
                <c:pt idx="1296">
                  <c:v>6.92625862864</c:v>
                </c:pt>
                <c:pt idx="1297">
                  <c:v>6.92640195265</c:v>
                </c:pt>
                <c:pt idx="1298">
                  <c:v>6.92896424485</c:v>
                </c:pt>
                <c:pt idx="1299">
                  <c:v>6.92910548855</c:v>
                </c:pt>
                <c:pt idx="1300">
                  <c:v>6.93162636178</c:v>
                </c:pt>
                <c:pt idx="1301">
                  <c:v>6.93176508971</c:v>
                </c:pt>
                <c:pt idx="1302">
                  <c:v>6.93423826526</c:v>
                </c:pt>
                <c:pt idx="1303">
                  <c:v>6.93437420711</c:v>
                </c:pt>
                <c:pt idx="1304">
                  <c:v>6.93678877991</c:v>
                </c:pt>
                <c:pt idx="1305">
                  <c:v>6.93692108602</c:v>
                </c:pt>
                <c:pt idx="1306">
                  <c:v>6.9392632613</c:v>
                </c:pt>
                <c:pt idx="1307">
                  <c:v>6.93939104178</c:v>
                </c:pt>
                <c:pt idx="1308">
                  <c:v>6.94164824166</c:v>
                </c:pt>
                <c:pt idx="1309">
                  <c:v>6.94177114452</c:v>
                </c:pt>
                <c:pt idx="1310">
                  <c:v>6.94393697398</c:v>
                </c:pt>
                <c:pt idx="1311">
                  <c:v>6.94405469842</c:v>
                </c:pt>
                <c:pt idx="1312">
                  <c:v>6.94612225512</c:v>
                </c:pt>
                <c:pt idx="1313">
                  <c:v>6.94623417904</c:v>
                </c:pt>
                <c:pt idx="1314">
                  <c:v>6.948191165</c:v>
                </c:pt>
                <c:pt idx="1315">
                  <c:v>6.94829650836</c:v>
                </c:pt>
                <c:pt idx="1316">
                  <c:v>6.95013135329</c:v>
                </c:pt>
                <c:pt idx="1317">
                  <c:v>6.95022976106</c:v>
                </c:pt>
                <c:pt idx="1318">
                  <c:v>6.95193644371</c:v>
                </c:pt>
                <c:pt idx="1319">
                  <c:v>6.95202771645</c:v>
                </c:pt>
                <c:pt idx="1320">
                  <c:v>6.95360294038</c:v>
                </c:pt>
                <c:pt idx="1321">
                  <c:v>6.95368667412</c:v>
                </c:pt>
                <c:pt idx="1322">
                  <c:v>6.95512220925</c:v>
                </c:pt>
                <c:pt idx="1323">
                  <c:v>6.95519778438</c:v>
                </c:pt>
                <c:pt idx="1324">
                  <c:v>6.95648264343</c:v>
                </c:pt>
                <c:pt idx="1325">
                  <c:v>6.95654977603</c:v>
                </c:pt>
                <c:pt idx="1326">
                  <c:v>6.95768080859</c:v>
                </c:pt>
                <c:pt idx="1327">
                  <c:v>6.95773939252</c:v>
                </c:pt>
                <c:pt idx="1328">
                  <c:v>6.95871507066</c:v>
                </c:pt>
                <c:pt idx="1329">
                  <c:v>6.95876488801</c:v>
                </c:pt>
                <c:pt idx="1330">
                  <c:v>6.95958115623</c:v>
                </c:pt>
                <c:pt idx="1331">
                  <c:v>6.95962189668</c:v>
                </c:pt>
                <c:pt idx="1332">
                  <c:v>6.96027166291</c:v>
                </c:pt>
                <c:pt idx="1333">
                  <c:v>6.96030307599</c:v>
                </c:pt>
                <c:pt idx="1334">
                  <c:v>6.96078282702</c:v>
                </c:pt>
                <c:pt idx="1335">
                  <c:v>6.96080484376</c:v>
                </c:pt>
                <c:pt idx="1336">
                  <c:v>6.96111749106</c:v>
                </c:pt>
                <c:pt idx="1337">
                  <c:v>6.96113020944</c:v>
                </c:pt>
                <c:pt idx="1338">
                  <c:v>6.96127605307</c:v>
                </c:pt>
                <c:pt idx="1339">
                  <c:v>6.96127940777</c:v>
                </c:pt>
                <c:pt idx="1340">
                  <c:v>6.96128465973</c:v>
                </c:pt>
                <c:pt idx="1341">
                  <c:v>6.9612890935</c:v>
                </c:pt>
                <c:pt idx="1342">
                  <c:v>6.96125396611</c:v>
                </c:pt>
                <c:pt idx="1343">
                  <c:v>6.9612478282</c:v>
                </c:pt>
                <c:pt idx="1344">
                  <c:v>6.9610502111</c:v>
                </c:pt>
                <c:pt idx="1345">
                  <c:v>6.96103452953</c:v>
                </c:pt>
                <c:pt idx="1346">
                  <c:v>6.96066937093</c:v>
                </c:pt>
                <c:pt idx="1347">
                  <c:v>6.96064449026</c:v>
                </c:pt>
                <c:pt idx="1348">
                  <c:v>6.9601167245</c:v>
                </c:pt>
                <c:pt idx="1349">
                  <c:v>6.96008287936</c:v>
                </c:pt>
                <c:pt idx="1350">
                  <c:v>6.95939250129</c:v>
                </c:pt>
                <c:pt idx="1351">
                  <c:v>6.95934967345</c:v>
                </c:pt>
                <c:pt idx="1352">
                  <c:v>6.95849671518</c:v>
                </c:pt>
                <c:pt idx="1353">
                  <c:v>6.95844491919</c:v>
                </c:pt>
                <c:pt idx="1354">
                  <c:v>6.95743630452</c:v>
                </c:pt>
                <c:pt idx="1355">
                  <c:v>6.95737606856</c:v>
                </c:pt>
                <c:pt idx="1356">
                  <c:v>6.95622072474</c:v>
                </c:pt>
                <c:pt idx="1357">
                  <c:v>6.95615256388</c:v>
                </c:pt>
                <c:pt idx="1358">
                  <c:v>6.95485391207</c:v>
                </c:pt>
                <c:pt idx="1359">
                  <c:v>6.95477785759</c:v>
                </c:pt>
                <c:pt idx="1360">
                  <c:v>6.95333864396</c:v>
                </c:pt>
                <c:pt idx="1361">
                  <c:v>6.95325491493</c:v>
                </c:pt>
                <c:pt idx="1362">
                  <c:v>6.95168362451</c:v>
                </c:pt>
                <c:pt idx="1363">
                  <c:v>6.95159280227</c:v>
                </c:pt>
                <c:pt idx="1364">
                  <c:v>6.9498998629</c:v>
                </c:pt>
                <c:pt idx="1365">
                  <c:v>6.9498026683</c:v>
                </c:pt>
                <c:pt idx="1366">
                  <c:v>6.94799684709</c:v>
                </c:pt>
                <c:pt idx="1367">
                  <c:v>6.94789350664</c:v>
                </c:pt>
                <c:pt idx="1368">
                  <c:v>6.94597847042</c:v>
                </c:pt>
                <c:pt idx="1369">
                  <c:v>6.94586913153</c:v>
                </c:pt>
                <c:pt idx="1370">
                  <c:v>6.94385331243</c:v>
                </c:pt>
                <c:pt idx="1371">
                  <c:v>6.94373873188</c:v>
                </c:pt>
                <c:pt idx="1372">
                  <c:v>6.94163557491</c:v>
                </c:pt>
                <c:pt idx="1373">
                  <c:v>6.94151659927</c:v>
                </c:pt>
                <c:pt idx="1374">
                  <c:v>6.93933705179</c:v>
                </c:pt>
                <c:pt idx="1375">
                  <c:v>6.93921402731</c:v>
                </c:pt>
                <c:pt idx="1376">
                  <c:v>6.93696543455</c:v>
                </c:pt>
                <c:pt idx="1377">
                  <c:v>6.93683864836</c:v>
                </c:pt>
                <c:pt idx="1378">
                  <c:v>6.9345288537</c:v>
                </c:pt>
                <c:pt idx="1379">
                  <c:v>6.93439910472</c:v>
                </c:pt>
                <c:pt idx="1380">
                  <c:v>6.93204372742</c:v>
                </c:pt>
                <c:pt idx="1381">
                  <c:v>6.93191194192</c:v>
                </c:pt>
                <c:pt idx="1382">
                  <c:v>6.92952400726</c:v>
                </c:pt>
                <c:pt idx="1383">
                  <c:v>6.92939062815</c:v>
                </c:pt>
                <c:pt idx="1384">
                  <c:v>6.92697847077</c:v>
                </c:pt>
                <c:pt idx="1385">
                  <c:v>6.92684388776</c:v>
                </c:pt>
                <c:pt idx="1386">
                  <c:v>6.92441650941</c:v>
                </c:pt>
                <c:pt idx="1387">
                  <c:v>6.92428141571</c:v>
                </c:pt>
                <c:pt idx="1388">
                  <c:v>6.92185140016</c:v>
                </c:pt>
                <c:pt idx="1389">
                  <c:v>6.92171670594</c:v>
                </c:pt>
                <c:pt idx="1390">
                  <c:v>6.91930021991</c:v>
                </c:pt>
                <c:pt idx="1391">
                  <c:v>6.91916654955</c:v>
                </c:pt>
                <c:pt idx="1392">
                  <c:v>6.91677284416</c:v>
                </c:pt>
                <c:pt idx="1393">
                  <c:v>6.91664054849</c:v>
                </c:pt>
                <c:pt idx="1394">
                  <c:v>6.91427677775</c:v>
                </c:pt>
                <c:pt idx="1395">
                  <c:v>6.91414654516</c:v>
                </c:pt>
                <c:pt idx="1396">
                  <c:v>6.91182540327</c:v>
                </c:pt>
                <c:pt idx="1397">
                  <c:v>6.91169794427</c:v>
                </c:pt>
                <c:pt idx="1398">
                  <c:v>6.90943322381</c:v>
                </c:pt>
                <c:pt idx="1399">
                  <c:v>6.90930919307</c:v>
                </c:pt>
                <c:pt idx="1400">
                  <c:v>6.90711239483</c:v>
                </c:pt>
                <c:pt idx="1401">
                  <c:v>6.90699228458</c:v>
                </c:pt>
                <c:pt idx="1402">
                  <c:v>6.90486898499</c:v>
                </c:pt>
                <c:pt idx="1403">
                  <c:v>6.90475323154</c:v>
                </c:pt>
                <c:pt idx="1404">
                  <c:v>6.90271251269</c:v>
                </c:pt>
                <c:pt idx="1405">
                  <c:v>6.9026017367</c:v>
                </c:pt>
                <c:pt idx="1406">
                  <c:v>6.90065805866</c:v>
                </c:pt>
                <c:pt idx="1407">
                  <c:v>6.9005529006</c:v>
                </c:pt>
                <c:pt idx="1408">
                  <c:v>6.89871512189</c:v>
                </c:pt>
                <c:pt idx="1409">
                  <c:v>6.89861606216</c:v>
                </c:pt>
                <c:pt idx="1410">
                  <c:v>6.89688960694</c:v>
                </c:pt>
                <c:pt idx="1411">
                  <c:v>6.89679692567</c:v>
                </c:pt>
                <c:pt idx="1412">
                  <c:v>6.89518759372</c:v>
                </c:pt>
                <c:pt idx="1413">
                  <c:v>6.8951016384</c:v>
                </c:pt>
                <c:pt idx="1414">
                  <c:v>6.89361987213</c:v>
                </c:pt>
                <c:pt idx="1415">
                  <c:v>6.89354125809</c:v>
                </c:pt>
                <c:pt idx="1416">
                  <c:v>6.89219682659</c:v>
                </c:pt>
                <c:pt idx="1417">
                  <c:v>6.89212601004</c:v>
                </c:pt>
                <c:pt idx="1418">
                  <c:v>6.89092170547</c:v>
                </c:pt>
                <c:pt idx="1419">
                  <c:v>6.89085876381</c:v>
                </c:pt>
                <c:pt idx="1420">
                  <c:v>6.88979699956</c:v>
                </c:pt>
                <c:pt idx="1421">
                  <c:v>6.88974209329</c:v>
                </c:pt>
                <c:pt idx="1422">
                  <c:v>6.88882983786</c:v>
                </c:pt>
                <c:pt idx="1423">
                  <c:v>6.88878339916</c:v>
                </c:pt>
                <c:pt idx="1424">
                  <c:v>6.88802791681</c:v>
                </c:pt>
                <c:pt idx="1425">
                  <c:v>6.88799039948</c:v>
                </c:pt>
                <c:pt idx="1426">
                  <c:v>6.88739373227</c:v>
                </c:pt>
                <c:pt idx="1427">
                  <c:v>6.88736498832</c:v>
                </c:pt>
                <c:pt idx="1428">
                  <c:v>6.88692533804</c:v>
                </c:pt>
                <c:pt idx="1429">
                  <c:v>6.88690528133</c:v>
                </c:pt>
                <c:pt idx="1430">
                  <c:v>6.88662582684</c:v>
                </c:pt>
                <c:pt idx="1431">
                  <c:v>6.88661479499</c:v>
                </c:pt>
                <c:pt idx="1432">
                  <c:v>6.88650022053</c:v>
                </c:pt>
                <c:pt idx="1433">
                  <c:v>6.88649851111</c:v>
                </c:pt>
                <c:pt idx="1434">
                  <c:v>6.88649614991</c:v>
                </c:pt>
                <c:pt idx="1435">
                  <c:v>6.88650756309</c:v>
                </c:pt>
                <c:pt idx="1436">
                  <c:v>6.8865490297</c:v>
                </c:pt>
                <c:pt idx="1437">
                  <c:v>6.88655636802</c:v>
                </c:pt>
                <c:pt idx="1438">
                  <c:v>6.88676759003</c:v>
                </c:pt>
                <c:pt idx="1439">
                  <c:v>6.88678365484</c:v>
                </c:pt>
                <c:pt idx="1440">
                  <c:v>6.88715343149</c:v>
                </c:pt>
                <c:pt idx="1441">
                  <c:v>6.88717836154</c:v>
                </c:pt>
                <c:pt idx="1442">
                  <c:v>6.88770888711</c:v>
                </c:pt>
                <c:pt idx="1443">
                  <c:v>6.88774287922</c:v>
                </c:pt>
                <c:pt idx="1444">
                  <c:v>6.88843244176</c:v>
                </c:pt>
                <c:pt idx="1445">
                  <c:v>6.88847510367</c:v>
                </c:pt>
                <c:pt idx="1446">
                  <c:v>6.88931737639</c:v>
                </c:pt>
                <c:pt idx="1447">
                  <c:v>6.88936823125</c:v>
                </c:pt>
                <c:pt idx="1448">
                  <c:v>6.89035688534</c:v>
                </c:pt>
                <c:pt idx="1449">
                  <c:v>6.89041583112</c:v>
                </c:pt>
                <c:pt idx="1450">
                  <c:v>6.89154968403</c:v>
                </c:pt>
                <c:pt idx="1451">
                  <c:v>6.89161673835</c:v>
                </c:pt>
                <c:pt idx="1452">
                  <c:v>6.89289269525</c:v>
                </c:pt>
                <c:pt idx="1453">
                  <c:v>6.89296738382</c:v>
                </c:pt>
                <c:pt idx="1454">
                  <c:v>6.89437673064</c:v>
                </c:pt>
                <c:pt idx="1455">
                  <c:v>6.8944584968</c:v>
                </c:pt>
                <c:pt idx="1456">
                  <c:v>6.89599219627</c:v>
                </c:pt>
                <c:pt idx="1457">
                  <c:v>6.89608072062</c:v>
                </c:pt>
                <c:pt idx="1458">
                  <c:v>6.89773278295</c:v>
                </c:pt>
                <c:pt idx="1459">
                  <c:v>6.89782789163</c:v>
                </c:pt>
                <c:pt idx="1460">
                  <c:v>6.89959606805</c:v>
                </c:pt>
                <c:pt idx="1461">
                  <c:v>6.8996973601</c:v>
                </c:pt>
                <c:pt idx="1462">
                  <c:v>6.90157163584</c:v>
                </c:pt>
                <c:pt idx="1463">
                  <c:v>6.90167838872</c:v>
                </c:pt>
                <c:pt idx="1464">
                  <c:v>6.90364604857</c:v>
                </c:pt>
                <c:pt idx="1465">
                  <c:v>6.90375786976</c:v>
                </c:pt>
                <c:pt idx="1466">
                  <c:v>6.90581225318</c:v>
                </c:pt>
                <c:pt idx="1467">
                  <c:v>6.9059287193</c:v>
                </c:pt>
                <c:pt idx="1468">
                  <c:v>6.90806301204</c:v>
                </c:pt>
                <c:pt idx="1469">
                  <c:v>6.90818364304</c:v>
                </c:pt>
                <c:pt idx="1470">
                  <c:v>6.91038918277</c:v>
                </c:pt>
                <c:pt idx="1471">
                  <c:v>6.91051337074</c:v>
                </c:pt>
                <c:pt idx="1472">
                  <c:v>6.9127756301</c:v>
                </c:pt>
                <c:pt idx="1473">
                  <c:v>6.91290265763</c:v>
                </c:pt>
                <c:pt idx="1474">
                  <c:v>6.91521042271</c:v>
                </c:pt>
                <c:pt idx="1475">
                  <c:v>6.91533984638</c:v>
                </c:pt>
                <c:pt idx="1476">
                  <c:v>6.91768687996</c:v>
                </c:pt>
                <c:pt idx="1477">
                  <c:v>6.91781812865</c:v>
                </c:pt>
                <c:pt idx="1478">
                  <c:v>6.9201947182</c:v>
                </c:pt>
                <c:pt idx="1479">
                  <c:v>6.92032731776</c:v>
                </c:pt>
                <c:pt idx="1480">
                  <c:v>6.92271961514</c:v>
                </c:pt>
                <c:pt idx="1481">
                  <c:v>6.92285273256</c:v>
                </c:pt>
                <c:pt idx="1482">
                  <c:v>6.92524734234</c:v>
                </c:pt>
                <c:pt idx="1483">
                  <c:v>6.92538030116</c:v>
                </c:pt>
                <c:pt idx="1484">
                  <c:v>6.92777013969</c:v>
                </c:pt>
                <c:pt idx="1485">
                  <c:v>6.92790258804</c:v>
                </c:pt>
                <c:pt idx="1486">
                  <c:v>6.93027916773</c:v>
                </c:pt>
                <c:pt idx="1487">
                  <c:v>6.93041056954</c:v>
                </c:pt>
                <c:pt idx="1488">
                  <c:v>6.9327607663</c:v>
                </c:pt>
                <c:pt idx="1489">
                  <c:v>6.93289038386</c:v>
                </c:pt>
                <c:pt idx="1490">
                  <c:v>6.93520085713</c:v>
                </c:pt>
                <c:pt idx="1491">
                  <c:v>6.9353278954</c:v>
                </c:pt>
                <c:pt idx="1492">
                  <c:v>6.93758983014</c:v>
                </c:pt>
                <c:pt idx="1493">
                  <c:v>6.93771400837</c:v>
                </c:pt>
                <c:pt idx="1494">
                  <c:v>6.93992204615</c:v>
                </c:pt>
                <c:pt idx="1495">
                  <c:v>6.94004303378</c:v>
                </c:pt>
                <c:pt idx="1496">
                  <c:v>6.94218492894</c:v>
                </c:pt>
                <c:pt idx="1497">
                  <c:v>6.94230187899</c:v>
                </c:pt>
                <c:pt idx="1498">
                  <c:v>6.94436474482</c:v>
                </c:pt>
                <c:pt idx="1499">
                  <c:v>6.94447693806</c:v>
                </c:pt>
                <c:pt idx="1500">
                  <c:v>6.94645218984</c:v>
                </c:pt>
                <c:pt idx="1501">
                  <c:v>6.94655933411</c:v>
                </c:pt>
                <c:pt idx="1502">
                  <c:v>6.94844183967</c:v>
                </c:pt>
                <c:pt idx="1503">
                  <c:v>6.94854377963</c:v>
                </c:pt>
                <c:pt idx="1504">
                  <c:v>6.95032568498</c:v>
                </c:pt>
                <c:pt idx="1505">
                  <c:v>6.9504216738</c:v>
                </c:pt>
                <c:pt idx="1506">
                  <c:v>6.95209106184</c:v>
                </c:pt>
                <c:pt idx="1507">
                  <c:v>6.95218047415</c:v>
                </c:pt>
                <c:pt idx="1508">
                  <c:v>6.95372969743</c:v>
                </c:pt>
                <c:pt idx="1509">
                  <c:v>6.95381231845</c:v>
                </c:pt>
                <c:pt idx="1510">
                  <c:v>6.95523785684</c:v>
                </c:pt>
                <c:pt idx="1511">
                  <c:v>6.95531360676</c:v>
                </c:pt>
                <c:pt idx="1512">
                  <c:v>6.9566110528</c:v>
                </c:pt>
                <c:pt idx="1513">
                  <c:v>6.95667946268</c:v>
                </c:pt>
                <c:pt idx="1514">
                  <c:v>6.95784044124</c:v>
                </c:pt>
                <c:pt idx="1515">
                  <c:v>6.95790088817</c:v>
                </c:pt>
                <c:pt idx="1516">
                  <c:v>6.9589172945</c:v>
                </c:pt>
                <c:pt idx="1517">
                  <c:v>6.95896973607</c:v>
                </c:pt>
                <c:pt idx="1518">
                  <c:v>6.95984143067</c:v>
                </c:pt>
                <c:pt idx="1519">
                  <c:v>6.95988588839</c:v>
                </c:pt>
                <c:pt idx="1520">
                  <c:v>6.96061156619</c:v>
                </c:pt>
                <c:pt idx="1521">
                  <c:v>6.96064774318</c:v>
                </c:pt>
                <c:pt idx="1522">
                  <c:v>6.96122170373</c:v>
                </c:pt>
                <c:pt idx="1523">
                  <c:v>6.96124920738</c:v>
                </c:pt>
                <c:pt idx="1524">
                  <c:v>6.96166692405</c:v>
                </c:pt>
                <c:pt idx="1525">
                  <c:v>6.96168574072</c:v>
                </c:pt>
                <c:pt idx="1526">
                  <c:v>6.96194682781</c:v>
                </c:pt>
                <c:pt idx="1527">
                  <c:v>6.96195713489</c:v>
                </c:pt>
                <c:pt idx="1528">
                  <c:v>6.9620650582</c:v>
                </c:pt>
                <c:pt idx="1529">
                  <c:v>6.96206675767</c:v>
                </c:pt>
                <c:pt idx="1530">
                  <c:v>6.96206922808</c:v>
                </c:pt>
                <c:pt idx="1531">
                  <c:v>6.96202024001</c:v>
                </c:pt>
                <c:pt idx="1532">
                  <c:v>6.96201321497</c:v>
                </c:pt>
                <c:pt idx="1533">
                  <c:v>6.96180847041</c:v>
                </c:pt>
                <c:pt idx="1534">
                  <c:v>6.96179277821</c:v>
                </c:pt>
                <c:pt idx="1535">
                  <c:v>6.96143260414</c:v>
                </c:pt>
                <c:pt idx="1536">
                  <c:v>6.96140841611</c:v>
                </c:pt>
                <c:pt idx="1537">
                  <c:v>6.96089799993</c:v>
                </c:pt>
                <c:pt idx="1538">
                  <c:v>6.96086553188</c:v>
                </c:pt>
                <c:pt idx="1539">
                  <c:v>6.96020826706</c:v>
                </c:pt>
                <c:pt idx="1540">
                  <c:v>6.96016761273</c:v>
                </c:pt>
                <c:pt idx="1541">
                  <c:v>6.95936304641</c:v>
                </c:pt>
                <c:pt idx="1542">
                  <c:v>6.95931431001</c:v>
                </c:pt>
                <c:pt idx="1543">
                  <c:v>6.95836499635</c:v>
                </c:pt>
                <c:pt idx="1544">
                  <c:v>6.9583084711</c:v>
                </c:pt>
                <c:pt idx="1545">
                  <c:v>6.95722373639</c:v>
                </c:pt>
                <c:pt idx="1546">
                  <c:v>6.95715980514</c:v>
                </c:pt>
                <c:pt idx="1547">
                  <c:v>6.95594644619</c:v>
                </c:pt>
                <c:pt idx="1548">
                  <c:v>6.95587547905</c:v>
                </c:pt>
                <c:pt idx="1549">
                  <c:v>6.95453528461</c:v>
                </c:pt>
                <c:pt idx="1550">
                  <c:v>6.95445742822</c:v>
                </c:pt>
                <c:pt idx="1551">
                  <c:v>6.95299588412</c:v>
                </c:pt>
                <c:pt idx="1552">
                  <c:v>6.95291149374</c:v>
                </c:pt>
                <c:pt idx="1553">
                  <c:v>6.95133763655</c:v>
                </c:pt>
                <c:pt idx="1554">
                  <c:v>6.95124722354</c:v>
                </c:pt>
                <c:pt idx="1555">
                  <c:v>6.94957104359</c:v>
                </c:pt>
                <c:pt idx="1556">
                  <c:v>6.94947521078</c:v>
                </c:pt>
                <c:pt idx="1557">
                  <c:v>6.94770267705</c:v>
                </c:pt>
                <c:pt idx="1558">
                  <c:v>6.94760164366</c:v>
                </c:pt>
                <c:pt idx="1559">
                  <c:v>6.94573696953</c:v>
                </c:pt>
                <c:pt idx="1560">
                  <c:v>6.94563100115</c:v>
                </c:pt>
                <c:pt idx="1561">
                  <c:v>6.94368552843</c:v>
                </c:pt>
                <c:pt idx="1562">
                  <c:v>6.94357538311</c:v>
                </c:pt>
                <c:pt idx="1563">
                  <c:v>6.94156157592</c:v>
                </c:pt>
                <c:pt idx="1564">
                  <c:v>6.94144798669</c:v>
                </c:pt>
                <c:pt idx="1565">
                  <c:v>6.93937418297</c:v>
                </c:pt>
                <c:pt idx="1566">
                  <c:v>6.93925748192</c:v>
                </c:pt>
                <c:pt idx="1567">
                  <c:v>6.93713020854</c:v>
                </c:pt>
                <c:pt idx="1568">
                  <c:v>6.93701068531</c:v>
                </c:pt>
                <c:pt idx="1569">
                  <c:v>6.93484033505</c:v>
                </c:pt>
                <c:pt idx="1570">
                  <c:v>6.93471878602</c:v>
                </c:pt>
                <c:pt idx="1571">
                  <c:v>6.93251973824</c:v>
                </c:pt>
                <c:pt idx="1572">
                  <c:v>6.93239704004</c:v>
                </c:pt>
                <c:pt idx="1573">
                  <c:v>6.93017956182</c:v>
                </c:pt>
                <c:pt idx="1574">
                  <c:v>6.93005600812</c:v>
                </c:pt>
                <c:pt idx="1575">
                  <c:v>6.92782694856</c:v>
                </c:pt>
                <c:pt idx="1576">
                  <c:v>6.92770293091</c:v>
                </c:pt>
                <c:pt idx="1577">
                  <c:v>6.92547159787</c:v>
                </c:pt>
                <c:pt idx="1578">
                  <c:v>6.92534778313</c:v>
                </c:pt>
                <c:pt idx="1579">
                  <c:v>6.92312858461</c:v>
                </c:pt>
                <c:pt idx="1580">
                  <c:v>6.92300595493</c:v>
                </c:pt>
                <c:pt idx="1581">
                  <c:v>6.92081103511</c:v>
                </c:pt>
                <c:pt idx="1582">
                  <c:v>6.92068993388</c:v>
                </c:pt>
                <c:pt idx="1583">
                  <c:v>6.91852592489</c:v>
                </c:pt>
                <c:pt idx="1584">
                  <c:v>6.91840664505</c:v>
                </c:pt>
                <c:pt idx="1585">
                  <c:v>6.916281709</c:v>
                </c:pt>
                <c:pt idx="1586">
                  <c:v>6.91616498809</c:v>
                </c:pt>
                <c:pt idx="1587">
                  <c:v>6.91409239092</c:v>
                </c:pt>
                <c:pt idx="1588">
                  <c:v>6.91397899466</c:v>
                </c:pt>
                <c:pt idx="1589">
                  <c:v>6.91197030156</c:v>
                </c:pt>
                <c:pt idx="1590">
                  <c:v>6.91186065674</c:v>
                </c:pt>
                <c:pt idx="1591">
                  <c:v>6.90992360312</c:v>
                </c:pt>
                <c:pt idx="1592">
                  <c:v>6.90981800081</c:v>
                </c:pt>
                <c:pt idx="1593">
                  <c:v>6.90795757653</c:v>
                </c:pt>
                <c:pt idx="1594">
                  <c:v>6.90785656056</c:v>
                </c:pt>
                <c:pt idx="1595">
                  <c:v>6.90608367233</c:v>
                </c:pt>
                <c:pt idx="1596">
                  <c:v>6.90598791351</c:v>
                </c:pt>
                <c:pt idx="1597">
                  <c:v>6.90431402423</c:v>
                </c:pt>
                <c:pt idx="1598">
                  <c:v>6.90422391996</c:v>
                </c:pt>
                <c:pt idx="1599">
                  <c:v>6.90265572786</c:v>
                </c:pt>
                <c:pt idx="1600">
                  <c:v>6.9025715211</c:v>
                </c:pt>
                <c:pt idx="1601">
                  <c:v>6.90111204676</c:v>
                </c:pt>
                <c:pt idx="1602">
                  <c:v>6.90103416819</c:v>
                </c:pt>
                <c:pt idx="1603">
                  <c:v>6.89969102697</c:v>
                </c:pt>
                <c:pt idx="1604">
                  <c:v>6.8996198689</c:v>
                </c:pt>
                <c:pt idx="1605">
                  <c:v>6.89840245864</c:v>
                </c:pt>
                <c:pt idx="1606">
                  <c:v>6.89833844461</c:v>
                </c:pt>
                <c:pt idx="1607">
                  <c:v>6.89725287538</c:v>
                </c:pt>
                <c:pt idx="1608">
                  <c:v>6.89719618918</c:v>
                </c:pt>
                <c:pt idx="1609">
                  <c:v>6.89624344662</c:v>
                </c:pt>
                <c:pt idx="1610">
                  <c:v>6.89619428442</c:v>
                </c:pt>
                <c:pt idx="1611">
                  <c:v>6.89537749478</c:v>
                </c:pt>
                <c:pt idx="1612">
                  <c:v>6.89533605499</c:v>
                </c:pt>
                <c:pt idx="1613">
                  <c:v>6.89466230436</c:v>
                </c:pt>
                <c:pt idx="1614">
                  <c:v>6.89462892947</c:v>
                </c:pt>
                <c:pt idx="1615">
                  <c:v>6.89410292302</c:v>
                </c:pt>
                <c:pt idx="1616">
                  <c:v>6.89407777325</c:v>
                </c:pt>
                <c:pt idx="1617">
                  <c:v>6.89369839288</c:v>
                </c:pt>
                <c:pt idx="1618">
                  <c:v>6.89368139829</c:v>
                </c:pt>
                <c:pt idx="1619">
                  <c:v>6.89344777236</c:v>
                </c:pt>
                <c:pt idx="1620">
                  <c:v>6.89343891758</c:v>
                </c:pt>
                <c:pt idx="1621">
                  <c:v>6.89335502584</c:v>
                </c:pt>
                <c:pt idx="1622">
                  <c:v>6.89335452918</c:v>
                </c:pt>
                <c:pt idx="1623">
                  <c:v>6.89336403126</c:v>
                </c:pt>
                <c:pt idx="1624">
                  <c:v>6.8934230472</c:v>
                </c:pt>
                <c:pt idx="1625">
                  <c:v>6.89343105317</c:v>
                </c:pt>
                <c:pt idx="1626">
                  <c:v>6.89364906954</c:v>
                </c:pt>
                <c:pt idx="1627">
                  <c:v>6.89366529661</c:v>
                </c:pt>
                <c:pt idx="1628">
                  <c:v>6.89402855921</c:v>
                </c:pt>
                <c:pt idx="1629">
                  <c:v>6.89405274315</c:v>
                </c:pt>
                <c:pt idx="1630">
                  <c:v>6.89456110702</c:v>
                </c:pt>
                <c:pt idx="1631">
                  <c:v>6.89459337571</c:v>
                </c:pt>
                <c:pt idx="1632">
                  <c:v>6.8952478832</c:v>
                </c:pt>
                <c:pt idx="1633">
                  <c:v>6.89528824043</c:v>
                </c:pt>
                <c:pt idx="1634">
                  <c:v>6.89608432715</c:v>
                </c:pt>
                <c:pt idx="1635">
                  <c:v>6.89613240334</c:v>
                </c:pt>
                <c:pt idx="1636">
                  <c:v>6.89706324197</c:v>
                </c:pt>
                <c:pt idx="1637">
                  <c:v>6.897118518</c:v>
                </c:pt>
                <c:pt idx="1638">
                  <c:v>6.89817924838</c:v>
                </c:pt>
                <c:pt idx="1639">
                  <c:v>6.89824174783</c:v>
                </c:pt>
                <c:pt idx="1640">
                  <c:v>6.89943181903</c:v>
                </c:pt>
                <c:pt idx="1641">
                  <c:v>6.89950151425</c:v>
                </c:pt>
                <c:pt idx="1642">
                  <c:v>6.90081567472</c:v>
                </c:pt>
                <c:pt idx="1643">
                  <c:v>6.90089197302</c:v>
                </c:pt>
                <c:pt idx="1644">
                  <c:v>6.90231984517</c:v>
                </c:pt>
                <c:pt idx="1645">
                  <c:v>6.90240214331</c:v>
                </c:pt>
                <c:pt idx="1646">
                  <c:v>6.90393722872</c:v>
                </c:pt>
                <c:pt idx="1647">
                  <c:v>6.90402537975</c:v>
                </c:pt>
                <c:pt idx="1648">
                  <c:v>6.9056638863</c:v>
                </c:pt>
                <c:pt idx="1649">
                  <c:v>6.90575775638</c:v>
                </c:pt>
                <c:pt idx="1650">
                  <c:v>6.90749395286</c:v>
                </c:pt>
                <c:pt idx="1651">
                  <c:v>6.90759295679</c:v>
                </c:pt>
                <c:pt idx="1652">
                  <c:v>6.90941630532</c:v>
                </c:pt>
                <c:pt idx="1653">
                  <c:v>6.9095197392</c:v>
                </c:pt>
                <c:pt idx="1654">
                  <c:v>6.91141953338</c:v>
                </c:pt>
                <c:pt idx="1655">
                  <c:v>6.91152709351</c:v>
                </c:pt>
                <c:pt idx="1656">
                  <c:v>6.91349743575</c:v>
                </c:pt>
                <c:pt idx="1657">
                  <c:v>6.91360881727</c:v>
                </c:pt>
                <c:pt idx="1658">
                  <c:v>6.91564351049</c:v>
                </c:pt>
                <c:pt idx="1659">
                  <c:v>6.91575815166</c:v>
                </c:pt>
                <c:pt idx="1660">
                  <c:v>6.91784574069</c:v>
                </c:pt>
                <c:pt idx="1661">
                  <c:v>6.91796286205</c:v>
                </c:pt>
                <c:pt idx="1662">
                  <c:v>6.92009061255</c:v>
                </c:pt>
                <c:pt idx="1663">
                  <c:v>6.92020978824</c:v>
                </c:pt>
                <c:pt idx="1664">
                  <c:v>6.92236963466</c:v>
                </c:pt>
                <c:pt idx="1665">
                  <c:v>6.92249047592</c:v>
                </c:pt>
                <c:pt idx="1666">
                  <c:v>6.92467634356</c:v>
                </c:pt>
                <c:pt idx="1667">
                  <c:v>6.924798298</c:v>
                </c:pt>
                <c:pt idx="1668">
                  <c:v>6.92699902493</c:v>
                </c:pt>
                <c:pt idx="1669">
                  <c:v>6.92712135977</c:v>
                </c:pt>
                <c:pt idx="1670">
                  <c:v>6.92932318294</c:v>
                </c:pt>
                <c:pt idx="1671">
                  <c:v>6.92944536862</c:v>
                </c:pt>
                <c:pt idx="1672">
                  <c:v>6.93163880873</c:v>
                </c:pt>
                <c:pt idx="1673">
                  <c:v>6.93176039173</c:v>
                </c:pt>
                <c:pt idx="1674">
                  <c:v>6.93393940862</c:v>
                </c:pt>
                <c:pt idx="1675">
                  <c:v>6.93405986084</c:v>
                </c:pt>
                <c:pt idx="1676">
                  <c:v>6.9362149047</c:v>
                </c:pt>
                <c:pt idx="1677">
                  <c:v>6.93633372051</c:v>
                </c:pt>
                <c:pt idx="1678">
                  <c:v>6.93845229746</c:v>
                </c:pt>
                <c:pt idx="1679">
                  <c:v>6.93856876673</c:v>
                </c:pt>
                <c:pt idx="1680">
                  <c:v>6.94063946742</c:v>
                </c:pt>
                <c:pt idx="1681">
                  <c:v>6.94075313955</c:v>
                </c:pt>
                <c:pt idx="1682">
                  <c:v>6.94277136243</c:v>
                </c:pt>
                <c:pt idx="1683">
                  <c:v>6.94288183027</c:v>
                </c:pt>
                <c:pt idx="1684">
                  <c:v>6.94483942387</c:v>
                </c:pt>
                <c:pt idx="1685">
                  <c:v>6.94494626419</c:v>
                </c:pt>
                <c:pt idx="1686">
                  <c:v>6.94683154517</c:v>
                </c:pt>
                <c:pt idx="1687">
                  <c:v>6.94693412378</c:v>
                </c:pt>
                <c:pt idx="1688">
                  <c:v>6.94873673539</c:v>
                </c:pt>
                <c:pt idx="1689">
                  <c:v>6.94883446152</c:v>
                </c:pt>
                <c:pt idx="1690">
                  <c:v>6.9505483502</c:v>
                </c:pt>
                <c:pt idx="1691">
                  <c:v>6.95064100258</c:v>
                </c:pt>
                <c:pt idx="1692">
                  <c:v>6.95226236366</c:v>
                </c:pt>
                <c:pt idx="1693">
                  <c:v>6.95234969822</c:v>
                </c:pt>
                <c:pt idx="1694">
                  <c:v>6.95386847824</c:v>
                </c:pt>
                <c:pt idx="1695">
                  <c:v>6.95394985129</c:v>
                </c:pt>
                <c:pt idx="1696">
                  <c:v>6.95535675712</c:v>
                </c:pt>
                <c:pt idx="1697">
                  <c:v>6.95543170717</c:v>
                </c:pt>
                <c:pt idx="1698">
                  <c:v>6.95672215488</c:v>
                </c:pt>
                <c:pt idx="1699">
                  <c:v>6.95679052301</c:v>
                </c:pt>
                <c:pt idx="1700">
                  <c:v>6.95796254317</c:v>
                </c:pt>
                <c:pt idx="1701">
                  <c:v>6.95802429522</c:v>
                </c:pt>
                <c:pt idx="1702">
                  <c:v>6.95907167744</c:v>
                </c:pt>
                <c:pt idx="1703">
                  <c:v>6.95912629494</c:v>
                </c:pt>
                <c:pt idx="1704">
                  <c:v>6.95939324778</c:v>
                </c:pt>
                <c:pt idx="1705">
                  <c:v>6.95944554278</c:v>
                </c:pt>
                <c:pt idx="1706">
                  <c:v>6.95949732852</c:v>
                </c:pt>
                <c:pt idx="1707">
                  <c:v>6.9595488353</c:v>
                </c:pt>
                <c:pt idx="1708">
                  <c:v>6.95959982941</c:v>
                </c:pt>
                <c:pt idx="1709">
                  <c:v>6.96004136194</c:v>
                </c:pt>
                <c:pt idx="1710">
                  <c:v>6.96008838791</c:v>
                </c:pt>
                <c:pt idx="1711">
                  <c:v>6.96086774198</c:v>
                </c:pt>
                <c:pt idx="1712">
                  <c:v>6.96090722631</c:v>
                </c:pt>
                <c:pt idx="1713">
                  <c:v>6.96155087874</c:v>
                </c:pt>
                <c:pt idx="1714">
                  <c:v>6.96158289575</c:v>
                </c:pt>
                <c:pt idx="1715">
                  <c:v>6.96208897632</c:v>
                </c:pt>
                <c:pt idx="1716">
                  <c:v>6.9621132182</c:v>
                </c:pt>
                <c:pt idx="1717">
                  <c:v>6.96247655222</c:v>
                </c:pt>
                <c:pt idx="1718">
                  <c:v>6.96249264047</c:v>
                </c:pt>
                <c:pt idx="1719">
                  <c:v>6.96271033127</c:v>
                </c:pt>
                <c:pt idx="1720">
                  <c:v>6.9627184112</c:v>
                </c:pt>
                <c:pt idx="1721">
                  <c:v>6.96278878437</c:v>
                </c:pt>
                <c:pt idx="1722">
                  <c:v>6.9627941194</c:v>
                </c:pt>
                <c:pt idx="1723">
                  <c:v>6.96279447244</c:v>
                </c:pt>
                <c:pt idx="1724">
                  <c:v>6.96272898916</c:v>
                </c:pt>
                <c:pt idx="1725">
                  <c:v>6.96272143589</c:v>
                </c:pt>
                <c:pt idx="1726">
                  <c:v>6.96251327472</c:v>
                </c:pt>
                <c:pt idx="1727">
                  <c:v>6.96249764041</c:v>
                </c:pt>
                <c:pt idx="1728">
                  <c:v>6.96214549093</c:v>
                </c:pt>
                <c:pt idx="1729">
                  <c:v>6.96212198856</c:v>
                </c:pt>
                <c:pt idx="1730">
                  <c:v>6.9616301136</c:v>
                </c:pt>
                <c:pt idx="1731">
                  <c:v>6.96159907779</c:v>
                </c:pt>
                <c:pt idx="1732">
                  <c:v>6.96097348878</c:v>
                </c:pt>
                <c:pt idx="1733">
                  <c:v>6.96093505291</c:v>
                </c:pt>
                <c:pt idx="1734">
                  <c:v>6.96017658742</c:v>
                </c:pt>
                <c:pt idx="1735">
                  <c:v>6.96013069374</c:v>
                </c:pt>
                <c:pt idx="1736">
                  <c:v>6.95924022232</c:v>
                </c:pt>
                <c:pt idx="1737">
                  <c:v>6.95918716112</c:v>
                </c:pt>
                <c:pt idx="1738">
                  <c:v>6.9581702486</c:v>
                </c:pt>
                <c:pt idx="1739">
                  <c:v>6.95811047682</c:v>
                </c:pt>
                <c:pt idx="1740">
                  <c:v>6.95697618914</c:v>
                </c:pt>
                <c:pt idx="1741">
                  <c:v>6.95691000043</c:v>
                </c:pt>
                <c:pt idx="1742">
                  <c:v>6.95566256409</c:v>
                </c:pt>
                <c:pt idx="1743">
                  <c:v>6.95559009513</c:v>
                </c:pt>
                <c:pt idx="1744">
                  <c:v>6.95423190126</c:v>
                </c:pt>
                <c:pt idx="1745">
                  <c:v>6.95415353003</c:v>
                </c:pt>
                <c:pt idx="1746">
                  <c:v>6.95269174891</c:v>
                </c:pt>
                <c:pt idx="1747">
                  <c:v>6.95260788405</c:v>
                </c:pt>
                <c:pt idx="1748">
                  <c:v>6.95105223666</c:v>
                </c:pt>
                <c:pt idx="1749">
                  <c:v>6.95096332433</c:v>
                </c:pt>
                <c:pt idx="1750">
                  <c:v>6.94932204578</c:v>
                </c:pt>
                <c:pt idx="1751">
                  <c:v>6.94922853083</c:v>
                </c:pt>
                <c:pt idx="1752">
                  <c:v>6.94750560882</c:v>
                </c:pt>
                <c:pt idx="1753">
                  <c:v>6.94740776116</c:v>
                </c:pt>
                <c:pt idx="1754">
                  <c:v>6.9456097966</c:v>
                </c:pt>
                <c:pt idx="1755">
                  <c:v>6.94550808508</c:v>
                </c:pt>
                <c:pt idx="1756">
                  <c:v>6.94364758182</c:v>
                </c:pt>
                <c:pt idx="1757">
                  <c:v>6.94354263067</c:v>
                </c:pt>
                <c:pt idx="1758">
                  <c:v>6.94162968355</c:v>
                </c:pt>
                <c:pt idx="1759">
                  <c:v>6.94152205899</c:v>
                </c:pt>
                <c:pt idx="1760">
                  <c:v>6.93956295796</c:v>
                </c:pt>
                <c:pt idx="1761">
                  <c:v>6.93945302465</c:v>
                </c:pt>
                <c:pt idx="1762">
                  <c:v>6.93745510885</c:v>
                </c:pt>
                <c:pt idx="1763">
                  <c:v>6.93734325755</c:v>
                </c:pt>
                <c:pt idx="1764">
                  <c:v>6.93531845212</c:v>
                </c:pt>
                <c:pt idx="1765">
                  <c:v>6.93520538847</c:v>
                </c:pt>
                <c:pt idx="1766">
                  <c:v>6.93316580941</c:v>
                </c:pt>
                <c:pt idx="1767">
                  <c:v>6.93305225749</c:v>
                </c:pt>
                <c:pt idx="1768">
                  <c:v>6.93100571089</c:v>
                </c:pt>
                <c:pt idx="1769">
                  <c:v>6.93089197699</c:v>
                </c:pt>
                <c:pt idx="1770">
                  <c:v>6.92884469503</c:v>
                </c:pt>
                <c:pt idx="1771">
                  <c:v>6.92873113437</c:v>
                </c:pt>
                <c:pt idx="1772">
                  <c:v>6.92669434995</c:v>
                </c:pt>
                <c:pt idx="1773">
                  <c:v>6.92658170147</c:v>
                </c:pt>
                <c:pt idx="1774">
                  <c:v>6.92456838465</c:v>
                </c:pt>
                <c:pt idx="1775">
                  <c:v>6.92445739426</c:v>
                </c:pt>
                <c:pt idx="1776">
                  <c:v>6.92247608712</c:v>
                </c:pt>
                <c:pt idx="1777">
                  <c:v>6.92236705606</c:v>
                </c:pt>
                <c:pt idx="1778">
                  <c:v>6.92042363346</c:v>
                </c:pt>
                <c:pt idx="1779">
                  <c:v>6.92031682639</c:v>
                </c:pt>
                <c:pt idx="1780">
                  <c:v>6.91842064042</c:v>
                </c:pt>
                <c:pt idx="1781">
                  <c:v>6.9183168064</c:v>
                </c:pt>
                <c:pt idx="1782">
                  <c:v>6.91647981317</c:v>
                </c:pt>
                <c:pt idx="1783">
                  <c:v>6.91637964089</c:v>
                </c:pt>
                <c:pt idx="1784">
                  <c:v>6.91461116997</c:v>
                </c:pt>
                <c:pt idx="1785">
                  <c:v>6.91451498164</c:v>
                </c:pt>
                <c:pt idx="1786">
                  <c:v>6.9128200854</c:v>
                </c:pt>
                <c:pt idx="1787">
                  <c:v>6.91272797768</c:v>
                </c:pt>
                <c:pt idx="1788">
                  <c:v>6.91111236661</c:v>
                </c:pt>
                <c:pt idx="1789">
                  <c:v>6.91102502192</c:v>
                </c:pt>
                <c:pt idx="1790">
                  <c:v>6.90950042288</c:v>
                </c:pt>
                <c:pt idx="1791">
                  <c:v>6.90941847988</c:v>
                </c:pt>
                <c:pt idx="1792">
                  <c:v>6.90799299022</c:v>
                </c:pt>
                <c:pt idx="1793">
                  <c:v>6.90791664202</c:v>
                </c:pt>
                <c:pt idx="1794">
                  <c:v>6.90659352685</c:v>
                </c:pt>
                <c:pt idx="1795">
                  <c:v>6.90652288271</c:v>
                </c:pt>
                <c:pt idx="1796">
                  <c:v>6.9053072637</c:v>
                </c:pt>
                <c:pt idx="1797">
                  <c:v>6.90524280661</c:v>
                </c:pt>
                <c:pt idx="1798">
                  <c:v>6.90414086453</c:v>
                </c:pt>
                <c:pt idx="1799">
                  <c:v>6.90408305635</c:v>
                </c:pt>
                <c:pt idx="1800">
                  <c:v>6.90310354581</c:v>
                </c:pt>
                <c:pt idx="1801">
                  <c:v>6.90305260642</c:v>
                </c:pt>
                <c:pt idx="1802">
                  <c:v>6.90219783431</c:v>
                </c:pt>
                <c:pt idx="1803">
                  <c:v>6.90215373955</c:v>
                </c:pt>
                <c:pt idx="1804">
                  <c:v>6.9014239491</c:v>
                </c:pt>
                <c:pt idx="1805">
                  <c:v>6.90138696459</c:v>
                </c:pt>
                <c:pt idx="1806">
                  <c:v>6.90078727735</c:v>
                </c:pt>
                <c:pt idx="1807">
                  <c:v>6.90075774377</c:v>
                </c:pt>
                <c:pt idx="1808">
                  <c:v>6.90029366871</c:v>
                </c:pt>
                <c:pt idx="1809">
                  <c:v>6.90027167677</c:v>
                </c:pt>
                <c:pt idx="1810">
                  <c:v>6.89994474283</c:v>
                </c:pt>
                <c:pt idx="1811">
                  <c:v>6.89993029346</c:v>
                </c:pt>
                <c:pt idx="1812">
                  <c:v>6.89973838925</c:v>
                </c:pt>
                <c:pt idx="1813">
                  <c:v>6.89973148255</c:v>
                </c:pt>
                <c:pt idx="1814">
                  <c:v>6.89967430685</c:v>
                </c:pt>
                <c:pt idx="1815">
                  <c:v>6.89967453513</c:v>
                </c:pt>
                <c:pt idx="1816">
                  <c:v>6.89967525688</c:v>
                </c:pt>
                <c:pt idx="1817">
                  <c:v>6.89967973829</c:v>
                </c:pt>
                <c:pt idx="1818">
                  <c:v>6.89975770482</c:v>
                </c:pt>
                <c:pt idx="1819">
                  <c:v>6.8997661338</c:v>
                </c:pt>
                <c:pt idx="1820">
                  <c:v>6.89998757763</c:v>
                </c:pt>
                <c:pt idx="1821">
                  <c:v>6.90000361878</c:v>
                </c:pt>
                <c:pt idx="1822">
                  <c:v>6.90035932563</c:v>
                </c:pt>
                <c:pt idx="1823">
                  <c:v>6.90038278512</c:v>
                </c:pt>
                <c:pt idx="1824">
                  <c:v>6.90087003504</c:v>
                </c:pt>
                <c:pt idx="1825">
                  <c:v>6.9009008205</c:v>
                </c:pt>
                <c:pt idx="1826">
                  <c:v>6.9015207029</c:v>
                </c:pt>
                <c:pt idx="1827">
                  <c:v>6.90155874031</c:v>
                </c:pt>
                <c:pt idx="1828">
                  <c:v>6.90230908851</c:v>
                </c:pt>
                <c:pt idx="1829">
                  <c:v>6.90235431139</c:v>
                </c:pt>
                <c:pt idx="1830">
                  <c:v>6.90322990023</c:v>
                </c:pt>
                <c:pt idx="1831">
                  <c:v>6.9032819302</c:v>
                </c:pt>
                <c:pt idx="1832">
                  <c:v>6.90427564432</c:v>
                </c:pt>
                <c:pt idx="1833">
                  <c:v>6.90433408219</c:v>
                </c:pt>
                <c:pt idx="1834">
                  <c:v>6.90544360931</c:v>
                </c:pt>
                <c:pt idx="1835">
                  <c:v>6.90550840473</c:v>
                </c:pt>
                <c:pt idx="1836">
                  <c:v>6.906732132</c:v>
                </c:pt>
                <c:pt idx="1837">
                  <c:v>6.90680312349</c:v>
                </c:pt>
                <c:pt idx="1838">
                  <c:v>6.9081323166</c:v>
                </c:pt>
                <c:pt idx="1839">
                  <c:v>6.90820899526</c:v>
                </c:pt>
                <c:pt idx="1840">
                  <c:v>6.9096357876</c:v>
                </c:pt>
                <c:pt idx="1841">
                  <c:v>6.90971761617</c:v>
                </c:pt>
                <c:pt idx="1842">
                  <c:v>6.9112360511</c:v>
                </c:pt>
                <c:pt idx="1843">
                  <c:v>6.91132284159</c:v>
                </c:pt>
                <c:pt idx="1844">
                  <c:v>6.91292992519</c:v>
                </c:pt>
                <c:pt idx="1845">
                  <c:v>6.91302158488</c:v>
                </c:pt>
                <c:pt idx="1846">
                  <c:v>6.91470982753</c:v>
                </c:pt>
                <c:pt idx="1847">
                  <c:v>6.91480567249</c:v>
                </c:pt>
                <c:pt idx="1848">
                  <c:v>6.91656313375</c:v>
                </c:pt>
                <c:pt idx="1849">
                  <c:v>6.91666251047</c:v>
                </c:pt>
                <c:pt idx="1850">
                  <c:v>6.91848224766</c:v>
                </c:pt>
                <c:pt idx="1851">
                  <c:v>6.9185849367</c:v>
                </c:pt>
                <c:pt idx="1852">
                  <c:v>6.92046123861</c:v>
                </c:pt>
                <c:pt idx="1853">
                  <c:v>6.920566957</c:v>
                </c:pt>
                <c:pt idx="1854">
                  <c:v>6.92249212361</c:v>
                </c:pt>
                <c:pt idx="1855">
                  <c:v>6.92260027327</c:v>
                </c:pt>
                <c:pt idx="1856">
                  <c:v>6.92456247499</c:v>
                </c:pt>
                <c:pt idx="1857">
                  <c:v>6.9246722196</c:v>
                </c:pt>
                <c:pt idx="1858">
                  <c:v>6.92666065499</c:v>
                </c:pt>
                <c:pt idx="1859">
                  <c:v>6.92677173398</c:v>
                </c:pt>
                <c:pt idx="1860">
                  <c:v>6.92878123295</c:v>
                </c:pt>
                <c:pt idx="1861">
                  <c:v>6.92889339435</c:v>
                </c:pt>
                <c:pt idx="1862">
                  <c:v>6.93091608273</c:v>
                </c:pt>
                <c:pt idx="1863">
                  <c:v>6.93102860515</c:v>
                </c:pt>
                <c:pt idx="1864">
                  <c:v>6.93305287283</c:v>
                </c:pt>
                <c:pt idx="1865">
                  <c:v>6.93316510094</c:v>
                </c:pt>
                <c:pt idx="1866">
                  <c:v>6.93517938455</c:v>
                </c:pt>
                <c:pt idx="1867">
                  <c:v>6.93529087062</c:v>
                </c:pt>
                <c:pt idx="1868">
                  <c:v>6.93728858893</c:v>
                </c:pt>
                <c:pt idx="1869">
                  <c:v>6.93739906738</c:v>
                </c:pt>
                <c:pt idx="1870">
                  <c:v>6.93937398058</c:v>
                </c:pt>
                <c:pt idx="1871">
                  <c:v>6.93948290284</c:v>
                </c:pt>
                <c:pt idx="1872">
                  <c:v>6.94142450625</c:v>
                </c:pt>
                <c:pt idx="1873">
                  <c:v>6.94153113132</c:v>
                </c:pt>
                <c:pt idx="1874">
                  <c:v>6.94342823036</c:v>
                </c:pt>
                <c:pt idx="1875">
                  <c:v>6.94353226031</c:v>
                </c:pt>
                <c:pt idx="1876">
                  <c:v>6.94537693012</c:v>
                </c:pt>
                <c:pt idx="1877">
                  <c:v>6.94547790462</c:v>
                </c:pt>
                <c:pt idx="1878">
                  <c:v>6.94726562167</c:v>
                </c:pt>
                <c:pt idx="1879">
                  <c:v>6.94736320005</c:v>
                </c:pt>
                <c:pt idx="1880">
                  <c:v>6.94908568913</c:v>
                </c:pt>
                <c:pt idx="1881">
                  <c:v>6.94917929813</c:v>
                </c:pt>
                <c:pt idx="1882">
                  <c:v>6.95082472025</c:v>
                </c:pt>
                <c:pt idx="1883">
                  <c:v>6.95091387472</c:v>
                </c:pt>
                <c:pt idx="1884">
                  <c:v>6.95247526561</c:v>
                </c:pt>
                <c:pt idx="1885">
                  <c:v>6.9525596718</c:v>
                </c:pt>
                <c:pt idx="1886">
                  <c:v>6.95403384705</c:v>
                </c:pt>
                <c:pt idx="1887">
                  <c:v>6.95411316602</c:v>
                </c:pt>
                <c:pt idx="1888">
                  <c:v>6.95549360981</c:v>
                </c:pt>
                <c:pt idx="1889">
                  <c:v>6.95556752701</c:v>
                </c:pt>
                <c:pt idx="1890">
                  <c:v>6.95684591447</c:v>
                </c:pt>
                <c:pt idx="1891">
                  <c:v>6.95691398297</c:v>
                </c:pt>
                <c:pt idx="1892">
                  <c:v>6.95808277092</c:v>
                </c:pt>
                <c:pt idx="1893">
                  <c:v>6.95814464821</c:v>
                </c:pt>
                <c:pt idx="1894">
                  <c:v>6.95920250282</c:v>
                </c:pt>
                <c:pt idx="1895">
                  <c:v>6.95925810306</c:v>
                </c:pt>
                <c:pt idx="1896">
                  <c:v>6.96020194386</c:v>
                </c:pt>
                <c:pt idx="1897">
                  <c:v>6.96025109601</c:v>
                </c:pt>
                <c:pt idx="1898">
                  <c:v>6.96107422636</c:v>
                </c:pt>
                <c:pt idx="1899">
                  <c:v>6.96111653921</c:v>
                </c:pt>
                <c:pt idx="1900">
                  <c:v>6.96181360777</c:v>
                </c:pt>
                <c:pt idx="1901">
                  <c:v>6.96184880119</c:v>
                </c:pt>
                <c:pt idx="1902">
                  <c:v>6.9624193033</c:v>
                </c:pt>
                <c:pt idx="1903">
                  <c:v>6.96244740278</c:v>
                </c:pt>
                <c:pt idx="1904">
                  <c:v>6.96289141664</c:v>
                </c:pt>
                <c:pt idx="1905">
                  <c:v>6.96291255676</c:v>
                </c:pt>
                <c:pt idx="1906">
                  <c:v>6.96322715695</c:v>
                </c:pt>
                <c:pt idx="1907">
                  <c:v>6.96324099124</c:v>
                </c:pt>
                <c:pt idx="1908">
                  <c:v>6.96342180402</c:v>
                </c:pt>
                <c:pt idx="1909">
                  <c:v>6.96342812168</c:v>
                </c:pt>
                <c:pt idx="1910">
                  <c:v>6.96347205929</c:v>
                </c:pt>
                <c:pt idx="1911">
                  <c:v>6.96347675507</c:v>
                </c:pt>
                <c:pt idx="1912">
                  <c:v>6.96347598521</c:v>
                </c:pt>
                <c:pt idx="1913">
                  <c:v>6.9634749836</c:v>
                </c:pt>
                <c:pt idx="1914">
                  <c:v>6.96339350591</c:v>
                </c:pt>
                <c:pt idx="1915">
                  <c:v>6.96338543058</c:v>
                </c:pt>
                <c:pt idx="1916">
                  <c:v>6.96317422578</c:v>
                </c:pt>
                <c:pt idx="1917">
                  <c:v>6.96315890059</c:v>
                </c:pt>
                <c:pt idx="1918">
                  <c:v>6.96281684659</c:v>
                </c:pt>
                <c:pt idx="1919">
                  <c:v>6.96279415727</c:v>
                </c:pt>
                <c:pt idx="1920">
                  <c:v>6.96232254162</c:v>
                </c:pt>
                <c:pt idx="1921">
                  <c:v>6.96229277463</c:v>
                </c:pt>
                <c:pt idx="1922">
                  <c:v>6.96169694651</c:v>
                </c:pt>
                <c:pt idx="1923">
                  <c:v>6.96166056668</c:v>
                </c:pt>
                <c:pt idx="1924">
                  <c:v>6.96094548173</c:v>
                </c:pt>
                <c:pt idx="1925">
                  <c:v>6.96090246502</c:v>
                </c:pt>
                <c:pt idx="1926">
                  <c:v>6.96006764495</c:v>
                </c:pt>
                <c:pt idx="1927">
                  <c:v>6.96001791768</c:v>
                </c:pt>
                <c:pt idx="1928">
                  <c:v>6.95906663469</c:v>
                </c:pt>
                <c:pt idx="1929">
                  <c:v>6.95901066261</c:v>
                </c:pt>
                <c:pt idx="1930">
                  <c:v>6.95795032871</c:v>
                </c:pt>
                <c:pt idx="1931">
                  <c:v>6.95788859792</c:v>
                </c:pt>
                <c:pt idx="1932">
                  <c:v>6.9567261677</c:v>
                </c:pt>
                <c:pt idx="1933">
                  <c:v>6.95665883587</c:v>
                </c:pt>
                <c:pt idx="1934">
                  <c:v>6.95539796395</c:v>
                </c:pt>
                <c:pt idx="1935">
                  <c:v>6.95532516075</c:v>
                </c:pt>
                <c:pt idx="1936">
                  <c:v>6.95396844705</c:v>
                </c:pt>
                <c:pt idx="1937">
                  <c:v>6.95389056036</c:v>
                </c:pt>
                <c:pt idx="1938">
                  <c:v>6.95244739804</c:v>
                </c:pt>
                <c:pt idx="1939">
                  <c:v>6.95236508974</c:v>
                </c:pt>
                <c:pt idx="1940">
                  <c:v>6.95084444014</c:v>
                </c:pt>
                <c:pt idx="1941">
                  <c:v>6.95075790572</c:v>
                </c:pt>
                <c:pt idx="1942">
                  <c:v>6.94916526387</c:v>
                </c:pt>
                <c:pt idx="1943">
                  <c:v>6.94907480402</c:v>
                </c:pt>
                <c:pt idx="1944">
                  <c:v>6.94741515184</c:v>
                </c:pt>
                <c:pt idx="1945">
                  <c:v>6.94732124064</c:v>
                </c:pt>
                <c:pt idx="1946">
                  <c:v>6.94560285809</c:v>
                </c:pt>
                <c:pt idx="1947">
                  <c:v>6.94550603024</c:v>
                </c:pt>
                <c:pt idx="1948">
                  <c:v>6.94374082197</c:v>
                </c:pt>
                <c:pt idx="1949">
                  <c:v>6.9436415987</c:v>
                </c:pt>
                <c:pt idx="1950">
                  <c:v>6.94183746585</c:v>
                </c:pt>
                <c:pt idx="1951">
                  <c:v>6.94173617005</c:v>
                </c:pt>
                <c:pt idx="1952">
                  <c:v>6.93989835541</c:v>
                </c:pt>
                <c:pt idx="1953">
                  <c:v>6.9397954982</c:v>
                </c:pt>
                <c:pt idx="1954">
                  <c:v>6.93793253981</c:v>
                </c:pt>
                <c:pt idx="1955">
                  <c:v>6.93782859866</c:v>
                </c:pt>
                <c:pt idx="1956">
                  <c:v>6.93595225374</c:v>
                </c:pt>
                <c:pt idx="1957">
                  <c:v>6.93584781196</c:v>
                </c:pt>
                <c:pt idx="1958">
                  <c:v>6.93396823141</c:v>
                </c:pt>
                <c:pt idx="1959">
                  <c:v>6.93386376665</c:v>
                </c:pt>
                <c:pt idx="1960">
                  <c:v>6.93198595821</c:v>
                </c:pt>
                <c:pt idx="1961">
                  <c:v>6.93188186313</c:v>
                </c:pt>
                <c:pt idx="1962">
                  <c:v>6.93001413789</c:v>
                </c:pt>
                <c:pt idx="1963">
                  <c:v>6.92991087319</c:v>
                </c:pt>
                <c:pt idx="1964">
                  <c:v>6.9280642362</c:v>
                </c:pt>
                <c:pt idx="1965">
                  <c:v>6.92796239274</c:v>
                </c:pt>
                <c:pt idx="1966">
                  <c:v>6.92614748081</c:v>
                </c:pt>
                <c:pt idx="1967">
                  <c:v>6.92604768485</c:v>
                </c:pt>
                <c:pt idx="1968">
                  <c:v>6.92427113897</c:v>
                </c:pt>
                <c:pt idx="1969">
                  <c:v>6.92417361761</c:v>
                </c:pt>
                <c:pt idx="1970">
                  <c:v>6.92244002701</c:v>
                </c:pt>
                <c:pt idx="1971">
                  <c:v>6.92234510752</c:v>
                </c:pt>
                <c:pt idx="1972">
                  <c:v>6.92066580266</c:v>
                </c:pt>
                <c:pt idx="1973">
                  <c:v>6.92057415834</c:v>
                </c:pt>
                <c:pt idx="1974">
                  <c:v>6.91895933607</c:v>
                </c:pt>
                <c:pt idx="1975">
                  <c:v>6.91887154292</c:v>
                </c:pt>
                <c:pt idx="1976">
                  <c:v>6.91732631216</c:v>
                </c:pt>
                <c:pt idx="1977">
                  <c:v>6.91724256743</c:v>
                </c:pt>
                <c:pt idx="1978">
                  <c:v>6.91577252018</c:v>
                </c:pt>
                <c:pt idx="1979">
                  <c:v>6.91569299736</c:v>
                </c:pt>
                <c:pt idx="1980">
                  <c:v>6.91430476022</c:v>
                </c:pt>
                <c:pt idx="1981">
                  <c:v>6.91423005988</c:v>
                </c:pt>
                <c:pt idx="1982">
                  <c:v>6.91293371893</c:v>
                </c:pt>
                <c:pt idx="1983">
                  <c:v>6.91286440853</c:v>
                </c:pt>
                <c:pt idx="1984">
                  <c:v>6.9116649888</c:v>
                </c:pt>
                <c:pt idx="1985">
                  <c:v>6.91160115054</c:v>
                </c:pt>
                <c:pt idx="1986">
                  <c:v>6.91050109704</c:v>
                </c:pt>
                <c:pt idx="1987">
                  <c:v>6.91044279641</c:v>
                </c:pt>
                <c:pt idx="1988">
                  <c:v>6.90944705125</c:v>
                </c:pt>
                <c:pt idx="1989">
                  <c:v>6.90939471341</c:v>
                </c:pt>
                <c:pt idx="1990">
                  <c:v>6.90851047465</c:v>
                </c:pt>
                <c:pt idx="1991">
                  <c:v>6.90846461898</c:v>
                </c:pt>
                <c:pt idx="1992">
                  <c:v>6.90769721057</c:v>
                </c:pt>
                <c:pt idx="1993">
                  <c:v>6.90765784712</c:v>
                </c:pt>
                <c:pt idx="1994">
                  <c:v>6.90700706291</c:v>
                </c:pt>
                <c:pt idx="1995">
                  <c:v>6.90697411963</c:v>
                </c:pt>
                <c:pt idx="1996">
                  <c:v>6.90644193447</c:v>
                </c:pt>
                <c:pt idx="1997">
                  <c:v>6.90641572804</c:v>
                </c:pt>
                <c:pt idx="1998">
                  <c:v>6.90600682511</c:v>
                </c:pt>
                <c:pt idx="1999">
                  <c:v>6.90598767795</c:v>
                </c:pt>
                <c:pt idx="2000">
                  <c:v>6.90570583612</c:v>
                </c:pt>
                <c:pt idx="2001">
                  <c:v>6.90569372083</c:v>
                </c:pt>
                <c:pt idx="2002">
                  <c:v>6.90553783794</c:v>
                </c:pt>
                <c:pt idx="2003">
                  <c:v>6.9055325311</c:v>
                </c:pt>
                <c:pt idx="2004">
                  <c:v>6.90549713185</c:v>
                </c:pt>
                <c:pt idx="2005">
                  <c:v>6.90550019293</c:v>
                </c:pt>
                <c:pt idx="2006">
                  <c:v>6.90550187163</c:v>
                </c:pt>
                <c:pt idx="2007">
                  <c:v>6.90559556319</c:v>
                </c:pt>
                <c:pt idx="2008">
                  <c:v>6.90560438294</c:v>
                </c:pt>
                <c:pt idx="2009">
                  <c:v>6.9058259201</c:v>
                </c:pt>
                <c:pt idx="2010">
                  <c:v>6.90584173498</c:v>
                </c:pt>
                <c:pt idx="2011">
                  <c:v>6.90618867805</c:v>
                </c:pt>
                <c:pt idx="2012">
                  <c:v>6.90621128097</c:v>
                </c:pt>
                <c:pt idx="2013">
                  <c:v>6.90667874977</c:v>
                </c:pt>
                <c:pt idx="2014">
                  <c:v>6.90670803649</c:v>
                </c:pt>
                <c:pt idx="2015">
                  <c:v>6.90729457207</c:v>
                </c:pt>
                <c:pt idx="2016">
                  <c:v>6.90733053676</c:v>
                </c:pt>
                <c:pt idx="2017">
                  <c:v>6.9080367092</c:v>
                </c:pt>
                <c:pt idx="2018">
                  <c:v>6.90807919623</c:v>
                </c:pt>
                <c:pt idx="2019">
                  <c:v>6.90890144343</c:v>
                </c:pt>
                <c:pt idx="2020">
                  <c:v>6.90895014653</c:v>
                </c:pt>
                <c:pt idx="2021">
                  <c:v>6.90988105515</c:v>
                </c:pt>
                <c:pt idx="2022">
                  <c:v>6.90993573733</c:v>
                </c:pt>
                <c:pt idx="2023">
                  <c:v>6.91097091342</c:v>
                </c:pt>
                <c:pt idx="2024">
                  <c:v>6.91103132576</c:v>
                </c:pt>
                <c:pt idx="2025">
                  <c:v>6.91216919941</c:v>
                </c:pt>
                <c:pt idx="2026">
                  <c:v>6.91223517981</c:v>
                </c:pt>
                <c:pt idx="2027">
                  <c:v>6.91347131604</c:v>
                </c:pt>
                <c:pt idx="2028">
                  <c:v>6.91354252269</c:v>
                </c:pt>
                <c:pt idx="2029">
                  <c:v>6.9148685069</c:v>
                </c:pt>
                <c:pt idx="2030">
                  <c:v>6.91494455767</c:v>
                </c:pt>
                <c:pt idx="2031">
                  <c:v>6.91635278739</c:v>
                </c:pt>
                <c:pt idx="2032">
                  <c:v>6.91643325378</c:v>
                </c:pt>
                <c:pt idx="2033">
                  <c:v>6.91792039025</c:v>
                </c:pt>
                <c:pt idx="2034">
                  <c:v>6.91800508338</c:v>
                </c:pt>
                <c:pt idx="2035">
                  <c:v>6.91956624241</c:v>
                </c:pt>
                <c:pt idx="2036">
                  <c:v>6.91965484858</c:v>
                </c:pt>
                <c:pt idx="2037">
                  <c:v>6.92128054405</c:v>
                </c:pt>
                <c:pt idx="2038">
                  <c:v>6.92137251319</c:v>
                </c:pt>
                <c:pt idx="2039">
                  <c:v>6.92305327074</c:v>
                </c:pt>
                <c:pt idx="2040">
                  <c:v>6.92314806266</c:v>
                </c:pt>
                <c:pt idx="2041">
                  <c:v>6.92487798589</c:v>
                </c:pt>
                <c:pt idx="2042">
                  <c:v>6.92497531526</c:v>
                </c:pt>
                <c:pt idx="2043">
                  <c:v>6.92674892312</c:v>
                </c:pt>
                <c:pt idx="2044">
                  <c:v>6.92684853421</c:v>
                </c:pt>
                <c:pt idx="2045">
                  <c:v>6.92865719545</c:v>
                </c:pt>
                <c:pt idx="2046">
                  <c:v>6.92875845312</c:v>
                </c:pt>
                <c:pt idx="2047">
                  <c:v>6.93058994071</c:v>
                </c:pt>
                <c:pt idx="2048">
                  <c:v>6.93069214929</c:v>
                </c:pt>
                <c:pt idx="2049">
                  <c:v>6.93253958698</c:v>
                </c:pt>
                <c:pt idx="2050">
                  <c:v>6.93264254581</c:v>
                </c:pt>
                <c:pt idx="2051">
                  <c:v>6.93450052416</c:v>
                </c:pt>
                <c:pt idx="2052">
                  <c:v>6.93460390886</c:v>
                </c:pt>
                <c:pt idx="2053">
                  <c:v>6.93646357237</c:v>
                </c:pt>
                <c:pt idx="2054">
                  <c:v>6.93656677929</c:v>
                </c:pt>
                <c:pt idx="2055">
                  <c:v>6.9384173212</c:v>
                </c:pt>
                <c:pt idx="2056">
                  <c:v>6.93851961479</c:v>
                </c:pt>
                <c:pt idx="2057">
                  <c:v>6.94035139792</c:v>
                </c:pt>
                <c:pt idx="2058">
                  <c:v>6.94045252599</c:v>
                </c:pt>
                <c:pt idx="2059">
                  <c:v>6.94226128752</c:v>
                </c:pt>
                <c:pt idx="2060">
                  <c:v>6.94236110411</c:v>
                </c:pt>
                <c:pt idx="2061">
                  <c:v>6.94413982664</c:v>
                </c:pt>
                <c:pt idx="2062">
                  <c:v>6.94423758246</c:v>
                </c:pt>
                <c:pt idx="2063">
                  <c:v>6.9459745083</c:v>
                </c:pt>
                <c:pt idx="2064">
                  <c:v>6.94606963775</c:v>
                </c:pt>
                <c:pt idx="2065">
                  <c:v>6.94775699995</c:v>
                </c:pt>
                <c:pt idx="2066">
                  <c:v>6.94784922143</c:v>
                </c:pt>
                <c:pt idx="2067">
                  <c:v>6.949481185</c:v>
                </c:pt>
                <c:pt idx="2068">
                  <c:v>6.94957029959</c:v>
                </c:pt>
                <c:pt idx="2069">
                  <c:v>6.95114197053</c:v>
                </c:pt>
                <c:pt idx="2070">
                  <c:v>6.95122744732</c:v>
                </c:pt>
                <c:pt idx="2071">
                  <c:v>6.95272969623</c:v>
                </c:pt>
                <c:pt idx="2072">
                  <c:v>6.95281095359</c:v>
                </c:pt>
                <c:pt idx="2073">
                  <c:v>6.95423429883</c:v>
                </c:pt>
                <c:pt idx="2074">
                  <c:v>6.95431107323</c:v>
                </c:pt>
                <c:pt idx="2075">
                  <c:v>6.95565107683</c:v>
                </c:pt>
                <c:pt idx="2076">
                  <c:v>6.95572323157</c:v>
                </c:pt>
                <c:pt idx="2077">
                  <c:v>6.9569769371</c:v>
                </c:pt>
                <c:pt idx="2078">
                  <c:v>6.95704405609</c:v>
                </c:pt>
                <c:pt idx="2079">
                  <c:v>6.95820452186</c:v>
                </c:pt>
                <c:pt idx="2080">
                  <c:v>6.95826619991</c:v>
                </c:pt>
                <c:pt idx="2081">
                  <c:v>6.95932584657</c:v>
                </c:pt>
                <c:pt idx="2082">
                  <c:v>6.95938185728</c:v>
                </c:pt>
                <c:pt idx="2083">
                  <c:v>6.96033663775</c:v>
                </c:pt>
                <c:pt idx="2084">
                  <c:v>6.96038680037</c:v>
                </c:pt>
                <c:pt idx="2085">
                  <c:v>6.96123568556</c:v>
                </c:pt>
                <c:pt idx="2086">
                  <c:v>6.96127982228</c:v>
                </c:pt>
                <c:pt idx="2087">
                  <c:v>6.96201974954</c:v>
                </c:pt>
                <c:pt idx="2088">
                  <c:v>6.96205765292</c:v>
                </c:pt>
                <c:pt idx="2089">
                  <c:v>6.96268143087</c:v>
                </c:pt>
                <c:pt idx="2090">
                  <c:v>6.96271282661</c:v>
                </c:pt>
                <c:pt idx="2091">
                  <c:v>6.96321825395</c:v>
                </c:pt>
                <c:pt idx="2092">
                  <c:v>6.9632431291</c:v>
                </c:pt>
                <c:pt idx="2093">
                  <c:v>6.96363117583</c:v>
                </c:pt>
                <c:pt idx="2094">
                  <c:v>6.96364942291</c:v>
                </c:pt>
                <c:pt idx="2095">
                  <c:v>6.96391947314</c:v>
                </c:pt>
                <c:pt idx="2096">
                  <c:v>6.96393111966</c:v>
                </c:pt>
                <c:pt idx="2097">
                  <c:v>6.9640800696</c:v>
                </c:pt>
                <c:pt idx="2098">
                  <c:v>6.96408496423</c:v>
                </c:pt>
                <c:pt idx="2099">
                  <c:v>6.96411060983</c:v>
                </c:pt>
                <c:pt idx="2100">
                  <c:v>6.9641148996</c:v>
                </c:pt>
                <c:pt idx="2101">
                  <c:v>6.96411029567</c:v>
                </c:pt>
                <c:pt idx="2102">
                  <c:v>6.96410833809</c:v>
                </c:pt>
                <c:pt idx="2103">
                  <c:v>6.96401332039</c:v>
                </c:pt>
                <c:pt idx="2104">
                  <c:v>6.96400471461</c:v>
                </c:pt>
                <c:pt idx="2105">
                  <c:v>6.9637920282</c:v>
                </c:pt>
                <c:pt idx="2106">
                  <c:v>6.96377694163</c:v>
                </c:pt>
                <c:pt idx="2107">
                  <c:v>6.96344522166</c:v>
                </c:pt>
                <c:pt idx="2108">
                  <c:v>6.96342351815</c:v>
                </c:pt>
                <c:pt idx="2109">
                  <c:v>6.96297291885</c:v>
                </c:pt>
                <c:pt idx="2110">
                  <c:v>6.96294464746</c:v>
                </c:pt>
                <c:pt idx="2111">
                  <c:v>6.96237895378</c:v>
                </c:pt>
                <c:pt idx="2112">
                  <c:v>6.96234436709</c:v>
                </c:pt>
                <c:pt idx="2113">
                  <c:v>6.96166917048</c:v>
                </c:pt>
                <c:pt idx="2114">
                  <c:v>6.9616286982</c:v>
                </c:pt>
                <c:pt idx="2115">
                  <c:v>6.96084633544</c:v>
                </c:pt>
                <c:pt idx="2116">
                  <c:v>6.96079996682</c:v>
                </c:pt>
                <c:pt idx="2117">
                  <c:v>6.9599112028</c:v>
                </c:pt>
                <c:pt idx="2118">
                  <c:v>6.95985891687</c:v>
                </c:pt>
                <c:pt idx="2119">
                  <c:v>6.95886887127</c:v>
                </c:pt>
                <c:pt idx="2120">
                  <c:v>6.95881114201</c:v>
                </c:pt>
                <c:pt idx="2121">
                  <c:v>6.95772778636</c:v>
                </c:pt>
                <c:pt idx="2122">
                  <c:v>6.95766516641</c:v>
                </c:pt>
                <c:pt idx="2123">
                  <c:v>6.95649341755</c:v>
                </c:pt>
                <c:pt idx="2124">
                  <c:v>6.95642596365</c:v>
                </c:pt>
                <c:pt idx="2125">
                  <c:v>6.9551685173</c:v>
                </c:pt>
                <c:pt idx="2126">
                  <c:v>6.95509630878</c:v>
                </c:pt>
                <c:pt idx="2127">
                  <c:v>6.95375838204</c:v>
                </c:pt>
                <c:pt idx="2128">
                  <c:v>6.9536819509</c:v>
                </c:pt>
                <c:pt idx="2129">
                  <c:v>6.95227316848</c:v>
                </c:pt>
                <c:pt idx="2130">
                  <c:v>6.95219313085</c:v>
                </c:pt>
                <c:pt idx="2131">
                  <c:v>6.95072055416</c:v>
                </c:pt>
                <c:pt idx="2132">
                  <c:v>6.95063709373</c:v>
                </c:pt>
                <c:pt idx="2133">
                  <c:v>6.94910515711</c:v>
                </c:pt>
                <c:pt idx="2134">
                  <c:v>6.94901844754</c:v>
                </c:pt>
                <c:pt idx="2135">
                  <c:v>6.9474329729</c:v>
                </c:pt>
                <c:pt idx="2136">
                  <c:v>6.94734356118</c:v>
                </c:pt>
                <c:pt idx="2137">
                  <c:v>6.94571475411</c:v>
                </c:pt>
                <c:pt idx="2138">
                  <c:v>6.94562329114</c:v>
                </c:pt>
                <c:pt idx="2139">
                  <c:v>6.94396057791</c:v>
                </c:pt>
                <c:pt idx="2140">
                  <c:v>6.94386739006</c:v>
                </c:pt>
                <c:pt idx="2141">
                  <c:v>6.94217665388</c:v>
                </c:pt>
                <c:pt idx="2142">
                  <c:v>6.94208199116</c:v>
                </c:pt>
                <c:pt idx="2143">
                  <c:v>6.94036900852</c:v>
                </c:pt>
                <c:pt idx="2144">
                  <c:v>6.94027340573</c:v>
                </c:pt>
                <c:pt idx="2145">
                  <c:v>6.93854771424</c:v>
                </c:pt>
                <c:pt idx="2146">
                  <c:v>6.93845175047</c:v>
                </c:pt>
                <c:pt idx="2147">
                  <c:v>6.93672423137</c:v>
                </c:pt>
                <c:pt idx="2148">
                  <c:v>6.93662836678</c:v>
                </c:pt>
                <c:pt idx="2149">
                  <c:v>6.9349066175</c:v>
                </c:pt>
                <c:pt idx="2150">
                  <c:v>6.93481110909</c:v>
                </c:pt>
                <c:pt idx="2151">
                  <c:v>6.93309956998</c:v>
                </c:pt>
                <c:pt idx="2152">
                  <c:v>6.93300494926</c:v>
                </c:pt>
                <c:pt idx="2153">
                  <c:v>6.93131246717</c:v>
                </c:pt>
                <c:pt idx="2154">
                  <c:v>6.93121922409</c:v>
                </c:pt>
                <c:pt idx="2155">
                  <c:v>6.9295566525</c:v>
                </c:pt>
                <c:pt idx="2156">
                  <c:v>6.9294652497</c:v>
                </c:pt>
                <c:pt idx="2157">
                  <c:v>6.92784003746</c:v>
                </c:pt>
                <c:pt idx="2158">
                  <c:v>6.92775084962</c:v>
                </c:pt>
                <c:pt idx="2159">
                  <c:v>6.92616775272</c:v>
                </c:pt>
                <c:pt idx="2160">
                  <c:v>6.92608108915</c:v>
                </c:pt>
                <c:pt idx="2161">
                  <c:v>6.92454657706</c:v>
                </c:pt>
                <c:pt idx="2162">
                  <c:v>6.92446290748</c:v>
                </c:pt>
                <c:pt idx="2163">
                  <c:v>6.92298773515</c:v>
                </c:pt>
                <c:pt idx="2164">
                  <c:v>6.92290753841</c:v>
                </c:pt>
                <c:pt idx="2165">
                  <c:v>6.92149901685</c:v>
                </c:pt>
                <c:pt idx="2166">
                  <c:v>6.92142267383</c:v>
                </c:pt>
                <c:pt idx="2167">
                  <c:v>6.92008476614</c:v>
                </c:pt>
                <c:pt idx="2168">
                  <c:v>6.92001254026</c:v>
                </c:pt>
                <c:pt idx="2169">
                  <c:v>6.91875016853</c:v>
                </c:pt>
                <c:pt idx="2170">
                  <c:v>6.9186822683</c:v>
                </c:pt>
                <c:pt idx="2171">
                  <c:v>6.91750291755</c:v>
                </c:pt>
                <c:pt idx="2172">
                  <c:v>6.91743982347</c:v>
                </c:pt>
                <c:pt idx="2173">
                  <c:v>6.91635168108</c:v>
                </c:pt>
                <c:pt idx="2174">
                  <c:v>6.91629380099</c:v>
                </c:pt>
                <c:pt idx="2175">
                  <c:v>6.91529882721</c:v>
                </c:pt>
                <c:pt idx="2176">
                  <c:v>6.91524623888</c:v>
                </c:pt>
                <c:pt idx="2177">
                  <c:v>6.91434729906</c:v>
                </c:pt>
                <c:pt idx="2178">
                  <c:v>6.91430009692</c:v>
                </c:pt>
                <c:pt idx="2179">
                  <c:v>6.91350270164</c:v>
                </c:pt>
                <c:pt idx="2180">
                  <c:v>6.91346129968</c:v>
                </c:pt>
                <c:pt idx="2181">
                  <c:v>6.91277133526</c:v>
                </c:pt>
                <c:pt idx="2182">
                  <c:v>6.91273607927</c:v>
                </c:pt>
                <c:pt idx="2183">
                  <c:v>6.91215617392</c:v>
                </c:pt>
                <c:pt idx="2184">
                  <c:v>6.91212703665</c:v>
                </c:pt>
                <c:pt idx="2185">
                  <c:v>6.91165597548</c:v>
                </c:pt>
                <c:pt idx="2186">
                  <c:v>6.91163284172</c:v>
                </c:pt>
                <c:pt idx="2187">
                  <c:v>6.91127400309</c:v>
                </c:pt>
                <c:pt idx="2188">
                  <c:v>6.91125719654</c:v>
                </c:pt>
                <c:pt idx="2189">
                  <c:v>6.91101448912</c:v>
                </c:pt>
                <c:pt idx="2190">
                  <c:v>6.91100434067</c:v>
                </c:pt>
                <c:pt idx="2191">
                  <c:v>6.91087908886</c:v>
                </c:pt>
                <c:pt idx="2192">
                  <c:v>6.91087535927</c:v>
                </c:pt>
                <c:pt idx="2193">
                  <c:v>6.91085589585</c:v>
                </c:pt>
                <c:pt idx="2194">
                  <c:v>6.91086048724</c:v>
                </c:pt>
                <c:pt idx="2195">
                  <c:v>6.91086464104</c:v>
                </c:pt>
                <c:pt idx="2196">
                  <c:v>6.91086717263</c:v>
                </c:pt>
                <c:pt idx="2197">
                  <c:v>6.91097079364</c:v>
                </c:pt>
                <c:pt idx="2198">
                  <c:v>6.91097971123</c:v>
                </c:pt>
                <c:pt idx="2199">
                  <c:v>6.91119944639</c:v>
                </c:pt>
                <c:pt idx="2200">
                  <c:v>6.91121494095</c:v>
                </c:pt>
                <c:pt idx="2201">
                  <c:v>6.91155049268</c:v>
                </c:pt>
                <c:pt idx="2202">
                  <c:v>6.91157234784</c:v>
                </c:pt>
                <c:pt idx="2203">
                  <c:v>6.9120204935</c:v>
                </c:pt>
                <c:pt idx="2204">
                  <c:v>6.91204831871</c:v>
                </c:pt>
                <c:pt idx="2205">
                  <c:v>6.91260374707</c:v>
                </c:pt>
                <c:pt idx="2206">
                  <c:v>6.91263758217</c:v>
                </c:pt>
                <c:pt idx="2207">
                  <c:v>6.91330135097</c:v>
                </c:pt>
                <c:pt idx="2208">
                  <c:v>6.91334129904</c:v>
                </c:pt>
                <c:pt idx="2209">
                  <c:v>6.91411194682</c:v>
                </c:pt>
                <c:pt idx="2210">
                  <c:v>6.91415763835</c:v>
                </c:pt>
                <c:pt idx="2211">
                  <c:v>6.91502924615</c:v>
                </c:pt>
                <c:pt idx="2212">
                  <c:v>6.9150802738</c:v>
                </c:pt>
                <c:pt idx="2213">
                  <c:v>6.91604684238</c:v>
                </c:pt>
                <c:pt idx="2214">
                  <c:v>6.91610312178</c:v>
                </c:pt>
                <c:pt idx="2215">
                  <c:v>6.91716138736</c:v>
                </c:pt>
                <c:pt idx="2216">
                  <c:v>6.91722275298</c:v>
                </c:pt>
                <c:pt idx="2217">
                  <c:v>6.9183704103</c:v>
                </c:pt>
                <c:pt idx="2218">
                  <c:v>6.91843655486</c:v>
                </c:pt>
                <c:pt idx="2219">
                  <c:v>6.91966783823</c:v>
                </c:pt>
                <c:pt idx="2220">
                  <c:v>6.91973833823</c:v>
                </c:pt>
                <c:pt idx="2221">
                  <c:v>6.92104504624</c:v>
                </c:pt>
                <c:pt idx="2222">
                  <c:v>6.92111961793</c:v>
                </c:pt>
                <c:pt idx="2223">
                  <c:v>6.92249544124</c:v>
                </c:pt>
                <c:pt idx="2224">
                  <c:v>6.92257382419</c:v>
                </c:pt>
                <c:pt idx="2225">
                  <c:v>6.92401678108</c:v>
                </c:pt>
                <c:pt idx="2226">
                  <c:v>6.92409867102</c:v>
                </c:pt>
                <c:pt idx="2227">
                  <c:v>6.92560139167</c:v>
                </c:pt>
                <c:pt idx="2228">
                  <c:v>6.92568631092</c:v>
                </c:pt>
                <c:pt idx="2229">
                  <c:v>6.92723910543</c:v>
                </c:pt>
                <c:pt idx="2230">
                  <c:v>6.92732664091</c:v>
                </c:pt>
                <c:pt idx="2231">
                  <c:v>6.92892225276</c:v>
                </c:pt>
                <c:pt idx="2232">
                  <c:v>6.92901202867</c:v>
                </c:pt>
                <c:pt idx="2233">
                  <c:v>6.9306454404</c:v>
                </c:pt>
                <c:pt idx="2234">
                  <c:v>6.93073709885</c:v>
                </c:pt>
                <c:pt idx="2235">
                  <c:v>6.93240264285</c:v>
                </c:pt>
                <c:pt idx="2236">
                  <c:v>6.93249584168</c:v>
                </c:pt>
                <c:pt idx="2237">
                  <c:v>6.93418290144</c:v>
                </c:pt>
                <c:pt idx="2238">
                  <c:v>6.93427707251</c:v>
                </c:pt>
                <c:pt idx="2239">
                  <c:v>6.93597622093</c:v>
                </c:pt>
                <c:pt idx="2240">
                  <c:v>6.93607088067</c:v>
                </c:pt>
                <c:pt idx="2241">
                  <c:v>6.93777752704</c:v>
                </c:pt>
                <c:pt idx="2242">
                  <c:v>6.93787237723</c:v>
                </c:pt>
                <c:pt idx="2243">
                  <c:v>6.93957985365</c:v>
                </c:pt>
                <c:pt idx="2244">
                  <c:v>6.93967460566</c:v>
                </c:pt>
                <c:pt idx="2245">
                  <c:v>6.94137407445</c:v>
                </c:pt>
                <c:pt idx="2246">
                  <c:v>6.94146813283</c:v>
                </c:pt>
                <c:pt idx="2247">
                  <c:v>6.9431496971</c:v>
                </c:pt>
                <c:pt idx="2248">
                  <c:v>6.94324247184</c:v>
                </c:pt>
                <c:pt idx="2249">
                  <c:v>6.94489972087</c:v>
                </c:pt>
                <c:pt idx="2250">
                  <c:v>6.94499097475</c:v>
                </c:pt>
                <c:pt idx="2251">
                  <c:v>6.94661923475</c:v>
                </c:pt>
                <c:pt idx="2252">
                  <c:v>6.94670878282</c:v>
                </c:pt>
                <c:pt idx="2253">
                  <c:v>6.94829990977</c:v>
                </c:pt>
                <c:pt idx="2254">
                  <c:v>6.94838712025</c:v>
                </c:pt>
                <c:pt idx="2255">
                  <c:v>6.94993077475</c:v>
                </c:pt>
                <c:pt idx="2256">
                  <c:v>6.95001505683</c:v>
                </c:pt>
                <c:pt idx="2257">
                  <c:v>6.95150529208</c:v>
                </c:pt>
                <c:pt idx="2258">
                  <c:v>6.95158648942</c:v>
                </c:pt>
                <c:pt idx="2259">
                  <c:v>6.95301964931</c:v>
                </c:pt>
                <c:pt idx="2260">
                  <c:v>6.95309762969</c:v>
                </c:pt>
                <c:pt idx="2261">
                  <c:v>6.95446700255</c:v>
                </c:pt>
                <c:pt idx="2262">
                  <c:v>6.95454118341</c:v>
                </c:pt>
                <c:pt idx="2263">
                  <c:v>6.9558385979</c:v>
                </c:pt>
                <c:pt idx="2264">
                  <c:v>6.95590848923</c:v>
                </c:pt>
                <c:pt idx="2265">
                  <c:v>6.95712707479</c:v>
                </c:pt>
                <c:pt idx="2266">
                  <c:v>6.95719248491</c:v>
                </c:pt>
                <c:pt idx="2267">
                  <c:v>6.95832967333</c:v>
                </c:pt>
                <c:pt idx="2268">
                  <c:v>6.95839060217</c:v>
                </c:pt>
                <c:pt idx="2269">
                  <c:v>6.95944294299</c:v>
                </c:pt>
                <c:pt idx="2270">
                  <c:v>6.95949893696</c:v>
                </c:pt>
                <c:pt idx="2271">
                  <c:v>6.96045911396</c:v>
                </c:pt>
                <c:pt idx="2272">
                  <c:v>6.96050970173</c:v>
                </c:pt>
                <c:pt idx="2273">
                  <c:v>6.96137225617</c:v>
                </c:pt>
                <c:pt idx="2274">
                  <c:v>6.96141742597</c:v>
                </c:pt>
                <c:pt idx="2275">
                  <c:v>6.96218065712</c:v>
                </c:pt>
                <c:pt idx="2276">
                  <c:v>6.96222035539</c:v>
                </c:pt>
                <c:pt idx="2277">
                  <c:v>6.96288311658</c:v>
                </c:pt>
                <c:pt idx="2278">
                  <c:v>6.96291708258</c:v>
                </c:pt>
                <c:pt idx="2279">
                  <c:v>6.96347514573</c:v>
                </c:pt>
                <c:pt idx="2280">
                  <c:v>6.96350305107</c:v>
                </c:pt>
                <c:pt idx="2281">
                  <c:v>6.96395156598</c:v>
                </c:pt>
                <c:pt idx="2282">
                  <c:v>6.96397340965</c:v>
                </c:pt>
                <c:pt idx="2283">
                  <c:v>6.96431189423</c:v>
                </c:pt>
                <c:pt idx="2284">
                  <c:v>6.96432776432</c:v>
                </c:pt>
                <c:pt idx="2285">
                  <c:v>6.96455796921</c:v>
                </c:pt>
                <c:pt idx="2286">
                  <c:v>6.96456770758</c:v>
                </c:pt>
                <c:pt idx="2287">
                  <c:v>6.96468798877</c:v>
                </c:pt>
                <c:pt idx="2288">
                  <c:v>6.96469151526</c:v>
                </c:pt>
                <c:pt idx="2289">
                  <c:v>6.96470455805</c:v>
                </c:pt>
                <c:pt idx="2290">
                  <c:v>6.96470911747</c:v>
                </c:pt>
                <c:pt idx="2291">
                  <c:v>6.96469895714</c:v>
                </c:pt>
                <c:pt idx="2292">
                  <c:v>6.96469622005</c:v>
                </c:pt>
                <c:pt idx="2293">
                  <c:v>6.96459099058</c:v>
                </c:pt>
                <c:pt idx="2294">
                  <c:v>6.96458217095</c:v>
                </c:pt>
                <c:pt idx="2295">
                  <c:v>6.96436864994</c:v>
                </c:pt>
                <c:pt idx="2296">
                  <c:v>6.96435377687</c:v>
                </c:pt>
                <c:pt idx="2297">
                  <c:v>6.96403297729</c:v>
                </c:pt>
                <c:pt idx="2298">
                  <c:v>6.96401211584</c:v>
                </c:pt>
                <c:pt idx="2299">
                  <c:v>6.96358282842</c:v>
                </c:pt>
                <c:pt idx="2300">
                  <c:v>6.96355604425</c:v>
                </c:pt>
                <c:pt idx="2301">
                  <c:v>6.96302044056</c:v>
                </c:pt>
                <c:pt idx="2302">
                  <c:v>6.96298785949</c:v>
                </c:pt>
                <c:pt idx="2303">
                  <c:v>6.96235057209</c:v>
                </c:pt>
                <c:pt idx="2304">
                  <c:v>6.96231239413</c:v>
                </c:pt>
                <c:pt idx="2305">
                  <c:v>6.96157851377</c:v>
                </c:pt>
                <c:pt idx="2306">
                  <c:v>6.96153504494</c:v>
                </c:pt>
                <c:pt idx="2307">
                  <c:v>6.9607054541</c:v>
                </c:pt>
                <c:pt idx="2308">
                  <c:v>6.96065678209</c:v>
                </c:pt>
                <c:pt idx="2309">
                  <c:v>6.95973382268</c:v>
                </c:pt>
                <c:pt idx="2310">
                  <c:v>6.95968008231</c:v>
                </c:pt>
                <c:pt idx="2311">
                  <c:v>6.95867069166</c:v>
                </c:pt>
                <c:pt idx="2312">
                  <c:v>6.95861231107</c:v>
                </c:pt>
                <c:pt idx="2313">
                  <c:v>6.9575231705</c:v>
                </c:pt>
                <c:pt idx="2314">
                  <c:v>6.95746052017</c:v>
                </c:pt>
                <c:pt idx="2315">
                  <c:v>6.95629502079</c:v>
                </c:pt>
                <c:pt idx="2316">
                  <c:v>6.95622826083</c:v>
                </c:pt>
                <c:pt idx="2317">
                  <c:v>6.95498945425</c:v>
                </c:pt>
                <c:pt idx="2318">
                  <c:v>6.95491867453</c:v>
                </c:pt>
                <c:pt idx="2319">
                  <c:v>6.95361360416</c:v>
                </c:pt>
                <c:pt idx="2320">
                  <c:v>6.9535393773</c:v>
                </c:pt>
                <c:pt idx="2321">
                  <c:v>6.95217729961</c:v>
                </c:pt>
                <c:pt idx="2322">
                  <c:v>6.95210017532</c:v>
                </c:pt>
                <c:pt idx="2323">
                  <c:v>6.95068602981</c:v>
                </c:pt>
                <c:pt idx="2324">
                  <c:v>6.95060614779</c:v>
                </c:pt>
                <c:pt idx="2325">
                  <c:v>6.94914465623</c:v>
                </c:pt>
                <c:pt idx="2326">
                  <c:v>6.94906224438</c:v>
                </c:pt>
                <c:pt idx="2327">
                  <c:v>6.94756018566</c:v>
                </c:pt>
                <c:pt idx="2328">
                  <c:v>6.94747574419</c:v>
                </c:pt>
                <c:pt idx="2329">
                  <c:v>6.94594293324</c:v>
                </c:pt>
                <c:pt idx="2330">
                  <c:v>6.94585713829</c:v>
                </c:pt>
                <c:pt idx="2331">
                  <c:v>6.94430169456</c:v>
                </c:pt>
                <c:pt idx="2332">
                  <c:v>6.94421473696</c:v>
                </c:pt>
                <c:pt idx="2333">
                  <c:v>6.94264030491</c:v>
                </c:pt>
                <c:pt idx="2334">
                  <c:v>6.94255237825</c:v>
                </c:pt>
                <c:pt idx="2335">
                  <c:v>6.94096648667</c:v>
                </c:pt>
                <c:pt idx="2336">
                  <c:v>6.94087821721</c:v>
                </c:pt>
                <c:pt idx="2337">
                  <c:v>6.93929099154</c:v>
                </c:pt>
                <c:pt idx="2338">
                  <c:v>6.93920299276</c:v>
                </c:pt>
                <c:pt idx="2339">
                  <c:v>6.93762288695</c:v>
                </c:pt>
                <c:pt idx="2340">
                  <c:v>6.93753543026</c:v>
                </c:pt>
                <c:pt idx="2341">
                  <c:v>6.93596769516</c:v>
                </c:pt>
                <c:pt idx="2342">
                  <c:v>6.93588094834</c:v>
                </c:pt>
                <c:pt idx="2343">
                  <c:v>6.93433102586</c:v>
                </c:pt>
                <c:pt idx="2344">
                  <c:v>6.93424557327</c:v>
                </c:pt>
                <c:pt idx="2345">
                  <c:v>6.9327223949</c:v>
                </c:pt>
                <c:pt idx="2346">
                  <c:v>6.9326387324</c:v>
                </c:pt>
                <c:pt idx="2347">
                  <c:v>6.93115134751</c:v>
                </c:pt>
                <c:pt idx="2348">
                  <c:v>6.93106983047</c:v>
                </c:pt>
                <c:pt idx="2349">
                  <c:v>6.9296238248</c:v>
                </c:pt>
                <c:pt idx="2350">
                  <c:v>6.92954462505</c:v>
                </c:pt>
                <c:pt idx="2351">
                  <c:v>6.92814349055</c:v>
                </c:pt>
                <c:pt idx="2352">
                  <c:v>6.92806706085</c:v>
                </c:pt>
                <c:pt idx="2353">
                  <c:v>6.92671951918</c:v>
                </c:pt>
                <c:pt idx="2354">
                  <c:v>6.92664640428</c:v>
                </c:pt>
                <c:pt idx="2355">
                  <c:v>6.92536135097</c:v>
                </c:pt>
                <c:pt idx="2356">
                  <c:v>6.92529175561</c:v>
                </c:pt>
                <c:pt idx="2357">
                  <c:v>6.92407370932</c:v>
                </c:pt>
                <c:pt idx="2358">
                  <c:v>6.92400792474</c:v>
                </c:pt>
                <c:pt idx="2359">
                  <c:v>6.92286068872</c:v>
                </c:pt>
                <c:pt idx="2360">
                  <c:v>6.92279899878</c:v>
                </c:pt>
                <c:pt idx="2361">
                  <c:v>6.92172715131</c:v>
                </c:pt>
                <c:pt idx="2362">
                  <c:v>6.92166991487</c:v>
                </c:pt>
                <c:pt idx="2363">
                  <c:v>6.92068171081</c:v>
                </c:pt>
                <c:pt idx="2364">
                  <c:v>6.92062920518</c:v>
                </c:pt>
                <c:pt idx="2365">
                  <c:v>6.91972918576</c:v>
                </c:pt>
                <c:pt idx="2366">
                  <c:v>6.91968161659</c:v>
                </c:pt>
                <c:pt idx="2367">
                  <c:v>6.91887119115</c:v>
                </c:pt>
                <c:pt idx="2368">
                  <c:v>6.91882874963</c:v>
                </c:pt>
                <c:pt idx="2369">
                  <c:v>6.91811063597</c:v>
                </c:pt>
                <c:pt idx="2370">
                  <c:v>6.91807344309</c:v>
                </c:pt>
                <c:pt idx="2371">
                  <c:v>6.91745352061</c:v>
                </c:pt>
                <c:pt idx="2372">
                  <c:v>6.9174218558</c:v>
                </c:pt>
                <c:pt idx="2373">
                  <c:v>6.91690432694</c:v>
                </c:pt>
                <c:pt idx="2374">
                  <c:v>6.91687840347</c:v>
                </c:pt>
                <c:pt idx="2375">
                  <c:v>6.91646267205</c:v>
                </c:pt>
                <c:pt idx="2376">
                  <c:v>6.91644244583</c:v>
                </c:pt>
                <c:pt idx="2377">
                  <c:v>6.9161289586</c:v>
                </c:pt>
                <c:pt idx="2378">
                  <c:v>6.91611446825</c:v>
                </c:pt>
                <c:pt idx="2379">
                  <c:v>6.915906534</c:v>
                </c:pt>
                <c:pt idx="2380">
                  <c:v>6.91589792556</c:v>
                </c:pt>
                <c:pt idx="2381">
                  <c:v>6.91579847287</c:v>
                </c:pt>
                <c:pt idx="2382">
                  <c:v>6.91579594336</c:v>
                </c:pt>
                <c:pt idx="2383">
                  <c:v>6.91578692442</c:v>
                </c:pt>
                <c:pt idx="2384">
                  <c:v>6.91578982373</c:v>
                </c:pt>
                <c:pt idx="2385">
                  <c:v>6.91580338487</c:v>
                </c:pt>
                <c:pt idx="2386">
                  <c:v>6.91580676844</c:v>
                </c:pt>
                <c:pt idx="2387">
                  <c:v>6.91591859724</c:v>
                </c:pt>
                <c:pt idx="2388">
                  <c:v>6.91592769993</c:v>
                </c:pt>
                <c:pt idx="2389">
                  <c:v>6.91614469337</c:v>
                </c:pt>
                <c:pt idx="2390">
                  <c:v>6.9161596682</c:v>
                </c:pt>
                <c:pt idx="2391">
                  <c:v>6.9164830478</c:v>
                </c:pt>
                <c:pt idx="2392">
                  <c:v>6.91650396685</c:v>
                </c:pt>
                <c:pt idx="2393">
                  <c:v>6.91693164187</c:v>
                </c:pt>
                <c:pt idx="2394">
                  <c:v>6.9169582685</c:v>
                </c:pt>
                <c:pt idx="2395">
                  <c:v>6.91748546143</c:v>
                </c:pt>
                <c:pt idx="2396">
                  <c:v>6.91751741239</c:v>
                </c:pt>
                <c:pt idx="2397">
                  <c:v>6.91814134409</c:v>
                </c:pt>
                <c:pt idx="2398">
                  <c:v>6.91817866571</c:v>
                </c:pt>
                <c:pt idx="2399">
                  <c:v>6.91889994068</c:v>
                </c:pt>
                <c:pt idx="2400">
                  <c:v>6.91894271285</c:v>
                </c:pt>
                <c:pt idx="2401">
                  <c:v>6.91975748985</c:v>
                </c:pt>
                <c:pt idx="2402">
                  <c:v>6.91980527216</c:v>
                </c:pt>
                <c:pt idx="2403">
                  <c:v>6.92070760012</c:v>
                </c:pt>
                <c:pt idx="2404">
                  <c:v>6.9207599999</c:v>
                </c:pt>
                <c:pt idx="2405">
                  <c:v>6.92174507575</c:v>
                </c:pt>
                <c:pt idx="2406">
                  <c:v>6.92180202413</c:v>
                </c:pt>
                <c:pt idx="2407">
                  <c:v>6.92286719836</c:v>
                </c:pt>
                <c:pt idx="2408">
                  <c:v>6.92292863291</c:v>
                </c:pt>
                <c:pt idx="2409">
                  <c:v>6.92407116705</c:v>
                </c:pt>
                <c:pt idx="2410">
                  <c:v>6.92413666203</c:v>
                </c:pt>
                <c:pt idx="2411">
                  <c:v>6.92534848537</c:v>
                </c:pt>
                <c:pt idx="2412">
                  <c:v>6.92541752305</c:v>
                </c:pt>
                <c:pt idx="2413">
                  <c:v>6.92669175785</c:v>
                </c:pt>
                <c:pt idx="2414">
                  <c:v>6.92676419832</c:v>
                </c:pt>
                <c:pt idx="2415">
                  <c:v>6.92809726115</c:v>
                </c:pt>
                <c:pt idx="2416">
                  <c:v>6.9281729356</c:v>
                </c:pt>
                <c:pt idx="2417">
                  <c:v>6.9295606533</c:v>
                </c:pt>
                <c:pt idx="2418">
                  <c:v>6.92963913993</c:v>
                </c:pt>
                <c:pt idx="2419">
                  <c:v>6.93107367414</c:v>
                </c:pt>
                <c:pt idx="2420">
                  <c:v>6.93115442913</c:v>
                </c:pt>
                <c:pt idx="2421">
                  <c:v>6.93262655318</c:v>
                </c:pt>
                <c:pt idx="2422">
                  <c:v>6.93270930064</c:v>
                </c:pt>
                <c:pt idx="2423">
                  <c:v>6.93421388049</c:v>
                </c:pt>
                <c:pt idx="2424">
                  <c:v>6.93429836335</c:v>
                </c:pt>
                <c:pt idx="2425">
                  <c:v>6.93583089197</c:v>
                </c:pt>
                <c:pt idx="2426">
                  <c:v>6.93591664552</c:v>
                </c:pt>
                <c:pt idx="2427">
                  <c:v>6.93746961127</c:v>
                </c:pt>
                <c:pt idx="2428">
                  <c:v>6.93755622747</c:v>
                </c:pt>
                <c:pt idx="2429">
                  <c:v>6.93912017401</c:v>
                </c:pt>
                <c:pt idx="2430">
                  <c:v>6.93920724346</c:v>
                </c:pt>
                <c:pt idx="2431">
                  <c:v>6.94077474812</c:v>
                </c:pt>
                <c:pt idx="2432">
                  <c:v>6.94086191868</c:v>
                </c:pt>
                <c:pt idx="2433">
                  <c:v>6.94242918466</c:v>
                </c:pt>
                <c:pt idx="2434">
                  <c:v>6.94251611448</c:v>
                </c:pt>
                <c:pt idx="2435">
                  <c:v>6.94407673441</c:v>
                </c:pt>
                <c:pt idx="2436">
                  <c:v>6.94416298614</c:v>
                </c:pt>
                <c:pt idx="2437">
                  <c:v>6.94570601324</c:v>
                </c:pt>
                <c:pt idx="2438">
                  <c:v>6.94579114611</c:v>
                </c:pt>
                <c:pt idx="2439">
                  <c:v>6.94730986439</c:v>
                </c:pt>
                <c:pt idx="2440">
                  <c:v>6.94739352294</c:v>
                </c:pt>
                <c:pt idx="2441">
                  <c:v>6.94888341785</c:v>
                </c:pt>
                <c:pt idx="2442">
                  <c:v>6.94896524126</c:v>
                </c:pt>
                <c:pt idx="2443">
                  <c:v>6.95042064865</c:v>
                </c:pt>
                <c:pt idx="2444">
                  <c:v>6.95050037251</c:v>
                </c:pt>
                <c:pt idx="2445">
                  <c:v>6.95191312985</c:v>
                </c:pt>
                <c:pt idx="2446">
                  <c:v>6.95199031625</c:v>
                </c:pt>
                <c:pt idx="2447">
                  <c:v>6.95335213789</c:v>
                </c:pt>
                <c:pt idx="2448">
                  <c:v>6.95342629003</c:v>
                </c:pt>
                <c:pt idx="2449">
                  <c:v>6.95473302052</c:v>
                </c:pt>
                <c:pt idx="2450">
                  <c:v>6.95480398808</c:v>
                </c:pt>
                <c:pt idx="2451">
                  <c:v>6.95605188044</c:v>
                </c:pt>
                <c:pt idx="2452">
                  <c:v>6.95611943969</c:v>
                </c:pt>
                <c:pt idx="2453">
                  <c:v>6.95730164637</c:v>
                </c:pt>
                <c:pt idx="2454">
                  <c:v>6.95736541773</c:v>
                </c:pt>
                <c:pt idx="2455">
                  <c:v>6.95847448562</c:v>
                </c:pt>
                <c:pt idx="2456">
                  <c:v>6.95853396228</c:v>
                </c:pt>
                <c:pt idx="2457">
                  <c:v>6.95956576929</c:v>
                </c:pt>
                <c:pt idx="2458">
                  <c:v>6.95962086287</c:v>
                </c:pt>
                <c:pt idx="2459">
                  <c:v>6.96057376087</c:v>
                </c:pt>
                <c:pt idx="2460">
                  <c:v>6.96062448518</c:v>
                </c:pt>
                <c:pt idx="2461">
                  <c:v>6.96149405217</c:v>
                </c:pt>
                <c:pt idx="2462">
                  <c:v>6.96153994939</c:v>
                </c:pt>
                <c:pt idx="2463">
                  <c:v>6.96231912737</c:v>
                </c:pt>
                <c:pt idx="2464">
                  <c:v>6.9623598121</c:v>
                </c:pt>
                <c:pt idx="2465">
                  <c:v>6.96304651813</c:v>
                </c:pt>
                <c:pt idx="2466">
                  <c:v>6.96308203469</c:v>
                </c:pt>
                <c:pt idx="2467">
                  <c:v>6.9636750828</c:v>
                </c:pt>
                <c:pt idx="2468">
                  <c:v>6.96370545396</c:v>
                </c:pt>
                <c:pt idx="2469">
                  <c:v>6.9642031077</c:v>
                </c:pt>
                <c:pt idx="2470">
                  <c:v>6.96422809101</c:v>
                </c:pt>
                <c:pt idx="2471">
                  <c:v>6.96462609931</c:v>
                </c:pt>
                <c:pt idx="2472">
                  <c:v>6.96464530893</c:v>
                </c:pt>
                <c:pt idx="2473">
                  <c:v>6.96494055512</c:v>
                </c:pt>
                <c:pt idx="2474">
                  <c:v>6.96495410852</c:v>
                </c:pt>
                <c:pt idx="2475">
                  <c:v>6.96514897497</c:v>
                </c:pt>
                <c:pt idx="2476">
                  <c:v>6.96515709274</c:v>
                </c:pt>
                <c:pt idx="2477">
                  <c:v>6.96525156869</c:v>
                </c:pt>
                <c:pt idx="2478">
                  <c:v>6.9652539949</c:v>
                </c:pt>
                <c:pt idx="2479">
                  <c:v>6.96525607799</c:v>
                </c:pt>
                <c:pt idx="2480">
                  <c:v>6.96526245015</c:v>
                </c:pt>
                <c:pt idx="2481">
                  <c:v>6.96524609439</c:v>
                </c:pt>
                <c:pt idx="2482">
                  <c:v>6.96524274169</c:v>
                </c:pt>
                <c:pt idx="2483">
                  <c:v>6.96513131027</c:v>
                </c:pt>
                <c:pt idx="2484">
                  <c:v>6.9651222581</c:v>
                </c:pt>
                <c:pt idx="2485">
                  <c:v>6.96490936213</c:v>
                </c:pt>
                <c:pt idx="2486">
                  <c:v>6.96489487122</c:v>
                </c:pt>
                <c:pt idx="2487">
                  <c:v>6.96458447113</c:v>
                </c:pt>
                <c:pt idx="2488">
                  <c:v>6.96456454653</c:v>
                </c:pt>
                <c:pt idx="2489">
                  <c:v>6.96415639302</c:v>
                </c:pt>
                <c:pt idx="2490">
                  <c:v>6.96413090952</c:v>
                </c:pt>
                <c:pt idx="2491">
                  <c:v>6.96362485062</c:v>
                </c:pt>
                <c:pt idx="2492">
                  <c:v>6.96359408074</c:v>
                </c:pt>
                <c:pt idx="2493">
                  <c:v>6.96299409169</c:v>
                </c:pt>
                <c:pt idx="2494">
                  <c:v>6.96295828535</c:v>
                </c:pt>
                <c:pt idx="2495">
                  <c:v>6.96226902943</c:v>
                </c:pt>
                <c:pt idx="2496">
                  <c:v>6.96222834736</c:v>
                </c:pt>
                <c:pt idx="2497">
                  <c:v>6.96145404503</c:v>
                </c:pt>
                <c:pt idx="2498">
                  <c:v>6.96140862188</c:v>
                </c:pt>
                <c:pt idx="2499">
                  <c:v>6.96054918837</c:v>
                </c:pt>
                <c:pt idx="2500">
                  <c:v>6.96049919301</c:v>
                </c:pt>
                <c:pt idx="2501">
                  <c:v>6.95955956252</c:v>
                </c:pt>
                <c:pt idx="2502">
                  <c:v>6.9595053158</c:v>
                </c:pt>
                <c:pt idx="2503">
                  <c:v>6.95849258369</c:v>
                </c:pt>
                <c:pt idx="2504">
                  <c:v>6.95843433668</c:v>
                </c:pt>
                <c:pt idx="2505">
                  <c:v>6.95735351736</c:v>
                </c:pt>
                <c:pt idx="2506">
                  <c:v>6.95729160068</c:v>
                </c:pt>
                <c:pt idx="2507">
                  <c:v>6.95614557102</c:v>
                </c:pt>
                <c:pt idx="2508">
                  <c:v>6.95608019128</c:v>
                </c:pt>
                <c:pt idx="2509">
                  <c:v>6.95487293396</c:v>
                </c:pt>
                <c:pt idx="2510">
                  <c:v>6.95480433555</c:v>
                </c:pt>
                <c:pt idx="2511">
                  <c:v>6.95354434081</c:v>
                </c:pt>
                <c:pt idx="2512">
                  <c:v>6.95347299542</c:v>
                </c:pt>
                <c:pt idx="2513">
                  <c:v>6.95216744684</c:v>
                </c:pt>
                <c:pt idx="2514">
                  <c:v>6.95209369548</c:v>
                </c:pt>
                <c:pt idx="2515">
                  <c:v>6.950746391</c:v>
                </c:pt>
                <c:pt idx="2516">
                  <c:v>6.95067052674</c:v>
                </c:pt>
                <c:pt idx="2517">
                  <c:v>6.94928643114</c:v>
                </c:pt>
                <c:pt idx="2518">
                  <c:v>6.94920865156</c:v>
                </c:pt>
                <c:pt idx="2519">
                  <c:v>6.94779590339</c:v>
                </c:pt>
                <c:pt idx="2520">
                  <c:v>6.94771675394</c:v>
                </c:pt>
                <c:pt idx="2521">
                  <c:v>6.94628482031</c:v>
                </c:pt>
                <c:pt idx="2522">
                  <c:v>6.94620484144</c:v>
                </c:pt>
                <c:pt idx="2523">
                  <c:v>6.94475827953</c:v>
                </c:pt>
                <c:pt idx="2524">
                  <c:v>6.94467763</c:v>
                </c:pt>
                <c:pt idx="2525">
                  <c:v>6.94322124038</c:v>
                </c:pt>
                <c:pt idx="2526">
                  <c:v>6.94314021308</c:v>
                </c:pt>
                <c:pt idx="2527">
                  <c:v>6.94168244274</c:v>
                </c:pt>
                <c:pt idx="2528">
                  <c:v>6.94160150975</c:v>
                </c:pt>
                <c:pt idx="2529">
                  <c:v>6.94015016366</c:v>
                </c:pt>
                <c:pt idx="2530">
                  <c:v>6.9400699111</c:v>
                </c:pt>
                <c:pt idx="2531">
                  <c:v>6.93863271326</c:v>
                </c:pt>
                <c:pt idx="2532">
                  <c:v>6.93855338246</c:v>
                </c:pt>
                <c:pt idx="2533">
                  <c:v>6.93713365251</c:v>
                </c:pt>
                <c:pt idx="2534">
                  <c:v>6.93705531785</c:v>
                </c:pt>
                <c:pt idx="2535">
                  <c:v>6.93565966114</c:v>
                </c:pt>
                <c:pt idx="2536">
                  <c:v>6.93558294686</c:v>
                </c:pt>
                <c:pt idx="2537">
                  <c:v>6.93422139203</c:v>
                </c:pt>
                <c:pt idx="2538">
                  <c:v>6.93414685654</c:v>
                </c:pt>
                <c:pt idx="2539">
                  <c:v>6.93282495934</c:v>
                </c:pt>
                <c:pt idx="2540">
                  <c:v>6.93275274091</c:v>
                </c:pt>
                <c:pt idx="2541">
                  <c:v>6.93147486639</c:v>
                </c:pt>
                <c:pt idx="2542">
                  <c:v>6.93140514665</c:v>
                </c:pt>
                <c:pt idx="2543">
                  <c:v>6.93017603553</c:v>
                </c:pt>
                <c:pt idx="2544">
                  <c:v>6.93010923036</c:v>
                </c:pt>
                <c:pt idx="2545">
                  <c:v>6.9289367161</c:v>
                </c:pt>
                <c:pt idx="2546">
                  <c:v>6.92887335664</c:v>
                </c:pt>
                <c:pt idx="2547">
                  <c:v>6.92776466291</c:v>
                </c:pt>
                <c:pt idx="2548">
                  <c:v>6.92770489597</c:v>
                </c:pt>
                <c:pt idx="2549">
                  <c:v>6.92666243245</c:v>
                </c:pt>
                <c:pt idx="2550">
                  <c:v>6.92660634899</c:v>
                </c:pt>
                <c:pt idx="2551">
                  <c:v>6.92563379928</c:v>
                </c:pt>
                <c:pt idx="2552">
                  <c:v>6.92558179745</c:v>
                </c:pt>
                <c:pt idx="2553">
                  <c:v>6.92468474415</c:v>
                </c:pt>
                <c:pt idx="2554">
                  <c:v>6.92463721717</c:v>
                </c:pt>
                <c:pt idx="2555">
                  <c:v>6.92382213823</c:v>
                </c:pt>
                <c:pt idx="2556">
                  <c:v>6.92377918944</c:v>
                </c:pt>
                <c:pt idx="2557">
                  <c:v>6.92304883072</c:v>
                </c:pt>
                <c:pt idx="2558">
                  <c:v>6.92301053108</c:v>
                </c:pt>
                <c:pt idx="2559">
                  <c:v>6.92236500301</c:v>
                </c:pt>
                <c:pt idx="2560">
                  <c:v>6.92233158072</c:v>
                </c:pt>
                <c:pt idx="2561">
                  <c:v>6.92177541328</c:v>
                </c:pt>
                <c:pt idx="2562">
                  <c:v>6.92174714019</c:v>
                </c:pt>
                <c:pt idx="2563">
                  <c:v>6.92128495379</c:v>
                </c:pt>
                <c:pt idx="2564">
                  <c:v>6.92126190076</c:v>
                </c:pt>
                <c:pt idx="2565">
                  <c:v>6.92089489509</c:v>
                </c:pt>
                <c:pt idx="2566">
                  <c:v>6.92087709076</c:v>
                </c:pt>
                <c:pt idx="2567">
                  <c:v>6.92060506079</c:v>
                </c:pt>
                <c:pt idx="2568">
                  <c:v>6.92059258987</c:v>
                </c:pt>
                <c:pt idx="2569">
                  <c:v>6.92041597385</c:v>
                </c:pt>
                <c:pt idx="2570">
                  <c:v>6.92040893819</c:v>
                </c:pt>
                <c:pt idx="2571">
                  <c:v>6.92033117549</c:v>
                </c:pt>
                <c:pt idx="2572">
                  <c:v>6.92032959829</c:v>
                </c:pt>
                <c:pt idx="2573">
                  <c:v>6.92032635567</c:v>
                </c:pt>
                <c:pt idx="2574">
                  <c:v>6.92032898861</c:v>
                </c:pt>
                <c:pt idx="2575">
                  <c:v>6.92035177528</c:v>
                </c:pt>
                <c:pt idx="2576">
                  <c:v>6.9203556878</c:v>
                </c:pt>
                <c:pt idx="2577">
                  <c:v>6.9204746941</c:v>
                </c:pt>
                <c:pt idx="2578">
                  <c:v>6.92048400627</c:v>
                </c:pt>
                <c:pt idx="2579">
                  <c:v>6.92069800016</c:v>
                </c:pt>
                <c:pt idx="2580">
                  <c:v>6.92071255618</c:v>
                </c:pt>
                <c:pt idx="2581">
                  <c:v>6.92102328321</c:v>
                </c:pt>
                <c:pt idx="2582">
                  <c:v>6.92104319686</c:v>
                </c:pt>
                <c:pt idx="2583">
                  <c:v>6.92145006308</c:v>
                </c:pt>
                <c:pt idx="2584">
                  <c:v>6.92147524966</c:v>
                </c:pt>
                <c:pt idx="2585">
                  <c:v>6.92197431156</c:v>
                </c:pt>
                <c:pt idx="2586">
                  <c:v>6.92200457582</c:v>
                </c:pt>
                <c:pt idx="2587">
                  <c:v>6.92259205548</c:v>
                </c:pt>
                <c:pt idx="2588">
                  <c:v>6.92262715001</c:v>
                </c:pt>
                <c:pt idx="2589">
                  <c:v>6.92330168069</c:v>
                </c:pt>
                <c:pt idx="2590">
                  <c:v>6.92334150445</c:v>
                </c:pt>
                <c:pt idx="2591">
                  <c:v>6.92410248837</c:v>
                </c:pt>
                <c:pt idx="2592">
                  <c:v>6.92414711139</c:v>
                </c:pt>
                <c:pt idx="2593">
                  <c:v>6.92498921759</c:v>
                </c:pt>
                <c:pt idx="2594">
                  <c:v>6.92503818492</c:v>
                </c:pt>
                <c:pt idx="2595">
                  <c:v>6.92595518957</c:v>
                </c:pt>
                <c:pt idx="2596">
                  <c:v>6.92600812932</c:v>
                </c:pt>
                <c:pt idx="2597">
                  <c:v>6.92699713318</c:v>
                </c:pt>
                <c:pt idx="2598">
                  <c:v>6.9270539961</c:v>
                </c:pt>
                <c:pt idx="2599">
                  <c:v>6.9281127375</c:v>
                </c:pt>
                <c:pt idx="2600">
                  <c:v>6.92817343286</c:v>
                </c:pt>
                <c:pt idx="2601">
                  <c:v>6.92929668871</c:v>
                </c:pt>
                <c:pt idx="2602">
                  <c:v>6.92936081584</c:v>
                </c:pt>
                <c:pt idx="2603">
                  <c:v>6.93054128747</c:v>
                </c:pt>
                <c:pt idx="2604">
                  <c:v>6.9306083037</c:v>
                </c:pt>
                <c:pt idx="2605">
                  <c:v>6.93184055728</c:v>
                </c:pt>
                <c:pt idx="2606">
                  <c:v>6.93191034929</c:v>
                </c:pt>
                <c:pt idx="2607">
                  <c:v>6.93319115223</c:v>
                </c:pt>
                <c:pt idx="2608">
                  <c:v>6.93326361915</c:v>
                </c:pt>
                <c:pt idx="2609">
                  <c:v>6.93458771339</c:v>
                </c:pt>
                <c:pt idx="2610">
                  <c:v>6.93466236696</c:v>
                </c:pt>
                <c:pt idx="2611">
                  <c:v>6.93602126817</c:v>
                </c:pt>
                <c:pt idx="2612">
                  <c:v>6.9360975246</c:v>
                </c:pt>
                <c:pt idx="2613">
                  <c:v>6.93748422845</c:v>
                </c:pt>
                <c:pt idx="2614">
                  <c:v>6.93756191726</c:v>
                </c:pt>
                <c:pt idx="2615">
                  <c:v>6.93897215891</c:v>
                </c:pt>
                <c:pt idx="2616">
                  <c:v>6.9390511354</c:v>
                </c:pt>
                <c:pt idx="2617">
                  <c:v>6.94047990331</c:v>
                </c:pt>
                <c:pt idx="2618">
                  <c:v>6.9405596626</c:v>
                </c:pt>
                <c:pt idx="2619">
                  <c:v>6.94199875931</c:v>
                </c:pt>
                <c:pt idx="2620">
                  <c:v>6.94207874361</c:v>
                </c:pt>
                <c:pt idx="2621">
                  <c:v>6.94351915342</c:v>
                </c:pt>
                <c:pt idx="2622">
                  <c:v>6.94359912373</c:v>
                </c:pt>
                <c:pt idx="2623">
                  <c:v>6.94503682067</c:v>
                </c:pt>
                <c:pt idx="2624">
                  <c:v>6.94511655843</c:v>
                </c:pt>
                <c:pt idx="2625">
                  <c:v>6.94654637642</c:v>
                </c:pt>
                <c:pt idx="2626">
                  <c:v>6.94662546839</c:v>
                </c:pt>
                <c:pt idx="2627">
                  <c:v>6.94804041205</c:v>
                </c:pt>
                <c:pt idx="2628">
                  <c:v>6.94811837215</c:v>
                </c:pt>
                <c:pt idx="2629">
                  <c:v>6.94950983801</c:v>
                </c:pt>
                <c:pt idx="2630">
                  <c:v>6.94958638933</c:v>
                </c:pt>
                <c:pt idx="2631">
                  <c:v>6.95094868902</c:v>
                </c:pt>
                <c:pt idx="2632">
                  <c:v>6.95102357519</c:v>
                </c:pt>
                <c:pt idx="2633">
                  <c:v>6.95235405506</c:v>
                </c:pt>
                <c:pt idx="2634">
                  <c:v>6.95242694233</c:v>
                </c:pt>
                <c:pt idx="2635">
                  <c:v>6.95371868563</c:v>
                </c:pt>
                <c:pt idx="2636">
                  <c:v>6.95378917463</c:v>
                </c:pt>
                <c:pt idx="2637">
                  <c:v>6.95503387996</c:v>
                </c:pt>
                <c:pt idx="2638">
                  <c:v>6.95510164657</c:v>
                </c:pt>
                <c:pt idx="2639">
                  <c:v>6.95629373614</c:v>
                </c:pt>
                <c:pt idx="2640">
                  <c:v>6.95635848945</c:v>
                </c:pt>
                <c:pt idx="2641">
                  <c:v>6.95749499894</c:v>
                </c:pt>
                <c:pt idx="2642">
                  <c:v>6.95755648522</c:v>
                </c:pt>
                <c:pt idx="2643">
                  <c:v>6.95863324473</c:v>
                </c:pt>
                <c:pt idx="2644">
                  <c:v>6.95869123039</c:v>
                </c:pt>
                <c:pt idx="2645">
                  <c:v>6.95970093399</c:v>
                </c:pt>
                <c:pt idx="2646">
                  <c:v>6.95975510496</c:v>
                </c:pt>
                <c:pt idx="2647">
                  <c:v>6.96069256903</c:v>
                </c:pt>
                <c:pt idx="2648">
                  <c:v>6.96074260665</c:v>
                </c:pt>
                <c:pt idx="2649">
                  <c:v>6.96160575957</c:v>
                </c:pt>
                <c:pt idx="2650">
                  <c:v>6.96165157432</c:v>
                </c:pt>
                <c:pt idx="2651">
                  <c:v>6.96243824159</c:v>
                </c:pt>
                <c:pt idx="2652">
                  <c:v>6.96247969795</c:v>
                </c:pt>
                <c:pt idx="2653">
                  <c:v>6.96318425128</c:v>
                </c:pt>
                <c:pt idx="2654">
                  <c:v>6.96322109134</c:v>
                </c:pt>
                <c:pt idx="2655">
                  <c:v>6.96383933669</c:v>
                </c:pt>
                <c:pt idx="2656">
                  <c:v>6.96387124603</c:v>
                </c:pt>
                <c:pt idx="2657">
                  <c:v>6.96440191235</c:v>
                </c:pt>
                <c:pt idx="2658">
                  <c:v>6.96442891623</c:v>
                </c:pt>
                <c:pt idx="2659">
                  <c:v>6.96487214433</c:v>
                </c:pt>
                <c:pt idx="2660">
                  <c:v>6.9648942919</c:v>
                </c:pt>
                <c:pt idx="2661">
                  <c:v>6.96524677601</c:v>
                </c:pt>
                <c:pt idx="2662">
                  <c:v>6.96526381134</c:v>
                </c:pt>
                <c:pt idx="2663">
                  <c:v>6.96552217389</c:v>
                </c:pt>
                <c:pt idx="2664">
                  <c:v>6.9655338774</c:v>
                </c:pt>
                <c:pt idx="2665">
                  <c:v>6.96569813285</c:v>
                </c:pt>
                <c:pt idx="2666">
                  <c:v>6.96570462791</c:v>
                </c:pt>
                <c:pt idx="2667">
                  <c:v>6.9657745471</c:v>
                </c:pt>
                <c:pt idx="2668">
                  <c:v>6.96577620796</c:v>
                </c:pt>
                <c:pt idx="2669">
                  <c:v>6.96577766402</c:v>
                </c:pt>
                <c:pt idx="2670">
                  <c:v>6.96578080304</c:v>
                </c:pt>
                <c:pt idx="2671">
                  <c:v>6.96575720585</c:v>
                </c:pt>
                <c:pt idx="2672">
                  <c:v>6.96575350681</c:v>
                </c:pt>
                <c:pt idx="2673">
                  <c:v>6.96563790223</c:v>
                </c:pt>
                <c:pt idx="2674">
                  <c:v>6.96562878419</c:v>
                </c:pt>
                <c:pt idx="2675">
                  <c:v>6.96541929422</c:v>
                </c:pt>
                <c:pt idx="2676">
                  <c:v>6.96540509615</c:v>
                </c:pt>
                <c:pt idx="2677">
                  <c:v>6.96510523848</c:v>
                </c:pt>
                <c:pt idx="2678">
                  <c:v>6.96508615028</c:v>
                </c:pt>
                <c:pt idx="2679">
                  <c:v>6.96469742579</c:v>
                </c:pt>
                <c:pt idx="2680">
                  <c:v>6.96467343128</c:v>
                </c:pt>
                <c:pt idx="2681">
                  <c:v>6.96419711686</c:v>
                </c:pt>
                <c:pt idx="2682">
                  <c:v>6.96416815719</c:v>
                </c:pt>
                <c:pt idx="2683">
                  <c:v>6.96360393414</c:v>
                </c:pt>
                <c:pt idx="2684">
                  <c:v>6.96357021366</c:v>
                </c:pt>
                <c:pt idx="2685">
                  <c:v>6.9629240128</c:v>
                </c:pt>
                <c:pt idx="2686">
                  <c:v>6.96288603687</c:v>
                </c:pt>
                <c:pt idx="2687">
                  <c:v>6.96216275384</c:v>
                </c:pt>
                <c:pt idx="2688">
                  <c:v>6.9621204479</c:v>
                </c:pt>
                <c:pt idx="2689">
                  <c:v>6.96132070493</c:v>
                </c:pt>
                <c:pt idx="2690">
                  <c:v>6.96127412656</c:v>
                </c:pt>
                <c:pt idx="2691">
                  <c:v>6.96040134136</c:v>
                </c:pt>
                <c:pt idx="2692">
                  <c:v>6.96035088416</c:v>
                </c:pt>
                <c:pt idx="2693">
                  <c:v>6.9594094097</c:v>
                </c:pt>
                <c:pt idx="2694">
                  <c:v>6.95935540004</c:v>
                </c:pt>
                <c:pt idx="2695">
                  <c:v>6.95835264869</c:v>
                </c:pt>
                <c:pt idx="2696">
                  <c:v>6.95829533637</c:v>
                </c:pt>
                <c:pt idx="2697">
                  <c:v>6.95723489626</c:v>
                </c:pt>
                <c:pt idx="2698">
                  <c:v>6.95717434147</c:v>
                </c:pt>
                <c:pt idx="2699">
                  <c:v>6.95605823932</c:v>
                </c:pt>
                <c:pt idx="2700">
                  <c:v>6.95599483781</c:v>
                </c:pt>
                <c:pt idx="2701">
                  <c:v>6.95483014025</c:v>
                </c:pt>
                <c:pt idx="2702">
                  <c:v>6.95476425847</c:v>
                </c:pt>
                <c:pt idx="2703">
                  <c:v>6.95355779484</c:v>
                </c:pt>
                <c:pt idx="2704">
                  <c:v>6.95348970348</c:v>
                </c:pt>
                <c:pt idx="2705">
                  <c:v>6.95224756659</c:v>
                </c:pt>
                <c:pt idx="2706">
                  <c:v>6.95217758933</c:v>
                </c:pt>
                <c:pt idx="2707">
                  <c:v>6.95090339883</c:v>
                </c:pt>
                <c:pt idx="2708">
                  <c:v>6.95083184098</c:v>
                </c:pt>
                <c:pt idx="2709">
                  <c:v>6.94953071603</c:v>
                </c:pt>
                <c:pt idx="2710">
                  <c:v>6.94945792334</c:v>
                </c:pt>
                <c:pt idx="2711">
                  <c:v>6.94813930782</c:v>
                </c:pt>
                <c:pt idx="2712">
                  <c:v>6.94806565427</c:v>
                </c:pt>
                <c:pt idx="2713">
                  <c:v>6.94673568724</c:v>
                </c:pt>
                <c:pt idx="2714">
                  <c:v>6.94666152492</c:v>
                </c:pt>
                <c:pt idx="2715">
                  <c:v>6.94532433211</c:v>
                </c:pt>
                <c:pt idx="2716">
                  <c:v>6.94524999</c:v>
                </c:pt>
                <c:pt idx="2717">
                  <c:v>6.94391091554</c:v>
                </c:pt>
                <c:pt idx="2718">
                  <c:v>6.94383664115</c:v>
                </c:pt>
                <c:pt idx="2719">
                  <c:v>6.9425040895</c:v>
                </c:pt>
                <c:pt idx="2720">
                  <c:v>6.94243034975</c:v>
                </c:pt>
                <c:pt idx="2721">
                  <c:v>6.94111225524</c:v>
                </c:pt>
                <c:pt idx="2722">
                  <c:v>6.94103950289</c:v>
                </c:pt>
                <c:pt idx="2723">
                  <c:v>6.93973967939</c:v>
                </c:pt>
                <c:pt idx="2724">
                  <c:v>6.93966809498</c:v>
                </c:pt>
                <c:pt idx="2725">
                  <c:v>6.93839119161</c:v>
                </c:pt>
                <c:pt idx="2726">
                  <c:v>6.9383210268</c:v>
                </c:pt>
                <c:pt idx="2727">
                  <c:v>6.93707420291</c:v>
                </c:pt>
                <c:pt idx="2728">
                  <c:v>6.93700586215</c:v>
                </c:pt>
                <c:pt idx="2729">
                  <c:v>6.93579676443</c:v>
                </c:pt>
                <c:pt idx="2730">
                  <c:v>6.93573077196</c:v>
                </c:pt>
                <c:pt idx="2731">
                  <c:v>6.93456471058</c:v>
                </c:pt>
                <c:pt idx="2732">
                  <c:v>6.93450120516</c:v>
                </c:pt>
                <c:pt idx="2733">
                  <c:v>6.93338042712</c:v>
                </c:pt>
                <c:pt idx="2734">
                  <c:v>6.93331950161</c:v>
                </c:pt>
                <c:pt idx="2735">
                  <c:v>6.93225057394</c:v>
                </c:pt>
                <c:pt idx="2736">
                  <c:v>6.93219271846</c:v>
                </c:pt>
                <c:pt idx="2737">
                  <c:v>6.93118267792</c:v>
                </c:pt>
                <c:pt idx="2738">
                  <c:v>6.93112831949</c:v>
                </c:pt>
                <c:pt idx="2739">
                  <c:v>6.93018121861</c:v>
                </c:pt>
                <c:pt idx="2740">
                  <c:v>6.93013044434</c:v>
                </c:pt>
                <c:pt idx="2741">
                  <c:v>6.92924899887</c:v>
                </c:pt>
                <c:pt idx="2742">
                  <c:v>6.92920184156</c:v>
                </c:pt>
                <c:pt idx="2743">
                  <c:v>6.92838876682</c:v>
                </c:pt>
                <c:pt idx="2744">
                  <c:v>6.92834559333</c:v>
                </c:pt>
                <c:pt idx="2745">
                  <c:v>6.92760796101</c:v>
                </c:pt>
                <c:pt idx="2746">
                  <c:v>6.92756920607</c:v>
                </c:pt>
                <c:pt idx="2747">
                  <c:v>6.92691012165</c:v>
                </c:pt>
                <c:pt idx="2748">
                  <c:v>6.92687574851</c:v>
                </c:pt>
                <c:pt idx="2749">
                  <c:v>6.92629674071</c:v>
                </c:pt>
                <c:pt idx="2750">
                  <c:v>6.92626675362</c:v>
                </c:pt>
                <c:pt idx="2751">
                  <c:v>6.92576894146</c:v>
                </c:pt>
                <c:pt idx="2752">
                  <c:v>6.92574358801</c:v>
                </c:pt>
                <c:pt idx="2753">
                  <c:v>6.92533099318</c:v>
                </c:pt>
                <c:pt idx="2754">
                  <c:v>6.92531057591</c:v>
                </c:pt>
                <c:pt idx="2755">
                  <c:v>6.92498680928</c:v>
                </c:pt>
                <c:pt idx="2756">
                  <c:v>6.92497131975</c:v>
                </c:pt>
                <c:pt idx="2757">
                  <c:v>6.92473563624</c:v>
                </c:pt>
                <c:pt idx="2758">
                  <c:v>6.92472490232</c:v>
                </c:pt>
                <c:pt idx="2759">
                  <c:v>6.92457703443</c:v>
                </c:pt>
                <c:pt idx="2760">
                  <c:v>6.92457129163</c:v>
                </c:pt>
                <c:pt idx="2761">
                  <c:v>6.92451298468</c:v>
                </c:pt>
                <c:pt idx="2762">
                  <c:v>6.92451232879</c:v>
                </c:pt>
                <c:pt idx="2763">
                  <c:v>6.92451170551</c:v>
                </c:pt>
                <c:pt idx="2764">
                  <c:v>6.92451370848</c:v>
                </c:pt>
                <c:pt idx="2765">
                  <c:v>6.92454551325</c:v>
                </c:pt>
                <c:pt idx="2766">
                  <c:v>6.92454988451</c:v>
                </c:pt>
                <c:pt idx="2767">
                  <c:v>6.92467380422</c:v>
                </c:pt>
                <c:pt idx="2768">
                  <c:v>6.92468305953</c:v>
                </c:pt>
                <c:pt idx="2769">
                  <c:v>6.9248938207</c:v>
                </c:pt>
                <c:pt idx="2770">
                  <c:v>6.92490795131</c:v>
                </c:pt>
                <c:pt idx="2771">
                  <c:v>6.92520602176</c:v>
                </c:pt>
                <c:pt idx="2772">
                  <c:v>6.92522507108</c:v>
                </c:pt>
                <c:pt idx="2773">
                  <c:v>6.92561067679</c:v>
                </c:pt>
                <c:pt idx="2774">
                  <c:v>6.92563447082</c:v>
                </c:pt>
                <c:pt idx="2775">
                  <c:v>6.92610639268</c:v>
                </c:pt>
                <c:pt idx="2776">
                  <c:v>6.92613488633</c:v>
                </c:pt>
                <c:pt idx="2777">
                  <c:v>6.92668835916</c:v>
                </c:pt>
                <c:pt idx="2778">
                  <c:v>6.92672131844</c:v>
                </c:pt>
                <c:pt idx="2779">
                  <c:v>6.92735252999</c:v>
                </c:pt>
                <c:pt idx="2780">
                  <c:v>6.9273898222</c:v>
                </c:pt>
                <c:pt idx="2781">
                  <c:v>6.92809972464</c:v>
                </c:pt>
                <c:pt idx="2782">
                  <c:v>6.92814126249</c:v>
                </c:pt>
                <c:pt idx="2783">
                  <c:v>6.92892595107</c:v>
                </c:pt>
                <c:pt idx="2784">
                  <c:v>6.92897145136</c:v>
                </c:pt>
                <c:pt idx="2785">
                  <c:v>6.92982538018</c:v>
                </c:pt>
                <c:pt idx="2786">
                  <c:v>6.929874727</c:v>
                </c:pt>
                <c:pt idx="2787">
                  <c:v>6.93079359296</c:v>
                </c:pt>
                <c:pt idx="2788">
                  <c:v>6.93084638199</c:v>
                </c:pt>
                <c:pt idx="2789">
                  <c:v>6.93182691191</c:v>
                </c:pt>
                <c:pt idx="2790">
                  <c:v>6.93188302424</c:v>
                </c:pt>
                <c:pt idx="2791">
                  <c:v>6.93292353866</c:v>
                </c:pt>
                <c:pt idx="2792">
                  <c:v>6.93298289227</c:v>
                </c:pt>
                <c:pt idx="2793">
                  <c:v>6.93407627103</c:v>
                </c:pt>
                <c:pt idx="2794">
                  <c:v>6.93413837917</c:v>
                </c:pt>
                <c:pt idx="2795">
                  <c:v>6.93527795018</c:v>
                </c:pt>
                <c:pt idx="2796">
                  <c:v>6.93534247691</c:v>
                </c:pt>
                <c:pt idx="2797">
                  <c:v>6.93652481798</c:v>
                </c:pt>
                <c:pt idx="2798">
                  <c:v>6.9365915648</c:v>
                </c:pt>
                <c:pt idx="2799">
                  <c:v>6.9378127194</c:v>
                </c:pt>
                <c:pt idx="2800">
                  <c:v>6.93788154507</c:v>
                </c:pt>
                <c:pt idx="2801">
                  <c:v>6.93913520285</c:v>
                </c:pt>
                <c:pt idx="2802">
                  <c:v>6.9392056685</c:v>
                </c:pt>
                <c:pt idx="2803">
                  <c:v>6.94048422981</c:v>
                </c:pt>
                <c:pt idx="2804">
                  <c:v>6.94055578621</c:v>
                </c:pt>
                <c:pt idx="2805">
                  <c:v>6.94185339305</c:v>
                </c:pt>
                <c:pt idx="2806">
                  <c:v>6.94192590162</c:v>
                </c:pt>
                <c:pt idx="2807">
                  <c:v>6.94323934968</c:v>
                </c:pt>
                <c:pt idx="2808">
                  <c:v>6.94331270128</c:v>
                </c:pt>
                <c:pt idx="2809">
                  <c:v>6.94463597848</c:v>
                </c:pt>
                <c:pt idx="2810">
                  <c:v>6.944709655</c:v>
                </c:pt>
                <c:pt idx="2811">
                  <c:v>6.94603402279</c:v>
                </c:pt>
                <c:pt idx="2812">
                  <c:v>6.94610744368</c:v>
                </c:pt>
                <c:pt idx="2813">
                  <c:v>6.94742718425</c:v>
                </c:pt>
                <c:pt idx="2814">
                  <c:v>6.9475002761</c:v>
                </c:pt>
                <c:pt idx="2815">
                  <c:v>6.94881183279</c:v>
                </c:pt>
                <c:pt idx="2816">
                  <c:v>6.94888441941</c:v>
                </c:pt>
                <c:pt idx="2817">
                  <c:v>6.95018211496</c:v>
                </c:pt>
                <c:pt idx="2818">
                  <c:v>6.95025371442</c:v>
                </c:pt>
                <c:pt idx="2819">
                  <c:v>6.95153007909</c:v>
                </c:pt>
                <c:pt idx="2820">
                  <c:v>6.9516002146</c:v>
                </c:pt>
                <c:pt idx="2821">
                  <c:v>6.95284845534</c:v>
                </c:pt>
                <c:pt idx="2822">
                  <c:v>6.95291689721</c:v>
                </c:pt>
                <c:pt idx="2823">
                  <c:v>6.95413280178</c:v>
                </c:pt>
                <c:pt idx="2824">
                  <c:v>6.95419946795</c:v>
                </c:pt>
                <c:pt idx="2825">
                  <c:v>6.95538005284</c:v>
                </c:pt>
                <c:pt idx="2826">
                  <c:v>6.95544453756</c:v>
                </c:pt>
                <c:pt idx="2827">
                  <c:v>6.95658173396</c:v>
                </c:pt>
                <c:pt idx="2828">
                  <c:v>6.95664352312</c:v>
                </c:pt>
                <c:pt idx="2829">
                  <c:v>6.95773179835</c:v>
                </c:pt>
                <c:pt idx="2830">
                  <c:v>6.95779083563</c:v>
                </c:pt>
                <c:pt idx="2831">
                  <c:v>6.95882627887</c:v>
                </c:pt>
                <c:pt idx="2832">
                  <c:v>6.95888232105</c:v>
                </c:pt>
                <c:pt idx="2833">
                  <c:v>6.95986174703</c:v>
                </c:pt>
                <c:pt idx="2834">
                  <c:v>6.95991451949</c:v>
                </c:pt>
                <c:pt idx="2835">
                  <c:v>6.96083395716</c:v>
                </c:pt>
                <c:pt idx="2836">
                  <c:v>6.96088317289</c:v>
                </c:pt>
                <c:pt idx="2837">
                  <c:v>6.96173495385</c:v>
                </c:pt>
                <c:pt idx="2838">
                  <c:v>6.96178034408</c:v>
                </c:pt>
                <c:pt idx="2839">
                  <c:v>6.96256192325</c:v>
                </c:pt>
                <c:pt idx="2840">
                  <c:v>6.96260345514</c:v>
                </c:pt>
                <c:pt idx="2841">
                  <c:v>6.96331420792</c:v>
                </c:pt>
                <c:pt idx="2842">
                  <c:v>6.96335160869</c:v>
                </c:pt>
                <c:pt idx="2843">
                  <c:v>6.96398746517</c:v>
                </c:pt>
                <c:pt idx="2844">
                  <c:v>6.96402058781</c:v>
                </c:pt>
                <c:pt idx="2845">
                  <c:v>6.9645775256</c:v>
                </c:pt>
                <c:pt idx="2846">
                  <c:v>6.96460624483</c:v>
                </c:pt>
                <c:pt idx="2847">
                  <c:v>6.96508108627</c:v>
                </c:pt>
                <c:pt idx="2848">
                  <c:v>6.96510521893</c:v>
                </c:pt>
                <c:pt idx="2849">
                  <c:v>6.96549821129</c:v>
                </c:pt>
                <c:pt idx="2850">
                  <c:v>6.96551776904</c:v>
                </c:pt>
                <c:pt idx="2851">
                  <c:v>6.96582868147</c:v>
                </c:pt>
                <c:pt idx="2852">
                  <c:v>6.96584357658</c:v>
                </c:pt>
                <c:pt idx="2853">
                  <c:v>6.96606904389</c:v>
                </c:pt>
                <c:pt idx="2854">
                  <c:v>6.96607918604</c:v>
                </c:pt>
                <c:pt idx="2855">
                  <c:v>6.96621694579</c:v>
                </c:pt>
                <c:pt idx="2856">
                  <c:v>6.9662222125</c:v>
                </c:pt>
                <c:pt idx="2857">
                  <c:v>6.96626950975</c:v>
                </c:pt>
                <c:pt idx="2858">
                  <c:v>6.96627416845</c:v>
                </c:pt>
                <c:pt idx="2859">
                  <c:v>6.9662746626</c:v>
                </c:pt>
                <c:pt idx="2860">
                  <c:v>6.96627501726</c:v>
                </c:pt>
                <c:pt idx="2861">
                  <c:v>6.96624215223</c:v>
                </c:pt>
                <c:pt idx="2862">
                  <c:v>6.9662379999</c:v>
                </c:pt>
                <c:pt idx="2863">
                  <c:v>6.96611995798</c:v>
                </c:pt>
                <c:pt idx="2864">
                  <c:v>6.96611104631</c:v>
                </c:pt>
                <c:pt idx="2865">
                  <c:v>6.96590623917</c:v>
                </c:pt>
                <c:pt idx="2866">
                  <c:v>6.96589247762</c:v>
                </c:pt>
                <c:pt idx="2867">
                  <c:v>6.96560358322</c:v>
                </c:pt>
                <c:pt idx="2868">
                  <c:v>6.96558520119</c:v>
                </c:pt>
                <c:pt idx="2869">
                  <c:v>6.96521543588</c:v>
                </c:pt>
                <c:pt idx="2870">
                  <c:v>6.96519269082</c:v>
                </c:pt>
                <c:pt idx="2871">
                  <c:v>6.96474320496</c:v>
                </c:pt>
                <c:pt idx="2872">
                  <c:v>6.96471609285</c:v>
                </c:pt>
                <c:pt idx="2873">
                  <c:v>6.96418717625</c:v>
                </c:pt>
                <c:pt idx="2874">
                  <c:v>6.96415559027</c:v>
                </c:pt>
                <c:pt idx="2875">
                  <c:v>6.96355042072</c:v>
                </c:pt>
                <c:pt idx="2876">
                  <c:v>6.9635147337</c:v>
                </c:pt>
                <c:pt idx="2877">
                  <c:v>6.96283848735</c:v>
                </c:pt>
                <c:pt idx="2878">
                  <c:v>6.96279904785</c:v>
                </c:pt>
                <c:pt idx="2879">
                  <c:v>6.96205488927</c:v>
                </c:pt>
                <c:pt idx="2880">
                  <c:v>6.962011724</c:v>
                </c:pt>
                <c:pt idx="2881">
                  <c:v>6.96120098799</c:v>
                </c:pt>
                <c:pt idx="2882">
                  <c:v>6.96115413509</c:v>
                </c:pt>
                <c:pt idx="2883">
                  <c:v>6.9602805711</c:v>
                </c:pt>
                <c:pt idx="2884">
                  <c:v>6.96023035904</c:v>
                </c:pt>
                <c:pt idx="2885">
                  <c:v>6.95929986486</c:v>
                </c:pt>
                <c:pt idx="2886">
                  <c:v>6.95924676012</c:v>
                </c:pt>
                <c:pt idx="2887">
                  <c:v>6.95826501875</c:v>
                </c:pt>
                <c:pt idx="2888">
                  <c:v>6.95820912679</c:v>
                </c:pt>
                <c:pt idx="2889">
                  <c:v>6.9571782765</c:v>
                </c:pt>
                <c:pt idx="2890">
                  <c:v>6.95711962074</c:v>
                </c:pt>
                <c:pt idx="2891">
                  <c:v>6.9560433389</c:v>
                </c:pt>
                <c:pt idx="2892">
                  <c:v>6.95598241898</c:v>
                </c:pt>
                <c:pt idx="2893">
                  <c:v>6.95486828655</c:v>
                </c:pt>
                <c:pt idx="2894">
                  <c:v>6.95480549643</c:v>
                </c:pt>
                <c:pt idx="2895">
                  <c:v>6.95365920146</c:v>
                </c:pt>
                <c:pt idx="2896">
                  <c:v>6.95359476253</c:v>
                </c:pt>
                <c:pt idx="2897">
                  <c:v>6.95242116878</c:v>
                </c:pt>
                <c:pt idx="2898">
                  <c:v>6.95235522073</c:v>
                </c:pt>
                <c:pt idx="2899">
                  <c:v>6.95115820212</c:v>
                </c:pt>
                <c:pt idx="2900">
                  <c:v>6.951091156</c:v>
                </c:pt>
                <c:pt idx="2901">
                  <c:v>6.94987703521</c:v>
                </c:pt>
                <c:pt idx="2902">
                  <c:v>6.94980931254</c:v>
                </c:pt>
                <c:pt idx="2903">
                  <c:v>6.94858627837</c:v>
                </c:pt>
                <c:pt idx="2904">
                  <c:v>6.94851817576</c:v>
                </c:pt>
                <c:pt idx="2905">
                  <c:v>6.94729098362</c:v>
                </c:pt>
                <c:pt idx="2906">
                  <c:v>6.94722272005</c:v>
                </c:pt>
                <c:pt idx="2907">
                  <c:v>6.94599526009</c:v>
                </c:pt>
                <c:pt idx="2908">
                  <c:v>6.9459271698</c:v>
                </c:pt>
                <c:pt idx="2909">
                  <c:v>6.94470499282</c:v>
                </c:pt>
                <c:pt idx="2910">
                  <c:v>6.94463745492</c:v>
                </c:pt>
                <c:pt idx="2911">
                  <c:v>6.94342933787</c:v>
                </c:pt>
                <c:pt idx="2912">
                  <c:v>6.94336268023</c:v>
                </c:pt>
                <c:pt idx="2913">
                  <c:v>6.94217368066</c:v>
                </c:pt>
                <c:pt idx="2914">
                  <c:v>6.94210813621</c:v>
                </c:pt>
                <c:pt idx="2915">
                  <c:v>6.94094097614</c:v>
                </c:pt>
                <c:pt idx="2916">
                  <c:v>6.94087688282</c:v>
                </c:pt>
                <c:pt idx="2917">
                  <c:v>6.93973740278</c:v>
                </c:pt>
                <c:pt idx="2918">
                  <c:v>6.93967501836</c:v>
                </c:pt>
                <c:pt idx="2919">
                  <c:v>6.93856958872</c:v>
                </c:pt>
                <c:pt idx="2920">
                  <c:v>6.93850920679</c:v>
                </c:pt>
                <c:pt idx="2921">
                  <c:v>6.93744440537</c:v>
                </c:pt>
                <c:pt idx="2922">
                  <c:v>6.93738642399</c:v>
                </c:pt>
                <c:pt idx="2923">
                  <c:v>6.93636550482</c:v>
                </c:pt>
                <c:pt idx="2924">
                  <c:v>6.93631009561</c:v>
                </c:pt>
                <c:pt idx="2925">
                  <c:v>6.93533574914</c:v>
                </c:pt>
                <c:pt idx="2926">
                  <c:v>6.93528303917</c:v>
                </c:pt>
                <c:pt idx="2927">
                  <c:v>6.93436246389</c:v>
                </c:pt>
                <c:pt idx="2928">
                  <c:v>6.93431289577</c:v>
                </c:pt>
                <c:pt idx="2929">
                  <c:v>6.93345185618</c:v>
                </c:pt>
                <c:pt idx="2930">
                  <c:v>6.93340569615</c:v>
                </c:pt>
                <c:pt idx="2931">
                  <c:v>6.93260571967</c:v>
                </c:pt>
                <c:pt idx="2932">
                  <c:v>6.93256308365</c:v>
                </c:pt>
                <c:pt idx="2933">
                  <c:v>6.93182715487</c:v>
                </c:pt>
                <c:pt idx="2934">
                  <c:v>6.93178809627</c:v>
                </c:pt>
                <c:pt idx="2935">
                  <c:v>6.9311199307</c:v>
                </c:pt>
                <c:pt idx="2936">
                  <c:v>6.93108474524</c:v>
                </c:pt>
                <c:pt idx="2937">
                  <c:v>6.93048982452</c:v>
                </c:pt>
                <c:pt idx="2938">
                  <c:v>6.93045887491</c:v>
                </c:pt>
                <c:pt idx="2939">
                  <c:v>6.92993896625</c:v>
                </c:pt>
                <c:pt idx="2940">
                  <c:v>6.92991219447</c:v>
                </c:pt>
                <c:pt idx="2941">
                  <c:v>6.92946694373</c:v>
                </c:pt>
                <c:pt idx="2942">
                  <c:v>6.92944431232</c:v>
                </c:pt>
                <c:pt idx="2943">
                  <c:v>6.9290772408</c:v>
                </c:pt>
                <c:pt idx="2944">
                  <c:v>6.92905901525</c:v>
                </c:pt>
                <c:pt idx="2945">
                  <c:v>6.9287725521</c:v>
                </c:pt>
                <c:pt idx="2946">
                  <c:v>6.92875895931</c:v>
                </c:pt>
                <c:pt idx="2947">
                  <c:v>6.92855511613</c:v>
                </c:pt>
                <c:pt idx="2948">
                  <c:v>6.92854613106</c:v>
                </c:pt>
                <c:pt idx="2949">
                  <c:v>6.92842392182</c:v>
                </c:pt>
                <c:pt idx="2950">
                  <c:v>6.92841930309</c:v>
                </c:pt>
                <c:pt idx="2951">
                  <c:v>6.92837743093</c:v>
                </c:pt>
                <c:pt idx="2952">
                  <c:v>6.92837736744</c:v>
                </c:pt>
                <c:pt idx="2953">
                  <c:v>6.92837806454</c:v>
                </c:pt>
                <c:pt idx="2954">
                  <c:v>6.92841967803</c:v>
                </c:pt>
                <c:pt idx="2955">
                  <c:v>6.92842442075</c:v>
                </c:pt>
                <c:pt idx="2956">
                  <c:v>6.92854995825</c:v>
                </c:pt>
                <c:pt idx="2957">
                  <c:v>6.92855924048</c:v>
                </c:pt>
                <c:pt idx="2958">
                  <c:v>6.92876635201</c:v>
                </c:pt>
                <c:pt idx="2959">
                  <c:v>6.92878001265</c:v>
                </c:pt>
                <c:pt idx="2960">
                  <c:v>6.92906618731</c:v>
                </c:pt>
                <c:pt idx="2961">
                  <c:v>6.92908426735</c:v>
                </c:pt>
                <c:pt idx="2962">
                  <c:v>6.92944925899</c:v>
                </c:pt>
                <c:pt idx="2963">
                  <c:v>6.92947181945</c:v>
                </c:pt>
                <c:pt idx="2964">
                  <c:v>6.92991645957</c:v>
                </c:pt>
                <c:pt idx="2965">
                  <c:v>6.92994332059</c:v>
                </c:pt>
                <c:pt idx="2966">
                  <c:v>6.93046328862</c:v>
                </c:pt>
                <c:pt idx="2967">
                  <c:v>6.93049410357</c:v>
                </c:pt>
                <c:pt idx="2968">
                  <c:v>6.93108554532</c:v>
                </c:pt>
                <c:pt idx="2969">
                  <c:v>6.93112037232</c:v>
                </c:pt>
                <c:pt idx="2970">
                  <c:v>6.93178205587</c:v>
                </c:pt>
                <c:pt idx="2971">
                  <c:v>6.93182078595</c:v>
                </c:pt>
                <c:pt idx="2972">
                  <c:v>6.93255057957</c:v>
                </c:pt>
                <c:pt idx="2973">
                  <c:v>6.93259297171</c:v>
                </c:pt>
                <c:pt idx="2974">
                  <c:v>6.93338793489</c:v>
                </c:pt>
                <c:pt idx="2975">
                  <c:v>6.93343373694</c:v>
                </c:pt>
                <c:pt idx="2976">
                  <c:v>6.93428738926</c:v>
                </c:pt>
                <c:pt idx="2977">
                  <c:v>6.9343363799</c:v>
                </c:pt>
                <c:pt idx="2978">
                  <c:v>6.93524528792</c:v>
                </c:pt>
                <c:pt idx="2979">
                  <c:v>6.93529734681</c:v>
                </c:pt>
                <c:pt idx="2980">
                  <c:v>6.93626020975</c:v>
                </c:pt>
                <c:pt idx="2981">
                  <c:v>6.93631509516</c:v>
                </c:pt>
                <c:pt idx="2982">
                  <c:v>6.9373267366</c:v>
                </c:pt>
                <c:pt idx="2983">
                  <c:v>6.93738416155</c:v>
                </c:pt>
                <c:pt idx="2984">
                  <c:v>6.93843865647</c:v>
                </c:pt>
                <c:pt idx="2985">
                  <c:v>6.93849836682</c:v>
                </c:pt>
                <c:pt idx="2986">
                  <c:v>6.93959005329</c:v>
                </c:pt>
                <c:pt idx="2987">
                  <c:v>6.93965167773</c:v>
                </c:pt>
                <c:pt idx="2988">
                  <c:v>6.9407775145</c:v>
                </c:pt>
                <c:pt idx="2989">
                  <c:v>6.94084090485</c:v>
                </c:pt>
                <c:pt idx="2990">
                  <c:v>6.94199695616</c:v>
                </c:pt>
                <c:pt idx="2991">
                  <c:v>6.94206183862</c:v>
                </c:pt>
                <c:pt idx="2992">
                  <c:v>6.94323975875</c:v>
                </c:pt>
                <c:pt idx="2993">
                  <c:v>6.94330579826</c:v>
                </c:pt>
                <c:pt idx="2994">
                  <c:v>6.94450074137</c:v>
                </c:pt>
                <c:pt idx="2995">
                  <c:v>6.94456749929</c:v>
                </c:pt>
                <c:pt idx="2996">
                  <c:v>6.9456395136</c:v>
                </c:pt>
                <c:pt idx="2997">
                  <c:v>6.94570669118</c:v>
                </c:pt>
                <c:pt idx="2998">
                  <c:v>6.94577400912</c:v>
                </c:pt>
              </c:numCache>
            </c:numRef>
          </c:yVal>
        </c:ser>
        <c:ser>
          <c:idx val="1"/>
          <c:order val="1"/>
          <c:tx>
            <c:v>Gefiltert</c:v>
          </c:tx>
          <c:spPr>
            <a:solidFill xmlns:a="http://schemas.openxmlformats.org/drawingml/2006/main">
              <a:srgbClr val="BD6A2A"/>
            </a:solidFill>
            <a:ln xmlns:a="http://schemas.openxmlformats.org/drawingml/2006/main" w="22860">
              <a:solidFill>
                <a:srgbClr val="BD6A2A"/>
              </a:solidFill>
              <a:prstDash val="solid"/>
            </a:ln>
          </c:spPr>
          <c:marker>
            <c:symbol val="none"/>
            <c:size val="5"/>
            <c:spPr>
              <a:solidFill xmlns:a="http://schemas.openxmlformats.org/drawingml/2006/main">
                <a:srgbClr val="BD6A2A"/>
              </a:solidFill>
            </c:spPr>
          </c:marker>
          <c:xVal>
            <c:numRef>
              <c:f>'Chart Data'!$C$2:$C$3000</c:f>
              <c:numCache>
                <c:formatCode>General</c:formatCode>
                <c:ptCount val="2999"/>
                <c:pt idx="0">
                  <c:v>0.0200000000001</c:v>
                </c:pt>
                <c:pt idx="1">
                  <c:v>0.0247500000001</c:v>
                </c:pt>
                <c:pt idx="2">
                  <c:v>0.0250000000001</c:v>
                </c:pt>
                <c:pt idx="3">
                  <c:v>0.0297500000001</c:v>
                </c:pt>
                <c:pt idx="4">
                  <c:v>0.0300000000001</c:v>
                </c:pt>
                <c:pt idx="5">
                  <c:v>0.0347500000002</c:v>
                </c:pt>
                <c:pt idx="6">
                  <c:v>0.0350000000002</c:v>
                </c:pt>
                <c:pt idx="7">
                  <c:v>0.0397500000002</c:v>
                </c:pt>
                <c:pt idx="8">
                  <c:v>0.0400000000002</c:v>
                </c:pt>
                <c:pt idx="9">
                  <c:v>0.0447500000002</c:v>
                </c:pt>
                <c:pt idx="10">
                  <c:v>0.0450000000002</c:v>
                </c:pt>
                <c:pt idx="11">
                  <c:v>0.0497500000002</c:v>
                </c:pt>
                <c:pt idx="12">
                  <c:v>0.0500000000002</c:v>
                </c:pt>
                <c:pt idx="13">
                  <c:v>0.0547500000003</c:v>
                </c:pt>
                <c:pt idx="14">
                  <c:v>0.0550000000003</c:v>
                </c:pt>
                <c:pt idx="15">
                  <c:v>0.0597500000003</c:v>
                </c:pt>
                <c:pt idx="16">
                  <c:v>0.0600000000003</c:v>
                </c:pt>
                <c:pt idx="17">
                  <c:v>0.0647500000003</c:v>
                </c:pt>
                <c:pt idx="18">
                  <c:v>0.0650000000003</c:v>
                </c:pt>
                <c:pt idx="19">
                  <c:v>0.0697500000003</c:v>
                </c:pt>
                <c:pt idx="20">
                  <c:v>0.0700000000003</c:v>
                </c:pt>
                <c:pt idx="21">
                  <c:v>0.0747500000004</c:v>
                </c:pt>
                <c:pt idx="22">
                  <c:v>0.0750000000004</c:v>
                </c:pt>
                <c:pt idx="23">
                  <c:v>0.0797500000004</c:v>
                </c:pt>
                <c:pt idx="24">
                  <c:v>0.0800000000004</c:v>
                </c:pt>
                <c:pt idx="25">
                  <c:v>0.0847500000004</c:v>
                </c:pt>
                <c:pt idx="26">
                  <c:v>0.0850000000004</c:v>
                </c:pt>
                <c:pt idx="27">
                  <c:v>0.0897500000004</c:v>
                </c:pt>
                <c:pt idx="28">
                  <c:v>0.0900000000004</c:v>
                </c:pt>
                <c:pt idx="29">
                  <c:v>0.0947500000005</c:v>
                </c:pt>
                <c:pt idx="30">
                  <c:v>0.0950000000005</c:v>
                </c:pt>
                <c:pt idx="31">
                  <c:v>0.0997500000005</c:v>
                </c:pt>
                <c:pt idx="32">
                  <c:v>0.1</c:v>
                </c:pt>
                <c:pt idx="33">
                  <c:v>0.104750000001</c:v>
                </c:pt>
                <c:pt idx="34">
                  <c:v>0.105000000001</c:v>
                </c:pt>
                <c:pt idx="35">
                  <c:v>0.109750000001</c:v>
                </c:pt>
                <c:pt idx="36">
                  <c:v>0.110000000001</c:v>
                </c:pt>
                <c:pt idx="37">
                  <c:v>0.114750000001</c:v>
                </c:pt>
                <c:pt idx="38">
                  <c:v>0.115000000001</c:v>
                </c:pt>
                <c:pt idx="39">
                  <c:v>0.119750000001</c:v>
                </c:pt>
                <c:pt idx="40">
                  <c:v>0.120000000001</c:v>
                </c:pt>
                <c:pt idx="41">
                  <c:v>0.124750000001</c:v>
                </c:pt>
                <c:pt idx="42">
                  <c:v>0.125000000001</c:v>
                </c:pt>
                <c:pt idx="43">
                  <c:v>0.129750000001</c:v>
                </c:pt>
                <c:pt idx="44">
                  <c:v>0.130000000001</c:v>
                </c:pt>
                <c:pt idx="45">
                  <c:v>0.134750000001</c:v>
                </c:pt>
                <c:pt idx="46">
                  <c:v>0.135000000001</c:v>
                </c:pt>
                <c:pt idx="47">
                  <c:v>0.139750000001</c:v>
                </c:pt>
                <c:pt idx="48">
                  <c:v>0.140000000001</c:v>
                </c:pt>
                <c:pt idx="49">
                  <c:v>0.144750000001</c:v>
                </c:pt>
                <c:pt idx="50">
                  <c:v>0.145000000001</c:v>
                </c:pt>
                <c:pt idx="51">
                  <c:v>0.149750000001</c:v>
                </c:pt>
                <c:pt idx="52">
                  <c:v>0.150000000001</c:v>
                </c:pt>
                <c:pt idx="53">
                  <c:v>0.154750000001</c:v>
                </c:pt>
                <c:pt idx="54">
                  <c:v>0.155000000001</c:v>
                </c:pt>
                <c:pt idx="55">
                  <c:v>0.159750000001</c:v>
                </c:pt>
                <c:pt idx="56">
                  <c:v>0.160000000001</c:v>
                </c:pt>
                <c:pt idx="57">
                  <c:v>0.164750000001</c:v>
                </c:pt>
                <c:pt idx="58">
                  <c:v>0.165000000001</c:v>
                </c:pt>
                <c:pt idx="59">
                  <c:v>0.169500000001</c:v>
                </c:pt>
                <c:pt idx="60">
                  <c:v>0.169750000001</c:v>
                </c:pt>
                <c:pt idx="61">
                  <c:v>0.174250000001</c:v>
                </c:pt>
                <c:pt idx="62">
                  <c:v>0.174500000001</c:v>
                </c:pt>
                <c:pt idx="63">
                  <c:v>0.179000000001</c:v>
                </c:pt>
                <c:pt idx="64">
                  <c:v>0.179250000001</c:v>
                </c:pt>
                <c:pt idx="65">
                  <c:v>0.183750000001</c:v>
                </c:pt>
                <c:pt idx="66">
                  <c:v>0.184000000001</c:v>
                </c:pt>
                <c:pt idx="67">
                  <c:v>0.188500000001</c:v>
                </c:pt>
                <c:pt idx="68">
                  <c:v>0.188750000001</c:v>
                </c:pt>
                <c:pt idx="69">
                  <c:v>0.193250000001</c:v>
                </c:pt>
                <c:pt idx="70">
                  <c:v>0.193500000001</c:v>
                </c:pt>
                <c:pt idx="71">
                  <c:v>0.198000000001</c:v>
                </c:pt>
                <c:pt idx="72">
                  <c:v>0.198250000001</c:v>
                </c:pt>
                <c:pt idx="73">
                  <c:v>0.202750000001</c:v>
                </c:pt>
                <c:pt idx="74">
                  <c:v>0.203000000001</c:v>
                </c:pt>
                <c:pt idx="75">
                  <c:v>0.207500000001</c:v>
                </c:pt>
                <c:pt idx="76">
                  <c:v>0.207750000001</c:v>
                </c:pt>
                <c:pt idx="77">
                  <c:v>0.212250000001</c:v>
                </c:pt>
                <c:pt idx="78">
                  <c:v>0.212500000001</c:v>
                </c:pt>
                <c:pt idx="79">
                  <c:v>0.217000000001</c:v>
                </c:pt>
                <c:pt idx="80">
                  <c:v>0.217250000001</c:v>
                </c:pt>
                <c:pt idx="81">
                  <c:v>0.221750000001</c:v>
                </c:pt>
                <c:pt idx="82">
                  <c:v>0.222000000001</c:v>
                </c:pt>
                <c:pt idx="83">
                  <c:v>0.226500000001</c:v>
                </c:pt>
                <c:pt idx="84">
                  <c:v>0.226750000001</c:v>
                </c:pt>
                <c:pt idx="85">
                  <c:v>0.231250000001</c:v>
                </c:pt>
                <c:pt idx="86">
                  <c:v>0.231500000001</c:v>
                </c:pt>
                <c:pt idx="87">
                  <c:v>0.236000000001</c:v>
                </c:pt>
                <c:pt idx="88">
                  <c:v>0.236250000001</c:v>
                </c:pt>
                <c:pt idx="89">
                  <c:v>0.240750000001</c:v>
                </c:pt>
                <c:pt idx="90">
                  <c:v>0.241000000001</c:v>
                </c:pt>
                <c:pt idx="91">
                  <c:v>0.245500000001</c:v>
                </c:pt>
                <c:pt idx="92">
                  <c:v>0.245750000001</c:v>
                </c:pt>
                <c:pt idx="93">
                  <c:v>0.250250000001</c:v>
                </c:pt>
                <c:pt idx="94">
                  <c:v>0.250500000001</c:v>
                </c:pt>
                <c:pt idx="95">
                  <c:v>0.255000000001</c:v>
                </c:pt>
                <c:pt idx="96">
                  <c:v>0.255250000001</c:v>
                </c:pt>
                <c:pt idx="97">
                  <c:v>0.259750000001</c:v>
                </c:pt>
                <c:pt idx="98">
                  <c:v>0.260000000001</c:v>
                </c:pt>
                <c:pt idx="99">
                  <c:v>0.264500000001</c:v>
                </c:pt>
                <c:pt idx="100">
                  <c:v>0.264750000001</c:v>
                </c:pt>
                <c:pt idx="101">
                  <c:v>0.269250000001</c:v>
                </c:pt>
                <c:pt idx="102">
                  <c:v>0.269500000001</c:v>
                </c:pt>
                <c:pt idx="103">
                  <c:v>0.274000000001</c:v>
                </c:pt>
                <c:pt idx="104">
                  <c:v>0.274250000001</c:v>
                </c:pt>
                <c:pt idx="105">
                  <c:v>0.278750000001</c:v>
                </c:pt>
                <c:pt idx="106">
                  <c:v>0.279000000001</c:v>
                </c:pt>
                <c:pt idx="107">
                  <c:v>0.283500000001</c:v>
                </c:pt>
                <c:pt idx="108">
                  <c:v>0.283750000001</c:v>
                </c:pt>
                <c:pt idx="109">
                  <c:v>0.288250000001</c:v>
                </c:pt>
                <c:pt idx="110">
                  <c:v>0.288500000001</c:v>
                </c:pt>
                <c:pt idx="111">
                  <c:v>0.293000000001</c:v>
                </c:pt>
                <c:pt idx="112">
                  <c:v>0.293250000001</c:v>
                </c:pt>
                <c:pt idx="113">
                  <c:v>0.297750000001</c:v>
                </c:pt>
                <c:pt idx="114">
                  <c:v>0.298000000001</c:v>
                </c:pt>
                <c:pt idx="115">
                  <c:v>0.302500000001</c:v>
                </c:pt>
                <c:pt idx="116">
                  <c:v>0.302750000001</c:v>
                </c:pt>
                <c:pt idx="117">
                  <c:v>0.307250000001</c:v>
                </c:pt>
                <c:pt idx="118">
                  <c:v>0.307500000001</c:v>
                </c:pt>
                <c:pt idx="119">
                  <c:v>0.312000000001</c:v>
                </c:pt>
                <c:pt idx="120">
                  <c:v>0.312250000001</c:v>
                </c:pt>
                <c:pt idx="121">
                  <c:v>0.316750000002</c:v>
                </c:pt>
                <c:pt idx="122">
                  <c:v>0.317000000002</c:v>
                </c:pt>
                <c:pt idx="123">
                  <c:v>0.321500000002</c:v>
                </c:pt>
                <c:pt idx="124">
                  <c:v>0.321750000002</c:v>
                </c:pt>
                <c:pt idx="125">
                  <c:v>0.326250000002</c:v>
                </c:pt>
                <c:pt idx="126">
                  <c:v>0.326500000002</c:v>
                </c:pt>
                <c:pt idx="127">
                  <c:v>0.331000000002</c:v>
                </c:pt>
                <c:pt idx="128">
                  <c:v>0.331250000002</c:v>
                </c:pt>
                <c:pt idx="129">
                  <c:v>0.335750000002</c:v>
                </c:pt>
                <c:pt idx="130">
                  <c:v>0.336000000002</c:v>
                </c:pt>
                <c:pt idx="131">
                  <c:v>0.340500000002</c:v>
                </c:pt>
                <c:pt idx="132">
                  <c:v>0.340750000002</c:v>
                </c:pt>
                <c:pt idx="133">
                  <c:v>0.345250000002</c:v>
                </c:pt>
                <c:pt idx="134">
                  <c:v>0.345500000002</c:v>
                </c:pt>
                <c:pt idx="135">
                  <c:v>0.350000000002</c:v>
                </c:pt>
                <c:pt idx="136">
                  <c:v>0.350250000002</c:v>
                </c:pt>
                <c:pt idx="137">
                  <c:v>0.354750000002</c:v>
                </c:pt>
                <c:pt idx="138">
                  <c:v>0.355000000002</c:v>
                </c:pt>
                <c:pt idx="139">
                  <c:v>0.359500000002</c:v>
                </c:pt>
                <c:pt idx="140">
                  <c:v>0.359750000002</c:v>
                </c:pt>
                <c:pt idx="141">
                  <c:v>0.364250000002</c:v>
                </c:pt>
                <c:pt idx="142">
                  <c:v>0.364500000002</c:v>
                </c:pt>
                <c:pt idx="143">
                  <c:v>0.369000000002</c:v>
                </c:pt>
                <c:pt idx="144">
                  <c:v>0.369250000002</c:v>
                </c:pt>
                <c:pt idx="145">
                  <c:v>0.373750000002</c:v>
                </c:pt>
                <c:pt idx="146">
                  <c:v>0.374000000002</c:v>
                </c:pt>
                <c:pt idx="147">
                  <c:v>0.378500000002</c:v>
                </c:pt>
                <c:pt idx="148">
                  <c:v>0.378750000002</c:v>
                </c:pt>
                <c:pt idx="149">
                  <c:v>0.383250000002</c:v>
                </c:pt>
                <c:pt idx="150">
                  <c:v>0.383500000002</c:v>
                </c:pt>
                <c:pt idx="151">
                  <c:v>0.388000000002</c:v>
                </c:pt>
                <c:pt idx="152">
                  <c:v>0.388250000002</c:v>
                </c:pt>
                <c:pt idx="153">
                  <c:v>0.392750000002</c:v>
                </c:pt>
                <c:pt idx="154">
                  <c:v>0.393000000002</c:v>
                </c:pt>
                <c:pt idx="155">
                  <c:v>0.397500000002</c:v>
                </c:pt>
                <c:pt idx="156">
                  <c:v>0.397750000002</c:v>
                </c:pt>
                <c:pt idx="157">
                  <c:v>0.402250000002</c:v>
                </c:pt>
                <c:pt idx="158">
                  <c:v>0.402500000002</c:v>
                </c:pt>
                <c:pt idx="159">
                  <c:v>0.407000000002</c:v>
                </c:pt>
                <c:pt idx="160">
                  <c:v>0.407250000002</c:v>
                </c:pt>
                <c:pt idx="161">
                  <c:v>0.411750000002</c:v>
                </c:pt>
                <c:pt idx="162">
                  <c:v>0.412000000002</c:v>
                </c:pt>
                <c:pt idx="163">
                  <c:v>0.416500000002</c:v>
                </c:pt>
                <c:pt idx="164">
                  <c:v>0.416750000002</c:v>
                </c:pt>
                <c:pt idx="165">
                  <c:v>0.421250000002</c:v>
                </c:pt>
                <c:pt idx="166">
                  <c:v>0.421500000002</c:v>
                </c:pt>
                <c:pt idx="167">
                  <c:v>0.426000000002</c:v>
                </c:pt>
                <c:pt idx="168">
                  <c:v>0.426250000002</c:v>
                </c:pt>
                <c:pt idx="169">
                  <c:v>0.430750000002</c:v>
                </c:pt>
                <c:pt idx="170">
                  <c:v>0.431000000002</c:v>
                </c:pt>
                <c:pt idx="171">
                  <c:v>0.435500000002</c:v>
                </c:pt>
                <c:pt idx="172">
                  <c:v>0.435750000002</c:v>
                </c:pt>
                <c:pt idx="173">
                  <c:v>0.440250000002</c:v>
                </c:pt>
                <c:pt idx="174">
                  <c:v>0.440500000002</c:v>
                </c:pt>
                <c:pt idx="175">
                  <c:v>0.445000000002</c:v>
                </c:pt>
                <c:pt idx="176">
                  <c:v>0.445250000002</c:v>
                </c:pt>
                <c:pt idx="177">
                  <c:v>0.449750000002</c:v>
                </c:pt>
                <c:pt idx="178">
                  <c:v>0.450000000002</c:v>
                </c:pt>
                <c:pt idx="179">
                  <c:v>0.454500000002</c:v>
                </c:pt>
                <c:pt idx="180">
                  <c:v>0.454750000002</c:v>
                </c:pt>
                <c:pt idx="181">
                  <c:v>0.459250000002</c:v>
                </c:pt>
                <c:pt idx="182">
                  <c:v>0.459500000002</c:v>
                </c:pt>
                <c:pt idx="183">
                  <c:v>0.464000000002</c:v>
                </c:pt>
                <c:pt idx="184">
                  <c:v>0.464250000002</c:v>
                </c:pt>
                <c:pt idx="185">
                  <c:v>0.468750000002</c:v>
                </c:pt>
                <c:pt idx="186">
                  <c:v>0.469000000002</c:v>
                </c:pt>
                <c:pt idx="187">
                  <c:v>0.473500000002</c:v>
                </c:pt>
                <c:pt idx="188">
                  <c:v>0.473750000002</c:v>
                </c:pt>
                <c:pt idx="189">
                  <c:v>0.478250000002</c:v>
                </c:pt>
                <c:pt idx="190">
                  <c:v>0.478500000002</c:v>
                </c:pt>
                <c:pt idx="191">
                  <c:v>0.483000000002</c:v>
                </c:pt>
                <c:pt idx="192">
                  <c:v>0.483250000002</c:v>
                </c:pt>
                <c:pt idx="193">
                  <c:v>0.487750000002</c:v>
                </c:pt>
                <c:pt idx="194">
                  <c:v>0.488000000002</c:v>
                </c:pt>
                <c:pt idx="195">
                  <c:v>0.492500000002</c:v>
                </c:pt>
                <c:pt idx="196">
                  <c:v>0.492750000002</c:v>
                </c:pt>
                <c:pt idx="197">
                  <c:v>0.497250000002</c:v>
                </c:pt>
                <c:pt idx="198">
                  <c:v>0.497500000002</c:v>
                </c:pt>
                <c:pt idx="199">
                  <c:v>0.502000000002</c:v>
                </c:pt>
                <c:pt idx="200">
                  <c:v>0.502250000002</c:v>
                </c:pt>
                <c:pt idx="201">
                  <c:v>0.506750000002</c:v>
                </c:pt>
                <c:pt idx="202">
                  <c:v>0.507000000002</c:v>
                </c:pt>
                <c:pt idx="203">
                  <c:v>0.511500000002</c:v>
                </c:pt>
                <c:pt idx="204">
                  <c:v>0.511750000002</c:v>
                </c:pt>
                <c:pt idx="205">
                  <c:v>0.516250000002</c:v>
                </c:pt>
                <c:pt idx="206">
                  <c:v>0.516500000002</c:v>
                </c:pt>
                <c:pt idx="207">
                  <c:v>0.521000000002</c:v>
                </c:pt>
                <c:pt idx="208">
                  <c:v>0.521250000002</c:v>
                </c:pt>
                <c:pt idx="209">
                  <c:v>0.525750000003</c:v>
                </c:pt>
                <c:pt idx="210">
                  <c:v>0.526000000003</c:v>
                </c:pt>
                <c:pt idx="211">
                  <c:v>0.530500000003</c:v>
                </c:pt>
                <c:pt idx="212">
                  <c:v>0.530750000003</c:v>
                </c:pt>
                <c:pt idx="213">
                  <c:v>0.535250000003</c:v>
                </c:pt>
                <c:pt idx="214">
                  <c:v>0.535500000003</c:v>
                </c:pt>
                <c:pt idx="215">
                  <c:v>0.540000000003</c:v>
                </c:pt>
                <c:pt idx="216">
                  <c:v>0.540250000003</c:v>
                </c:pt>
                <c:pt idx="217">
                  <c:v>0.544750000003</c:v>
                </c:pt>
                <c:pt idx="218">
                  <c:v>0.545000000003</c:v>
                </c:pt>
                <c:pt idx="219">
                  <c:v>0.549500000003</c:v>
                </c:pt>
                <c:pt idx="220">
                  <c:v>0.549750000003</c:v>
                </c:pt>
                <c:pt idx="221">
                  <c:v>0.554250000003</c:v>
                </c:pt>
                <c:pt idx="222">
                  <c:v>0.554500000003</c:v>
                </c:pt>
                <c:pt idx="223">
                  <c:v>0.559000000003</c:v>
                </c:pt>
                <c:pt idx="224">
                  <c:v>0.559250000003</c:v>
                </c:pt>
                <c:pt idx="225">
                  <c:v>0.563750000003</c:v>
                </c:pt>
                <c:pt idx="226">
                  <c:v>0.564000000003</c:v>
                </c:pt>
                <c:pt idx="227">
                  <c:v>0.568500000003</c:v>
                </c:pt>
                <c:pt idx="228">
                  <c:v>0.568750000003</c:v>
                </c:pt>
                <c:pt idx="229">
                  <c:v>0.573250000003</c:v>
                </c:pt>
                <c:pt idx="230">
                  <c:v>0.573500000003</c:v>
                </c:pt>
                <c:pt idx="231">
                  <c:v>0.578000000003</c:v>
                </c:pt>
                <c:pt idx="232">
                  <c:v>0.578250000003</c:v>
                </c:pt>
                <c:pt idx="233">
                  <c:v>0.582750000003</c:v>
                </c:pt>
                <c:pt idx="234">
                  <c:v>0.583000000003</c:v>
                </c:pt>
                <c:pt idx="235">
                  <c:v>0.587500000003</c:v>
                </c:pt>
                <c:pt idx="236">
                  <c:v>0.587750000003</c:v>
                </c:pt>
                <c:pt idx="237">
                  <c:v>0.592250000003</c:v>
                </c:pt>
                <c:pt idx="238">
                  <c:v>0.592500000003</c:v>
                </c:pt>
                <c:pt idx="239">
                  <c:v>0.597000000003</c:v>
                </c:pt>
                <c:pt idx="240">
                  <c:v>0.597250000003</c:v>
                </c:pt>
                <c:pt idx="241">
                  <c:v>0.601750000003</c:v>
                </c:pt>
                <c:pt idx="242">
                  <c:v>0.602000000003</c:v>
                </c:pt>
                <c:pt idx="243">
                  <c:v>0.606500000003</c:v>
                </c:pt>
                <c:pt idx="244">
                  <c:v>0.606750000003</c:v>
                </c:pt>
                <c:pt idx="245">
                  <c:v>0.611250000003</c:v>
                </c:pt>
                <c:pt idx="246">
                  <c:v>0.611500000003</c:v>
                </c:pt>
                <c:pt idx="247">
                  <c:v>0.616000000003</c:v>
                </c:pt>
                <c:pt idx="248">
                  <c:v>0.616250000003</c:v>
                </c:pt>
                <c:pt idx="249">
                  <c:v>0.620750000003</c:v>
                </c:pt>
                <c:pt idx="250">
                  <c:v>0.621000000003</c:v>
                </c:pt>
                <c:pt idx="251">
                  <c:v>0.625500000003</c:v>
                </c:pt>
                <c:pt idx="252">
                  <c:v>0.625750000003</c:v>
                </c:pt>
                <c:pt idx="253">
                  <c:v>0.630250000003</c:v>
                </c:pt>
                <c:pt idx="254">
                  <c:v>0.630500000003</c:v>
                </c:pt>
                <c:pt idx="255">
                  <c:v>0.635000000003</c:v>
                </c:pt>
                <c:pt idx="256">
                  <c:v>0.635250000003</c:v>
                </c:pt>
                <c:pt idx="257">
                  <c:v>0.639750000003</c:v>
                </c:pt>
                <c:pt idx="258">
                  <c:v>0.640000000003</c:v>
                </c:pt>
                <c:pt idx="259">
                  <c:v>0.644500000003</c:v>
                </c:pt>
                <c:pt idx="260">
                  <c:v>0.644750000003</c:v>
                </c:pt>
                <c:pt idx="261">
                  <c:v>0.649250000003</c:v>
                </c:pt>
                <c:pt idx="262">
                  <c:v>0.649500000003</c:v>
                </c:pt>
                <c:pt idx="263">
                  <c:v>0.654000000003</c:v>
                </c:pt>
                <c:pt idx="264">
                  <c:v>0.654250000003</c:v>
                </c:pt>
                <c:pt idx="265">
                  <c:v>0.658750000003</c:v>
                </c:pt>
                <c:pt idx="266">
                  <c:v>0.659000000003</c:v>
                </c:pt>
                <c:pt idx="267">
                  <c:v>0.663500000003</c:v>
                </c:pt>
                <c:pt idx="268">
                  <c:v>0.663750000003</c:v>
                </c:pt>
                <c:pt idx="269">
                  <c:v>0.668250000003</c:v>
                </c:pt>
                <c:pt idx="270">
                  <c:v>0.668500000003</c:v>
                </c:pt>
                <c:pt idx="271">
                  <c:v>0.673000000003</c:v>
                </c:pt>
                <c:pt idx="272">
                  <c:v>0.673250000003</c:v>
                </c:pt>
                <c:pt idx="273">
                  <c:v>0.677750000003</c:v>
                </c:pt>
                <c:pt idx="274">
                  <c:v>0.678000000003</c:v>
                </c:pt>
                <c:pt idx="275">
                  <c:v>0.682500000003</c:v>
                </c:pt>
                <c:pt idx="276">
                  <c:v>0.682750000003</c:v>
                </c:pt>
                <c:pt idx="277">
                  <c:v>0.687250000003</c:v>
                </c:pt>
                <c:pt idx="278">
                  <c:v>0.687500000003</c:v>
                </c:pt>
                <c:pt idx="279">
                  <c:v>0.692000000003</c:v>
                </c:pt>
                <c:pt idx="280">
                  <c:v>0.692250000003</c:v>
                </c:pt>
                <c:pt idx="281">
                  <c:v>0.696750000003</c:v>
                </c:pt>
                <c:pt idx="282">
                  <c:v>0.697000000003</c:v>
                </c:pt>
                <c:pt idx="283">
                  <c:v>0.701500000003</c:v>
                </c:pt>
                <c:pt idx="284">
                  <c:v>0.701750000003</c:v>
                </c:pt>
                <c:pt idx="285">
                  <c:v>0.706250000003</c:v>
                </c:pt>
                <c:pt idx="286">
                  <c:v>0.706500000003</c:v>
                </c:pt>
                <c:pt idx="287">
                  <c:v>0.711000000003</c:v>
                </c:pt>
                <c:pt idx="288">
                  <c:v>0.711250000003</c:v>
                </c:pt>
                <c:pt idx="289">
                  <c:v>0.715750000003</c:v>
                </c:pt>
                <c:pt idx="290">
                  <c:v>0.716000000003</c:v>
                </c:pt>
                <c:pt idx="291">
                  <c:v>0.720500000003</c:v>
                </c:pt>
                <c:pt idx="292">
                  <c:v>0.720750000003</c:v>
                </c:pt>
                <c:pt idx="293">
                  <c:v>0.725250000003</c:v>
                </c:pt>
                <c:pt idx="294">
                  <c:v>0.725500000003</c:v>
                </c:pt>
                <c:pt idx="295">
                  <c:v>0.730000000003</c:v>
                </c:pt>
                <c:pt idx="296">
                  <c:v>0.730250000003</c:v>
                </c:pt>
                <c:pt idx="297">
                  <c:v>0.734750000004</c:v>
                </c:pt>
                <c:pt idx="298">
                  <c:v>0.735000000004</c:v>
                </c:pt>
                <c:pt idx="299">
                  <c:v>0.739500000004</c:v>
                </c:pt>
                <c:pt idx="300">
                  <c:v>0.739750000004</c:v>
                </c:pt>
                <c:pt idx="301">
                  <c:v>0.744250000004</c:v>
                </c:pt>
                <c:pt idx="302">
                  <c:v>0.744500000004</c:v>
                </c:pt>
                <c:pt idx="303">
                  <c:v>0.749000000004</c:v>
                </c:pt>
                <c:pt idx="304">
                  <c:v>0.749250000004</c:v>
                </c:pt>
                <c:pt idx="305">
                  <c:v>0.753750000004</c:v>
                </c:pt>
                <c:pt idx="306">
                  <c:v>0.754000000004</c:v>
                </c:pt>
                <c:pt idx="307">
                  <c:v>0.758500000004</c:v>
                </c:pt>
                <c:pt idx="308">
                  <c:v>0.758750000004</c:v>
                </c:pt>
                <c:pt idx="309">
                  <c:v>0.763250000004</c:v>
                </c:pt>
                <c:pt idx="310">
                  <c:v>0.763500000004</c:v>
                </c:pt>
                <c:pt idx="311">
                  <c:v>0.768000000004</c:v>
                </c:pt>
                <c:pt idx="312">
                  <c:v>0.768250000004</c:v>
                </c:pt>
                <c:pt idx="313">
                  <c:v>0.772750000004</c:v>
                </c:pt>
                <c:pt idx="314">
                  <c:v>0.773000000004</c:v>
                </c:pt>
                <c:pt idx="315">
                  <c:v>0.777500000004</c:v>
                </c:pt>
                <c:pt idx="316">
                  <c:v>0.777750000004</c:v>
                </c:pt>
                <c:pt idx="317">
                  <c:v>0.782250000004</c:v>
                </c:pt>
                <c:pt idx="318">
                  <c:v>0.782500000004</c:v>
                </c:pt>
                <c:pt idx="319">
                  <c:v>0.787000000004</c:v>
                </c:pt>
                <c:pt idx="320">
                  <c:v>0.787250000004</c:v>
                </c:pt>
                <c:pt idx="321">
                  <c:v>0.791750000004</c:v>
                </c:pt>
                <c:pt idx="322">
                  <c:v>0.792000000004</c:v>
                </c:pt>
                <c:pt idx="323">
                  <c:v>0.796500000004</c:v>
                </c:pt>
                <c:pt idx="324">
                  <c:v>0.796750000004</c:v>
                </c:pt>
                <c:pt idx="325">
                  <c:v>0.801250000004</c:v>
                </c:pt>
                <c:pt idx="326">
                  <c:v>0.801500000004</c:v>
                </c:pt>
                <c:pt idx="327">
                  <c:v>0.806000000004</c:v>
                </c:pt>
                <c:pt idx="328">
                  <c:v>0.806250000004</c:v>
                </c:pt>
                <c:pt idx="329">
                  <c:v>0.810750000004</c:v>
                </c:pt>
                <c:pt idx="330">
                  <c:v>0.811000000004</c:v>
                </c:pt>
                <c:pt idx="331">
                  <c:v>0.815500000004</c:v>
                </c:pt>
                <c:pt idx="332">
                  <c:v>0.815750000004</c:v>
                </c:pt>
                <c:pt idx="333">
                  <c:v>0.820250000004</c:v>
                </c:pt>
                <c:pt idx="334">
                  <c:v>0.820500000004</c:v>
                </c:pt>
                <c:pt idx="335">
                  <c:v>0.825000000004</c:v>
                </c:pt>
                <c:pt idx="336">
                  <c:v>0.825250000004</c:v>
                </c:pt>
                <c:pt idx="337">
                  <c:v>0.829750000004</c:v>
                </c:pt>
                <c:pt idx="338">
                  <c:v>0.830000000004</c:v>
                </c:pt>
                <c:pt idx="339">
                  <c:v>0.834500000004</c:v>
                </c:pt>
                <c:pt idx="340">
                  <c:v>0.834750000004</c:v>
                </c:pt>
                <c:pt idx="341">
                  <c:v>0.839250000004</c:v>
                </c:pt>
                <c:pt idx="342">
                  <c:v>0.839500000004</c:v>
                </c:pt>
                <c:pt idx="343">
                  <c:v>0.844000000004</c:v>
                </c:pt>
                <c:pt idx="344">
                  <c:v>0.844250000004</c:v>
                </c:pt>
                <c:pt idx="345">
                  <c:v>0.848750000004</c:v>
                </c:pt>
                <c:pt idx="346">
                  <c:v>0.849000000004</c:v>
                </c:pt>
                <c:pt idx="347">
                  <c:v>0.853500000004</c:v>
                </c:pt>
                <c:pt idx="348">
                  <c:v>0.853750000004</c:v>
                </c:pt>
                <c:pt idx="349">
                  <c:v>0.858250000004</c:v>
                </c:pt>
                <c:pt idx="350">
                  <c:v>0.858500000004</c:v>
                </c:pt>
                <c:pt idx="351">
                  <c:v>0.863000000004</c:v>
                </c:pt>
                <c:pt idx="352">
                  <c:v>0.863250000004</c:v>
                </c:pt>
                <c:pt idx="353">
                  <c:v>0.867750000004</c:v>
                </c:pt>
                <c:pt idx="354">
                  <c:v>0.868000000004</c:v>
                </c:pt>
                <c:pt idx="355">
                  <c:v>0.872500000004</c:v>
                </c:pt>
                <c:pt idx="356">
                  <c:v>0.872750000004</c:v>
                </c:pt>
                <c:pt idx="357">
                  <c:v>0.877250000004</c:v>
                </c:pt>
                <c:pt idx="358">
                  <c:v>0.877500000004</c:v>
                </c:pt>
                <c:pt idx="359">
                  <c:v>0.882000000004</c:v>
                </c:pt>
                <c:pt idx="360">
                  <c:v>0.882250000004</c:v>
                </c:pt>
                <c:pt idx="361">
                  <c:v>0.886750000004</c:v>
                </c:pt>
                <c:pt idx="362">
                  <c:v>0.887000000004</c:v>
                </c:pt>
                <c:pt idx="363">
                  <c:v>0.891500000004</c:v>
                </c:pt>
                <c:pt idx="364">
                  <c:v>0.891750000004</c:v>
                </c:pt>
                <c:pt idx="365">
                  <c:v>0.896250000004</c:v>
                </c:pt>
                <c:pt idx="366">
                  <c:v>0.896500000004</c:v>
                </c:pt>
                <c:pt idx="367">
                  <c:v>0.901000000004</c:v>
                </c:pt>
                <c:pt idx="368">
                  <c:v>0.901250000004</c:v>
                </c:pt>
                <c:pt idx="369">
                  <c:v>0.905750000004</c:v>
                </c:pt>
                <c:pt idx="370">
                  <c:v>0.906000000004</c:v>
                </c:pt>
                <c:pt idx="371">
                  <c:v>0.910500000004</c:v>
                </c:pt>
                <c:pt idx="372">
                  <c:v>0.910750000004</c:v>
                </c:pt>
                <c:pt idx="373">
                  <c:v>0.915250000004</c:v>
                </c:pt>
                <c:pt idx="374">
                  <c:v>0.915500000004</c:v>
                </c:pt>
                <c:pt idx="375">
                  <c:v>0.920000000004</c:v>
                </c:pt>
                <c:pt idx="376">
                  <c:v>0.920250000004</c:v>
                </c:pt>
                <c:pt idx="377">
                  <c:v>0.924750000004</c:v>
                </c:pt>
                <c:pt idx="378">
                  <c:v>0.925000000004</c:v>
                </c:pt>
                <c:pt idx="379">
                  <c:v>0.929500000004</c:v>
                </c:pt>
                <c:pt idx="380">
                  <c:v>0.929750000004</c:v>
                </c:pt>
                <c:pt idx="381">
                  <c:v>0.934250000004</c:v>
                </c:pt>
                <c:pt idx="382">
                  <c:v>0.934500000004</c:v>
                </c:pt>
                <c:pt idx="383">
                  <c:v>0.939000000004</c:v>
                </c:pt>
                <c:pt idx="384">
                  <c:v>0.939250000004</c:v>
                </c:pt>
                <c:pt idx="385">
                  <c:v>0.943750000005</c:v>
                </c:pt>
                <c:pt idx="386">
                  <c:v>0.944000000005</c:v>
                </c:pt>
                <c:pt idx="387">
                  <c:v>0.948500000005</c:v>
                </c:pt>
                <c:pt idx="388">
                  <c:v>0.948750000005</c:v>
                </c:pt>
                <c:pt idx="389">
                  <c:v>0.953250000005</c:v>
                </c:pt>
                <c:pt idx="390">
                  <c:v>0.953500000005</c:v>
                </c:pt>
                <c:pt idx="391">
                  <c:v>0.958000000005</c:v>
                </c:pt>
                <c:pt idx="392">
                  <c:v>0.958250000005</c:v>
                </c:pt>
                <c:pt idx="393">
                  <c:v>0.962750000005</c:v>
                </c:pt>
                <c:pt idx="394">
                  <c:v>0.963000000005</c:v>
                </c:pt>
                <c:pt idx="395">
                  <c:v>0.967500000005</c:v>
                </c:pt>
                <c:pt idx="396">
                  <c:v>0.967750000005</c:v>
                </c:pt>
                <c:pt idx="397">
                  <c:v>0.972250000005</c:v>
                </c:pt>
                <c:pt idx="398">
                  <c:v>0.972500000005</c:v>
                </c:pt>
                <c:pt idx="399">
                  <c:v>0.977000000005</c:v>
                </c:pt>
                <c:pt idx="400">
                  <c:v>0.977250000005</c:v>
                </c:pt>
                <c:pt idx="401">
                  <c:v>0.981750000005</c:v>
                </c:pt>
                <c:pt idx="402">
                  <c:v>0.982000000005</c:v>
                </c:pt>
                <c:pt idx="403">
                  <c:v>0.986500000005</c:v>
                </c:pt>
                <c:pt idx="404">
                  <c:v>0.986750000005</c:v>
                </c:pt>
                <c:pt idx="405">
                  <c:v>0.991250000005</c:v>
                </c:pt>
                <c:pt idx="406">
                  <c:v>0.991500000005</c:v>
                </c:pt>
                <c:pt idx="407">
                  <c:v>0.996000000005</c:v>
                </c:pt>
                <c:pt idx="408">
                  <c:v>0.996250000005</c:v>
                </c:pt>
                <c:pt idx="409">
                  <c:v>0.999500000005</c:v>
                </c:pt>
                <c:pt idx="410">
                  <c:v>0.999750000005</c:v>
                </c:pt>
                <c:pt idx="411">
                  <c:v>1</c:v>
                </c:pt>
                <c:pt idx="412">
                  <c:v>1.00025</c:v>
                </c:pt>
                <c:pt idx="413">
                  <c:v>1.0005</c:v>
                </c:pt>
                <c:pt idx="414">
                  <c:v>1.001</c:v>
                </c:pt>
                <c:pt idx="415">
                  <c:v>1.0055</c:v>
                </c:pt>
                <c:pt idx="416">
                  <c:v>1.00575</c:v>
                </c:pt>
                <c:pt idx="417">
                  <c:v>1.01025</c:v>
                </c:pt>
                <c:pt idx="418">
                  <c:v>1.0105</c:v>
                </c:pt>
                <c:pt idx="419">
                  <c:v>1.015</c:v>
                </c:pt>
                <c:pt idx="420">
                  <c:v>1.01525</c:v>
                </c:pt>
                <c:pt idx="421">
                  <c:v>1.01975</c:v>
                </c:pt>
                <c:pt idx="422">
                  <c:v>1.02</c:v>
                </c:pt>
                <c:pt idx="423">
                  <c:v>1.0245</c:v>
                </c:pt>
                <c:pt idx="424">
                  <c:v>1.02475</c:v>
                </c:pt>
                <c:pt idx="425">
                  <c:v>1.02925</c:v>
                </c:pt>
                <c:pt idx="426">
                  <c:v>1.0295</c:v>
                </c:pt>
                <c:pt idx="427">
                  <c:v>1.034</c:v>
                </c:pt>
                <c:pt idx="428">
                  <c:v>1.03425</c:v>
                </c:pt>
                <c:pt idx="429">
                  <c:v>1.03875</c:v>
                </c:pt>
                <c:pt idx="430">
                  <c:v>1.039</c:v>
                </c:pt>
                <c:pt idx="431">
                  <c:v>1.0435</c:v>
                </c:pt>
                <c:pt idx="432">
                  <c:v>1.04375</c:v>
                </c:pt>
                <c:pt idx="433">
                  <c:v>1.04825000001</c:v>
                </c:pt>
                <c:pt idx="434">
                  <c:v>1.04850000001</c:v>
                </c:pt>
                <c:pt idx="435">
                  <c:v>1.05300000001</c:v>
                </c:pt>
                <c:pt idx="436">
                  <c:v>1.05325000001</c:v>
                </c:pt>
                <c:pt idx="437">
                  <c:v>1.05625000001</c:v>
                </c:pt>
                <c:pt idx="438">
                  <c:v>1.05750000001</c:v>
                </c:pt>
                <c:pt idx="439">
                  <c:v>1.05775000001</c:v>
                </c:pt>
                <c:pt idx="440">
                  <c:v>1.05800000001</c:v>
                </c:pt>
                <c:pt idx="441">
                  <c:v>1.06250000001</c:v>
                </c:pt>
                <c:pt idx="442">
                  <c:v>1.06275000001</c:v>
                </c:pt>
                <c:pt idx="443">
                  <c:v>1.06725000001</c:v>
                </c:pt>
                <c:pt idx="444">
                  <c:v>1.06750000001</c:v>
                </c:pt>
                <c:pt idx="445">
                  <c:v>1.07200000001</c:v>
                </c:pt>
                <c:pt idx="446">
                  <c:v>1.07225000001</c:v>
                </c:pt>
                <c:pt idx="447">
                  <c:v>1.07675000001</c:v>
                </c:pt>
                <c:pt idx="448">
                  <c:v>1.07700000001</c:v>
                </c:pt>
                <c:pt idx="449">
                  <c:v>1.08150000001</c:v>
                </c:pt>
                <c:pt idx="450">
                  <c:v>1.08175000001</c:v>
                </c:pt>
                <c:pt idx="451">
                  <c:v>1.08625000001</c:v>
                </c:pt>
                <c:pt idx="452">
                  <c:v>1.08650000001</c:v>
                </c:pt>
                <c:pt idx="453">
                  <c:v>1.09100000001</c:v>
                </c:pt>
                <c:pt idx="454">
                  <c:v>1.09125000001</c:v>
                </c:pt>
                <c:pt idx="455">
                  <c:v>1.09575000001</c:v>
                </c:pt>
                <c:pt idx="456">
                  <c:v>1.09600000001</c:v>
                </c:pt>
                <c:pt idx="457">
                  <c:v>1.10050000001</c:v>
                </c:pt>
                <c:pt idx="458">
                  <c:v>1.10075000001</c:v>
                </c:pt>
                <c:pt idx="459">
                  <c:v>1.10525000001</c:v>
                </c:pt>
                <c:pt idx="460">
                  <c:v>1.10550000001</c:v>
                </c:pt>
                <c:pt idx="461">
                  <c:v>1.11000000001</c:v>
                </c:pt>
                <c:pt idx="462">
                  <c:v>1.11025000001</c:v>
                </c:pt>
                <c:pt idx="463">
                  <c:v>1.11475000001</c:v>
                </c:pt>
                <c:pt idx="464">
                  <c:v>1.11500000001</c:v>
                </c:pt>
                <c:pt idx="465">
                  <c:v>1.11950000001</c:v>
                </c:pt>
                <c:pt idx="466">
                  <c:v>1.11975000001</c:v>
                </c:pt>
                <c:pt idx="467">
                  <c:v>1.12425000001</c:v>
                </c:pt>
                <c:pt idx="468">
                  <c:v>1.12450000001</c:v>
                </c:pt>
                <c:pt idx="469">
                  <c:v>1.12900000001</c:v>
                </c:pt>
                <c:pt idx="470">
                  <c:v>1.12925000001</c:v>
                </c:pt>
                <c:pt idx="471">
                  <c:v>1.13375000001</c:v>
                </c:pt>
                <c:pt idx="472">
                  <c:v>1.13400000001</c:v>
                </c:pt>
                <c:pt idx="473">
                  <c:v>1.13850000001</c:v>
                </c:pt>
                <c:pt idx="474">
                  <c:v>1.13875000001</c:v>
                </c:pt>
                <c:pt idx="475">
                  <c:v>1.14325000001</c:v>
                </c:pt>
                <c:pt idx="476">
                  <c:v>1.14350000001</c:v>
                </c:pt>
                <c:pt idx="477">
                  <c:v>1.14800000001</c:v>
                </c:pt>
                <c:pt idx="478">
                  <c:v>1.14825000001</c:v>
                </c:pt>
                <c:pt idx="479">
                  <c:v>1.15275000001</c:v>
                </c:pt>
                <c:pt idx="480">
                  <c:v>1.15300000001</c:v>
                </c:pt>
                <c:pt idx="481">
                  <c:v>1.15750000001</c:v>
                </c:pt>
                <c:pt idx="482">
                  <c:v>1.15775000001</c:v>
                </c:pt>
                <c:pt idx="483">
                  <c:v>1.16225000001</c:v>
                </c:pt>
                <c:pt idx="484">
                  <c:v>1.16250000001</c:v>
                </c:pt>
                <c:pt idx="485">
                  <c:v>1.16450000001</c:v>
                </c:pt>
                <c:pt idx="486">
                  <c:v>1.16700000001</c:v>
                </c:pt>
                <c:pt idx="487">
                  <c:v>1.16725000001</c:v>
                </c:pt>
                <c:pt idx="488">
                  <c:v>1.17175000001</c:v>
                </c:pt>
                <c:pt idx="489">
                  <c:v>1.17200000001</c:v>
                </c:pt>
                <c:pt idx="490">
                  <c:v>1.17650000001</c:v>
                </c:pt>
                <c:pt idx="491">
                  <c:v>1.17675000001</c:v>
                </c:pt>
                <c:pt idx="492">
                  <c:v>1.18125000001</c:v>
                </c:pt>
                <c:pt idx="493">
                  <c:v>1.18150000001</c:v>
                </c:pt>
                <c:pt idx="494">
                  <c:v>1.18600000001</c:v>
                </c:pt>
                <c:pt idx="495">
                  <c:v>1.18625000001</c:v>
                </c:pt>
                <c:pt idx="496">
                  <c:v>1.19075000001</c:v>
                </c:pt>
                <c:pt idx="497">
                  <c:v>1.19100000001</c:v>
                </c:pt>
                <c:pt idx="498">
                  <c:v>1.19550000001</c:v>
                </c:pt>
                <c:pt idx="499">
                  <c:v>1.19575000001</c:v>
                </c:pt>
                <c:pt idx="500">
                  <c:v>1.20025000001</c:v>
                </c:pt>
                <c:pt idx="501">
                  <c:v>1.20050000001</c:v>
                </c:pt>
                <c:pt idx="502">
                  <c:v>1.20500000001</c:v>
                </c:pt>
                <c:pt idx="503">
                  <c:v>1.20525000001</c:v>
                </c:pt>
                <c:pt idx="504">
                  <c:v>1.20975000001</c:v>
                </c:pt>
                <c:pt idx="505">
                  <c:v>1.21000000001</c:v>
                </c:pt>
                <c:pt idx="506">
                  <c:v>1.21450000001</c:v>
                </c:pt>
                <c:pt idx="507">
                  <c:v>1.21475000001</c:v>
                </c:pt>
                <c:pt idx="508">
                  <c:v>1.21925000001</c:v>
                </c:pt>
                <c:pt idx="509">
                  <c:v>1.21950000001</c:v>
                </c:pt>
                <c:pt idx="510">
                  <c:v>1.22400000001</c:v>
                </c:pt>
                <c:pt idx="511">
                  <c:v>1.22425000001</c:v>
                </c:pt>
                <c:pt idx="512">
                  <c:v>1.22875000001</c:v>
                </c:pt>
                <c:pt idx="513">
                  <c:v>1.22900000001</c:v>
                </c:pt>
                <c:pt idx="514">
                  <c:v>1.23275000001</c:v>
                </c:pt>
                <c:pt idx="515">
                  <c:v>1.23350000001</c:v>
                </c:pt>
                <c:pt idx="516">
                  <c:v>1.23375000001</c:v>
                </c:pt>
                <c:pt idx="517">
                  <c:v>1.23825000001</c:v>
                </c:pt>
                <c:pt idx="518">
                  <c:v>1.23850000001</c:v>
                </c:pt>
                <c:pt idx="519">
                  <c:v>1.24300000001</c:v>
                </c:pt>
                <c:pt idx="520">
                  <c:v>1.24325000001</c:v>
                </c:pt>
                <c:pt idx="521">
                  <c:v>1.24775000001</c:v>
                </c:pt>
                <c:pt idx="522">
                  <c:v>1.24800000001</c:v>
                </c:pt>
                <c:pt idx="523">
                  <c:v>1.25250000001</c:v>
                </c:pt>
                <c:pt idx="524">
                  <c:v>1.25275000001</c:v>
                </c:pt>
                <c:pt idx="525">
                  <c:v>1.25725000001</c:v>
                </c:pt>
                <c:pt idx="526">
                  <c:v>1.25750000001</c:v>
                </c:pt>
                <c:pt idx="527">
                  <c:v>1.26200000001</c:v>
                </c:pt>
                <c:pt idx="528">
                  <c:v>1.26225000001</c:v>
                </c:pt>
                <c:pt idx="529">
                  <c:v>1.26675000001</c:v>
                </c:pt>
                <c:pt idx="530">
                  <c:v>1.26700000001</c:v>
                </c:pt>
                <c:pt idx="531">
                  <c:v>1.27150000001</c:v>
                </c:pt>
                <c:pt idx="532">
                  <c:v>1.27175000001</c:v>
                </c:pt>
                <c:pt idx="533">
                  <c:v>1.27625000001</c:v>
                </c:pt>
                <c:pt idx="534">
                  <c:v>1.27650000001</c:v>
                </c:pt>
                <c:pt idx="535">
                  <c:v>1.28100000001</c:v>
                </c:pt>
                <c:pt idx="536">
                  <c:v>1.28125000001</c:v>
                </c:pt>
                <c:pt idx="537">
                  <c:v>1.28575000001</c:v>
                </c:pt>
                <c:pt idx="538">
                  <c:v>1.28600000001</c:v>
                </c:pt>
                <c:pt idx="539">
                  <c:v>1.29050000001</c:v>
                </c:pt>
                <c:pt idx="540">
                  <c:v>1.29075000001</c:v>
                </c:pt>
                <c:pt idx="541">
                  <c:v>1.29125000001</c:v>
                </c:pt>
                <c:pt idx="542">
                  <c:v>1.29525000001</c:v>
                </c:pt>
                <c:pt idx="543">
                  <c:v>1.29550000001</c:v>
                </c:pt>
                <c:pt idx="544">
                  <c:v>1.30000000001</c:v>
                </c:pt>
                <c:pt idx="545">
                  <c:v>1.30025000001</c:v>
                </c:pt>
                <c:pt idx="546">
                  <c:v>1.30475000001</c:v>
                </c:pt>
                <c:pt idx="547">
                  <c:v>1.30500000001</c:v>
                </c:pt>
                <c:pt idx="548">
                  <c:v>1.30950000001</c:v>
                </c:pt>
                <c:pt idx="549">
                  <c:v>1.30975000001</c:v>
                </c:pt>
                <c:pt idx="550">
                  <c:v>1.31425000001</c:v>
                </c:pt>
                <c:pt idx="551">
                  <c:v>1.31450000001</c:v>
                </c:pt>
                <c:pt idx="552">
                  <c:v>1.31900000001</c:v>
                </c:pt>
                <c:pt idx="553">
                  <c:v>1.31925000001</c:v>
                </c:pt>
                <c:pt idx="554">
                  <c:v>1.32375000001</c:v>
                </c:pt>
                <c:pt idx="555">
                  <c:v>1.32400000001</c:v>
                </c:pt>
                <c:pt idx="556">
                  <c:v>1.32850000001</c:v>
                </c:pt>
                <c:pt idx="557">
                  <c:v>1.32875000001</c:v>
                </c:pt>
                <c:pt idx="558">
                  <c:v>1.33325000001</c:v>
                </c:pt>
                <c:pt idx="559">
                  <c:v>1.33350000001</c:v>
                </c:pt>
                <c:pt idx="560">
                  <c:v>1.33800000001</c:v>
                </c:pt>
                <c:pt idx="561">
                  <c:v>1.33825000001</c:v>
                </c:pt>
                <c:pt idx="562">
                  <c:v>1.34275000001</c:v>
                </c:pt>
                <c:pt idx="563">
                  <c:v>1.34300000001</c:v>
                </c:pt>
                <c:pt idx="564">
                  <c:v>1.34750000001</c:v>
                </c:pt>
                <c:pt idx="565">
                  <c:v>1.34775000001</c:v>
                </c:pt>
                <c:pt idx="566">
                  <c:v>1.35225000001</c:v>
                </c:pt>
                <c:pt idx="567">
                  <c:v>1.35250000001</c:v>
                </c:pt>
                <c:pt idx="568">
                  <c:v>1.35700000001</c:v>
                </c:pt>
                <c:pt idx="569">
                  <c:v>1.35725000001</c:v>
                </c:pt>
                <c:pt idx="570">
                  <c:v>1.36175000001</c:v>
                </c:pt>
                <c:pt idx="571">
                  <c:v>1.36200000001</c:v>
                </c:pt>
                <c:pt idx="572">
                  <c:v>1.36650000001</c:v>
                </c:pt>
                <c:pt idx="573">
                  <c:v>1.36675000001</c:v>
                </c:pt>
                <c:pt idx="574">
                  <c:v>1.37125000001</c:v>
                </c:pt>
                <c:pt idx="575">
                  <c:v>1.37150000001</c:v>
                </c:pt>
                <c:pt idx="576">
                  <c:v>1.37600000001</c:v>
                </c:pt>
                <c:pt idx="577">
                  <c:v>1.37625000001</c:v>
                </c:pt>
                <c:pt idx="578">
                  <c:v>1.38075000001</c:v>
                </c:pt>
                <c:pt idx="579">
                  <c:v>1.38100000001</c:v>
                </c:pt>
                <c:pt idx="580">
                  <c:v>1.38475000001</c:v>
                </c:pt>
                <c:pt idx="581">
                  <c:v>1.38550000001</c:v>
                </c:pt>
                <c:pt idx="582">
                  <c:v>1.38575000001</c:v>
                </c:pt>
                <c:pt idx="583">
                  <c:v>1.39025000001</c:v>
                </c:pt>
                <c:pt idx="584">
                  <c:v>1.39050000001</c:v>
                </c:pt>
                <c:pt idx="585">
                  <c:v>1.39500000001</c:v>
                </c:pt>
                <c:pt idx="586">
                  <c:v>1.39525000001</c:v>
                </c:pt>
                <c:pt idx="587">
                  <c:v>1.39975000001</c:v>
                </c:pt>
                <c:pt idx="588">
                  <c:v>1.40000000001</c:v>
                </c:pt>
                <c:pt idx="589">
                  <c:v>1.40450000001</c:v>
                </c:pt>
                <c:pt idx="590">
                  <c:v>1.40475000001</c:v>
                </c:pt>
                <c:pt idx="591">
                  <c:v>1.40925000001</c:v>
                </c:pt>
                <c:pt idx="592">
                  <c:v>1.40950000001</c:v>
                </c:pt>
                <c:pt idx="593">
                  <c:v>1.41400000001</c:v>
                </c:pt>
                <c:pt idx="594">
                  <c:v>1.41425000001</c:v>
                </c:pt>
                <c:pt idx="595">
                  <c:v>1.41875000001</c:v>
                </c:pt>
                <c:pt idx="596">
                  <c:v>1.41900000001</c:v>
                </c:pt>
                <c:pt idx="597">
                  <c:v>1.42350000001</c:v>
                </c:pt>
                <c:pt idx="598">
                  <c:v>1.42375000001</c:v>
                </c:pt>
                <c:pt idx="599">
                  <c:v>1.42550000001</c:v>
                </c:pt>
                <c:pt idx="600">
                  <c:v>1.42825000001</c:v>
                </c:pt>
                <c:pt idx="601">
                  <c:v>1.42850000001</c:v>
                </c:pt>
                <c:pt idx="602">
                  <c:v>1.43300000001</c:v>
                </c:pt>
                <c:pt idx="603">
                  <c:v>1.43325000001</c:v>
                </c:pt>
                <c:pt idx="604">
                  <c:v>1.43775000001</c:v>
                </c:pt>
                <c:pt idx="605">
                  <c:v>1.43800000001</c:v>
                </c:pt>
                <c:pt idx="606">
                  <c:v>1.44250000001</c:v>
                </c:pt>
                <c:pt idx="607">
                  <c:v>1.44275000001</c:v>
                </c:pt>
                <c:pt idx="608">
                  <c:v>1.44725000001</c:v>
                </c:pt>
                <c:pt idx="609">
                  <c:v>1.44750000001</c:v>
                </c:pt>
                <c:pt idx="610">
                  <c:v>1.45200000001</c:v>
                </c:pt>
                <c:pt idx="611">
                  <c:v>1.45225000001</c:v>
                </c:pt>
                <c:pt idx="612">
                  <c:v>1.45675000001</c:v>
                </c:pt>
                <c:pt idx="613">
                  <c:v>1.45700000001</c:v>
                </c:pt>
                <c:pt idx="614">
                  <c:v>1.46150000001</c:v>
                </c:pt>
                <c:pt idx="615">
                  <c:v>1.46175000001</c:v>
                </c:pt>
                <c:pt idx="616">
                  <c:v>1.46625000001</c:v>
                </c:pt>
                <c:pt idx="617">
                  <c:v>1.46650000001</c:v>
                </c:pt>
                <c:pt idx="618">
                  <c:v>1.47100000001</c:v>
                </c:pt>
                <c:pt idx="619">
                  <c:v>1.47125000001</c:v>
                </c:pt>
                <c:pt idx="620">
                  <c:v>1.47575000001</c:v>
                </c:pt>
                <c:pt idx="621">
                  <c:v>1.47600000001</c:v>
                </c:pt>
                <c:pt idx="622">
                  <c:v>1.48050000001</c:v>
                </c:pt>
                <c:pt idx="623">
                  <c:v>1.48075000001</c:v>
                </c:pt>
                <c:pt idx="624">
                  <c:v>1.48525000001</c:v>
                </c:pt>
                <c:pt idx="625">
                  <c:v>1.48550000001</c:v>
                </c:pt>
                <c:pt idx="626">
                  <c:v>1.49000000001</c:v>
                </c:pt>
                <c:pt idx="627">
                  <c:v>1.49025000001</c:v>
                </c:pt>
                <c:pt idx="628">
                  <c:v>1.49475000001</c:v>
                </c:pt>
                <c:pt idx="629">
                  <c:v>1.49500000001</c:v>
                </c:pt>
                <c:pt idx="630">
                  <c:v>1.49950000001</c:v>
                </c:pt>
                <c:pt idx="631">
                  <c:v>1.49975000001</c:v>
                </c:pt>
                <c:pt idx="632">
                  <c:v>1.50425000001</c:v>
                </c:pt>
                <c:pt idx="633">
                  <c:v>1.50450000001</c:v>
                </c:pt>
                <c:pt idx="634">
                  <c:v>1.50900000001</c:v>
                </c:pt>
                <c:pt idx="635">
                  <c:v>1.50925000001</c:v>
                </c:pt>
                <c:pt idx="636">
                  <c:v>1.51375000001</c:v>
                </c:pt>
                <c:pt idx="637">
                  <c:v>1.51400000001</c:v>
                </c:pt>
                <c:pt idx="638">
                  <c:v>1.51850000001</c:v>
                </c:pt>
                <c:pt idx="639">
                  <c:v>1.51875000001</c:v>
                </c:pt>
                <c:pt idx="640">
                  <c:v>1.52325000001</c:v>
                </c:pt>
                <c:pt idx="641">
                  <c:v>1.52350000001</c:v>
                </c:pt>
                <c:pt idx="642">
                  <c:v>1.52800000001</c:v>
                </c:pt>
                <c:pt idx="643">
                  <c:v>1.52825000001</c:v>
                </c:pt>
                <c:pt idx="644">
                  <c:v>1.53275000001</c:v>
                </c:pt>
                <c:pt idx="645">
                  <c:v>1.53300000001</c:v>
                </c:pt>
                <c:pt idx="646">
                  <c:v>1.53750000001</c:v>
                </c:pt>
                <c:pt idx="647">
                  <c:v>1.53775000001</c:v>
                </c:pt>
                <c:pt idx="648">
                  <c:v>1.54225000001</c:v>
                </c:pt>
                <c:pt idx="649">
                  <c:v>1.54250000001</c:v>
                </c:pt>
                <c:pt idx="650">
                  <c:v>1.54700000001</c:v>
                </c:pt>
                <c:pt idx="651">
                  <c:v>1.54725000001</c:v>
                </c:pt>
                <c:pt idx="652">
                  <c:v>1.55175000001</c:v>
                </c:pt>
                <c:pt idx="653">
                  <c:v>1.55200000001</c:v>
                </c:pt>
                <c:pt idx="654">
                  <c:v>1.55650000001</c:v>
                </c:pt>
                <c:pt idx="655">
                  <c:v>1.55675000001</c:v>
                </c:pt>
                <c:pt idx="656">
                  <c:v>1.56125000001</c:v>
                </c:pt>
                <c:pt idx="657">
                  <c:v>1.56150000001</c:v>
                </c:pt>
                <c:pt idx="658">
                  <c:v>1.56600000001</c:v>
                </c:pt>
                <c:pt idx="659">
                  <c:v>1.56625000001</c:v>
                </c:pt>
                <c:pt idx="660">
                  <c:v>1.57075000001</c:v>
                </c:pt>
                <c:pt idx="661">
                  <c:v>1.57100000001</c:v>
                </c:pt>
                <c:pt idx="662">
                  <c:v>1.57550000001</c:v>
                </c:pt>
                <c:pt idx="663">
                  <c:v>1.57575000001</c:v>
                </c:pt>
                <c:pt idx="664">
                  <c:v>1.58025000001</c:v>
                </c:pt>
                <c:pt idx="665">
                  <c:v>1.58050000001</c:v>
                </c:pt>
                <c:pt idx="666">
                  <c:v>1.58350000001</c:v>
                </c:pt>
                <c:pt idx="667">
                  <c:v>1.58500000001</c:v>
                </c:pt>
                <c:pt idx="668">
                  <c:v>1.58525000001</c:v>
                </c:pt>
                <c:pt idx="669">
                  <c:v>1.58975000001</c:v>
                </c:pt>
                <c:pt idx="670">
                  <c:v>1.59000000001</c:v>
                </c:pt>
                <c:pt idx="671">
                  <c:v>1.59450000001</c:v>
                </c:pt>
                <c:pt idx="672">
                  <c:v>1.59475000001</c:v>
                </c:pt>
                <c:pt idx="673">
                  <c:v>1.59925000001</c:v>
                </c:pt>
                <c:pt idx="674">
                  <c:v>1.59950000001</c:v>
                </c:pt>
                <c:pt idx="675">
                  <c:v>1.60400000001</c:v>
                </c:pt>
                <c:pt idx="676">
                  <c:v>1.60425000001</c:v>
                </c:pt>
                <c:pt idx="677">
                  <c:v>1.60525000001</c:v>
                </c:pt>
                <c:pt idx="678">
                  <c:v>1.60875000001</c:v>
                </c:pt>
                <c:pt idx="679">
                  <c:v>1.60900000001</c:v>
                </c:pt>
                <c:pt idx="680">
                  <c:v>1.61350000001</c:v>
                </c:pt>
                <c:pt idx="681">
                  <c:v>1.61375000001</c:v>
                </c:pt>
                <c:pt idx="682">
                  <c:v>1.61825000001</c:v>
                </c:pt>
                <c:pt idx="683">
                  <c:v>1.61850000001</c:v>
                </c:pt>
                <c:pt idx="684">
                  <c:v>1.62300000001</c:v>
                </c:pt>
                <c:pt idx="685">
                  <c:v>1.62325000001</c:v>
                </c:pt>
                <c:pt idx="686">
                  <c:v>1.62775000001</c:v>
                </c:pt>
                <c:pt idx="687">
                  <c:v>1.62800000001</c:v>
                </c:pt>
                <c:pt idx="688">
                  <c:v>1.63250000001</c:v>
                </c:pt>
                <c:pt idx="689">
                  <c:v>1.63275000001</c:v>
                </c:pt>
                <c:pt idx="690">
                  <c:v>1.63725000001</c:v>
                </c:pt>
                <c:pt idx="691">
                  <c:v>1.63750000001</c:v>
                </c:pt>
                <c:pt idx="692">
                  <c:v>1.64200000001</c:v>
                </c:pt>
                <c:pt idx="693">
                  <c:v>1.64225000001</c:v>
                </c:pt>
                <c:pt idx="694">
                  <c:v>1.64675000001</c:v>
                </c:pt>
                <c:pt idx="695">
                  <c:v>1.64700000001</c:v>
                </c:pt>
                <c:pt idx="696">
                  <c:v>1.65150000001</c:v>
                </c:pt>
                <c:pt idx="697">
                  <c:v>1.65175000001</c:v>
                </c:pt>
                <c:pt idx="698">
                  <c:v>1.65625000001</c:v>
                </c:pt>
                <c:pt idx="699">
                  <c:v>1.65650000001</c:v>
                </c:pt>
                <c:pt idx="700">
                  <c:v>1.66100000001</c:v>
                </c:pt>
                <c:pt idx="701">
                  <c:v>1.66125000001</c:v>
                </c:pt>
                <c:pt idx="702">
                  <c:v>1.66575000001</c:v>
                </c:pt>
                <c:pt idx="703">
                  <c:v>1.66600000001</c:v>
                </c:pt>
                <c:pt idx="704">
                  <c:v>1.67050000001</c:v>
                </c:pt>
                <c:pt idx="705">
                  <c:v>1.67075000001</c:v>
                </c:pt>
                <c:pt idx="706">
                  <c:v>1.67525000001</c:v>
                </c:pt>
                <c:pt idx="707">
                  <c:v>1.67550000001</c:v>
                </c:pt>
                <c:pt idx="708">
                  <c:v>1.68000000001</c:v>
                </c:pt>
                <c:pt idx="709">
                  <c:v>1.68025000001</c:v>
                </c:pt>
                <c:pt idx="710">
                  <c:v>1.68475000001</c:v>
                </c:pt>
                <c:pt idx="711">
                  <c:v>1.68500000001</c:v>
                </c:pt>
                <c:pt idx="712">
                  <c:v>1.68950000001</c:v>
                </c:pt>
                <c:pt idx="713">
                  <c:v>1.68975000001</c:v>
                </c:pt>
                <c:pt idx="714">
                  <c:v>1.69425000001</c:v>
                </c:pt>
                <c:pt idx="715">
                  <c:v>1.69450000001</c:v>
                </c:pt>
                <c:pt idx="716">
                  <c:v>1.69900000001</c:v>
                </c:pt>
                <c:pt idx="717">
                  <c:v>1.69925000001</c:v>
                </c:pt>
                <c:pt idx="718">
                  <c:v>1.70375000001</c:v>
                </c:pt>
                <c:pt idx="719">
                  <c:v>1.70400000001</c:v>
                </c:pt>
                <c:pt idx="720">
                  <c:v>1.70850000001</c:v>
                </c:pt>
                <c:pt idx="721">
                  <c:v>1.70875000001</c:v>
                </c:pt>
                <c:pt idx="722">
                  <c:v>1.71325000001</c:v>
                </c:pt>
                <c:pt idx="723">
                  <c:v>1.71350000001</c:v>
                </c:pt>
                <c:pt idx="724">
                  <c:v>1.71800000001</c:v>
                </c:pt>
                <c:pt idx="725">
                  <c:v>1.71825000001</c:v>
                </c:pt>
                <c:pt idx="726">
                  <c:v>1.72275000001</c:v>
                </c:pt>
                <c:pt idx="727">
                  <c:v>1.72300000001</c:v>
                </c:pt>
                <c:pt idx="728">
                  <c:v>1.72750000001</c:v>
                </c:pt>
                <c:pt idx="729">
                  <c:v>1.72775000001</c:v>
                </c:pt>
                <c:pt idx="730">
                  <c:v>1.73225000001</c:v>
                </c:pt>
                <c:pt idx="731">
                  <c:v>1.73250000001</c:v>
                </c:pt>
                <c:pt idx="732">
                  <c:v>1.73700000001</c:v>
                </c:pt>
                <c:pt idx="733">
                  <c:v>1.73725000001</c:v>
                </c:pt>
                <c:pt idx="734">
                  <c:v>1.74175000001</c:v>
                </c:pt>
                <c:pt idx="735">
                  <c:v>1.74200000001</c:v>
                </c:pt>
                <c:pt idx="736">
                  <c:v>1.74650000001</c:v>
                </c:pt>
                <c:pt idx="737">
                  <c:v>1.74675000001</c:v>
                </c:pt>
                <c:pt idx="738">
                  <c:v>1.75125000001</c:v>
                </c:pt>
                <c:pt idx="739">
                  <c:v>1.75150000001</c:v>
                </c:pt>
                <c:pt idx="740">
                  <c:v>1.75600000001</c:v>
                </c:pt>
                <c:pt idx="741">
                  <c:v>1.75625000001</c:v>
                </c:pt>
                <c:pt idx="742">
                  <c:v>1.76075000001</c:v>
                </c:pt>
                <c:pt idx="743">
                  <c:v>1.76100000001</c:v>
                </c:pt>
                <c:pt idx="744">
                  <c:v>1.76550000001</c:v>
                </c:pt>
                <c:pt idx="745">
                  <c:v>1.76575000001</c:v>
                </c:pt>
                <c:pt idx="746">
                  <c:v>1.77025000001</c:v>
                </c:pt>
                <c:pt idx="747">
                  <c:v>1.77050000001</c:v>
                </c:pt>
                <c:pt idx="748">
                  <c:v>1.77500000001</c:v>
                </c:pt>
                <c:pt idx="749">
                  <c:v>1.77525000001</c:v>
                </c:pt>
                <c:pt idx="750">
                  <c:v>1.77975000001</c:v>
                </c:pt>
                <c:pt idx="751">
                  <c:v>1.78000000001</c:v>
                </c:pt>
                <c:pt idx="752">
                  <c:v>1.78450000001</c:v>
                </c:pt>
                <c:pt idx="753">
                  <c:v>1.78475000001</c:v>
                </c:pt>
                <c:pt idx="754">
                  <c:v>1.78925000001</c:v>
                </c:pt>
                <c:pt idx="755">
                  <c:v>1.78950000001</c:v>
                </c:pt>
                <c:pt idx="756">
                  <c:v>1.79400000001</c:v>
                </c:pt>
                <c:pt idx="757">
                  <c:v>1.79425000001</c:v>
                </c:pt>
                <c:pt idx="758">
                  <c:v>1.79875000001</c:v>
                </c:pt>
                <c:pt idx="759">
                  <c:v>1.79900000001</c:v>
                </c:pt>
                <c:pt idx="760">
                  <c:v>1.80350000001</c:v>
                </c:pt>
                <c:pt idx="761">
                  <c:v>1.80375000001</c:v>
                </c:pt>
                <c:pt idx="762">
                  <c:v>1.80825000001</c:v>
                </c:pt>
                <c:pt idx="763">
                  <c:v>1.80850000001</c:v>
                </c:pt>
                <c:pt idx="764">
                  <c:v>1.81300000001</c:v>
                </c:pt>
                <c:pt idx="765">
                  <c:v>1.81325000001</c:v>
                </c:pt>
                <c:pt idx="766">
                  <c:v>1.81775000001</c:v>
                </c:pt>
                <c:pt idx="767">
                  <c:v>1.81800000001</c:v>
                </c:pt>
                <c:pt idx="768">
                  <c:v>1.82250000001</c:v>
                </c:pt>
                <c:pt idx="769">
                  <c:v>1.82275000001</c:v>
                </c:pt>
                <c:pt idx="770">
                  <c:v>1.82575000001</c:v>
                </c:pt>
                <c:pt idx="771">
                  <c:v>1.82725000001</c:v>
                </c:pt>
                <c:pt idx="772">
                  <c:v>1.82750000001</c:v>
                </c:pt>
                <c:pt idx="773">
                  <c:v>1.83200000001</c:v>
                </c:pt>
                <c:pt idx="774">
                  <c:v>1.83225000001</c:v>
                </c:pt>
                <c:pt idx="775">
                  <c:v>1.83275000001</c:v>
                </c:pt>
                <c:pt idx="776">
                  <c:v>1.83675000001</c:v>
                </c:pt>
                <c:pt idx="777">
                  <c:v>1.83700000001</c:v>
                </c:pt>
                <c:pt idx="778">
                  <c:v>1.84150000001</c:v>
                </c:pt>
                <c:pt idx="779">
                  <c:v>1.84175000001</c:v>
                </c:pt>
                <c:pt idx="780">
                  <c:v>1.84625000001</c:v>
                </c:pt>
                <c:pt idx="781">
                  <c:v>1.84650000001</c:v>
                </c:pt>
                <c:pt idx="782">
                  <c:v>1.85100000001</c:v>
                </c:pt>
                <c:pt idx="783">
                  <c:v>1.85125000001</c:v>
                </c:pt>
                <c:pt idx="784">
                  <c:v>1.85575000001</c:v>
                </c:pt>
                <c:pt idx="785">
                  <c:v>1.85600000001</c:v>
                </c:pt>
                <c:pt idx="786">
                  <c:v>1.86050000001</c:v>
                </c:pt>
                <c:pt idx="787">
                  <c:v>1.86075000001</c:v>
                </c:pt>
                <c:pt idx="788">
                  <c:v>1.86525000001</c:v>
                </c:pt>
                <c:pt idx="789">
                  <c:v>1.86550000001</c:v>
                </c:pt>
                <c:pt idx="790">
                  <c:v>1.87000000001</c:v>
                </c:pt>
                <c:pt idx="791">
                  <c:v>1.87025000001</c:v>
                </c:pt>
                <c:pt idx="792">
                  <c:v>1.87475000001</c:v>
                </c:pt>
                <c:pt idx="793">
                  <c:v>1.87500000001</c:v>
                </c:pt>
                <c:pt idx="794">
                  <c:v>1.87950000001</c:v>
                </c:pt>
                <c:pt idx="795">
                  <c:v>1.87975000001</c:v>
                </c:pt>
                <c:pt idx="796">
                  <c:v>1.88425000001</c:v>
                </c:pt>
                <c:pt idx="797">
                  <c:v>1.88450000001</c:v>
                </c:pt>
                <c:pt idx="798">
                  <c:v>1.88900000001</c:v>
                </c:pt>
                <c:pt idx="799">
                  <c:v>1.88925000001</c:v>
                </c:pt>
                <c:pt idx="800">
                  <c:v>1.89375000001</c:v>
                </c:pt>
                <c:pt idx="801">
                  <c:v>1.89400000001</c:v>
                </c:pt>
                <c:pt idx="802">
                  <c:v>1.89850000001</c:v>
                </c:pt>
                <c:pt idx="803">
                  <c:v>1.89875000001</c:v>
                </c:pt>
                <c:pt idx="804">
                  <c:v>1.90325000001</c:v>
                </c:pt>
                <c:pt idx="805">
                  <c:v>1.90350000001</c:v>
                </c:pt>
                <c:pt idx="806">
                  <c:v>1.90800000001</c:v>
                </c:pt>
                <c:pt idx="807">
                  <c:v>1.90825000001</c:v>
                </c:pt>
                <c:pt idx="808">
                  <c:v>1.91275000001</c:v>
                </c:pt>
                <c:pt idx="809">
                  <c:v>1.91300000001</c:v>
                </c:pt>
                <c:pt idx="810">
                  <c:v>1.91750000001</c:v>
                </c:pt>
                <c:pt idx="811">
                  <c:v>1.91775000001</c:v>
                </c:pt>
                <c:pt idx="812">
                  <c:v>1.92225000001</c:v>
                </c:pt>
                <c:pt idx="813">
                  <c:v>1.92250000001</c:v>
                </c:pt>
                <c:pt idx="814">
                  <c:v>1.92700000001</c:v>
                </c:pt>
                <c:pt idx="815">
                  <c:v>1.92725000001</c:v>
                </c:pt>
                <c:pt idx="816">
                  <c:v>1.93175000001</c:v>
                </c:pt>
                <c:pt idx="817">
                  <c:v>1.93200000001</c:v>
                </c:pt>
                <c:pt idx="818">
                  <c:v>1.93650000001</c:v>
                </c:pt>
                <c:pt idx="819">
                  <c:v>1.93675000001</c:v>
                </c:pt>
                <c:pt idx="820">
                  <c:v>1.94125000001</c:v>
                </c:pt>
                <c:pt idx="821">
                  <c:v>1.94150000001</c:v>
                </c:pt>
                <c:pt idx="822">
                  <c:v>1.94600000001</c:v>
                </c:pt>
                <c:pt idx="823">
                  <c:v>1.94625000001</c:v>
                </c:pt>
                <c:pt idx="824">
                  <c:v>1.95075000001</c:v>
                </c:pt>
                <c:pt idx="825">
                  <c:v>1.95100000001</c:v>
                </c:pt>
                <c:pt idx="826">
                  <c:v>1.95550000001</c:v>
                </c:pt>
                <c:pt idx="827">
                  <c:v>1.95575000001</c:v>
                </c:pt>
                <c:pt idx="828">
                  <c:v>1.96025000001</c:v>
                </c:pt>
                <c:pt idx="829">
                  <c:v>1.96050000001</c:v>
                </c:pt>
                <c:pt idx="830">
                  <c:v>1.96500000001</c:v>
                </c:pt>
                <c:pt idx="831">
                  <c:v>1.96525000001</c:v>
                </c:pt>
                <c:pt idx="832">
                  <c:v>1.96975000001</c:v>
                </c:pt>
                <c:pt idx="833">
                  <c:v>1.97000000001</c:v>
                </c:pt>
                <c:pt idx="834">
                  <c:v>1.97450000001</c:v>
                </c:pt>
                <c:pt idx="835">
                  <c:v>1.97475000001</c:v>
                </c:pt>
                <c:pt idx="836">
                  <c:v>1.97925000001</c:v>
                </c:pt>
                <c:pt idx="837">
                  <c:v>1.97950000001</c:v>
                </c:pt>
                <c:pt idx="838">
                  <c:v>1.98400000001</c:v>
                </c:pt>
                <c:pt idx="839">
                  <c:v>1.98425000001</c:v>
                </c:pt>
                <c:pt idx="840">
                  <c:v>1.98875000001</c:v>
                </c:pt>
                <c:pt idx="841">
                  <c:v>1.98900000001</c:v>
                </c:pt>
                <c:pt idx="842">
                  <c:v>1.99350000001</c:v>
                </c:pt>
                <c:pt idx="843">
                  <c:v>1.99375000001</c:v>
                </c:pt>
                <c:pt idx="844">
                  <c:v>1.99825000001</c:v>
                </c:pt>
                <c:pt idx="845">
                  <c:v>1.99850000001</c:v>
                </c:pt>
                <c:pt idx="846">
                  <c:v>2.00300000001</c:v>
                </c:pt>
                <c:pt idx="847">
                  <c:v>2.00325000001</c:v>
                </c:pt>
                <c:pt idx="848">
                  <c:v>2.00775000001</c:v>
                </c:pt>
                <c:pt idx="849">
                  <c:v>2.00800000001</c:v>
                </c:pt>
                <c:pt idx="850">
                  <c:v>2.01250000001</c:v>
                </c:pt>
                <c:pt idx="851">
                  <c:v>2.01275000001</c:v>
                </c:pt>
                <c:pt idx="852">
                  <c:v>2.01725000001</c:v>
                </c:pt>
                <c:pt idx="853">
                  <c:v>2.01750000001</c:v>
                </c:pt>
                <c:pt idx="854">
                  <c:v>2.02200000001</c:v>
                </c:pt>
                <c:pt idx="855">
                  <c:v>2.02225000001</c:v>
                </c:pt>
                <c:pt idx="856">
                  <c:v>2.02675000001</c:v>
                </c:pt>
                <c:pt idx="857">
                  <c:v>2.02700000001</c:v>
                </c:pt>
                <c:pt idx="858">
                  <c:v>2.03150000001</c:v>
                </c:pt>
                <c:pt idx="859">
                  <c:v>2.03175000001</c:v>
                </c:pt>
                <c:pt idx="860">
                  <c:v>2.03625000001</c:v>
                </c:pt>
                <c:pt idx="861">
                  <c:v>2.03650000001</c:v>
                </c:pt>
                <c:pt idx="862">
                  <c:v>2.04100000001</c:v>
                </c:pt>
                <c:pt idx="863">
                  <c:v>2.04125000001</c:v>
                </c:pt>
                <c:pt idx="864">
                  <c:v>2.04200000001</c:v>
                </c:pt>
                <c:pt idx="865">
                  <c:v>2.04575000001</c:v>
                </c:pt>
                <c:pt idx="866">
                  <c:v>2.04600000001</c:v>
                </c:pt>
                <c:pt idx="867">
                  <c:v>2.04625000001</c:v>
                </c:pt>
                <c:pt idx="868">
                  <c:v>2.05050000001</c:v>
                </c:pt>
                <c:pt idx="869">
                  <c:v>2.05075000001</c:v>
                </c:pt>
                <c:pt idx="870">
                  <c:v>2.05525000001</c:v>
                </c:pt>
                <c:pt idx="871">
                  <c:v>2.05550000001</c:v>
                </c:pt>
                <c:pt idx="872">
                  <c:v>2.06000000001</c:v>
                </c:pt>
                <c:pt idx="873">
                  <c:v>2.06025000001</c:v>
                </c:pt>
                <c:pt idx="874">
                  <c:v>2.06475000001</c:v>
                </c:pt>
                <c:pt idx="875">
                  <c:v>2.06500000001</c:v>
                </c:pt>
                <c:pt idx="876">
                  <c:v>2.06950000001</c:v>
                </c:pt>
                <c:pt idx="877">
                  <c:v>2.06975000001</c:v>
                </c:pt>
                <c:pt idx="878">
                  <c:v>2.07425000001</c:v>
                </c:pt>
                <c:pt idx="879">
                  <c:v>2.07450000001</c:v>
                </c:pt>
                <c:pt idx="880">
                  <c:v>2.07900000001</c:v>
                </c:pt>
                <c:pt idx="881">
                  <c:v>2.07925000001</c:v>
                </c:pt>
                <c:pt idx="882">
                  <c:v>2.08375000001</c:v>
                </c:pt>
                <c:pt idx="883">
                  <c:v>2.08400000001</c:v>
                </c:pt>
                <c:pt idx="884">
                  <c:v>2.08850000001</c:v>
                </c:pt>
                <c:pt idx="885">
                  <c:v>2.08875000001</c:v>
                </c:pt>
                <c:pt idx="886">
                  <c:v>2.09325000001</c:v>
                </c:pt>
                <c:pt idx="887">
                  <c:v>2.09350000001</c:v>
                </c:pt>
                <c:pt idx="888">
                  <c:v>2.09800000001</c:v>
                </c:pt>
                <c:pt idx="889">
                  <c:v>2.09825000001</c:v>
                </c:pt>
                <c:pt idx="890">
                  <c:v>2.10275000001</c:v>
                </c:pt>
                <c:pt idx="891">
                  <c:v>2.10300000001</c:v>
                </c:pt>
                <c:pt idx="892">
                  <c:v>2.10750000001</c:v>
                </c:pt>
                <c:pt idx="893">
                  <c:v>2.10775000001</c:v>
                </c:pt>
                <c:pt idx="894">
                  <c:v>2.11225000001</c:v>
                </c:pt>
                <c:pt idx="895">
                  <c:v>2.11250000001</c:v>
                </c:pt>
                <c:pt idx="896">
                  <c:v>2.11700000001</c:v>
                </c:pt>
                <c:pt idx="897">
                  <c:v>2.11725000001</c:v>
                </c:pt>
                <c:pt idx="898">
                  <c:v>2.12175000001</c:v>
                </c:pt>
                <c:pt idx="899">
                  <c:v>2.12200000001</c:v>
                </c:pt>
                <c:pt idx="900">
                  <c:v>2.12650000001</c:v>
                </c:pt>
                <c:pt idx="901">
                  <c:v>2.12675000001</c:v>
                </c:pt>
                <c:pt idx="902">
                  <c:v>2.13125000001</c:v>
                </c:pt>
                <c:pt idx="903">
                  <c:v>2.13150000001</c:v>
                </c:pt>
                <c:pt idx="904">
                  <c:v>2.13600000001</c:v>
                </c:pt>
                <c:pt idx="905">
                  <c:v>2.13625000001</c:v>
                </c:pt>
                <c:pt idx="906">
                  <c:v>2.14075000001</c:v>
                </c:pt>
                <c:pt idx="907">
                  <c:v>2.14100000001</c:v>
                </c:pt>
                <c:pt idx="908">
                  <c:v>2.14550000001</c:v>
                </c:pt>
                <c:pt idx="909">
                  <c:v>2.14575000001</c:v>
                </c:pt>
                <c:pt idx="910">
                  <c:v>2.15025000001</c:v>
                </c:pt>
                <c:pt idx="911">
                  <c:v>2.15050000001</c:v>
                </c:pt>
                <c:pt idx="912">
                  <c:v>2.15500000001</c:v>
                </c:pt>
                <c:pt idx="913">
                  <c:v>2.15525000001</c:v>
                </c:pt>
                <c:pt idx="914">
                  <c:v>2.15975000001</c:v>
                </c:pt>
                <c:pt idx="915">
                  <c:v>2.16000000001</c:v>
                </c:pt>
                <c:pt idx="916">
                  <c:v>2.16450000001</c:v>
                </c:pt>
                <c:pt idx="917">
                  <c:v>2.16475000001</c:v>
                </c:pt>
                <c:pt idx="918">
                  <c:v>2.16925000001</c:v>
                </c:pt>
                <c:pt idx="919">
                  <c:v>2.16950000001</c:v>
                </c:pt>
                <c:pt idx="920">
                  <c:v>2.17400000001</c:v>
                </c:pt>
                <c:pt idx="921">
                  <c:v>2.17425000001</c:v>
                </c:pt>
                <c:pt idx="922">
                  <c:v>2.17875000001</c:v>
                </c:pt>
                <c:pt idx="923">
                  <c:v>2.17900000001</c:v>
                </c:pt>
                <c:pt idx="924">
                  <c:v>2.18350000001</c:v>
                </c:pt>
                <c:pt idx="925">
                  <c:v>2.18375000001</c:v>
                </c:pt>
                <c:pt idx="926">
                  <c:v>2.18825000001</c:v>
                </c:pt>
                <c:pt idx="927">
                  <c:v>2.18850000001</c:v>
                </c:pt>
                <c:pt idx="928">
                  <c:v>2.19300000001</c:v>
                </c:pt>
                <c:pt idx="929">
                  <c:v>2.19325000001</c:v>
                </c:pt>
                <c:pt idx="930">
                  <c:v>2.19775000001</c:v>
                </c:pt>
                <c:pt idx="931">
                  <c:v>2.19800000001</c:v>
                </c:pt>
                <c:pt idx="932">
                  <c:v>2.20250000001</c:v>
                </c:pt>
                <c:pt idx="933">
                  <c:v>2.20275000001</c:v>
                </c:pt>
                <c:pt idx="934">
                  <c:v>2.20725000001</c:v>
                </c:pt>
                <c:pt idx="935">
                  <c:v>2.20750000001</c:v>
                </c:pt>
                <c:pt idx="936">
                  <c:v>2.21200000001</c:v>
                </c:pt>
                <c:pt idx="937">
                  <c:v>2.21225000001</c:v>
                </c:pt>
                <c:pt idx="938">
                  <c:v>2.21675000001</c:v>
                </c:pt>
                <c:pt idx="939">
                  <c:v>2.21700000001</c:v>
                </c:pt>
                <c:pt idx="940">
                  <c:v>2.22150000001</c:v>
                </c:pt>
                <c:pt idx="941">
                  <c:v>2.22175000001</c:v>
                </c:pt>
                <c:pt idx="942">
                  <c:v>2.22625000001</c:v>
                </c:pt>
                <c:pt idx="943">
                  <c:v>2.22650000001</c:v>
                </c:pt>
                <c:pt idx="944">
                  <c:v>2.23100000001</c:v>
                </c:pt>
                <c:pt idx="945">
                  <c:v>2.23125000001</c:v>
                </c:pt>
                <c:pt idx="946">
                  <c:v>2.23575000001</c:v>
                </c:pt>
                <c:pt idx="947">
                  <c:v>2.23600000001</c:v>
                </c:pt>
                <c:pt idx="948">
                  <c:v>2.24050000001</c:v>
                </c:pt>
                <c:pt idx="949">
                  <c:v>2.24075000001</c:v>
                </c:pt>
                <c:pt idx="950">
                  <c:v>2.24525000001</c:v>
                </c:pt>
                <c:pt idx="951">
                  <c:v>2.24550000001</c:v>
                </c:pt>
                <c:pt idx="952">
                  <c:v>2.25000000001</c:v>
                </c:pt>
                <c:pt idx="953">
                  <c:v>2.25025000001</c:v>
                </c:pt>
                <c:pt idx="954">
                  <c:v>2.25475000001</c:v>
                </c:pt>
                <c:pt idx="955">
                  <c:v>2.25500000001</c:v>
                </c:pt>
                <c:pt idx="956">
                  <c:v>2.25950000001</c:v>
                </c:pt>
                <c:pt idx="957">
                  <c:v>2.25975000001</c:v>
                </c:pt>
                <c:pt idx="958">
                  <c:v>2.26425000001</c:v>
                </c:pt>
                <c:pt idx="959">
                  <c:v>2.26450000001</c:v>
                </c:pt>
                <c:pt idx="960">
                  <c:v>2.26675000001</c:v>
                </c:pt>
                <c:pt idx="961">
                  <c:v>2.26825000001</c:v>
                </c:pt>
                <c:pt idx="962">
                  <c:v>2.26900000001</c:v>
                </c:pt>
                <c:pt idx="963">
                  <c:v>2.26925000001</c:v>
                </c:pt>
                <c:pt idx="964">
                  <c:v>2.27375000001</c:v>
                </c:pt>
                <c:pt idx="965">
                  <c:v>2.27400000001</c:v>
                </c:pt>
                <c:pt idx="966">
                  <c:v>2.27850000001</c:v>
                </c:pt>
                <c:pt idx="967">
                  <c:v>2.27875000001</c:v>
                </c:pt>
                <c:pt idx="968">
                  <c:v>2.28325000001</c:v>
                </c:pt>
                <c:pt idx="969">
                  <c:v>2.28350000001</c:v>
                </c:pt>
                <c:pt idx="970">
                  <c:v>2.28800000001</c:v>
                </c:pt>
                <c:pt idx="971">
                  <c:v>2.28825000001</c:v>
                </c:pt>
                <c:pt idx="972">
                  <c:v>2.29275000001</c:v>
                </c:pt>
                <c:pt idx="973">
                  <c:v>2.29300000001</c:v>
                </c:pt>
                <c:pt idx="974">
                  <c:v>2.29750000001</c:v>
                </c:pt>
                <c:pt idx="975">
                  <c:v>2.29775000001</c:v>
                </c:pt>
                <c:pt idx="976">
                  <c:v>2.30225000001</c:v>
                </c:pt>
                <c:pt idx="977">
                  <c:v>2.30250000001</c:v>
                </c:pt>
                <c:pt idx="978">
                  <c:v>2.30700000001</c:v>
                </c:pt>
                <c:pt idx="979">
                  <c:v>2.30725000001</c:v>
                </c:pt>
                <c:pt idx="980">
                  <c:v>2.31175000001</c:v>
                </c:pt>
                <c:pt idx="981">
                  <c:v>2.31200000001</c:v>
                </c:pt>
                <c:pt idx="982">
                  <c:v>2.31650000001</c:v>
                </c:pt>
                <c:pt idx="983">
                  <c:v>2.31675000001</c:v>
                </c:pt>
                <c:pt idx="984">
                  <c:v>2.32125000001</c:v>
                </c:pt>
                <c:pt idx="985">
                  <c:v>2.32150000001</c:v>
                </c:pt>
                <c:pt idx="986">
                  <c:v>2.32600000001</c:v>
                </c:pt>
                <c:pt idx="987">
                  <c:v>2.32625000001</c:v>
                </c:pt>
                <c:pt idx="988">
                  <c:v>2.33075000001</c:v>
                </c:pt>
                <c:pt idx="989">
                  <c:v>2.33100000001</c:v>
                </c:pt>
                <c:pt idx="990">
                  <c:v>2.33550000001</c:v>
                </c:pt>
                <c:pt idx="991">
                  <c:v>2.33575000001</c:v>
                </c:pt>
                <c:pt idx="992">
                  <c:v>2.34025000001</c:v>
                </c:pt>
                <c:pt idx="993">
                  <c:v>2.34050000001</c:v>
                </c:pt>
                <c:pt idx="994">
                  <c:v>2.34500000001</c:v>
                </c:pt>
                <c:pt idx="995">
                  <c:v>2.34525000001</c:v>
                </c:pt>
                <c:pt idx="996">
                  <c:v>2.34975000001</c:v>
                </c:pt>
                <c:pt idx="997">
                  <c:v>2.35000000001</c:v>
                </c:pt>
                <c:pt idx="998">
                  <c:v>2.35450000001</c:v>
                </c:pt>
                <c:pt idx="999">
                  <c:v>2.35475000001</c:v>
                </c:pt>
                <c:pt idx="1000">
                  <c:v>2.35925000001</c:v>
                </c:pt>
                <c:pt idx="1001">
                  <c:v>2.35950000001</c:v>
                </c:pt>
                <c:pt idx="1002">
                  <c:v>2.36400000001</c:v>
                </c:pt>
                <c:pt idx="1003">
                  <c:v>2.36425000001</c:v>
                </c:pt>
                <c:pt idx="1004">
                  <c:v>2.36875000001</c:v>
                </c:pt>
                <c:pt idx="1005">
                  <c:v>2.36900000001</c:v>
                </c:pt>
                <c:pt idx="1006">
                  <c:v>2.37350000001</c:v>
                </c:pt>
                <c:pt idx="1007">
                  <c:v>2.37375000001</c:v>
                </c:pt>
                <c:pt idx="1008">
                  <c:v>2.37825000001</c:v>
                </c:pt>
                <c:pt idx="1009">
                  <c:v>2.37850000001</c:v>
                </c:pt>
                <c:pt idx="1010">
                  <c:v>2.38300000001</c:v>
                </c:pt>
                <c:pt idx="1011">
                  <c:v>2.38325000001</c:v>
                </c:pt>
                <c:pt idx="1012">
                  <c:v>2.38775000001</c:v>
                </c:pt>
                <c:pt idx="1013">
                  <c:v>2.38800000001</c:v>
                </c:pt>
                <c:pt idx="1014">
                  <c:v>2.39250000001</c:v>
                </c:pt>
                <c:pt idx="1015">
                  <c:v>2.39275000001</c:v>
                </c:pt>
                <c:pt idx="1016">
                  <c:v>2.39725000001</c:v>
                </c:pt>
                <c:pt idx="1017">
                  <c:v>2.39750000001</c:v>
                </c:pt>
                <c:pt idx="1018">
                  <c:v>2.40200000001</c:v>
                </c:pt>
                <c:pt idx="1019">
                  <c:v>2.40225000001</c:v>
                </c:pt>
                <c:pt idx="1020">
                  <c:v>2.40675000001</c:v>
                </c:pt>
                <c:pt idx="1021">
                  <c:v>2.40700000001</c:v>
                </c:pt>
                <c:pt idx="1022">
                  <c:v>2.41150000001</c:v>
                </c:pt>
                <c:pt idx="1023">
                  <c:v>2.41175000001</c:v>
                </c:pt>
                <c:pt idx="1024">
                  <c:v>2.41625000001</c:v>
                </c:pt>
                <c:pt idx="1025">
                  <c:v>2.41650000001</c:v>
                </c:pt>
                <c:pt idx="1026">
                  <c:v>2.42100000001</c:v>
                </c:pt>
                <c:pt idx="1027">
                  <c:v>2.42125000001</c:v>
                </c:pt>
                <c:pt idx="1028">
                  <c:v>2.42575000001</c:v>
                </c:pt>
                <c:pt idx="1029">
                  <c:v>2.42600000001</c:v>
                </c:pt>
                <c:pt idx="1030">
                  <c:v>2.43050000001</c:v>
                </c:pt>
                <c:pt idx="1031">
                  <c:v>2.43075000001</c:v>
                </c:pt>
                <c:pt idx="1032">
                  <c:v>2.43525000001</c:v>
                </c:pt>
                <c:pt idx="1033">
                  <c:v>2.43550000001</c:v>
                </c:pt>
                <c:pt idx="1034">
                  <c:v>2.44000000001</c:v>
                </c:pt>
                <c:pt idx="1035">
                  <c:v>2.44025000001</c:v>
                </c:pt>
                <c:pt idx="1036">
                  <c:v>2.44475000001</c:v>
                </c:pt>
                <c:pt idx="1037">
                  <c:v>2.44500000001</c:v>
                </c:pt>
                <c:pt idx="1038">
                  <c:v>2.44950000001</c:v>
                </c:pt>
                <c:pt idx="1039">
                  <c:v>2.44975000001</c:v>
                </c:pt>
                <c:pt idx="1040">
                  <c:v>2.45425000001</c:v>
                </c:pt>
                <c:pt idx="1041">
                  <c:v>2.45450000001</c:v>
                </c:pt>
                <c:pt idx="1042">
                  <c:v>2.45900000001</c:v>
                </c:pt>
                <c:pt idx="1043">
                  <c:v>2.45925000001</c:v>
                </c:pt>
                <c:pt idx="1044">
                  <c:v>2.46375000001</c:v>
                </c:pt>
                <c:pt idx="1045">
                  <c:v>2.46400000001</c:v>
                </c:pt>
                <c:pt idx="1046">
                  <c:v>2.46850000001</c:v>
                </c:pt>
                <c:pt idx="1047">
                  <c:v>2.46875000001</c:v>
                </c:pt>
                <c:pt idx="1048">
                  <c:v>2.47325000001</c:v>
                </c:pt>
                <c:pt idx="1049">
                  <c:v>2.47350000001</c:v>
                </c:pt>
                <c:pt idx="1050">
                  <c:v>2.47800000001</c:v>
                </c:pt>
                <c:pt idx="1051">
                  <c:v>2.47825000001</c:v>
                </c:pt>
                <c:pt idx="1052">
                  <c:v>2.48275000001</c:v>
                </c:pt>
                <c:pt idx="1053">
                  <c:v>2.48300000001</c:v>
                </c:pt>
                <c:pt idx="1054">
                  <c:v>2.48500000001</c:v>
                </c:pt>
                <c:pt idx="1055">
                  <c:v>2.48725000001</c:v>
                </c:pt>
                <c:pt idx="1056">
                  <c:v>2.48750000001</c:v>
                </c:pt>
                <c:pt idx="1057">
                  <c:v>2.48775000001</c:v>
                </c:pt>
                <c:pt idx="1058">
                  <c:v>2.49225000001</c:v>
                </c:pt>
                <c:pt idx="1059">
                  <c:v>2.49250000001</c:v>
                </c:pt>
                <c:pt idx="1060">
                  <c:v>2.49700000001</c:v>
                </c:pt>
                <c:pt idx="1061">
                  <c:v>2.49725000001</c:v>
                </c:pt>
                <c:pt idx="1062">
                  <c:v>2.50175000001</c:v>
                </c:pt>
                <c:pt idx="1063">
                  <c:v>2.50200000001</c:v>
                </c:pt>
                <c:pt idx="1064">
                  <c:v>2.50650000001</c:v>
                </c:pt>
                <c:pt idx="1065">
                  <c:v>2.50675000001</c:v>
                </c:pt>
                <c:pt idx="1066">
                  <c:v>2.51125000001</c:v>
                </c:pt>
                <c:pt idx="1067">
                  <c:v>2.51150000001</c:v>
                </c:pt>
                <c:pt idx="1068">
                  <c:v>2.51600000001</c:v>
                </c:pt>
                <c:pt idx="1069">
                  <c:v>2.51625000001</c:v>
                </c:pt>
                <c:pt idx="1070">
                  <c:v>2.52075000001</c:v>
                </c:pt>
                <c:pt idx="1071">
                  <c:v>2.52100000001</c:v>
                </c:pt>
                <c:pt idx="1072">
                  <c:v>2.52550000001</c:v>
                </c:pt>
                <c:pt idx="1073">
                  <c:v>2.52575000001</c:v>
                </c:pt>
                <c:pt idx="1074">
                  <c:v>2.53025000001</c:v>
                </c:pt>
                <c:pt idx="1075">
                  <c:v>2.53050000001</c:v>
                </c:pt>
                <c:pt idx="1076">
                  <c:v>2.53500000001</c:v>
                </c:pt>
                <c:pt idx="1077">
                  <c:v>2.53525000001</c:v>
                </c:pt>
                <c:pt idx="1078">
                  <c:v>2.53975000001</c:v>
                </c:pt>
                <c:pt idx="1079">
                  <c:v>2.54000000001</c:v>
                </c:pt>
                <c:pt idx="1080">
                  <c:v>2.54450000001</c:v>
                </c:pt>
                <c:pt idx="1081">
                  <c:v>2.54475000001</c:v>
                </c:pt>
                <c:pt idx="1082">
                  <c:v>2.54925000001</c:v>
                </c:pt>
                <c:pt idx="1083">
                  <c:v>2.54950000001</c:v>
                </c:pt>
                <c:pt idx="1084">
                  <c:v>2.55400000001</c:v>
                </c:pt>
                <c:pt idx="1085">
                  <c:v>2.55425000001</c:v>
                </c:pt>
                <c:pt idx="1086">
                  <c:v>2.55875000001</c:v>
                </c:pt>
                <c:pt idx="1087">
                  <c:v>2.55900000001</c:v>
                </c:pt>
                <c:pt idx="1088">
                  <c:v>2.56350000001</c:v>
                </c:pt>
                <c:pt idx="1089">
                  <c:v>2.56375000001</c:v>
                </c:pt>
                <c:pt idx="1090">
                  <c:v>2.56825000001</c:v>
                </c:pt>
                <c:pt idx="1091">
                  <c:v>2.56850000001</c:v>
                </c:pt>
                <c:pt idx="1092">
                  <c:v>2.57300000001</c:v>
                </c:pt>
                <c:pt idx="1093">
                  <c:v>2.57325000001</c:v>
                </c:pt>
                <c:pt idx="1094">
                  <c:v>2.57775000001</c:v>
                </c:pt>
                <c:pt idx="1095">
                  <c:v>2.57800000001</c:v>
                </c:pt>
                <c:pt idx="1096">
                  <c:v>2.58250000001</c:v>
                </c:pt>
                <c:pt idx="1097">
                  <c:v>2.58275000001</c:v>
                </c:pt>
                <c:pt idx="1098">
                  <c:v>2.58725000001</c:v>
                </c:pt>
                <c:pt idx="1099">
                  <c:v>2.58750000001</c:v>
                </c:pt>
                <c:pt idx="1100">
                  <c:v>2.59200000001</c:v>
                </c:pt>
                <c:pt idx="1101">
                  <c:v>2.59225000001</c:v>
                </c:pt>
                <c:pt idx="1102">
                  <c:v>2.59675000001</c:v>
                </c:pt>
                <c:pt idx="1103">
                  <c:v>2.59700000001</c:v>
                </c:pt>
                <c:pt idx="1104">
                  <c:v>2.60150000001</c:v>
                </c:pt>
                <c:pt idx="1105">
                  <c:v>2.60175000001</c:v>
                </c:pt>
                <c:pt idx="1106">
                  <c:v>2.60625000001</c:v>
                </c:pt>
                <c:pt idx="1107">
                  <c:v>2.60650000001</c:v>
                </c:pt>
                <c:pt idx="1108">
                  <c:v>2.61100000001</c:v>
                </c:pt>
                <c:pt idx="1109">
                  <c:v>2.61125000001</c:v>
                </c:pt>
                <c:pt idx="1110">
                  <c:v>2.61575000001</c:v>
                </c:pt>
                <c:pt idx="1111">
                  <c:v>2.61600000001</c:v>
                </c:pt>
                <c:pt idx="1112">
                  <c:v>2.62050000001</c:v>
                </c:pt>
                <c:pt idx="1113">
                  <c:v>2.62075000001</c:v>
                </c:pt>
                <c:pt idx="1114">
                  <c:v>2.62525000001</c:v>
                </c:pt>
                <c:pt idx="1115">
                  <c:v>2.62550000001</c:v>
                </c:pt>
                <c:pt idx="1116">
                  <c:v>2.63000000001</c:v>
                </c:pt>
                <c:pt idx="1117">
                  <c:v>2.63025000001</c:v>
                </c:pt>
                <c:pt idx="1118">
                  <c:v>2.63475000001</c:v>
                </c:pt>
                <c:pt idx="1119">
                  <c:v>2.63500000001</c:v>
                </c:pt>
                <c:pt idx="1120">
                  <c:v>2.63950000001</c:v>
                </c:pt>
                <c:pt idx="1121">
                  <c:v>2.63975000001</c:v>
                </c:pt>
                <c:pt idx="1122">
                  <c:v>2.64425000001</c:v>
                </c:pt>
                <c:pt idx="1123">
                  <c:v>2.64450000001</c:v>
                </c:pt>
                <c:pt idx="1124">
                  <c:v>2.64900000001</c:v>
                </c:pt>
                <c:pt idx="1125">
                  <c:v>2.64925000001</c:v>
                </c:pt>
                <c:pt idx="1126">
                  <c:v>2.65375000001</c:v>
                </c:pt>
                <c:pt idx="1127">
                  <c:v>2.65400000001</c:v>
                </c:pt>
                <c:pt idx="1128">
                  <c:v>2.65850000001</c:v>
                </c:pt>
                <c:pt idx="1129">
                  <c:v>2.65875000001</c:v>
                </c:pt>
                <c:pt idx="1130">
                  <c:v>2.66325000001</c:v>
                </c:pt>
                <c:pt idx="1131">
                  <c:v>2.66350000001</c:v>
                </c:pt>
                <c:pt idx="1132">
                  <c:v>2.66800000001</c:v>
                </c:pt>
                <c:pt idx="1133">
                  <c:v>2.66825000001</c:v>
                </c:pt>
                <c:pt idx="1134">
                  <c:v>2.67275000001</c:v>
                </c:pt>
                <c:pt idx="1135">
                  <c:v>2.67300000001</c:v>
                </c:pt>
                <c:pt idx="1136">
                  <c:v>2.67750000001</c:v>
                </c:pt>
                <c:pt idx="1137">
                  <c:v>2.67775000001</c:v>
                </c:pt>
                <c:pt idx="1138">
                  <c:v>2.68225000001</c:v>
                </c:pt>
                <c:pt idx="1139">
                  <c:v>2.68250000001</c:v>
                </c:pt>
                <c:pt idx="1140">
                  <c:v>2.68700000001</c:v>
                </c:pt>
                <c:pt idx="1141">
                  <c:v>2.68725000001</c:v>
                </c:pt>
                <c:pt idx="1142">
                  <c:v>2.69175000001</c:v>
                </c:pt>
                <c:pt idx="1143">
                  <c:v>2.69200000001</c:v>
                </c:pt>
                <c:pt idx="1144">
                  <c:v>2.69650000001</c:v>
                </c:pt>
                <c:pt idx="1145">
                  <c:v>2.69675000001</c:v>
                </c:pt>
                <c:pt idx="1146">
                  <c:v>2.70125000001</c:v>
                </c:pt>
                <c:pt idx="1147">
                  <c:v>2.70150000001</c:v>
                </c:pt>
                <c:pt idx="1148">
                  <c:v>2.70600000001</c:v>
                </c:pt>
                <c:pt idx="1149">
                  <c:v>2.70625000001</c:v>
                </c:pt>
                <c:pt idx="1150">
                  <c:v>2.70750000001</c:v>
                </c:pt>
                <c:pt idx="1151">
                  <c:v>2.70850000001</c:v>
                </c:pt>
                <c:pt idx="1152">
                  <c:v>2.71075000001</c:v>
                </c:pt>
                <c:pt idx="1153">
                  <c:v>2.71100000001</c:v>
                </c:pt>
                <c:pt idx="1154">
                  <c:v>2.71550000001</c:v>
                </c:pt>
                <c:pt idx="1155">
                  <c:v>2.71575000001</c:v>
                </c:pt>
                <c:pt idx="1156">
                  <c:v>2.72025000001</c:v>
                </c:pt>
                <c:pt idx="1157">
                  <c:v>2.72050000001</c:v>
                </c:pt>
                <c:pt idx="1158">
                  <c:v>2.72500000001</c:v>
                </c:pt>
                <c:pt idx="1159">
                  <c:v>2.72525000001</c:v>
                </c:pt>
                <c:pt idx="1160">
                  <c:v>2.72975000001</c:v>
                </c:pt>
                <c:pt idx="1161">
                  <c:v>2.73000000001</c:v>
                </c:pt>
                <c:pt idx="1162">
                  <c:v>2.73450000001</c:v>
                </c:pt>
                <c:pt idx="1163">
                  <c:v>2.73475000001</c:v>
                </c:pt>
                <c:pt idx="1164">
                  <c:v>2.73925000001</c:v>
                </c:pt>
                <c:pt idx="1165">
                  <c:v>2.73950000001</c:v>
                </c:pt>
                <c:pt idx="1166">
                  <c:v>2.74400000001</c:v>
                </c:pt>
                <c:pt idx="1167">
                  <c:v>2.74425000001</c:v>
                </c:pt>
                <c:pt idx="1168">
                  <c:v>2.74875000001</c:v>
                </c:pt>
                <c:pt idx="1169">
                  <c:v>2.74900000001</c:v>
                </c:pt>
                <c:pt idx="1170">
                  <c:v>2.75350000001</c:v>
                </c:pt>
                <c:pt idx="1171">
                  <c:v>2.75375000001</c:v>
                </c:pt>
                <c:pt idx="1172">
                  <c:v>2.75825000001</c:v>
                </c:pt>
                <c:pt idx="1173">
                  <c:v>2.75850000001</c:v>
                </c:pt>
                <c:pt idx="1174">
                  <c:v>2.76300000001</c:v>
                </c:pt>
                <c:pt idx="1175">
                  <c:v>2.76325000001</c:v>
                </c:pt>
                <c:pt idx="1176">
                  <c:v>2.76775000001</c:v>
                </c:pt>
                <c:pt idx="1177">
                  <c:v>2.76800000001</c:v>
                </c:pt>
                <c:pt idx="1178">
                  <c:v>2.77250000001</c:v>
                </c:pt>
                <c:pt idx="1179">
                  <c:v>2.77275000001</c:v>
                </c:pt>
                <c:pt idx="1180">
                  <c:v>2.77725000001</c:v>
                </c:pt>
                <c:pt idx="1181">
                  <c:v>2.77750000001</c:v>
                </c:pt>
                <c:pt idx="1182">
                  <c:v>2.78200000001</c:v>
                </c:pt>
                <c:pt idx="1183">
                  <c:v>2.78225000001</c:v>
                </c:pt>
                <c:pt idx="1184">
                  <c:v>2.78675000001</c:v>
                </c:pt>
                <c:pt idx="1185">
                  <c:v>2.78700000001</c:v>
                </c:pt>
                <c:pt idx="1186">
                  <c:v>2.79150000001</c:v>
                </c:pt>
                <c:pt idx="1187">
                  <c:v>2.79175000001</c:v>
                </c:pt>
                <c:pt idx="1188">
                  <c:v>2.79625000001</c:v>
                </c:pt>
                <c:pt idx="1189">
                  <c:v>2.79650000001</c:v>
                </c:pt>
                <c:pt idx="1190">
                  <c:v>2.80100000001</c:v>
                </c:pt>
                <c:pt idx="1191">
                  <c:v>2.80125000001</c:v>
                </c:pt>
                <c:pt idx="1192">
                  <c:v>2.80575000001</c:v>
                </c:pt>
                <c:pt idx="1193">
                  <c:v>2.80600000001</c:v>
                </c:pt>
                <c:pt idx="1194">
                  <c:v>2.81050000001</c:v>
                </c:pt>
                <c:pt idx="1195">
                  <c:v>2.81075000001</c:v>
                </c:pt>
                <c:pt idx="1196">
                  <c:v>2.81525000001</c:v>
                </c:pt>
                <c:pt idx="1197">
                  <c:v>2.81550000001</c:v>
                </c:pt>
                <c:pt idx="1198">
                  <c:v>2.82000000001</c:v>
                </c:pt>
                <c:pt idx="1199">
                  <c:v>2.82025000001</c:v>
                </c:pt>
                <c:pt idx="1200">
                  <c:v>2.82475000001</c:v>
                </c:pt>
                <c:pt idx="1201">
                  <c:v>2.82500000001</c:v>
                </c:pt>
                <c:pt idx="1202">
                  <c:v>2.82950000001</c:v>
                </c:pt>
                <c:pt idx="1203">
                  <c:v>2.82975000001</c:v>
                </c:pt>
                <c:pt idx="1204">
                  <c:v>2.83425000001</c:v>
                </c:pt>
                <c:pt idx="1205">
                  <c:v>2.83450000001</c:v>
                </c:pt>
                <c:pt idx="1206">
                  <c:v>2.83900000001</c:v>
                </c:pt>
                <c:pt idx="1207">
                  <c:v>2.83925000001</c:v>
                </c:pt>
                <c:pt idx="1208">
                  <c:v>2.84375000001</c:v>
                </c:pt>
                <c:pt idx="1209">
                  <c:v>2.84400000001</c:v>
                </c:pt>
                <c:pt idx="1210">
                  <c:v>2.84850000001</c:v>
                </c:pt>
                <c:pt idx="1211">
                  <c:v>2.84875000001</c:v>
                </c:pt>
                <c:pt idx="1212">
                  <c:v>2.85325000001</c:v>
                </c:pt>
                <c:pt idx="1213">
                  <c:v>2.85350000001</c:v>
                </c:pt>
                <c:pt idx="1214">
                  <c:v>2.85800000001</c:v>
                </c:pt>
                <c:pt idx="1215">
                  <c:v>2.85825000001</c:v>
                </c:pt>
                <c:pt idx="1216">
                  <c:v>2.86275000001</c:v>
                </c:pt>
                <c:pt idx="1217">
                  <c:v>2.86300000001</c:v>
                </c:pt>
                <c:pt idx="1218">
                  <c:v>2.86750000001</c:v>
                </c:pt>
                <c:pt idx="1219">
                  <c:v>2.86775000001</c:v>
                </c:pt>
                <c:pt idx="1220">
                  <c:v>2.87225000001</c:v>
                </c:pt>
                <c:pt idx="1221">
                  <c:v>2.87250000001</c:v>
                </c:pt>
                <c:pt idx="1222">
                  <c:v>2.87700000001</c:v>
                </c:pt>
                <c:pt idx="1223">
                  <c:v>2.87725000001</c:v>
                </c:pt>
                <c:pt idx="1224">
                  <c:v>2.88175000001</c:v>
                </c:pt>
                <c:pt idx="1225">
                  <c:v>2.88200000001</c:v>
                </c:pt>
                <c:pt idx="1226">
                  <c:v>2.88650000001</c:v>
                </c:pt>
                <c:pt idx="1227">
                  <c:v>2.88675000001</c:v>
                </c:pt>
                <c:pt idx="1228">
                  <c:v>2.89125000001</c:v>
                </c:pt>
                <c:pt idx="1229">
                  <c:v>2.89150000001</c:v>
                </c:pt>
                <c:pt idx="1230">
                  <c:v>2.89600000001</c:v>
                </c:pt>
                <c:pt idx="1231">
                  <c:v>2.89625000001</c:v>
                </c:pt>
                <c:pt idx="1232">
                  <c:v>2.90075000001</c:v>
                </c:pt>
                <c:pt idx="1233">
                  <c:v>2.90100000001</c:v>
                </c:pt>
                <c:pt idx="1234">
                  <c:v>2.90550000001</c:v>
                </c:pt>
                <c:pt idx="1235">
                  <c:v>2.90575000001</c:v>
                </c:pt>
                <c:pt idx="1236">
                  <c:v>2.91025000001</c:v>
                </c:pt>
                <c:pt idx="1237">
                  <c:v>2.91050000001</c:v>
                </c:pt>
                <c:pt idx="1238">
                  <c:v>2.91500000001</c:v>
                </c:pt>
                <c:pt idx="1239">
                  <c:v>2.91525000001</c:v>
                </c:pt>
                <c:pt idx="1240">
                  <c:v>2.91975000001</c:v>
                </c:pt>
                <c:pt idx="1241">
                  <c:v>2.92000000001</c:v>
                </c:pt>
                <c:pt idx="1242">
                  <c:v>2.92450000001</c:v>
                </c:pt>
                <c:pt idx="1243">
                  <c:v>2.92475000001</c:v>
                </c:pt>
                <c:pt idx="1244">
                  <c:v>2.92625000001</c:v>
                </c:pt>
                <c:pt idx="1245">
                  <c:v>2.92800000001</c:v>
                </c:pt>
                <c:pt idx="1246">
                  <c:v>2.92925000001</c:v>
                </c:pt>
                <c:pt idx="1247">
                  <c:v>2.92950000001</c:v>
                </c:pt>
                <c:pt idx="1248">
                  <c:v>2.93400000001</c:v>
                </c:pt>
                <c:pt idx="1249">
                  <c:v>2.93425000001</c:v>
                </c:pt>
                <c:pt idx="1250">
                  <c:v>2.93875000001</c:v>
                </c:pt>
                <c:pt idx="1251">
                  <c:v>2.93900000001</c:v>
                </c:pt>
                <c:pt idx="1252">
                  <c:v>2.94350000001</c:v>
                </c:pt>
                <c:pt idx="1253">
                  <c:v>2.94375000001</c:v>
                </c:pt>
                <c:pt idx="1254">
                  <c:v>2.94825000001</c:v>
                </c:pt>
                <c:pt idx="1255">
                  <c:v>2.94850000001</c:v>
                </c:pt>
                <c:pt idx="1256">
                  <c:v>2.95300000001</c:v>
                </c:pt>
                <c:pt idx="1257">
                  <c:v>2.95325000001</c:v>
                </c:pt>
                <c:pt idx="1258">
                  <c:v>2.95775000001</c:v>
                </c:pt>
                <c:pt idx="1259">
                  <c:v>2.95800000001</c:v>
                </c:pt>
                <c:pt idx="1260">
                  <c:v>2.96250000001</c:v>
                </c:pt>
                <c:pt idx="1261">
                  <c:v>2.96275000001</c:v>
                </c:pt>
                <c:pt idx="1262">
                  <c:v>2.96725000001</c:v>
                </c:pt>
                <c:pt idx="1263">
                  <c:v>2.96750000001</c:v>
                </c:pt>
                <c:pt idx="1264">
                  <c:v>2.97200000001</c:v>
                </c:pt>
                <c:pt idx="1265">
                  <c:v>2.97225000001</c:v>
                </c:pt>
                <c:pt idx="1266">
                  <c:v>2.97675000001</c:v>
                </c:pt>
                <c:pt idx="1267">
                  <c:v>2.97700000001</c:v>
                </c:pt>
                <c:pt idx="1268">
                  <c:v>2.98150000001</c:v>
                </c:pt>
                <c:pt idx="1269">
                  <c:v>2.98175000001</c:v>
                </c:pt>
                <c:pt idx="1270">
                  <c:v>2.98625000001</c:v>
                </c:pt>
                <c:pt idx="1271">
                  <c:v>2.98650000001</c:v>
                </c:pt>
                <c:pt idx="1272">
                  <c:v>2.99100000001</c:v>
                </c:pt>
                <c:pt idx="1273">
                  <c:v>2.99125000001</c:v>
                </c:pt>
                <c:pt idx="1274">
                  <c:v>2.99575000001</c:v>
                </c:pt>
                <c:pt idx="1275">
                  <c:v>2.99600000001</c:v>
                </c:pt>
                <c:pt idx="1276">
                  <c:v>3.00050000001</c:v>
                </c:pt>
                <c:pt idx="1277">
                  <c:v>3.00075000001</c:v>
                </c:pt>
                <c:pt idx="1278">
                  <c:v>3.00525000001</c:v>
                </c:pt>
                <c:pt idx="1279">
                  <c:v>3.00550000001</c:v>
                </c:pt>
                <c:pt idx="1280">
                  <c:v>3.01000000001</c:v>
                </c:pt>
                <c:pt idx="1281">
                  <c:v>3.01025000001</c:v>
                </c:pt>
                <c:pt idx="1282">
                  <c:v>3.01475000001</c:v>
                </c:pt>
                <c:pt idx="1283">
                  <c:v>3.01500000001</c:v>
                </c:pt>
                <c:pt idx="1284">
                  <c:v>3.01950000001</c:v>
                </c:pt>
                <c:pt idx="1285">
                  <c:v>3.01975000001</c:v>
                </c:pt>
                <c:pt idx="1286">
                  <c:v>3.02425000001</c:v>
                </c:pt>
                <c:pt idx="1287">
                  <c:v>3.02450000001</c:v>
                </c:pt>
                <c:pt idx="1288">
                  <c:v>3.02900000001</c:v>
                </c:pt>
                <c:pt idx="1289">
                  <c:v>3.02925000001</c:v>
                </c:pt>
                <c:pt idx="1290">
                  <c:v>3.03375000001</c:v>
                </c:pt>
                <c:pt idx="1291">
                  <c:v>3.03400000001</c:v>
                </c:pt>
                <c:pt idx="1292">
                  <c:v>3.03850000001</c:v>
                </c:pt>
                <c:pt idx="1293">
                  <c:v>3.03875000001</c:v>
                </c:pt>
                <c:pt idx="1294">
                  <c:v>3.04325000001</c:v>
                </c:pt>
                <c:pt idx="1295">
                  <c:v>3.04350000001</c:v>
                </c:pt>
                <c:pt idx="1296">
                  <c:v>3.04800000001</c:v>
                </c:pt>
                <c:pt idx="1297">
                  <c:v>3.04825000001</c:v>
                </c:pt>
                <c:pt idx="1298">
                  <c:v>3.05275000001</c:v>
                </c:pt>
                <c:pt idx="1299">
                  <c:v>3.05300000001</c:v>
                </c:pt>
                <c:pt idx="1300">
                  <c:v>3.05750000001</c:v>
                </c:pt>
                <c:pt idx="1301">
                  <c:v>3.05775000001</c:v>
                </c:pt>
                <c:pt idx="1302">
                  <c:v>3.06225000001</c:v>
                </c:pt>
                <c:pt idx="1303">
                  <c:v>3.06250000001</c:v>
                </c:pt>
                <c:pt idx="1304">
                  <c:v>3.06700000001</c:v>
                </c:pt>
                <c:pt idx="1305">
                  <c:v>3.06725000001</c:v>
                </c:pt>
                <c:pt idx="1306">
                  <c:v>3.07175000001</c:v>
                </c:pt>
                <c:pt idx="1307">
                  <c:v>3.07200000001</c:v>
                </c:pt>
                <c:pt idx="1308">
                  <c:v>3.07650000001</c:v>
                </c:pt>
                <c:pt idx="1309">
                  <c:v>3.07675000001</c:v>
                </c:pt>
                <c:pt idx="1310">
                  <c:v>3.08125000001</c:v>
                </c:pt>
                <c:pt idx="1311">
                  <c:v>3.08150000001</c:v>
                </c:pt>
                <c:pt idx="1312">
                  <c:v>3.08600000001</c:v>
                </c:pt>
                <c:pt idx="1313">
                  <c:v>3.08625000001</c:v>
                </c:pt>
                <c:pt idx="1314">
                  <c:v>3.09075000001</c:v>
                </c:pt>
                <c:pt idx="1315">
                  <c:v>3.09100000001</c:v>
                </c:pt>
                <c:pt idx="1316">
                  <c:v>3.09550000001</c:v>
                </c:pt>
                <c:pt idx="1317">
                  <c:v>3.09575000001</c:v>
                </c:pt>
                <c:pt idx="1318">
                  <c:v>3.10025000001</c:v>
                </c:pt>
                <c:pt idx="1319">
                  <c:v>3.10050000001</c:v>
                </c:pt>
                <c:pt idx="1320">
                  <c:v>3.10500000001</c:v>
                </c:pt>
                <c:pt idx="1321">
                  <c:v>3.10525000001</c:v>
                </c:pt>
                <c:pt idx="1322">
                  <c:v>3.10975000001</c:v>
                </c:pt>
                <c:pt idx="1323">
                  <c:v>3.11000000001</c:v>
                </c:pt>
                <c:pt idx="1324">
                  <c:v>3.11450000001</c:v>
                </c:pt>
                <c:pt idx="1325">
                  <c:v>3.11475000001</c:v>
                </c:pt>
                <c:pt idx="1326">
                  <c:v>3.11925000001</c:v>
                </c:pt>
                <c:pt idx="1327">
                  <c:v>3.11950000001</c:v>
                </c:pt>
                <c:pt idx="1328">
                  <c:v>3.12400000001</c:v>
                </c:pt>
                <c:pt idx="1329">
                  <c:v>3.12425000001</c:v>
                </c:pt>
                <c:pt idx="1330">
                  <c:v>3.12875000001</c:v>
                </c:pt>
                <c:pt idx="1331">
                  <c:v>3.12900000001</c:v>
                </c:pt>
                <c:pt idx="1332">
                  <c:v>3.13350000001</c:v>
                </c:pt>
                <c:pt idx="1333">
                  <c:v>3.13375000001</c:v>
                </c:pt>
                <c:pt idx="1334">
                  <c:v>3.13825000001</c:v>
                </c:pt>
                <c:pt idx="1335">
                  <c:v>3.13850000001</c:v>
                </c:pt>
                <c:pt idx="1336">
                  <c:v>3.14300000002</c:v>
                </c:pt>
                <c:pt idx="1337">
                  <c:v>3.14325000002</c:v>
                </c:pt>
                <c:pt idx="1338">
                  <c:v>3.14775000002</c:v>
                </c:pt>
                <c:pt idx="1339">
                  <c:v>3.14800000002</c:v>
                </c:pt>
                <c:pt idx="1340">
                  <c:v>3.14850000002</c:v>
                </c:pt>
                <c:pt idx="1341">
                  <c:v>3.14950000002</c:v>
                </c:pt>
                <c:pt idx="1342">
                  <c:v>3.15250000002</c:v>
                </c:pt>
                <c:pt idx="1343">
                  <c:v>3.15275000002</c:v>
                </c:pt>
                <c:pt idx="1344">
                  <c:v>3.15725000002</c:v>
                </c:pt>
                <c:pt idx="1345">
                  <c:v>3.15750000002</c:v>
                </c:pt>
                <c:pt idx="1346">
                  <c:v>3.16200000002</c:v>
                </c:pt>
                <c:pt idx="1347">
                  <c:v>3.16225000002</c:v>
                </c:pt>
                <c:pt idx="1348">
                  <c:v>3.16675000002</c:v>
                </c:pt>
                <c:pt idx="1349">
                  <c:v>3.16700000002</c:v>
                </c:pt>
                <c:pt idx="1350">
                  <c:v>3.17150000002</c:v>
                </c:pt>
                <c:pt idx="1351">
                  <c:v>3.17175000002</c:v>
                </c:pt>
                <c:pt idx="1352">
                  <c:v>3.17625000002</c:v>
                </c:pt>
                <c:pt idx="1353">
                  <c:v>3.17650000002</c:v>
                </c:pt>
                <c:pt idx="1354">
                  <c:v>3.18100000002</c:v>
                </c:pt>
                <c:pt idx="1355">
                  <c:v>3.18125000002</c:v>
                </c:pt>
                <c:pt idx="1356">
                  <c:v>3.18575000002</c:v>
                </c:pt>
                <c:pt idx="1357">
                  <c:v>3.18600000002</c:v>
                </c:pt>
                <c:pt idx="1358">
                  <c:v>3.19050000002</c:v>
                </c:pt>
                <c:pt idx="1359">
                  <c:v>3.19075000002</c:v>
                </c:pt>
                <c:pt idx="1360">
                  <c:v>3.19525000002</c:v>
                </c:pt>
                <c:pt idx="1361">
                  <c:v>3.19550000002</c:v>
                </c:pt>
                <c:pt idx="1362">
                  <c:v>3.20000000002</c:v>
                </c:pt>
                <c:pt idx="1363">
                  <c:v>3.20025000002</c:v>
                </c:pt>
                <c:pt idx="1364">
                  <c:v>3.20475000002</c:v>
                </c:pt>
                <c:pt idx="1365">
                  <c:v>3.20500000002</c:v>
                </c:pt>
                <c:pt idx="1366">
                  <c:v>3.20950000002</c:v>
                </c:pt>
                <c:pt idx="1367">
                  <c:v>3.20975000002</c:v>
                </c:pt>
                <c:pt idx="1368">
                  <c:v>3.21425000002</c:v>
                </c:pt>
                <c:pt idx="1369">
                  <c:v>3.21450000002</c:v>
                </c:pt>
                <c:pt idx="1370">
                  <c:v>3.21900000002</c:v>
                </c:pt>
                <c:pt idx="1371">
                  <c:v>3.21925000002</c:v>
                </c:pt>
                <c:pt idx="1372">
                  <c:v>3.22375000002</c:v>
                </c:pt>
                <c:pt idx="1373">
                  <c:v>3.22400000002</c:v>
                </c:pt>
                <c:pt idx="1374">
                  <c:v>3.22850000002</c:v>
                </c:pt>
                <c:pt idx="1375">
                  <c:v>3.22875000002</c:v>
                </c:pt>
                <c:pt idx="1376">
                  <c:v>3.23325000002</c:v>
                </c:pt>
                <c:pt idx="1377">
                  <c:v>3.23350000002</c:v>
                </c:pt>
                <c:pt idx="1378">
                  <c:v>3.23800000002</c:v>
                </c:pt>
                <c:pt idx="1379">
                  <c:v>3.23825000002</c:v>
                </c:pt>
                <c:pt idx="1380">
                  <c:v>3.24275000002</c:v>
                </c:pt>
                <c:pt idx="1381">
                  <c:v>3.24300000002</c:v>
                </c:pt>
                <c:pt idx="1382">
                  <c:v>3.24750000002</c:v>
                </c:pt>
                <c:pt idx="1383">
                  <c:v>3.24775000002</c:v>
                </c:pt>
                <c:pt idx="1384">
                  <c:v>3.25225000002</c:v>
                </c:pt>
                <c:pt idx="1385">
                  <c:v>3.25250000002</c:v>
                </c:pt>
                <c:pt idx="1386">
                  <c:v>3.25700000002</c:v>
                </c:pt>
                <c:pt idx="1387">
                  <c:v>3.25725000002</c:v>
                </c:pt>
                <c:pt idx="1388">
                  <c:v>3.26175000002</c:v>
                </c:pt>
                <c:pt idx="1389">
                  <c:v>3.26200000002</c:v>
                </c:pt>
                <c:pt idx="1390">
                  <c:v>3.26650000002</c:v>
                </c:pt>
                <c:pt idx="1391">
                  <c:v>3.26675000002</c:v>
                </c:pt>
                <c:pt idx="1392">
                  <c:v>3.27125000002</c:v>
                </c:pt>
                <c:pt idx="1393">
                  <c:v>3.27150000002</c:v>
                </c:pt>
                <c:pt idx="1394">
                  <c:v>3.27600000002</c:v>
                </c:pt>
                <c:pt idx="1395">
                  <c:v>3.27625000002</c:v>
                </c:pt>
                <c:pt idx="1396">
                  <c:v>3.28075000002</c:v>
                </c:pt>
                <c:pt idx="1397">
                  <c:v>3.28100000002</c:v>
                </c:pt>
                <c:pt idx="1398">
                  <c:v>3.28550000002</c:v>
                </c:pt>
                <c:pt idx="1399">
                  <c:v>3.28575000002</c:v>
                </c:pt>
                <c:pt idx="1400">
                  <c:v>3.29025000002</c:v>
                </c:pt>
                <c:pt idx="1401">
                  <c:v>3.29050000002</c:v>
                </c:pt>
                <c:pt idx="1402">
                  <c:v>3.29500000002</c:v>
                </c:pt>
                <c:pt idx="1403">
                  <c:v>3.29525000002</c:v>
                </c:pt>
                <c:pt idx="1404">
                  <c:v>3.29975000002</c:v>
                </c:pt>
                <c:pt idx="1405">
                  <c:v>3.30000000002</c:v>
                </c:pt>
                <c:pt idx="1406">
                  <c:v>3.30450000002</c:v>
                </c:pt>
                <c:pt idx="1407">
                  <c:v>3.30475000002</c:v>
                </c:pt>
                <c:pt idx="1408">
                  <c:v>3.30925000002</c:v>
                </c:pt>
                <c:pt idx="1409">
                  <c:v>3.30950000002</c:v>
                </c:pt>
                <c:pt idx="1410">
                  <c:v>3.31400000002</c:v>
                </c:pt>
                <c:pt idx="1411">
                  <c:v>3.31425000002</c:v>
                </c:pt>
                <c:pt idx="1412">
                  <c:v>3.31875000002</c:v>
                </c:pt>
                <c:pt idx="1413">
                  <c:v>3.31900000002</c:v>
                </c:pt>
                <c:pt idx="1414">
                  <c:v>3.32350000002</c:v>
                </c:pt>
                <c:pt idx="1415">
                  <c:v>3.32375000002</c:v>
                </c:pt>
                <c:pt idx="1416">
                  <c:v>3.32825000002</c:v>
                </c:pt>
                <c:pt idx="1417">
                  <c:v>3.32850000002</c:v>
                </c:pt>
                <c:pt idx="1418">
                  <c:v>3.33300000002</c:v>
                </c:pt>
                <c:pt idx="1419">
                  <c:v>3.33325000002</c:v>
                </c:pt>
                <c:pt idx="1420">
                  <c:v>3.33775000002</c:v>
                </c:pt>
                <c:pt idx="1421">
                  <c:v>3.33800000002</c:v>
                </c:pt>
                <c:pt idx="1422">
                  <c:v>3.34250000002</c:v>
                </c:pt>
                <c:pt idx="1423">
                  <c:v>3.34275000002</c:v>
                </c:pt>
                <c:pt idx="1424">
                  <c:v>3.34725000002</c:v>
                </c:pt>
                <c:pt idx="1425">
                  <c:v>3.34750000002</c:v>
                </c:pt>
                <c:pt idx="1426">
                  <c:v>3.35200000002</c:v>
                </c:pt>
                <c:pt idx="1427">
                  <c:v>3.35225000002</c:v>
                </c:pt>
                <c:pt idx="1428">
                  <c:v>3.35675000002</c:v>
                </c:pt>
                <c:pt idx="1429">
                  <c:v>3.35700000002</c:v>
                </c:pt>
                <c:pt idx="1430">
                  <c:v>3.36150000002</c:v>
                </c:pt>
                <c:pt idx="1431">
                  <c:v>3.36175000002</c:v>
                </c:pt>
                <c:pt idx="1432">
                  <c:v>3.36625000002</c:v>
                </c:pt>
                <c:pt idx="1433">
                  <c:v>3.36650000002</c:v>
                </c:pt>
                <c:pt idx="1434">
                  <c:v>3.36725000002</c:v>
                </c:pt>
                <c:pt idx="1435">
                  <c:v>3.36900000002</c:v>
                </c:pt>
                <c:pt idx="1436">
                  <c:v>3.37100000002</c:v>
                </c:pt>
                <c:pt idx="1437">
                  <c:v>3.37125000002</c:v>
                </c:pt>
                <c:pt idx="1438">
                  <c:v>3.37575000002</c:v>
                </c:pt>
                <c:pt idx="1439">
                  <c:v>3.37600000002</c:v>
                </c:pt>
                <c:pt idx="1440">
                  <c:v>3.38050000002</c:v>
                </c:pt>
                <c:pt idx="1441">
                  <c:v>3.38075000002</c:v>
                </c:pt>
                <c:pt idx="1442">
                  <c:v>3.38525000002</c:v>
                </c:pt>
                <c:pt idx="1443">
                  <c:v>3.38550000002</c:v>
                </c:pt>
                <c:pt idx="1444">
                  <c:v>3.39000000002</c:v>
                </c:pt>
                <c:pt idx="1445">
                  <c:v>3.39025000002</c:v>
                </c:pt>
                <c:pt idx="1446">
                  <c:v>3.39475000002</c:v>
                </c:pt>
                <c:pt idx="1447">
                  <c:v>3.39500000002</c:v>
                </c:pt>
                <c:pt idx="1448">
                  <c:v>3.39950000002</c:v>
                </c:pt>
                <c:pt idx="1449">
                  <c:v>3.39975000002</c:v>
                </c:pt>
                <c:pt idx="1450">
                  <c:v>3.40425000002</c:v>
                </c:pt>
                <c:pt idx="1451">
                  <c:v>3.40450000002</c:v>
                </c:pt>
                <c:pt idx="1452">
                  <c:v>3.40900000002</c:v>
                </c:pt>
                <c:pt idx="1453">
                  <c:v>3.40925000002</c:v>
                </c:pt>
                <c:pt idx="1454">
                  <c:v>3.41375000002</c:v>
                </c:pt>
                <c:pt idx="1455">
                  <c:v>3.41400000002</c:v>
                </c:pt>
                <c:pt idx="1456">
                  <c:v>3.41850000002</c:v>
                </c:pt>
                <c:pt idx="1457">
                  <c:v>3.41875000002</c:v>
                </c:pt>
                <c:pt idx="1458">
                  <c:v>3.42325000002</c:v>
                </c:pt>
                <c:pt idx="1459">
                  <c:v>3.42350000002</c:v>
                </c:pt>
                <c:pt idx="1460">
                  <c:v>3.42800000002</c:v>
                </c:pt>
                <c:pt idx="1461">
                  <c:v>3.42825000002</c:v>
                </c:pt>
                <c:pt idx="1462">
                  <c:v>3.43275000002</c:v>
                </c:pt>
                <c:pt idx="1463">
                  <c:v>3.43300000002</c:v>
                </c:pt>
                <c:pt idx="1464">
                  <c:v>3.43750000002</c:v>
                </c:pt>
                <c:pt idx="1465">
                  <c:v>3.43775000002</c:v>
                </c:pt>
                <c:pt idx="1466">
                  <c:v>3.44225000002</c:v>
                </c:pt>
                <c:pt idx="1467">
                  <c:v>3.44250000002</c:v>
                </c:pt>
                <c:pt idx="1468">
                  <c:v>3.44700000002</c:v>
                </c:pt>
                <c:pt idx="1469">
                  <c:v>3.44725000002</c:v>
                </c:pt>
                <c:pt idx="1470">
                  <c:v>3.45175000002</c:v>
                </c:pt>
                <c:pt idx="1471">
                  <c:v>3.45200000002</c:v>
                </c:pt>
                <c:pt idx="1472">
                  <c:v>3.45650000002</c:v>
                </c:pt>
                <c:pt idx="1473">
                  <c:v>3.45675000002</c:v>
                </c:pt>
                <c:pt idx="1474">
                  <c:v>3.46125000002</c:v>
                </c:pt>
                <c:pt idx="1475">
                  <c:v>3.46150000002</c:v>
                </c:pt>
                <c:pt idx="1476">
                  <c:v>3.46600000002</c:v>
                </c:pt>
                <c:pt idx="1477">
                  <c:v>3.46625000002</c:v>
                </c:pt>
                <c:pt idx="1478">
                  <c:v>3.47075000002</c:v>
                </c:pt>
                <c:pt idx="1479">
                  <c:v>3.47100000002</c:v>
                </c:pt>
                <c:pt idx="1480">
                  <c:v>3.47550000002</c:v>
                </c:pt>
                <c:pt idx="1481">
                  <c:v>3.47575000002</c:v>
                </c:pt>
                <c:pt idx="1482">
                  <c:v>3.48025000002</c:v>
                </c:pt>
                <c:pt idx="1483">
                  <c:v>3.48050000002</c:v>
                </c:pt>
                <c:pt idx="1484">
                  <c:v>3.48500000002</c:v>
                </c:pt>
                <c:pt idx="1485">
                  <c:v>3.48525000002</c:v>
                </c:pt>
                <c:pt idx="1486">
                  <c:v>3.48975000002</c:v>
                </c:pt>
                <c:pt idx="1487">
                  <c:v>3.49000000002</c:v>
                </c:pt>
                <c:pt idx="1488">
                  <c:v>3.49450000002</c:v>
                </c:pt>
                <c:pt idx="1489">
                  <c:v>3.49475000002</c:v>
                </c:pt>
                <c:pt idx="1490">
                  <c:v>3.49925000002</c:v>
                </c:pt>
                <c:pt idx="1491">
                  <c:v>3.49950000002</c:v>
                </c:pt>
                <c:pt idx="1492">
                  <c:v>3.50400000002</c:v>
                </c:pt>
                <c:pt idx="1493">
                  <c:v>3.50425000002</c:v>
                </c:pt>
                <c:pt idx="1494">
                  <c:v>3.50875000002</c:v>
                </c:pt>
                <c:pt idx="1495">
                  <c:v>3.50900000002</c:v>
                </c:pt>
                <c:pt idx="1496">
                  <c:v>3.51350000002</c:v>
                </c:pt>
                <c:pt idx="1497">
                  <c:v>3.51375000002</c:v>
                </c:pt>
                <c:pt idx="1498">
                  <c:v>3.51825000002</c:v>
                </c:pt>
                <c:pt idx="1499">
                  <c:v>3.51850000002</c:v>
                </c:pt>
                <c:pt idx="1500">
                  <c:v>3.52300000002</c:v>
                </c:pt>
                <c:pt idx="1501">
                  <c:v>3.52325000002</c:v>
                </c:pt>
                <c:pt idx="1502">
                  <c:v>3.52775000002</c:v>
                </c:pt>
                <c:pt idx="1503">
                  <c:v>3.52800000002</c:v>
                </c:pt>
                <c:pt idx="1504">
                  <c:v>3.53250000002</c:v>
                </c:pt>
                <c:pt idx="1505">
                  <c:v>3.53275000002</c:v>
                </c:pt>
                <c:pt idx="1506">
                  <c:v>3.53725000002</c:v>
                </c:pt>
                <c:pt idx="1507">
                  <c:v>3.53750000002</c:v>
                </c:pt>
                <c:pt idx="1508">
                  <c:v>3.54200000002</c:v>
                </c:pt>
                <c:pt idx="1509">
                  <c:v>3.54225000002</c:v>
                </c:pt>
                <c:pt idx="1510">
                  <c:v>3.54675000002</c:v>
                </c:pt>
                <c:pt idx="1511">
                  <c:v>3.54700000002</c:v>
                </c:pt>
                <c:pt idx="1512">
                  <c:v>3.55150000002</c:v>
                </c:pt>
                <c:pt idx="1513">
                  <c:v>3.55175000002</c:v>
                </c:pt>
                <c:pt idx="1514">
                  <c:v>3.55625000002</c:v>
                </c:pt>
                <c:pt idx="1515">
                  <c:v>3.55650000002</c:v>
                </c:pt>
                <c:pt idx="1516">
                  <c:v>3.56100000002</c:v>
                </c:pt>
                <c:pt idx="1517">
                  <c:v>3.56125000002</c:v>
                </c:pt>
                <c:pt idx="1518">
                  <c:v>3.56575000002</c:v>
                </c:pt>
                <c:pt idx="1519">
                  <c:v>3.56600000002</c:v>
                </c:pt>
                <c:pt idx="1520">
                  <c:v>3.57050000002</c:v>
                </c:pt>
                <c:pt idx="1521">
                  <c:v>3.57075000002</c:v>
                </c:pt>
                <c:pt idx="1522">
                  <c:v>3.57525000002</c:v>
                </c:pt>
                <c:pt idx="1523">
                  <c:v>3.57550000002</c:v>
                </c:pt>
                <c:pt idx="1524">
                  <c:v>3.58000000002</c:v>
                </c:pt>
                <c:pt idx="1525">
                  <c:v>3.58025000002</c:v>
                </c:pt>
                <c:pt idx="1526">
                  <c:v>3.58475000002</c:v>
                </c:pt>
                <c:pt idx="1527">
                  <c:v>3.58500000002</c:v>
                </c:pt>
                <c:pt idx="1528">
                  <c:v>3.58950000002</c:v>
                </c:pt>
                <c:pt idx="1529">
                  <c:v>3.58975000002</c:v>
                </c:pt>
                <c:pt idx="1530">
                  <c:v>3.59050000002</c:v>
                </c:pt>
                <c:pt idx="1531">
                  <c:v>3.59425000002</c:v>
                </c:pt>
                <c:pt idx="1532">
                  <c:v>3.59450000002</c:v>
                </c:pt>
                <c:pt idx="1533">
                  <c:v>3.59900000002</c:v>
                </c:pt>
                <c:pt idx="1534">
                  <c:v>3.59925000002</c:v>
                </c:pt>
                <c:pt idx="1535">
                  <c:v>3.60375000002</c:v>
                </c:pt>
                <c:pt idx="1536">
                  <c:v>3.60400000002</c:v>
                </c:pt>
                <c:pt idx="1537">
                  <c:v>3.60850000002</c:v>
                </c:pt>
                <c:pt idx="1538">
                  <c:v>3.60875000002</c:v>
                </c:pt>
                <c:pt idx="1539">
                  <c:v>3.61325000002</c:v>
                </c:pt>
                <c:pt idx="1540">
                  <c:v>3.61350000002</c:v>
                </c:pt>
                <c:pt idx="1541">
                  <c:v>3.61800000002</c:v>
                </c:pt>
                <c:pt idx="1542">
                  <c:v>3.61825000002</c:v>
                </c:pt>
                <c:pt idx="1543">
                  <c:v>3.62275000002</c:v>
                </c:pt>
                <c:pt idx="1544">
                  <c:v>3.62300000002</c:v>
                </c:pt>
                <c:pt idx="1545">
                  <c:v>3.62750000002</c:v>
                </c:pt>
                <c:pt idx="1546">
                  <c:v>3.62775000002</c:v>
                </c:pt>
                <c:pt idx="1547">
                  <c:v>3.63225000002</c:v>
                </c:pt>
                <c:pt idx="1548">
                  <c:v>3.63250000002</c:v>
                </c:pt>
                <c:pt idx="1549">
                  <c:v>3.63700000002</c:v>
                </c:pt>
                <c:pt idx="1550">
                  <c:v>3.63725000002</c:v>
                </c:pt>
                <c:pt idx="1551">
                  <c:v>3.64175000002</c:v>
                </c:pt>
                <c:pt idx="1552">
                  <c:v>3.64200000002</c:v>
                </c:pt>
                <c:pt idx="1553">
                  <c:v>3.64650000002</c:v>
                </c:pt>
                <c:pt idx="1554">
                  <c:v>3.64675000002</c:v>
                </c:pt>
                <c:pt idx="1555">
                  <c:v>3.65125000002</c:v>
                </c:pt>
                <c:pt idx="1556">
                  <c:v>3.65150000002</c:v>
                </c:pt>
                <c:pt idx="1557">
                  <c:v>3.65600000002</c:v>
                </c:pt>
                <c:pt idx="1558">
                  <c:v>3.65625000002</c:v>
                </c:pt>
                <c:pt idx="1559">
                  <c:v>3.66075000002</c:v>
                </c:pt>
                <c:pt idx="1560">
                  <c:v>3.66100000002</c:v>
                </c:pt>
                <c:pt idx="1561">
                  <c:v>3.66550000002</c:v>
                </c:pt>
                <c:pt idx="1562">
                  <c:v>3.66575000002</c:v>
                </c:pt>
                <c:pt idx="1563">
                  <c:v>3.67025000002</c:v>
                </c:pt>
                <c:pt idx="1564">
                  <c:v>3.67050000002</c:v>
                </c:pt>
                <c:pt idx="1565">
                  <c:v>3.67500000002</c:v>
                </c:pt>
                <c:pt idx="1566">
                  <c:v>3.67525000002</c:v>
                </c:pt>
                <c:pt idx="1567">
                  <c:v>3.67975000002</c:v>
                </c:pt>
                <c:pt idx="1568">
                  <c:v>3.68000000002</c:v>
                </c:pt>
                <c:pt idx="1569">
                  <c:v>3.68450000002</c:v>
                </c:pt>
                <c:pt idx="1570">
                  <c:v>3.68475000002</c:v>
                </c:pt>
                <c:pt idx="1571">
                  <c:v>3.68925000002</c:v>
                </c:pt>
                <c:pt idx="1572">
                  <c:v>3.68950000002</c:v>
                </c:pt>
                <c:pt idx="1573">
                  <c:v>3.69400000002</c:v>
                </c:pt>
                <c:pt idx="1574">
                  <c:v>3.69425000002</c:v>
                </c:pt>
                <c:pt idx="1575">
                  <c:v>3.69875000002</c:v>
                </c:pt>
                <c:pt idx="1576">
                  <c:v>3.69900000002</c:v>
                </c:pt>
                <c:pt idx="1577">
                  <c:v>3.70350000002</c:v>
                </c:pt>
                <c:pt idx="1578">
                  <c:v>3.70375000002</c:v>
                </c:pt>
                <c:pt idx="1579">
                  <c:v>3.70825000002</c:v>
                </c:pt>
                <c:pt idx="1580">
                  <c:v>3.70850000002</c:v>
                </c:pt>
                <c:pt idx="1581">
                  <c:v>3.71300000002</c:v>
                </c:pt>
                <c:pt idx="1582">
                  <c:v>3.71325000002</c:v>
                </c:pt>
                <c:pt idx="1583">
                  <c:v>3.71775000002</c:v>
                </c:pt>
                <c:pt idx="1584">
                  <c:v>3.71800000002</c:v>
                </c:pt>
                <c:pt idx="1585">
                  <c:v>3.72250000002</c:v>
                </c:pt>
                <c:pt idx="1586">
                  <c:v>3.72275000002</c:v>
                </c:pt>
                <c:pt idx="1587">
                  <c:v>3.72725000002</c:v>
                </c:pt>
                <c:pt idx="1588">
                  <c:v>3.72750000002</c:v>
                </c:pt>
                <c:pt idx="1589">
                  <c:v>3.73200000002</c:v>
                </c:pt>
                <c:pt idx="1590">
                  <c:v>3.73225000002</c:v>
                </c:pt>
                <c:pt idx="1591">
                  <c:v>3.73675000002</c:v>
                </c:pt>
                <c:pt idx="1592">
                  <c:v>3.73700000002</c:v>
                </c:pt>
                <c:pt idx="1593">
                  <c:v>3.74150000002</c:v>
                </c:pt>
                <c:pt idx="1594">
                  <c:v>3.74175000002</c:v>
                </c:pt>
                <c:pt idx="1595">
                  <c:v>3.74625000002</c:v>
                </c:pt>
                <c:pt idx="1596">
                  <c:v>3.74650000002</c:v>
                </c:pt>
                <c:pt idx="1597">
                  <c:v>3.75100000002</c:v>
                </c:pt>
                <c:pt idx="1598">
                  <c:v>3.75125000002</c:v>
                </c:pt>
                <c:pt idx="1599">
                  <c:v>3.75575000002</c:v>
                </c:pt>
                <c:pt idx="1600">
                  <c:v>3.75600000002</c:v>
                </c:pt>
                <c:pt idx="1601">
                  <c:v>3.76050000002</c:v>
                </c:pt>
                <c:pt idx="1602">
                  <c:v>3.76075000002</c:v>
                </c:pt>
                <c:pt idx="1603">
                  <c:v>3.76525000002</c:v>
                </c:pt>
                <c:pt idx="1604">
                  <c:v>3.76550000002</c:v>
                </c:pt>
                <c:pt idx="1605">
                  <c:v>3.77000000002</c:v>
                </c:pt>
                <c:pt idx="1606">
                  <c:v>3.77025000002</c:v>
                </c:pt>
                <c:pt idx="1607">
                  <c:v>3.77475000002</c:v>
                </c:pt>
                <c:pt idx="1608">
                  <c:v>3.77500000002</c:v>
                </c:pt>
                <c:pt idx="1609">
                  <c:v>3.77950000002</c:v>
                </c:pt>
                <c:pt idx="1610">
                  <c:v>3.77975000002</c:v>
                </c:pt>
                <c:pt idx="1611">
                  <c:v>3.78425000002</c:v>
                </c:pt>
                <c:pt idx="1612">
                  <c:v>3.78450000002</c:v>
                </c:pt>
                <c:pt idx="1613">
                  <c:v>3.78900000002</c:v>
                </c:pt>
                <c:pt idx="1614">
                  <c:v>3.78925000002</c:v>
                </c:pt>
                <c:pt idx="1615">
                  <c:v>3.79375000002</c:v>
                </c:pt>
                <c:pt idx="1616">
                  <c:v>3.79400000002</c:v>
                </c:pt>
                <c:pt idx="1617">
                  <c:v>3.79850000002</c:v>
                </c:pt>
                <c:pt idx="1618">
                  <c:v>3.79875000002</c:v>
                </c:pt>
                <c:pt idx="1619">
                  <c:v>3.80325000002</c:v>
                </c:pt>
                <c:pt idx="1620">
                  <c:v>3.80350000002</c:v>
                </c:pt>
                <c:pt idx="1621">
                  <c:v>3.80800000002</c:v>
                </c:pt>
                <c:pt idx="1622">
                  <c:v>3.80825000002</c:v>
                </c:pt>
                <c:pt idx="1623">
                  <c:v>3.81000000002</c:v>
                </c:pt>
                <c:pt idx="1624">
                  <c:v>3.81275000002</c:v>
                </c:pt>
                <c:pt idx="1625">
                  <c:v>3.81300000002</c:v>
                </c:pt>
                <c:pt idx="1626">
                  <c:v>3.81750000002</c:v>
                </c:pt>
                <c:pt idx="1627">
                  <c:v>3.81775000002</c:v>
                </c:pt>
                <c:pt idx="1628">
                  <c:v>3.82225000002</c:v>
                </c:pt>
                <c:pt idx="1629">
                  <c:v>3.82250000002</c:v>
                </c:pt>
                <c:pt idx="1630">
                  <c:v>3.82700000002</c:v>
                </c:pt>
                <c:pt idx="1631">
                  <c:v>3.82725000002</c:v>
                </c:pt>
                <c:pt idx="1632">
                  <c:v>3.83175000002</c:v>
                </c:pt>
                <c:pt idx="1633">
                  <c:v>3.83200000002</c:v>
                </c:pt>
                <c:pt idx="1634">
                  <c:v>3.83650000002</c:v>
                </c:pt>
                <c:pt idx="1635">
                  <c:v>3.83675000002</c:v>
                </c:pt>
                <c:pt idx="1636">
                  <c:v>3.84125000002</c:v>
                </c:pt>
                <c:pt idx="1637">
                  <c:v>3.84150000002</c:v>
                </c:pt>
                <c:pt idx="1638">
                  <c:v>3.84600000002</c:v>
                </c:pt>
                <c:pt idx="1639">
                  <c:v>3.84625000002</c:v>
                </c:pt>
                <c:pt idx="1640">
                  <c:v>3.85075000002</c:v>
                </c:pt>
                <c:pt idx="1641">
                  <c:v>3.85100000002</c:v>
                </c:pt>
                <c:pt idx="1642">
                  <c:v>3.85550000002</c:v>
                </c:pt>
                <c:pt idx="1643">
                  <c:v>3.85575000002</c:v>
                </c:pt>
                <c:pt idx="1644">
                  <c:v>3.86025000002</c:v>
                </c:pt>
                <c:pt idx="1645">
                  <c:v>3.86050000002</c:v>
                </c:pt>
                <c:pt idx="1646">
                  <c:v>3.86500000002</c:v>
                </c:pt>
                <c:pt idx="1647">
                  <c:v>3.86525000002</c:v>
                </c:pt>
                <c:pt idx="1648">
                  <c:v>3.86975000002</c:v>
                </c:pt>
                <c:pt idx="1649">
                  <c:v>3.87000000002</c:v>
                </c:pt>
                <c:pt idx="1650">
                  <c:v>3.87450000002</c:v>
                </c:pt>
                <c:pt idx="1651">
                  <c:v>3.87475000002</c:v>
                </c:pt>
                <c:pt idx="1652">
                  <c:v>3.87925000002</c:v>
                </c:pt>
                <c:pt idx="1653">
                  <c:v>3.87950000002</c:v>
                </c:pt>
                <c:pt idx="1654">
                  <c:v>3.88400000002</c:v>
                </c:pt>
                <c:pt idx="1655">
                  <c:v>3.88425000002</c:v>
                </c:pt>
                <c:pt idx="1656">
                  <c:v>3.88875000002</c:v>
                </c:pt>
                <c:pt idx="1657">
                  <c:v>3.88900000002</c:v>
                </c:pt>
                <c:pt idx="1658">
                  <c:v>3.89350000002</c:v>
                </c:pt>
                <c:pt idx="1659">
                  <c:v>3.89375000002</c:v>
                </c:pt>
                <c:pt idx="1660">
                  <c:v>3.89825000002</c:v>
                </c:pt>
                <c:pt idx="1661">
                  <c:v>3.89850000002</c:v>
                </c:pt>
                <c:pt idx="1662">
                  <c:v>3.90300000002</c:v>
                </c:pt>
                <c:pt idx="1663">
                  <c:v>3.90325000002</c:v>
                </c:pt>
                <c:pt idx="1664">
                  <c:v>3.90775000002</c:v>
                </c:pt>
                <c:pt idx="1665">
                  <c:v>3.90800000002</c:v>
                </c:pt>
                <c:pt idx="1666">
                  <c:v>3.91250000002</c:v>
                </c:pt>
                <c:pt idx="1667">
                  <c:v>3.91275000002</c:v>
                </c:pt>
                <c:pt idx="1668">
                  <c:v>3.91725000002</c:v>
                </c:pt>
                <c:pt idx="1669">
                  <c:v>3.91750000002</c:v>
                </c:pt>
                <c:pt idx="1670">
                  <c:v>3.92200000002</c:v>
                </c:pt>
                <c:pt idx="1671">
                  <c:v>3.92225000002</c:v>
                </c:pt>
                <c:pt idx="1672">
                  <c:v>3.92675000002</c:v>
                </c:pt>
                <c:pt idx="1673">
                  <c:v>3.92700000002</c:v>
                </c:pt>
                <c:pt idx="1674">
                  <c:v>3.93150000002</c:v>
                </c:pt>
                <c:pt idx="1675">
                  <c:v>3.93175000002</c:v>
                </c:pt>
                <c:pt idx="1676">
                  <c:v>3.93625000002</c:v>
                </c:pt>
                <c:pt idx="1677">
                  <c:v>3.93650000002</c:v>
                </c:pt>
                <c:pt idx="1678">
                  <c:v>3.94100000002</c:v>
                </c:pt>
                <c:pt idx="1679">
                  <c:v>3.94125000002</c:v>
                </c:pt>
                <c:pt idx="1680">
                  <c:v>3.94575000002</c:v>
                </c:pt>
                <c:pt idx="1681">
                  <c:v>3.94600000002</c:v>
                </c:pt>
                <c:pt idx="1682">
                  <c:v>3.95050000002</c:v>
                </c:pt>
                <c:pt idx="1683">
                  <c:v>3.95075000002</c:v>
                </c:pt>
                <c:pt idx="1684">
                  <c:v>3.95525000002</c:v>
                </c:pt>
                <c:pt idx="1685">
                  <c:v>3.95550000002</c:v>
                </c:pt>
                <c:pt idx="1686">
                  <c:v>3.96000000002</c:v>
                </c:pt>
                <c:pt idx="1687">
                  <c:v>3.96025000002</c:v>
                </c:pt>
                <c:pt idx="1688">
                  <c:v>3.96475000002</c:v>
                </c:pt>
                <c:pt idx="1689">
                  <c:v>3.96500000002</c:v>
                </c:pt>
                <c:pt idx="1690">
                  <c:v>3.96950000002</c:v>
                </c:pt>
                <c:pt idx="1691">
                  <c:v>3.96975000002</c:v>
                </c:pt>
                <c:pt idx="1692">
                  <c:v>3.97425000002</c:v>
                </c:pt>
                <c:pt idx="1693">
                  <c:v>3.97450000002</c:v>
                </c:pt>
                <c:pt idx="1694">
                  <c:v>3.97900000002</c:v>
                </c:pt>
                <c:pt idx="1695">
                  <c:v>3.97925000002</c:v>
                </c:pt>
                <c:pt idx="1696">
                  <c:v>3.98375000002</c:v>
                </c:pt>
                <c:pt idx="1697">
                  <c:v>3.98400000002</c:v>
                </c:pt>
                <c:pt idx="1698">
                  <c:v>3.98850000002</c:v>
                </c:pt>
                <c:pt idx="1699">
                  <c:v>3.98875000002</c:v>
                </c:pt>
                <c:pt idx="1700">
                  <c:v>3.99325000002</c:v>
                </c:pt>
                <c:pt idx="1701">
                  <c:v>3.99350000002</c:v>
                </c:pt>
                <c:pt idx="1702">
                  <c:v>3.99800000002</c:v>
                </c:pt>
                <c:pt idx="1703">
                  <c:v>3.99825000002</c:v>
                </c:pt>
                <c:pt idx="1704">
                  <c:v>3.99950000002</c:v>
                </c:pt>
                <c:pt idx="1705">
                  <c:v>3.99975000002</c:v>
                </c:pt>
                <c:pt idx="1706">
                  <c:v>4.00000000002</c:v>
                </c:pt>
                <c:pt idx="1707">
                  <c:v>4.00025000002</c:v>
                </c:pt>
                <c:pt idx="1708">
                  <c:v>4.00050000002</c:v>
                </c:pt>
                <c:pt idx="1709">
                  <c:v>4.00275000002</c:v>
                </c:pt>
                <c:pt idx="1710">
                  <c:v>4.00300000002</c:v>
                </c:pt>
                <c:pt idx="1711">
                  <c:v>4.00750000002</c:v>
                </c:pt>
                <c:pt idx="1712">
                  <c:v>4.00775000002</c:v>
                </c:pt>
                <c:pt idx="1713">
                  <c:v>4.01225000002</c:v>
                </c:pt>
                <c:pt idx="1714">
                  <c:v>4.01250000002</c:v>
                </c:pt>
                <c:pt idx="1715">
                  <c:v>4.01700000002</c:v>
                </c:pt>
                <c:pt idx="1716">
                  <c:v>4.01725000002</c:v>
                </c:pt>
                <c:pt idx="1717">
                  <c:v>4.02175000002</c:v>
                </c:pt>
                <c:pt idx="1718">
                  <c:v>4.02200000002</c:v>
                </c:pt>
                <c:pt idx="1719">
                  <c:v>4.02650000002</c:v>
                </c:pt>
                <c:pt idx="1720">
                  <c:v>4.02675000002</c:v>
                </c:pt>
                <c:pt idx="1721">
                  <c:v>4.03025000002</c:v>
                </c:pt>
                <c:pt idx="1722">
                  <c:v>4.03125000002</c:v>
                </c:pt>
                <c:pt idx="1723">
                  <c:v>4.03150000002</c:v>
                </c:pt>
                <c:pt idx="1724">
                  <c:v>4.03600000002</c:v>
                </c:pt>
                <c:pt idx="1725">
                  <c:v>4.03625000002</c:v>
                </c:pt>
                <c:pt idx="1726">
                  <c:v>4.04075000002</c:v>
                </c:pt>
                <c:pt idx="1727">
                  <c:v>4.04100000002</c:v>
                </c:pt>
                <c:pt idx="1728">
                  <c:v>4.04550000002</c:v>
                </c:pt>
                <c:pt idx="1729">
                  <c:v>4.04575000002</c:v>
                </c:pt>
                <c:pt idx="1730">
                  <c:v>4.05025000002</c:v>
                </c:pt>
                <c:pt idx="1731">
                  <c:v>4.05050000002</c:v>
                </c:pt>
                <c:pt idx="1732">
                  <c:v>4.05500000002</c:v>
                </c:pt>
                <c:pt idx="1733">
                  <c:v>4.05525000002</c:v>
                </c:pt>
                <c:pt idx="1734">
                  <c:v>4.05975000002</c:v>
                </c:pt>
                <c:pt idx="1735">
                  <c:v>4.06000000002</c:v>
                </c:pt>
                <c:pt idx="1736">
                  <c:v>4.06450000002</c:v>
                </c:pt>
                <c:pt idx="1737">
                  <c:v>4.06475000002</c:v>
                </c:pt>
                <c:pt idx="1738">
                  <c:v>4.06925000002</c:v>
                </c:pt>
                <c:pt idx="1739">
                  <c:v>4.06950000002</c:v>
                </c:pt>
                <c:pt idx="1740">
                  <c:v>4.07400000002</c:v>
                </c:pt>
                <c:pt idx="1741">
                  <c:v>4.07425000002</c:v>
                </c:pt>
                <c:pt idx="1742">
                  <c:v>4.07875000002</c:v>
                </c:pt>
                <c:pt idx="1743">
                  <c:v>4.07900000002</c:v>
                </c:pt>
                <c:pt idx="1744">
                  <c:v>4.08350000002</c:v>
                </c:pt>
                <c:pt idx="1745">
                  <c:v>4.08375000002</c:v>
                </c:pt>
                <c:pt idx="1746">
                  <c:v>4.08825000002</c:v>
                </c:pt>
                <c:pt idx="1747">
                  <c:v>4.08850000002</c:v>
                </c:pt>
                <c:pt idx="1748">
                  <c:v>4.09300000002</c:v>
                </c:pt>
                <c:pt idx="1749">
                  <c:v>4.09325000002</c:v>
                </c:pt>
                <c:pt idx="1750">
                  <c:v>4.09775000002</c:v>
                </c:pt>
                <c:pt idx="1751">
                  <c:v>4.09800000002</c:v>
                </c:pt>
                <c:pt idx="1752">
                  <c:v>4.10250000002</c:v>
                </c:pt>
                <c:pt idx="1753">
                  <c:v>4.10275000002</c:v>
                </c:pt>
                <c:pt idx="1754">
                  <c:v>4.10725000002</c:v>
                </c:pt>
                <c:pt idx="1755">
                  <c:v>4.10750000002</c:v>
                </c:pt>
                <c:pt idx="1756">
                  <c:v>4.11200000002</c:v>
                </c:pt>
                <c:pt idx="1757">
                  <c:v>4.11225000002</c:v>
                </c:pt>
                <c:pt idx="1758">
                  <c:v>4.11675000002</c:v>
                </c:pt>
                <c:pt idx="1759">
                  <c:v>4.11700000002</c:v>
                </c:pt>
                <c:pt idx="1760">
                  <c:v>4.12150000002</c:v>
                </c:pt>
                <c:pt idx="1761">
                  <c:v>4.12175000002</c:v>
                </c:pt>
                <c:pt idx="1762">
                  <c:v>4.12625000002</c:v>
                </c:pt>
                <c:pt idx="1763">
                  <c:v>4.12650000002</c:v>
                </c:pt>
                <c:pt idx="1764">
                  <c:v>4.13100000002</c:v>
                </c:pt>
                <c:pt idx="1765">
                  <c:v>4.13125000002</c:v>
                </c:pt>
                <c:pt idx="1766">
                  <c:v>4.13575000002</c:v>
                </c:pt>
                <c:pt idx="1767">
                  <c:v>4.13600000002</c:v>
                </c:pt>
                <c:pt idx="1768">
                  <c:v>4.14050000002</c:v>
                </c:pt>
                <c:pt idx="1769">
                  <c:v>4.14075000002</c:v>
                </c:pt>
                <c:pt idx="1770">
                  <c:v>4.14525000002</c:v>
                </c:pt>
                <c:pt idx="1771">
                  <c:v>4.14550000002</c:v>
                </c:pt>
                <c:pt idx="1772">
                  <c:v>4.15000000002</c:v>
                </c:pt>
                <c:pt idx="1773">
                  <c:v>4.15025000002</c:v>
                </c:pt>
                <c:pt idx="1774">
                  <c:v>4.15475000002</c:v>
                </c:pt>
                <c:pt idx="1775">
                  <c:v>4.15500000002</c:v>
                </c:pt>
                <c:pt idx="1776">
                  <c:v>4.15950000002</c:v>
                </c:pt>
                <c:pt idx="1777">
                  <c:v>4.15975000002</c:v>
                </c:pt>
                <c:pt idx="1778">
                  <c:v>4.16425000002</c:v>
                </c:pt>
                <c:pt idx="1779">
                  <c:v>4.16450000002</c:v>
                </c:pt>
                <c:pt idx="1780">
                  <c:v>4.16900000002</c:v>
                </c:pt>
                <c:pt idx="1781">
                  <c:v>4.16925000002</c:v>
                </c:pt>
                <c:pt idx="1782">
                  <c:v>4.17375000002</c:v>
                </c:pt>
                <c:pt idx="1783">
                  <c:v>4.17400000002</c:v>
                </c:pt>
                <c:pt idx="1784">
                  <c:v>4.17850000002</c:v>
                </c:pt>
                <c:pt idx="1785">
                  <c:v>4.17875000002</c:v>
                </c:pt>
                <c:pt idx="1786">
                  <c:v>4.18325000002</c:v>
                </c:pt>
                <c:pt idx="1787">
                  <c:v>4.18350000002</c:v>
                </c:pt>
                <c:pt idx="1788">
                  <c:v>4.18800000002</c:v>
                </c:pt>
                <c:pt idx="1789">
                  <c:v>4.18825000002</c:v>
                </c:pt>
                <c:pt idx="1790">
                  <c:v>4.19275000002</c:v>
                </c:pt>
                <c:pt idx="1791">
                  <c:v>4.19300000002</c:v>
                </c:pt>
                <c:pt idx="1792">
                  <c:v>4.19750000002</c:v>
                </c:pt>
                <c:pt idx="1793">
                  <c:v>4.19775000002</c:v>
                </c:pt>
                <c:pt idx="1794">
                  <c:v>4.20225000002</c:v>
                </c:pt>
                <c:pt idx="1795">
                  <c:v>4.20250000002</c:v>
                </c:pt>
                <c:pt idx="1796">
                  <c:v>4.20700000002</c:v>
                </c:pt>
                <c:pt idx="1797">
                  <c:v>4.20725000002</c:v>
                </c:pt>
                <c:pt idx="1798">
                  <c:v>4.21175000002</c:v>
                </c:pt>
                <c:pt idx="1799">
                  <c:v>4.21200000002</c:v>
                </c:pt>
                <c:pt idx="1800">
                  <c:v>4.21650000002</c:v>
                </c:pt>
                <c:pt idx="1801">
                  <c:v>4.21675000002</c:v>
                </c:pt>
                <c:pt idx="1802">
                  <c:v>4.22125000002</c:v>
                </c:pt>
                <c:pt idx="1803">
                  <c:v>4.22150000002</c:v>
                </c:pt>
                <c:pt idx="1804">
                  <c:v>4.22600000002</c:v>
                </c:pt>
                <c:pt idx="1805">
                  <c:v>4.22625000002</c:v>
                </c:pt>
                <c:pt idx="1806">
                  <c:v>4.23075000002</c:v>
                </c:pt>
                <c:pt idx="1807">
                  <c:v>4.23100000002</c:v>
                </c:pt>
                <c:pt idx="1808">
                  <c:v>4.23550000002</c:v>
                </c:pt>
                <c:pt idx="1809">
                  <c:v>4.23575000002</c:v>
                </c:pt>
                <c:pt idx="1810">
                  <c:v>4.24025000002</c:v>
                </c:pt>
                <c:pt idx="1811">
                  <c:v>4.24050000002</c:v>
                </c:pt>
                <c:pt idx="1812">
                  <c:v>4.24500000002</c:v>
                </c:pt>
                <c:pt idx="1813">
                  <c:v>4.24525000002</c:v>
                </c:pt>
                <c:pt idx="1814">
                  <c:v>4.24950000002</c:v>
                </c:pt>
                <c:pt idx="1815">
                  <c:v>4.24975000002</c:v>
                </c:pt>
                <c:pt idx="1816">
                  <c:v>4.25000000002</c:v>
                </c:pt>
                <c:pt idx="1817">
                  <c:v>4.25075000002</c:v>
                </c:pt>
                <c:pt idx="1818">
                  <c:v>4.25450000002</c:v>
                </c:pt>
                <c:pt idx="1819">
                  <c:v>4.25475000002</c:v>
                </c:pt>
                <c:pt idx="1820">
                  <c:v>4.25925000002</c:v>
                </c:pt>
                <c:pt idx="1821">
                  <c:v>4.25950000002</c:v>
                </c:pt>
                <c:pt idx="1822">
                  <c:v>4.26400000002</c:v>
                </c:pt>
                <c:pt idx="1823">
                  <c:v>4.26425000002</c:v>
                </c:pt>
                <c:pt idx="1824">
                  <c:v>4.26875000002</c:v>
                </c:pt>
                <c:pt idx="1825">
                  <c:v>4.26900000002</c:v>
                </c:pt>
                <c:pt idx="1826">
                  <c:v>4.27350000002</c:v>
                </c:pt>
                <c:pt idx="1827">
                  <c:v>4.27375000002</c:v>
                </c:pt>
                <c:pt idx="1828">
                  <c:v>4.27825000002</c:v>
                </c:pt>
                <c:pt idx="1829">
                  <c:v>4.27850000002</c:v>
                </c:pt>
                <c:pt idx="1830">
                  <c:v>4.28300000002</c:v>
                </c:pt>
                <c:pt idx="1831">
                  <c:v>4.28325000002</c:v>
                </c:pt>
                <c:pt idx="1832">
                  <c:v>4.28775000002</c:v>
                </c:pt>
                <c:pt idx="1833">
                  <c:v>4.28800000002</c:v>
                </c:pt>
                <c:pt idx="1834">
                  <c:v>4.29250000002</c:v>
                </c:pt>
                <c:pt idx="1835">
                  <c:v>4.29275000002</c:v>
                </c:pt>
                <c:pt idx="1836">
                  <c:v>4.29725000002</c:v>
                </c:pt>
                <c:pt idx="1837">
                  <c:v>4.29750000002</c:v>
                </c:pt>
                <c:pt idx="1838">
                  <c:v>4.30200000002</c:v>
                </c:pt>
                <c:pt idx="1839">
                  <c:v>4.30225000002</c:v>
                </c:pt>
                <c:pt idx="1840">
                  <c:v>4.30675000002</c:v>
                </c:pt>
                <c:pt idx="1841">
                  <c:v>4.30700000002</c:v>
                </c:pt>
                <c:pt idx="1842">
                  <c:v>4.31150000002</c:v>
                </c:pt>
                <c:pt idx="1843">
                  <c:v>4.31175000002</c:v>
                </c:pt>
                <c:pt idx="1844">
                  <c:v>4.31625000002</c:v>
                </c:pt>
                <c:pt idx="1845">
                  <c:v>4.31650000002</c:v>
                </c:pt>
                <c:pt idx="1846">
                  <c:v>4.32100000002</c:v>
                </c:pt>
                <c:pt idx="1847">
                  <c:v>4.32125000002</c:v>
                </c:pt>
                <c:pt idx="1848">
                  <c:v>4.32575000002</c:v>
                </c:pt>
                <c:pt idx="1849">
                  <c:v>4.32600000002</c:v>
                </c:pt>
                <c:pt idx="1850">
                  <c:v>4.33050000002</c:v>
                </c:pt>
                <c:pt idx="1851">
                  <c:v>4.33075000002</c:v>
                </c:pt>
                <c:pt idx="1852">
                  <c:v>4.33525000002</c:v>
                </c:pt>
                <c:pt idx="1853">
                  <c:v>4.33550000002</c:v>
                </c:pt>
                <c:pt idx="1854">
                  <c:v>4.34000000002</c:v>
                </c:pt>
                <c:pt idx="1855">
                  <c:v>4.34025000002</c:v>
                </c:pt>
                <c:pt idx="1856">
                  <c:v>4.34475000002</c:v>
                </c:pt>
                <c:pt idx="1857">
                  <c:v>4.34500000002</c:v>
                </c:pt>
                <c:pt idx="1858">
                  <c:v>4.34950000002</c:v>
                </c:pt>
                <c:pt idx="1859">
                  <c:v>4.34975000002</c:v>
                </c:pt>
                <c:pt idx="1860">
                  <c:v>4.35425000002</c:v>
                </c:pt>
                <c:pt idx="1861">
                  <c:v>4.35450000002</c:v>
                </c:pt>
                <c:pt idx="1862">
                  <c:v>4.35900000002</c:v>
                </c:pt>
                <c:pt idx="1863">
                  <c:v>4.35925000002</c:v>
                </c:pt>
                <c:pt idx="1864">
                  <c:v>4.36375000002</c:v>
                </c:pt>
                <c:pt idx="1865">
                  <c:v>4.36400000002</c:v>
                </c:pt>
                <c:pt idx="1866">
                  <c:v>4.36850000002</c:v>
                </c:pt>
                <c:pt idx="1867">
                  <c:v>4.36875000002</c:v>
                </c:pt>
                <c:pt idx="1868">
                  <c:v>4.37325000002</c:v>
                </c:pt>
                <c:pt idx="1869">
                  <c:v>4.37350000002</c:v>
                </c:pt>
                <c:pt idx="1870">
                  <c:v>4.37800000002</c:v>
                </c:pt>
                <c:pt idx="1871">
                  <c:v>4.37825000002</c:v>
                </c:pt>
                <c:pt idx="1872">
                  <c:v>4.38275000002</c:v>
                </c:pt>
                <c:pt idx="1873">
                  <c:v>4.38300000002</c:v>
                </c:pt>
                <c:pt idx="1874">
                  <c:v>4.38750000002</c:v>
                </c:pt>
                <c:pt idx="1875">
                  <c:v>4.38775000002</c:v>
                </c:pt>
                <c:pt idx="1876">
                  <c:v>4.39225000002</c:v>
                </c:pt>
                <c:pt idx="1877">
                  <c:v>4.39250000002</c:v>
                </c:pt>
                <c:pt idx="1878">
                  <c:v>4.39700000002</c:v>
                </c:pt>
                <c:pt idx="1879">
                  <c:v>4.39725000002</c:v>
                </c:pt>
                <c:pt idx="1880">
                  <c:v>4.40175000002</c:v>
                </c:pt>
                <c:pt idx="1881">
                  <c:v>4.40200000002</c:v>
                </c:pt>
                <c:pt idx="1882">
                  <c:v>4.40650000002</c:v>
                </c:pt>
                <c:pt idx="1883">
                  <c:v>4.40675000002</c:v>
                </c:pt>
                <c:pt idx="1884">
                  <c:v>4.41125000002</c:v>
                </c:pt>
                <c:pt idx="1885">
                  <c:v>4.41150000002</c:v>
                </c:pt>
                <c:pt idx="1886">
                  <c:v>4.41600000002</c:v>
                </c:pt>
                <c:pt idx="1887">
                  <c:v>4.41625000002</c:v>
                </c:pt>
                <c:pt idx="1888">
                  <c:v>4.42075000002</c:v>
                </c:pt>
                <c:pt idx="1889">
                  <c:v>4.42100000002</c:v>
                </c:pt>
                <c:pt idx="1890">
                  <c:v>4.42550000002</c:v>
                </c:pt>
                <c:pt idx="1891">
                  <c:v>4.42575000002</c:v>
                </c:pt>
                <c:pt idx="1892">
                  <c:v>4.43025000002</c:v>
                </c:pt>
                <c:pt idx="1893">
                  <c:v>4.43050000002</c:v>
                </c:pt>
                <c:pt idx="1894">
                  <c:v>4.43500000002</c:v>
                </c:pt>
                <c:pt idx="1895">
                  <c:v>4.43525000002</c:v>
                </c:pt>
                <c:pt idx="1896">
                  <c:v>4.43975000002</c:v>
                </c:pt>
                <c:pt idx="1897">
                  <c:v>4.44000000002</c:v>
                </c:pt>
                <c:pt idx="1898">
                  <c:v>4.44450000002</c:v>
                </c:pt>
                <c:pt idx="1899">
                  <c:v>4.44475000002</c:v>
                </c:pt>
                <c:pt idx="1900">
                  <c:v>4.44925000002</c:v>
                </c:pt>
                <c:pt idx="1901">
                  <c:v>4.44950000002</c:v>
                </c:pt>
                <c:pt idx="1902">
                  <c:v>4.45400000002</c:v>
                </c:pt>
                <c:pt idx="1903">
                  <c:v>4.45425000002</c:v>
                </c:pt>
                <c:pt idx="1904">
                  <c:v>4.45875000002</c:v>
                </c:pt>
                <c:pt idx="1905">
                  <c:v>4.45900000002</c:v>
                </c:pt>
                <c:pt idx="1906">
                  <c:v>4.46350000002</c:v>
                </c:pt>
                <c:pt idx="1907">
                  <c:v>4.46375000002</c:v>
                </c:pt>
                <c:pt idx="1908">
                  <c:v>4.46825000002</c:v>
                </c:pt>
                <c:pt idx="1909">
                  <c:v>4.46850000002</c:v>
                </c:pt>
                <c:pt idx="1910">
                  <c:v>4.47125000002</c:v>
                </c:pt>
                <c:pt idx="1911">
                  <c:v>4.47250000002</c:v>
                </c:pt>
                <c:pt idx="1912">
                  <c:v>4.47300000002</c:v>
                </c:pt>
                <c:pt idx="1913">
                  <c:v>4.47325000002</c:v>
                </c:pt>
                <c:pt idx="1914">
                  <c:v>4.47775000002</c:v>
                </c:pt>
                <c:pt idx="1915">
                  <c:v>4.47800000002</c:v>
                </c:pt>
                <c:pt idx="1916">
                  <c:v>4.48250000002</c:v>
                </c:pt>
                <c:pt idx="1917">
                  <c:v>4.48275000002</c:v>
                </c:pt>
                <c:pt idx="1918">
                  <c:v>4.48725000002</c:v>
                </c:pt>
                <c:pt idx="1919">
                  <c:v>4.48750000002</c:v>
                </c:pt>
                <c:pt idx="1920">
                  <c:v>4.49200000002</c:v>
                </c:pt>
                <c:pt idx="1921">
                  <c:v>4.49225000002</c:v>
                </c:pt>
                <c:pt idx="1922">
                  <c:v>4.49675000002</c:v>
                </c:pt>
                <c:pt idx="1923">
                  <c:v>4.49700000002</c:v>
                </c:pt>
                <c:pt idx="1924">
                  <c:v>4.50150000002</c:v>
                </c:pt>
                <c:pt idx="1925">
                  <c:v>4.50175000002</c:v>
                </c:pt>
                <c:pt idx="1926">
                  <c:v>4.50625000002</c:v>
                </c:pt>
                <c:pt idx="1927">
                  <c:v>4.50650000002</c:v>
                </c:pt>
                <c:pt idx="1928">
                  <c:v>4.51100000002</c:v>
                </c:pt>
                <c:pt idx="1929">
                  <c:v>4.51125000002</c:v>
                </c:pt>
                <c:pt idx="1930">
                  <c:v>4.51575000002</c:v>
                </c:pt>
                <c:pt idx="1931">
                  <c:v>4.51600000002</c:v>
                </c:pt>
                <c:pt idx="1932">
                  <c:v>4.52050000002</c:v>
                </c:pt>
                <c:pt idx="1933">
                  <c:v>4.52075000002</c:v>
                </c:pt>
                <c:pt idx="1934">
                  <c:v>4.52525000002</c:v>
                </c:pt>
                <c:pt idx="1935">
                  <c:v>4.52550000002</c:v>
                </c:pt>
                <c:pt idx="1936">
                  <c:v>4.53000000002</c:v>
                </c:pt>
                <c:pt idx="1937">
                  <c:v>4.53025000002</c:v>
                </c:pt>
                <c:pt idx="1938">
                  <c:v>4.53475000002</c:v>
                </c:pt>
                <c:pt idx="1939">
                  <c:v>4.53500000002</c:v>
                </c:pt>
                <c:pt idx="1940">
                  <c:v>4.53950000002</c:v>
                </c:pt>
                <c:pt idx="1941">
                  <c:v>4.53975000002</c:v>
                </c:pt>
                <c:pt idx="1942">
                  <c:v>4.54425000002</c:v>
                </c:pt>
                <c:pt idx="1943">
                  <c:v>4.54450000002</c:v>
                </c:pt>
                <c:pt idx="1944">
                  <c:v>4.54900000002</c:v>
                </c:pt>
                <c:pt idx="1945">
                  <c:v>4.54925000002</c:v>
                </c:pt>
                <c:pt idx="1946">
                  <c:v>4.55375000002</c:v>
                </c:pt>
                <c:pt idx="1947">
                  <c:v>4.55400000002</c:v>
                </c:pt>
                <c:pt idx="1948">
                  <c:v>4.55850000002</c:v>
                </c:pt>
                <c:pt idx="1949">
                  <c:v>4.55875000002</c:v>
                </c:pt>
                <c:pt idx="1950">
                  <c:v>4.56325000002</c:v>
                </c:pt>
                <c:pt idx="1951">
                  <c:v>4.56350000002</c:v>
                </c:pt>
                <c:pt idx="1952">
                  <c:v>4.56800000002</c:v>
                </c:pt>
                <c:pt idx="1953">
                  <c:v>4.56825000002</c:v>
                </c:pt>
                <c:pt idx="1954">
                  <c:v>4.57275000002</c:v>
                </c:pt>
                <c:pt idx="1955">
                  <c:v>4.57300000002</c:v>
                </c:pt>
                <c:pt idx="1956">
                  <c:v>4.57750000002</c:v>
                </c:pt>
                <c:pt idx="1957">
                  <c:v>4.57775000002</c:v>
                </c:pt>
                <c:pt idx="1958">
                  <c:v>4.58225000002</c:v>
                </c:pt>
                <c:pt idx="1959">
                  <c:v>4.58250000002</c:v>
                </c:pt>
                <c:pt idx="1960">
                  <c:v>4.58700000002</c:v>
                </c:pt>
                <c:pt idx="1961">
                  <c:v>4.58725000002</c:v>
                </c:pt>
                <c:pt idx="1962">
                  <c:v>4.59175000002</c:v>
                </c:pt>
                <c:pt idx="1963">
                  <c:v>4.59200000002</c:v>
                </c:pt>
                <c:pt idx="1964">
                  <c:v>4.59650000002</c:v>
                </c:pt>
                <c:pt idx="1965">
                  <c:v>4.59675000002</c:v>
                </c:pt>
                <c:pt idx="1966">
                  <c:v>4.60125000002</c:v>
                </c:pt>
                <c:pt idx="1967">
                  <c:v>4.60150000002</c:v>
                </c:pt>
                <c:pt idx="1968">
                  <c:v>4.60600000002</c:v>
                </c:pt>
                <c:pt idx="1969">
                  <c:v>4.60625000002</c:v>
                </c:pt>
                <c:pt idx="1970">
                  <c:v>4.61075000002</c:v>
                </c:pt>
                <c:pt idx="1971">
                  <c:v>4.61100000002</c:v>
                </c:pt>
                <c:pt idx="1972">
                  <c:v>4.61550000002</c:v>
                </c:pt>
                <c:pt idx="1973">
                  <c:v>4.61575000002</c:v>
                </c:pt>
                <c:pt idx="1974">
                  <c:v>4.62025000002</c:v>
                </c:pt>
                <c:pt idx="1975">
                  <c:v>4.62050000002</c:v>
                </c:pt>
                <c:pt idx="1976">
                  <c:v>4.62500000002</c:v>
                </c:pt>
                <c:pt idx="1977">
                  <c:v>4.62525000002</c:v>
                </c:pt>
                <c:pt idx="1978">
                  <c:v>4.62975000002</c:v>
                </c:pt>
                <c:pt idx="1979">
                  <c:v>4.63000000002</c:v>
                </c:pt>
                <c:pt idx="1980">
                  <c:v>4.63450000002</c:v>
                </c:pt>
                <c:pt idx="1981">
                  <c:v>4.63475000002</c:v>
                </c:pt>
                <c:pt idx="1982">
                  <c:v>4.63925000002</c:v>
                </c:pt>
                <c:pt idx="1983">
                  <c:v>4.63950000002</c:v>
                </c:pt>
                <c:pt idx="1984">
                  <c:v>4.64400000002</c:v>
                </c:pt>
                <c:pt idx="1985">
                  <c:v>4.64425000002</c:v>
                </c:pt>
                <c:pt idx="1986">
                  <c:v>4.64875000002</c:v>
                </c:pt>
                <c:pt idx="1987">
                  <c:v>4.64900000002</c:v>
                </c:pt>
                <c:pt idx="1988">
                  <c:v>4.65350000002</c:v>
                </c:pt>
                <c:pt idx="1989">
                  <c:v>4.65375000002</c:v>
                </c:pt>
                <c:pt idx="1990">
                  <c:v>4.65825000002</c:v>
                </c:pt>
                <c:pt idx="1991">
                  <c:v>4.65850000002</c:v>
                </c:pt>
                <c:pt idx="1992">
                  <c:v>4.66300000002</c:v>
                </c:pt>
                <c:pt idx="1993">
                  <c:v>4.66325000002</c:v>
                </c:pt>
                <c:pt idx="1994">
                  <c:v>4.66775000002</c:v>
                </c:pt>
                <c:pt idx="1995">
                  <c:v>4.66800000002</c:v>
                </c:pt>
                <c:pt idx="1996">
                  <c:v>4.67250000002</c:v>
                </c:pt>
                <c:pt idx="1997">
                  <c:v>4.67275000002</c:v>
                </c:pt>
                <c:pt idx="1998">
                  <c:v>4.67725000002</c:v>
                </c:pt>
                <c:pt idx="1999">
                  <c:v>4.67750000002</c:v>
                </c:pt>
                <c:pt idx="2000">
                  <c:v>4.68200000002</c:v>
                </c:pt>
                <c:pt idx="2001">
                  <c:v>4.68225000002</c:v>
                </c:pt>
                <c:pt idx="2002">
                  <c:v>4.68675000002</c:v>
                </c:pt>
                <c:pt idx="2003">
                  <c:v>4.68700000002</c:v>
                </c:pt>
                <c:pt idx="2004">
                  <c:v>4.69050000002</c:v>
                </c:pt>
                <c:pt idx="2005">
                  <c:v>4.69150000002</c:v>
                </c:pt>
                <c:pt idx="2006">
                  <c:v>4.69175000002</c:v>
                </c:pt>
                <c:pt idx="2007">
                  <c:v>4.69625000002</c:v>
                </c:pt>
                <c:pt idx="2008">
                  <c:v>4.69650000002</c:v>
                </c:pt>
                <c:pt idx="2009">
                  <c:v>4.70100000002</c:v>
                </c:pt>
                <c:pt idx="2010">
                  <c:v>4.70125000002</c:v>
                </c:pt>
                <c:pt idx="2011">
                  <c:v>4.70575000002</c:v>
                </c:pt>
                <c:pt idx="2012">
                  <c:v>4.70600000002</c:v>
                </c:pt>
                <c:pt idx="2013">
                  <c:v>4.71050000002</c:v>
                </c:pt>
                <c:pt idx="2014">
                  <c:v>4.71075000002</c:v>
                </c:pt>
                <c:pt idx="2015">
                  <c:v>4.71525000002</c:v>
                </c:pt>
                <c:pt idx="2016">
                  <c:v>4.71550000002</c:v>
                </c:pt>
                <c:pt idx="2017">
                  <c:v>4.72000000002</c:v>
                </c:pt>
                <c:pt idx="2018">
                  <c:v>4.72025000002</c:v>
                </c:pt>
                <c:pt idx="2019">
                  <c:v>4.72475000002</c:v>
                </c:pt>
                <c:pt idx="2020">
                  <c:v>4.72500000002</c:v>
                </c:pt>
                <c:pt idx="2021">
                  <c:v>4.72950000002</c:v>
                </c:pt>
                <c:pt idx="2022">
                  <c:v>4.72975000002</c:v>
                </c:pt>
                <c:pt idx="2023">
                  <c:v>4.73425000002</c:v>
                </c:pt>
                <c:pt idx="2024">
                  <c:v>4.73450000002</c:v>
                </c:pt>
                <c:pt idx="2025">
                  <c:v>4.73900000002</c:v>
                </c:pt>
                <c:pt idx="2026">
                  <c:v>4.73925000002</c:v>
                </c:pt>
                <c:pt idx="2027">
                  <c:v>4.74375000002</c:v>
                </c:pt>
                <c:pt idx="2028">
                  <c:v>4.74400000002</c:v>
                </c:pt>
                <c:pt idx="2029">
                  <c:v>4.74850000002</c:v>
                </c:pt>
                <c:pt idx="2030">
                  <c:v>4.74875000002</c:v>
                </c:pt>
                <c:pt idx="2031">
                  <c:v>4.75325000002</c:v>
                </c:pt>
                <c:pt idx="2032">
                  <c:v>4.75350000002</c:v>
                </c:pt>
                <c:pt idx="2033">
                  <c:v>4.75800000002</c:v>
                </c:pt>
                <c:pt idx="2034">
                  <c:v>4.75825000002</c:v>
                </c:pt>
                <c:pt idx="2035">
                  <c:v>4.76275000002</c:v>
                </c:pt>
                <c:pt idx="2036">
                  <c:v>4.76300000002</c:v>
                </c:pt>
                <c:pt idx="2037">
                  <c:v>4.76750000002</c:v>
                </c:pt>
                <c:pt idx="2038">
                  <c:v>4.76775000002</c:v>
                </c:pt>
                <c:pt idx="2039">
                  <c:v>4.77225000002</c:v>
                </c:pt>
                <c:pt idx="2040">
                  <c:v>4.77250000002</c:v>
                </c:pt>
                <c:pt idx="2041">
                  <c:v>4.77700000002</c:v>
                </c:pt>
                <c:pt idx="2042">
                  <c:v>4.77725000002</c:v>
                </c:pt>
                <c:pt idx="2043">
                  <c:v>4.78175000002</c:v>
                </c:pt>
                <c:pt idx="2044">
                  <c:v>4.78200000002</c:v>
                </c:pt>
                <c:pt idx="2045">
                  <c:v>4.78650000002</c:v>
                </c:pt>
                <c:pt idx="2046">
                  <c:v>4.78675000002</c:v>
                </c:pt>
                <c:pt idx="2047">
                  <c:v>4.79125000002</c:v>
                </c:pt>
                <c:pt idx="2048">
                  <c:v>4.79150000002</c:v>
                </c:pt>
                <c:pt idx="2049">
                  <c:v>4.79600000002</c:v>
                </c:pt>
                <c:pt idx="2050">
                  <c:v>4.79625000002</c:v>
                </c:pt>
                <c:pt idx="2051">
                  <c:v>4.80075000002</c:v>
                </c:pt>
                <c:pt idx="2052">
                  <c:v>4.80100000002</c:v>
                </c:pt>
                <c:pt idx="2053">
                  <c:v>4.80550000002</c:v>
                </c:pt>
                <c:pt idx="2054">
                  <c:v>4.80575000002</c:v>
                </c:pt>
                <c:pt idx="2055">
                  <c:v>4.81025000002</c:v>
                </c:pt>
                <c:pt idx="2056">
                  <c:v>4.81050000002</c:v>
                </c:pt>
                <c:pt idx="2057">
                  <c:v>4.81500000002</c:v>
                </c:pt>
                <c:pt idx="2058">
                  <c:v>4.81525000002</c:v>
                </c:pt>
                <c:pt idx="2059">
                  <c:v>4.81975000002</c:v>
                </c:pt>
                <c:pt idx="2060">
                  <c:v>4.82000000002</c:v>
                </c:pt>
                <c:pt idx="2061">
                  <c:v>4.82450000002</c:v>
                </c:pt>
                <c:pt idx="2062">
                  <c:v>4.82475000002</c:v>
                </c:pt>
                <c:pt idx="2063">
                  <c:v>4.82925000002</c:v>
                </c:pt>
                <c:pt idx="2064">
                  <c:v>4.82950000002</c:v>
                </c:pt>
                <c:pt idx="2065">
                  <c:v>4.83400000002</c:v>
                </c:pt>
                <c:pt idx="2066">
                  <c:v>4.83425000002</c:v>
                </c:pt>
                <c:pt idx="2067">
                  <c:v>4.83875000002</c:v>
                </c:pt>
                <c:pt idx="2068">
                  <c:v>4.83900000002</c:v>
                </c:pt>
                <c:pt idx="2069">
                  <c:v>4.84350000002</c:v>
                </c:pt>
                <c:pt idx="2070">
                  <c:v>4.84375000002</c:v>
                </c:pt>
                <c:pt idx="2071">
                  <c:v>4.84825000002</c:v>
                </c:pt>
                <c:pt idx="2072">
                  <c:v>4.84850000002</c:v>
                </c:pt>
                <c:pt idx="2073">
                  <c:v>4.85300000002</c:v>
                </c:pt>
                <c:pt idx="2074">
                  <c:v>4.85325000002</c:v>
                </c:pt>
                <c:pt idx="2075">
                  <c:v>4.85775000002</c:v>
                </c:pt>
                <c:pt idx="2076">
                  <c:v>4.85800000002</c:v>
                </c:pt>
                <c:pt idx="2077">
                  <c:v>4.86250000002</c:v>
                </c:pt>
                <c:pt idx="2078">
                  <c:v>4.86275000002</c:v>
                </c:pt>
                <c:pt idx="2079">
                  <c:v>4.86725000002</c:v>
                </c:pt>
                <c:pt idx="2080">
                  <c:v>4.86750000002</c:v>
                </c:pt>
                <c:pt idx="2081">
                  <c:v>4.87200000002</c:v>
                </c:pt>
                <c:pt idx="2082">
                  <c:v>4.87225000002</c:v>
                </c:pt>
                <c:pt idx="2083">
                  <c:v>4.87675000002</c:v>
                </c:pt>
                <c:pt idx="2084">
                  <c:v>4.87700000002</c:v>
                </c:pt>
                <c:pt idx="2085">
                  <c:v>4.88150000002</c:v>
                </c:pt>
                <c:pt idx="2086">
                  <c:v>4.88175000002</c:v>
                </c:pt>
                <c:pt idx="2087">
                  <c:v>4.88625000002</c:v>
                </c:pt>
                <c:pt idx="2088">
                  <c:v>4.88650000002</c:v>
                </c:pt>
                <c:pt idx="2089">
                  <c:v>4.89100000002</c:v>
                </c:pt>
                <c:pt idx="2090">
                  <c:v>4.89125000002</c:v>
                </c:pt>
                <c:pt idx="2091">
                  <c:v>4.89575000002</c:v>
                </c:pt>
                <c:pt idx="2092">
                  <c:v>4.89600000002</c:v>
                </c:pt>
                <c:pt idx="2093">
                  <c:v>4.90050000002</c:v>
                </c:pt>
                <c:pt idx="2094">
                  <c:v>4.90075000002</c:v>
                </c:pt>
                <c:pt idx="2095">
                  <c:v>4.90525000002</c:v>
                </c:pt>
                <c:pt idx="2096">
                  <c:v>4.90550000002</c:v>
                </c:pt>
                <c:pt idx="2097">
                  <c:v>4.91000000002</c:v>
                </c:pt>
                <c:pt idx="2098">
                  <c:v>4.91025000002</c:v>
                </c:pt>
                <c:pt idx="2099">
                  <c:v>4.91225000002</c:v>
                </c:pt>
                <c:pt idx="2100">
                  <c:v>4.91350000002</c:v>
                </c:pt>
                <c:pt idx="2101">
                  <c:v>4.91475000002</c:v>
                </c:pt>
                <c:pt idx="2102">
                  <c:v>4.91500000002</c:v>
                </c:pt>
                <c:pt idx="2103">
                  <c:v>4.91950000002</c:v>
                </c:pt>
                <c:pt idx="2104">
                  <c:v>4.91975000002</c:v>
                </c:pt>
                <c:pt idx="2105">
                  <c:v>4.92425000002</c:v>
                </c:pt>
                <c:pt idx="2106">
                  <c:v>4.92450000002</c:v>
                </c:pt>
                <c:pt idx="2107">
                  <c:v>4.92900000002</c:v>
                </c:pt>
                <c:pt idx="2108">
                  <c:v>4.92925000002</c:v>
                </c:pt>
                <c:pt idx="2109">
                  <c:v>4.93375000002</c:v>
                </c:pt>
                <c:pt idx="2110">
                  <c:v>4.93400000002</c:v>
                </c:pt>
                <c:pt idx="2111">
                  <c:v>4.93850000002</c:v>
                </c:pt>
                <c:pt idx="2112">
                  <c:v>4.93875000002</c:v>
                </c:pt>
                <c:pt idx="2113">
                  <c:v>4.94325000002</c:v>
                </c:pt>
                <c:pt idx="2114">
                  <c:v>4.94350000002</c:v>
                </c:pt>
                <c:pt idx="2115">
                  <c:v>4.94800000002</c:v>
                </c:pt>
                <c:pt idx="2116">
                  <c:v>4.94825000002</c:v>
                </c:pt>
                <c:pt idx="2117">
                  <c:v>4.95275000002</c:v>
                </c:pt>
                <c:pt idx="2118">
                  <c:v>4.95300000002</c:v>
                </c:pt>
                <c:pt idx="2119">
                  <c:v>4.95750000002</c:v>
                </c:pt>
                <c:pt idx="2120">
                  <c:v>4.95775000002</c:v>
                </c:pt>
                <c:pt idx="2121">
                  <c:v>4.96225000002</c:v>
                </c:pt>
                <c:pt idx="2122">
                  <c:v>4.96250000002</c:v>
                </c:pt>
                <c:pt idx="2123">
                  <c:v>4.96700000002</c:v>
                </c:pt>
                <c:pt idx="2124">
                  <c:v>4.96725000002</c:v>
                </c:pt>
                <c:pt idx="2125">
                  <c:v>4.97175000002</c:v>
                </c:pt>
                <c:pt idx="2126">
                  <c:v>4.97200000002</c:v>
                </c:pt>
                <c:pt idx="2127">
                  <c:v>4.97650000002</c:v>
                </c:pt>
                <c:pt idx="2128">
                  <c:v>4.97675000002</c:v>
                </c:pt>
                <c:pt idx="2129">
                  <c:v>4.98125000002</c:v>
                </c:pt>
                <c:pt idx="2130">
                  <c:v>4.98150000002</c:v>
                </c:pt>
                <c:pt idx="2131">
                  <c:v>4.98600000002</c:v>
                </c:pt>
                <c:pt idx="2132">
                  <c:v>4.98625000002</c:v>
                </c:pt>
                <c:pt idx="2133">
                  <c:v>4.99075000002</c:v>
                </c:pt>
                <c:pt idx="2134">
                  <c:v>4.99100000002</c:v>
                </c:pt>
                <c:pt idx="2135">
                  <c:v>4.99550000002</c:v>
                </c:pt>
                <c:pt idx="2136">
                  <c:v>4.99575000002</c:v>
                </c:pt>
                <c:pt idx="2137">
                  <c:v>5.00025000002</c:v>
                </c:pt>
                <c:pt idx="2138">
                  <c:v>5.00050000002</c:v>
                </c:pt>
                <c:pt idx="2139">
                  <c:v>5.00500000002</c:v>
                </c:pt>
                <c:pt idx="2140">
                  <c:v>5.00525000002</c:v>
                </c:pt>
                <c:pt idx="2141">
                  <c:v>5.00975000002</c:v>
                </c:pt>
                <c:pt idx="2142">
                  <c:v>5.01000000002</c:v>
                </c:pt>
                <c:pt idx="2143">
                  <c:v>5.01450000002</c:v>
                </c:pt>
                <c:pt idx="2144">
                  <c:v>5.01475000002</c:v>
                </c:pt>
                <c:pt idx="2145">
                  <c:v>5.01925000002</c:v>
                </c:pt>
                <c:pt idx="2146">
                  <c:v>5.01950000002</c:v>
                </c:pt>
                <c:pt idx="2147">
                  <c:v>5.02400000002</c:v>
                </c:pt>
                <c:pt idx="2148">
                  <c:v>5.02425000002</c:v>
                </c:pt>
                <c:pt idx="2149">
                  <c:v>5.02875000002</c:v>
                </c:pt>
                <c:pt idx="2150">
                  <c:v>5.02900000002</c:v>
                </c:pt>
                <c:pt idx="2151">
                  <c:v>5.03350000002</c:v>
                </c:pt>
                <c:pt idx="2152">
                  <c:v>5.03375000002</c:v>
                </c:pt>
                <c:pt idx="2153">
                  <c:v>5.03825000002</c:v>
                </c:pt>
                <c:pt idx="2154">
                  <c:v>5.03850000002</c:v>
                </c:pt>
                <c:pt idx="2155">
                  <c:v>5.04300000002</c:v>
                </c:pt>
                <c:pt idx="2156">
                  <c:v>5.04325000002</c:v>
                </c:pt>
                <c:pt idx="2157">
                  <c:v>5.04775000002</c:v>
                </c:pt>
                <c:pt idx="2158">
                  <c:v>5.04800000002</c:v>
                </c:pt>
                <c:pt idx="2159">
                  <c:v>5.05250000002</c:v>
                </c:pt>
                <c:pt idx="2160">
                  <c:v>5.05275000002</c:v>
                </c:pt>
                <c:pt idx="2161">
                  <c:v>5.05725000002</c:v>
                </c:pt>
                <c:pt idx="2162">
                  <c:v>5.05750000002</c:v>
                </c:pt>
                <c:pt idx="2163">
                  <c:v>5.06200000002</c:v>
                </c:pt>
                <c:pt idx="2164">
                  <c:v>5.06225000002</c:v>
                </c:pt>
                <c:pt idx="2165">
                  <c:v>5.06675000002</c:v>
                </c:pt>
                <c:pt idx="2166">
                  <c:v>5.06700000002</c:v>
                </c:pt>
                <c:pt idx="2167">
                  <c:v>5.07150000002</c:v>
                </c:pt>
                <c:pt idx="2168">
                  <c:v>5.07175000002</c:v>
                </c:pt>
                <c:pt idx="2169">
                  <c:v>5.07625000002</c:v>
                </c:pt>
                <c:pt idx="2170">
                  <c:v>5.07650000002</c:v>
                </c:pt>
                <c:pt idx="2171">
                  <c:v>5.08100000002</c:v>
                </c:pt>
                <c:pt idx="2172">
                  <c:v>5.08125000002</c:v>
                </c:pt>
                <c:pt idx="2173">
                  <c:v>5.08575000002</c:v>
                </c:pt>
                <c:pt idx="2174">
                  <c:v>5.08600000002</c:v>
                </c:pt>
                <c:pt idx="2175">
                  <c:v>5.09050000002</c:v>
                </c:pt>
                <c:pt idx="2176">
                  <c:v>5.09075000002</c:v>
                </c:pt>
                <c:pt idx="2177">
                  <c:v>5.09525000002</c:v>
                </c:pt>
                <c:pt idx="2178">
                  <c:v>5.09550000002</c:v>
                </c:pt>
                <c:pt idx="2179">
                  <c:v>5.10000000002</c:v>
                </c:pt>
                <c:pt idx="2180">
                  <c:v>5.10025000002</c:v>
                </c:pt>
                <c:pt idx="2181">
                  <c:v>5.10475000002</c:v>
                </c:pt>
                <c:pt idx="2182">
                  <c:v>5.10500000002</c:v>
                </c:pt>
                <c:pt idx="2183">
                  <c:v>5.10950000002</c:v>
                </c:pt>
                <c:pt idx="2184">
                  <c:v>5.10975000002</c:v>
                </c:pt>
                <c:pt idx="2185">
                  <c:v>5.11425000002</c:v>
                </c:pt>
                <c:pt idx="2186">
                  <c:v>5.11450000002</c:v>
                </c:pt>
                <c:pt idx="2187">
                  <c:v>5.11900000002</c:v>
                </c:pt>
                <c:pt idx="2188">
                  <c:v>5.11925000002</c:v>
                </c:pt>
                <c:pt idx="2189">
                  <c:v>5.12375000002</c:v>
                </c:pt>
                <c:pt idx="2190">
                  <c:v>5.12400000002</c:v>
                </c:pt>
                <c:pt idx="2191">
                  <c:v>5.12850000002</c:v>
                </c:pt>
                <c:pt idx="2192">
                  <c:v>5.12875000002</c:v>
                </c:pt>
                <c:pt idx="2193">
                  <c:v>5.13150000002</c:v>
                </c:pt>
                <c:pt idx="2194">
                  <c:v>5.13275000002</c:v>
                </c:pt>
                <c:pt idx="2195">
                  <c:v>5.13325000002</c:v>
                </c:pt>
                <c:pt idx="2196">
                  <c:v>5.13350000002</c:v>
                </c:pt>
                <c:pt idx="2197">
                  <c:v>5.13800000002</c:v>
                </c:pt>
                <c:pt idx="2198">
                  <c:v>5.13825000002</c:v>
                </c:pt>
                <c:pt idx="2199">
                  <c:v>5.14275000002</c:v>
                </c:pt>
                <c:pt idx="2200">
                  <c:v>5.14300000002</c:v>
                </c:pt>
                <c:pt idx="2201">
                  <c:v>5.14750000002</c:v>
                </c:pt>
                <c:pt idx="2202">
                  <c:v>5.14775000002</c:v>
                </c:pt>
                <c:pt idx="2203">
                  <c:v>5.15225000002</c:v>
                </c:pt>
                <c:pt idx="2204">
                  <c:v>5.15250000002</c:v>
                </c:pt>
                <c:pt idx="2205">
                  <c:v>5.15700000002</c:v>
                </c:pt>
                <c:pt idx="2206">
                  <c:v>5.15725000002</c:v>
                </c:pt>
                <c:pt idx="2207">
                  <c:v>5.16175000002</c:v>
                </c:pt>
                <c:pt idx="2208">
                  <c:v>5.16200000002</c:v>
                </c:pt>
                <c:pt idx="2209">
                  <c:v>5.16650000002</c:v>
                </c:pt>
                <c:pt idx="2210">
                  <c:v>5.16675000002</c:v>
                </c:pt>
                <c:pt idx="2211">
                  <c:v>5.17125000002</c:v>
                </c:pt>
                <c:pt idx="2212">
                  <c:v>5.17150000002</c:v>
                </c:pt>
                <c:pt idx="2213">
                  <c:v>5.17600000002</c:v>
                </c:pt>
                <c:pt idx="2214">
                  <c:v>5.17625000002</c:v>
                </c:pt>
                <c:pt idx="2215">
                  <c:v>5.18075000002</c:v>
                </c:pt>
                <c:pt idx="2216">
                  <c:v>5.18100000002</c:v>
                </c:pt>
                <c:pt idx="2217">
                  <c:v>5.18550000002</c:v>
                </c:pt>
                <c:pt idx="2218">
                  <c:v>5.18575000002</c:v>
                </c:pt>
                <c:pt idx="2219">
                  <c:v>5.19025000002</c:v>
                </c:pt>
                <c:pt idx="2220">
                  <c:v>5.19050000002</c:v>
                </c:pt>
                <c:pt idx="2221">
                  <c:v>5.19500000002</c:v>
                </c:pt>
                <c:pt idx="2222">
                  <c:v>5.19525000002</c:v>
                </c:pt>
                <c:pt idx="2223">
                  <c:v>5.19975000002</c:v>
                </c:pt>
                <c:pt idx="2224">
                  <c:v>5.20000000002</c:v>
                </c:pt>
                <c:pt idx="2225">
                  <c:v>5.20450000002</c:v>
                </c:pt>
                <c:pt idx="2226">
                  <c:v>5.20475000002</c:v>
                </c:pt>
                <c:pt idx="2227">
                  <c:v>5.20925000002</c:v>
                </c:pt>
                <c:pt idx="2228">
                  <c:v>5.20950000002</c:v>
                </c:pt>
                <c:pt idx="2229">
                  <c:v>5.21400000002</c:v>
                </c:pt>
                <c:pt idx="2230">
                  <c:v>5.21425000002</c:v>
                </c:pt>
                <c:pt idx="2231">
                  <c:v>5.21875000002</c:v>
                </c:pt>
                <c:pt idx="2232">
                  <c:v>5.21900000002</c:v>
                </c:pt>
                <c:pt idx="2233">
                  <c:v>5.22350000002</c:v>
                </c:pt>
                <c:pt idx="2234">
                  <c:v>5.22375000002</c:v>
                </c:pt>
                <c:pt idx="2235">
                  <c:v>5.22825000002</c:v>
                </c:pt>
                <c:pt idx="2236">
                  <c:v>5.22850000002</c:v>
                </c:pt>
                <c:pt idx="2237">
                  <c:v>5.23300000002</c:v>
                </c:pt>
                <c:pt idx="2238">
                  <c:v>5.23325000002</c:v>
                </c:pt>
                <c:pt idx="2239">
                  <c:v>5.23775000003</c:v>
                </c:pt>
                <c:pt idx="2240">
                  <c:v>5.23800000003</c:v>
                </c:pt>
                <c:pt idx="2241">
                  <c:v>5.24250000003</c:v>
                </c:pt>
                <c:pt idx="2242">
                  <c:v>5.24275000003</c:v>
                </c:pt>
                <c:pt idx="2243">
                  <c:v>5.24725000003</c:v>
                </c:pt>
                <c:pt idx="2244">
                  <c:v>5.24750000003</c:v>
                </c:pt>
                <c:pt idx="2245">
                  <c:v>5.25200000003</c:v>
                </c:pt>
                <c:pt idx="2246">
                  <c:v>5.25225000003</c:v>
                </c:pt>
                <c:pt idx="2247">
                  <c:v>5.25675000003</c:v>
                </c:pt>
                <c:pt idx="2248">
                  <c:v>5.25700000003</c:v>
                </c:pt>
                <c:pt idx="2249">
                  <c:v>5.26150000003</c:v>
                </c:pt>
                <c:pt idx="2250">
                  <c:v>5.26175000003</c:v>
                </c:pt>
                <c:pt idx="2251">
                  <c:v>5.26625000003</c:v>
                </c:pt>
                <c:pt idx="2252">
                  <c:v>5.26650000003</c:v>
                </c:pt>
                <c:pt idx="2253">
                  <c:v>5.27100000003</c:v>
                </c:pt>
                <c:pt idx="2254">
                  <c:v>5.27125000003</c:v>
                </c:pt>
                <c:pt idx="2255">
                  <c:v>5.27575000003</c:v>
                </c:pt>
                <c:pt idx="2256">
                  <c:v>5.27600000003</c:v>
                </c:pt>
                <c:pt idx="2257">
                  <c:v>5.28050000003</c:v>
                </c:pt>
                <c:pt idx="2258">
                  <c:v>5.28075000003</c:v>
                </c:pt>
                <c:pt idx="2259">
                  <c:v>5.28525000003</c:v>
                </c:pt>
                <c:pt idx="2260">
                  <c:v>5.28550000003</c:v>
                </c:pt>
                <c:pt idx="2261">
                  <c:v>5.29000000003</c:v>
                </c:pt>
                <c:pt idx="2262">
                  <c:v>5.29025000003</c:v>
                </c:pt>
                <c:pt idx="2263">
                  <c:v>5.29475000003</c:v>
                </c:pt>
                <c:pt idx="2264">
                  <c:v>5.29500000003</c:v>
                </c:pt>
                <c:pt idx="2265">
                  <c:v>5.29950000003</c:v>
                </c:pt>
                <c:pt idx="2266">
                  <c:v>5.29975000003</c:v>
                </c:pt>
                <c:pt idx="2267">
                  <c:v>5.30425000003</c:v>
                </c:pt>
                <c:pt idx="2268">
                  <c:v>5.30450000003</c:v>
                </c:pt>
                <c:pt idx="2269">
                  <c:v>5.30900000003</c:v>
                </c:pt>
                <c:pt idx="2270">
                  <c:v>5.30925000003</c:v>
                </c:pt>
                <c:pt idx="2271">
                  <c:v>5.31375000003</c:v>
                </c:pt>
                <c:pt idx="2272">
                  <c:v>5.31400000003</c:v>
                </c:pt>
                <c:pt idx="2273">
                  <c:v>5.31850000003</c:v>
                </c:pt>
                <c:pt idx="2274">
                  <c:v>5.31875000003</c:v>
                </c:pt>
                <c:pt idx="2275">
                  <c:v>5.32325000003</c:v>
                </c:pt>
                <c:pt idx="2276">
                  <c:v>5.32350000003</c:v>
                </c:pt>
                <c:pt idx="2277">
                  <c:v>5.32800000003</c:v>
                </c:pt>
                <c:pt idx="2278">
                  <c:v>5.32825000003</c:v>
                </c:pt>
                <c:pt idx="2279">
                  <c:v>5.33275000003</c:v>
                </c:pt>
                <c:pt idx="2280">
                  <c:v>5.33300000003</c:v>
                </c:pt>
                <c:pt idx="2281">
                  <c:v>5.33750000003</c:v>
                </c:pt>
                <c:pt idx="2282">
                  <c:v>5.33775000003</c:v>
                </c:pt>
                <c:pt idx="2283">
                  <c:v>5.34225000003</c:v>
                </c:pt>
                <c:pt idx="2284">
                  <c:v>5.34250000003</c:v>
                </c:pt>
                <c:pt idx="2285">
                  <c:v>5.34700000003</c:v>
                </c:pt>
                <c:pt idx="2286">
                  <c:v>5.34725000003</c:v>
                </c:pt>
                <c:pt idx="2287">
                  <c:v>5.35175000003</c:v>
                </c:pt>
                <c:pt idx="2288">
                  <c:v>5.35200000003</c:v>
                </c:pt>
                <c:pt idx="2289">
                  <c:v>5.35325000003</c:v>
                </c:pt>
                <c:pt idx="2290">
                  <c:v>5.35450000003</c:v>
                </c:pt>
                <c:pt idx="2291">
                  <c:v>5.35650000003</c:v>
                </c:pt>
                <c:pt idx="2292">
                  <c:v>5.35675000003</c:v>
                </c:pt>
                <c:pt idx="2293">
                  <c:v>5.36125000003</c:v>
                </c:pt>
                <c:pt idx="2294">
                  <c:v>5.36150000003</c:v>
                </c:pt>
                <c:pt idx="2295">
                  <c:v>5.36600000003</c:v>
                </c:pt>
                <c:pt idx="2296">
                  <c:v>5.36625000003</c:v>
                </c:pt>
                <c:pt idx="2297">
                  <c:v>5.37075000003</c:v>
                </c:pt>
                <c:pt idx="2298">
                  <c:v>5.37100000003</c:v>
                </c:pt>
                <c:pt idx="2299">
                  <c:v>5.37550000003</c:v>
                </c:pt>
                <c:pt idx="2300">
                  <c:v>5.37575000003</c:v>
                </c:pt>
                <c:pt idx="2301">
                  <c:v>5.38025000003</c:v>
                </c:pt>
                <c:pt idx="2302">
                  <c:v>5.38050000003</c:v>
                </c:pt>
                <c:pt idx="2303">
                  <c:v>5.38500000003</c:v>
                </c:pt>
                <c:pt idx="2304">
                  <c:v>5.38525000003</c:v>
                </c:pt>
                <c:pt idx="2305">
                  <c:v>5.38975000003</c:v>
                </c:pt>
                <c:pt idx="2306">
                  <c:v>5.39000000003</c:v>
                </c:pt>
                <c:pt idx="2307">
                  <c:v>5.39450000003</c:v>
                </c:pt>
                <c:pt idx="2308">
                  <c:v>5.39475000003</c:v>
                </c:pt>
                <c:pt idx="2309">
                  <c:v>5.39925000003</c:v>
                </c:pt>
                <c:pt idx="2310">
                  <c:v>5.39950000003</c:v>
                </c:pt>
                <c:pt idx="2311">
                  <c:v>5.40400000003</c:v>
                </c:pt>
                <c:pt idx="2312">
                  <c:v>5.40425000003</c:v>
                </c:pt>
                <c:pt idx="2313">
                  <c:v>5.40875000003</c:v>
                </c:pt>
                <c:pt idx="2314">
                  <c:v>5.40900000003</c:v>
                </c:pt>
                <c:pt idx="2315">
                  <c:v>5.41350000003</c:v>
                </c:pt>
                <c:pt idx="2316">
                  <c:v>5.41375000003</c:v>
                </c:pt>
                <c:pt idx="2317">
                  <c:v>5.41825000003</c:v>
                </c:pt>
                <c:pt idx="2318">
                  <c:v>5.41850000003</c:v>
                </c:pt>
                <c:pt idx="2319">
                  <c:v>5.42300000003</c:v>
                </c:pt>
                <c:pt idx="2320">
                  <c:v>5.42325000003</c:v>
                </c:pt>
                <c:pt idx="2321">
                  <c:v>5.42775000003</c:v>
                </c:pt>
                <c:pt idx="2322">
                  <c:v>5.42800000003</c:v>
                </c:pt>
                <c:pt idx="2323">
                  <c:v>5.43250000003</c:v>
                </c:pt>
                <c:pt idx="2324">
                  <c:v>5.43275000003</c:v>
                </c:pt>
                <c:pt idx="2325">
                  <c:v>5.43725000003</c:v>
                </c:pt>
                <c:pt idx="2326">
                  <c:v>5.43750000003</c:v>
                </c:pt>
                <c:pt idx="2327">
                  <c:v>5.44200000003</c:v>
                </c:pt>
                <c:pt idx="2328">
                  <c:v>5.44225000003</c:v>
                </c:pt>
                <c:pt idx="2329">
                  <c:v>5.44675000003</c:v>
                </c:pt>
                <c:pt idx="2330">
                  <c:v>5.44700000003</c:v>
                </c:pt>
                <c:pt idx="2331">
                  <c:v>5.45150000003</c:v>
                </c:pt>
                <c:pt idx="2332">
                  <c:v>5.45175000003</c:v>
                </c:pt>
                <c:pt idx="2333">
                  <c:v>5.45625000003</c:v>
                </c:pt>
                <c:pt idx="2334">
                  <c:v>5.45650000003</c:v>
                </c:pt>
                <c:pt idx="2335">
                  <c:v>5.46100000003</c:v>
                </c:pt>
                <c:pt idx="2336">
                  <c:v>5.46125000003</c:v>
                </c:pt>
                <c:pt idx="2337">
                  <c:v>5.46575000003</c:v>
                </c:pt>
                <c:pt idx="2338">
                  <c:v>5.46600000003</c:v>
                </c:pt>
                <c:pt idx="2339">
                  <c:v>5.47050000003</c:v>
                </c:pt>
                <c:pt idx="2340">
                  <c:v>5.47075000003</c:v>
                </c:pt>
                <c:pt idx="2341">
                  <c:v>5.47525000003</c:v>
                </c:pt>
                <c:pt idx="2342">
                  <c:v>5.47550000003</c:v>
                </c:pt>
                <c:pt idx="2343">
                  <c:v>5.48000000003</c:v>
                </c:pt>
                <c:pt idx="2344">
                  <c:v>5.48025000003</c:v>
                </c:pt>
                <c:pt idx="2345">
                  <c:v>5.48475000003</c:v>
                </c:pt>
                <c:pt idx="2346">
                  <c:v>5.48500000003</c:v>
                </c:pt>
                <c:pt idx="2347">
                  <c:v>5.48950000003</c:v>
                </c:pt>
                <c:pt idx="2348">
                  <c:v>5.48975000003</c:v>
                </c:pt>
                <c:pt idx="2349">
                  <c:v>5.49425000003</c:v>
                </c:pt>
                <c:pt idx="2350">
                  <c:v>5.49450000003</c:v>
                </c:pt>
                <c:pt idx="2351">
                  <c:v>5.49900000003</c:v>
                </c:pt>
                <c:pt idx="2352">
                  <c:v>5.49925000003</c:v>
                </c:pt>
                <c:pt idx="2353">
                  <c:v>5.50375000003</c:v>
                </c:pt>
                <c:pt idx="2354">
                  <c:v>5.50400000003</c:v>
                </c:pt>
                <c:pt idx="2355">
                  <c:v>5.50850000003</c:v>
                </c:pt>
                <c:pt idx="2356">
                  <c:v>5.50875000003</c:v>
                </c:pt>
                <c:pt idx="2357">
                  <c:v>5.51325000003</c:v>
                </c:pt>
                <c:pt idx="2358">
                  <c:v>5.51350000003</c:v>
                </c:pt>
                <c:pt idx="2359">
                  <c:v>5.51800000003</c:v>
                </c:pt>
                <c:pt idx="2360">
                  <c:v>5.51825000003</c:v>
                </c:pt>
                <c:pt idx="2361">
                  <c:v>5.52275000003</c:v>
                </c:pt>
                <c:pt idx="2362">
                  <c:v>5.52300000003</c:v>
                </c:pt>
                <c:pt idx="2363">
                  <c:v>5.52750000003</c:v>
                </c:pt>
                <c:pt idx="2364">
                  <c:v>5.52775000003</c:v>
                </c:pt>
                <c:pt idx="2365">
                  <c:v>5.53225000003</c:v>
                </c:pt>
                <c:pt idx="2366">
                  <c:v>5.53250000003</c:v>
                </c:pt>
                <c:pt idx="2367">
                  <c:v>5.53700000003</c:v>
                </c:pt>
                <c:pt idx="2368">
                  <c:v>5.53725000003</c:v>
                </c:pt>
                <c:pt idx="2369">
                  <c:v>5.54175000003</c:v>
                </c:pt>
                <c:pt idx="2370">
                  <c:v>5.54200000003</c:v>
                </c:pt>
                <c:pt idx="2371">
                  <c:v>5.54650000003</c:v>
                </c:pt>
                <c:pt idx="2372">
                  <c:v>5.54675000003</c:v>
                </c:pt>
                <c:pt idx="2373">
                  <c:v>5.55125000003</c:v>
                </c:pt>
                <c:pt idx="2374">
                  <c:v>5.55150000003</c:v>
                </c:pt>
                <c:pt idx="2375">
                  <c:v>5.55600000003</c:v>
                </c:pt>
                <c:pt idx="2376">
                  <c:v>5.55625000003</c:v>
                </c:pt>
                <c:pt idx="2377">
                  <c:v>5.56075000003</c:v>
                </c:pt>
                <c:pt idx="2378">
                  <c:v>5.56100000003</c:v>
                </c:pt>
                <c:pt idx="2379">
                  <c:v>5.56550000003</c:v>
                </c:pt>
                <c:pt idx="2380">
                  <c:v>5.56575000003</c:v>
                </c:pt>
                <c:pt idx="2381">
                  <c:v>5.57025000003</c:v>
                </c:pt>
                <c:pt idx="2382">
                  <c:v>5.57050000003</c:v>
                </c:pt>
                <c:pt idx="2383">
                  <c:v>5.57250000003</c:v>
                </c:pt>
                <c:pt idx="2384">
                  <c:v>5.57350000003</c:v>
                </c:pt>
                <c:pt idx="2385">
                  <c:v>5.57500000003</c:v>
                </c:pt>
                <c:pt idx="2386">
                  <c:v>5.57525000003</c:v>
                </c:pt>
                <c:pt idx="2387">
                  <c:v>5.57975000003</c:v>
                </c:pt>
                <c:pt idx="2388">
                  <c:v>5.58000000003</c:v>
                </c:pt>
                <c:pt idx="2389">
                  <c:v>5.58450000003</c:v>
                </c:pt>
                <c:pt idx="2390">
                  <c:v>5.58475000003</c:v>
                </c:pt>
                <c:pt idx="2391">
                  <c:v>5.58925000003</c:v>
                </c:pt>
                <c:pt idx="2392">
                  <c:v>5.58950000003</c:v>
                </c:pt>
                <c:pt idx="2393">
                  <c:v>5.59400000003</c:v>
                </c:pt>
                <c:pt idx="2394">
                  <c:v>5.59425000003</c:v>
                </c:pt>
                <c:pt idx="2395">
                  <c:v>5.59875000003</c:v>
                </c:pt>
                <c:pt idx="2396">
                  <c:v>5.59900000003</c:v>
                </c:pt>
                <c:pt idx="2397">
                  <c:v>5.60350000003</c:v>
                </c:pt>
                <c:pt idx="2398">
                  <c:v>5.60375000003</c:v>
                </c:pt>
                <c:pt idx="2399">
                  <c:v>5.60825000003</c:v>
                </c:pt>
                <c:pt idx="2400">
                  <c:v>5.60850000003</c:v>
                </c:pt>
                <c:pt idx="2401">
                  <c:v>5.61300000003</c:v>
                </c:pt>
                <c:pt idx="2402">
                  <c:v>5.61325000003</c:v>
                </c:pt>
                <c:pt idx="2403">
                  <c:v>5.61775000003</c:v>
                </c:pt>
                <c:pt idx="2404">
                  <c:v>5.61800000003</c:v>
                </c:pt>
                <c:pt idx="2405">
                  <c:v>5.62250000003</c:v>
                </c:pt>
                <c:pt idx="2406">
                  <c:v>5.62275000003</c:v>
                </c:pt>
                <c:pt idx="2407">
                  <c:v>5.62725000003</c:v>
                </c:pt>
                <c:pt idx="2408">
                  <c:v>5.62750000003</c:v>
                </c:pt>
                <c:pt idx="2409">
                  <c:v>5.63200000003</c:v>
                </c:pt>
                <c:pt idx="2410">
                  <c:v>5.63225000003</c:v>
                </c:pt>
                <c:pt idx="2411">
                  <c:v>5.63675000003</c:v>
                </c:pt>
                <c:pt idx="2412">
                  <c:v>5.63700000003</c:v>
                </c:pt>
                <c:pt idx="2413">
                  <c:v>5.64150000003</c:v>
                </c:pt>
                <c:pt idx="2414">
                  <c:v>5.64175000003</c:v>
                </c:pt>
                <c:pt idx="2415">
                  <c:v>5.64625000003</c:v>
                </c:pt>
                <c:pt idx="2416">
                  <c:v>5.64650000003</c:v>
                </c:pt>
                <c:pt idx="2417">
                  <c:v>5.65100000003</c:v>
                </c:pt>
                <c:pt idx="2418">
                  <c:v>5.65125000003</c:v>
                </c:pt>
                <c:pt idx="2419">
                  <c:v>5.65575000003</c:v>
                </c:pt>
                <c:pt idx="2420">
                  <c:v>5.65600000003</c:v>
                </c:pt>
                <c:pt idx="2421">
                  <c:v>5.66050000003</c:v>
                </c:pt>
                <c:pt idx="2422">
                  <c:v>5.66075000003</c:v>
                </c:pt>
                <c:pt idx="2423">
                  <c:v>5.66525000003</c:v>
                </c:pt>
                <c:pt idx="2424">
                  <c:v>5.66550000003</c:v>
                </c:pt>
                <c:pt idx="2425">
                  <c:v>5.67000000003</c:v>
                </c:pt>
                <c:pt idx="2426">
                  <c:v>5.67025000003</c:v>
                </c:pt>
                <c:pt idx="2427">
                  <c:v>5.67475000003</c:v>
                </c:pt>
                <c:pt idx="2428">
                  <c:v>5.67500000003</c:v>
                </c:pt>
                <c:pt idx="2429">
                  <c:v>5.67950000003</c:v>
                </c:pt>
                <c:pt idx="2430">
                  <c:v>5.67975000003</c:v>
                </c:pt>
                <c:pt idx="2431">
                  <c:v>5.68425000003</c:v>
                </c:pt>
                <c:pt idx="2432">
                  <c:v>5.68450000003</c:v>
                </c:pt>
                <c:pt idx="2433">
                  <c:v>5.68900000003</c:v>
                </c:pt>
                <c:pt idx="2434">
                  <c:v>5.68925000003</c:v>
                </c:pt>
                <c:pt idx="2435">
                  <c:v>5.69375000003</c:v>
                </c:pt>
                <c:pt idx="2436">
                  <c:v>5.69400000003</c:v>
                </c:pt>
                <c:pt idx="2437">
                  <c:v>5.69850000003</c:v>
                </c:pt>
                <c:pt idx="2438">
                  <c:v>5.69875000003</c:v>
                </c:pt>
                <c:pt idx="2439">
                  <c:v>5.70325000003</c:v>
                </c:pt>
                <c:pt idx="2440">
                  <c:v>5.70350000003</c:v>
                </c:pt>
                <c:pt idx="2441">
                  <c:v>5.70800000003</c:v>
                </c:pt>
                <c:pt idx="2442">
                  <c:v>5.70825000003</c:v>
                </c:pt>
                <c:pt idx="2443">
                  <c:v>5.71275000003</c:v>
                </c:pt>
                <c:pt idx="2444">
                  <c:v>5.71300000003</c:v>
                </c:pt>
                <c:pt idx="2445">
                  <c:v>5.71750000003</c:v>
                </c:pt>
                <c:pt idx="2446">
                  <c:v>5.71775000003</c:v>
                </c:pt>
                <c:pt idx="2447">
                  <c:v>5.72225000003</c:v>
                </c:pt>
                <c:pt idx="2448">
                  <c:v>5.72250000003</c:v>
                </c:pt>
                <c:pt idx="2449">
                  <c:v>5.72700000003</c:v>
                </c:pt>
                <c:pt idx="2450">
                  <c:v>5.72725000003</c:v>
                </c:pt>
                <c:pt idx="2451">
                  <c:v>5.73175000003</c:v>
                </c:pt>
                <c:pt idx="2452">
                  <c:v>5.73200000003</c:v>
                </c:pt>
                <c:pt idx="2453">
                  <c:v>5.73650000003</c:v>
                </c:pt>
                <c:pt idx="2454">
                  <c:v>5.73675000003</c:v>
                </c:pt>
                <c:pt idx="2455">
                  <c:v>5.74125000003</c:v>
                </c:pt>
                <c:pt idx="2456">
                  <c:v>5.74150000003</c:v>
                </c:pt>
                <c:pt idx="2457">
                  <c:v>5.74600000003</c:v>
                </c:pt>
                <c:pt idx="2458">
                  <c:v>5.74625000003</c:v>
                </c:pt>
                <c:pt idx="2459">
                  <c:v>5.75075000003</c:v>
                </c:pt>
                <c:pt idx="2460">
                  <c:v>5.75100000003</c:v>
                </c:pt>
                <c:pt idx="2461">
                  <c:v>5.75550000003</c:v>
                </c:pt>
                <c:pt idx="2462">
                  <c:v>5.75575000003</c:v>
                </c:pt>
                <c:pt idx="2463">
                  <c:v>5.76025000003</c:v>
                </c:pt>
                <c:pt idx="2464">
                  <c:v>5.76050000003</c:v>
                </c:pt>
                <c:pt idx="2465">
                  <c:v>5.76500000003</c:v>
                </c:pt>
                <c:pt idx="2466">
                  <c:v>5.76525000003</c:v>
                </c:pt>
                <c:pt idx="2467">
                  <c:v>5.76975000003</c:v>
                </c:pt>
                <c:pt idx="2468">
                  <c:v>5.77000000003</c:v>
                </c:pt>
                <c:pt idx="2469">
                  <c:v>5.77450000003</c:v>
                </c:pt>
                <c:pt idx="2470">
                  <c:v>5.77475000003</c:v>
                </c:pt>
                <c:pt idx="2471">
                  <c:v>5.77925000003</c:v>
                </c:pt>
                <c:pt idx="2472">
                  <c:v>5.77950000003</c:v>
                </c:pt>
                <c:pt idx="2473">
                  <c:v>5.78400000003</c:v>
                </c:pt>
                <c:pt idx="2474">
                  <c:v>5.78425000003</c:v>
                </c:pt>
                <c:pt idx="2475">
                  <c:v>5.78875000003</c:v>
                </c:pt>
                <c:pt idx="2476">
                  <c:v>5.78900000003</c:v>
                </c:pt>
                <c:pt idx="2477">
                  <c:v>5.79350000003</c:v>
                </c:pt>
                <c:pt idx="2478">
                  <c:v>5.79375000003</c:v>
                </c:pt>
                <c:pt idx="2479">
                  <c:v>5.79400000003</c:v>
                </c:pt>
                <c:pt idx="2480">
                  <c:v>5.79575000003</c:v>
                </c:pt>
                <c:pt idx="2481">
                  <c:v>5.79825000003</c:v>
                </c:pt>
                <c:pt idx="2482">
                  <c:v>5.79850000003</c:v>
                </c:pt>
                <c:pt idx="2483">
                  <c:v>5.80300000003</c:v>
                </c:pt>
                <c:pt idx="2484">
                  <c:v>5.80325000003</c:v>
                </c:pt>
                <c:pt idx="2485">
                  <c:v>5.80775000003</c:v>
                </c:pt>
                <c:pt idx="2486">
                  <c:v>5.80800000003</c:v>
                </c:pt>
                <c:pt idx="2487">
                  <c:v>5.81250000003</c:v>
                </c:pt>
                <c:pt idx="2488">
                  <c:v>5.81275000003</c:v>
                </c:pt>
                <c:pt idx="2489">
                  <c:v>5.81725000003</c:v>
                </c:pt>
                <c:pt idx="2490">
                  <c:v>5.81750000003</c:v>
                </c:pt>
                <c:pt idx="2491">
                  <c:v>5.82200000003</c:v>
                </c:pt>
                <c:pt idx="2492">
                  <c:v>5.82225000003</c:v>
                </c:pt>
                <c:pt idx="2493">
                  <c:v>5.82675000003</c:v>
                </c:pt>
                <c:pt idx="2494">
                  <c:v>5.82700000003</c:v>
                </c:pt>
                <c:pt idx="2495">
                  <c:v>5.83150000003</c:v>
                </c:pt>
                <c:pt idx="2496">
                  <c:v>5.83175000003</c:v>
                </c:pt>
                <c:pt idx="2497">
                  <c:v>5.83625000003</c:v>
                </c:pt>
                <c:pt idx="2498">
                  <c:v>5.83650000003</c:v>
                </c:pt>
                <c:pt idx="2499">
                  <c:v>5.84100000003</c:v>
                </c:pt>
                <c:pt idx="2500">
                  <c:v>5.84125000003</c:v>
                </c:pt>
                <c:pt idx="2501">
                  <c:v>5.84575000003</c:v>
                </c:pt>
                <c:pt idx="2502">
                  <c:v>5.84600000003</c:v>
                </c:pt>
                <c:pt idx="2503">
                  <c:v>5.85050000003</c:v>
                </c:pt>
                <c:pt idx="2504">
                  <c:v>5.85075000003</c:v>
                </c:pt>
                <c:pt idx="2505">
                  <c:v>5.85525000003</c:v>
                </c:pt>
                <c:pt idx="2506">
                  <c:v>5.85550000003</c:v>
                </c:pt>
                <c:pt idx="2507">
                  <c:v>5.86000000003</c:v>
                </c:pt>
                <c:pt idx="2508">
                  <c:v>5.86025000003</c:v>
                </c:pt>
                <c:pt idx="2509">
                  <c:v>5.86475000003</c:v>
                </c:pt>
                <c:pt idx="2510">
                  <c:v>5.86500000003</c:v>
                </c:pt>
                <c:pt idx="2511">
                  <c:v>5.86950000003</c:v>
                </c:pt>
                <c:pt idx="2512">
                  <c:v>5.86975000003</c:v>
                </c:pt>
                <c:pt idx="2513">
                  <c:v>5.87425000003</c:v>
                </c:pt>
                <c:pt idx="2514">
                  <c:v>5.87450000003</c:v>
                </c:pt>
                <c:pt idx="2515">
                  <c:v>5.87900000003</c:v>
                </c:pt>
                <c:pt idx="2516">
                  <c:v>5.87925000003</c:v>
                </c:pt>
                <c:pt idx="2517">
                  <c:v>5.88375000003</c:v>
                </c:pt>
                <c:pt idx="2518">
                  <c:v>5.88400000003</c:v>
                </c:pt>
                <c:pt idx="2519">
                  <c:v>5.88850000003</c:v>
                </c:pt>
                <c:pt idx="2520">
                  <c:v>5.88875000003</c:v>
                </c:pt>
                <c:pt idx="2521">
                  <c:v>5.89325000003</c:v>
                </c:pt>
                <c:pt idx="2522">
                  <c:v>5.89350000003</c:v>
                </c:pt>
                <c:pt idx="2523">
                  <c:v>5.89800000003</c:v>
                </c:pt>
                <c:pt idx="2524">
                  <c:v>5.89825000003</c:v>
                </c:pt>
                <c:pt idx="2525">
                  <c:v>5.90275000003</c:v>
                </c:pt>
                <c:pt idx="2526">
                  <c:v>5.90300000003</c:v>
                </c:pt>
                <c:pt idx="2527">
                  <c:v>5.90750000003</c:v>
                </c:pt>
                <c:pt idx="2528">
                  <c:v>5.90775000003</c:v>
                </c:pt>
                <c:pt idx="2529">
                  <c:v>5.91225000003</c:v>
                </c:pt>
                <c:pt idx="2530">
                  <c:v>5.91250000003</c:v>
                </c:pt>
                <c:pt idx="2531">
                  <c:v>5.91700000003</c:v>
                </c:pt>
                <c:pt idx="2532">
                  <c:v>5.91725000003</c:v>
                </c:pt>
                <c:pt idx="2533">
                  <c:v>5.92175000003</c:v>
                </c:pt>
                <c:pt idx="2534">
                  <c:v>5.92200000003</c:v>
                </c:pt>
                <c:pt idx="2535">
                  <c:v>5.92650000003</c:v>
                </c:pt>
                <c:pt idx="2536">
                  <c:v>5.92675000003</c:v>
                </c:pt>
                <c:pt idx="2537">
                  <c:v>5.93125000003</c:v>
                </c:pt>
                <c:pt idx="2538">
                  <c:v>5.93150000003</c:v>
                </c:pt>
                <c:pt idx="2539">
                  <c:v>5.93600000003</c:v>
                </c:pt>
                <c:pt idx="2540">
                  <c:v>5.93625000003</c:v>
                </c:pt>
                <c:pt idx="2541">
                  <c:v>5.94075000003</c:v>
                </c:pt>
                <c:pt idx="2542">
                  <c:v>5.94100000003</c:v>
                </c:pt>
                <c:pt idx="2543">
                  <c:v>5.94550000003</c:v>
                </c:pt>
                <c:pt idx="2544">
                  <c:v>5.94575000003</c:v>
                </c:pt>
                <c:pt idx="2545">
                  <c:v>5.95025000003</c:v>
                </c:pt>
                <c:pt idx="2546">
                  <c:v>5.95050000003</c:v>
                </c:pt>
                <c:pt idx="2547">
                  <c:v>5.95500000003</c:v>
                </c:pt>
                <c:pt idx="2548">
                  <c:v>5.95525000003</c:v>
                </c:pt>
                <c:pt idx="2549">
                  <c:v>5.95975000003</c:v>
                </c:pt>
                <c:pt idx="2550">
                  <c:v>5.96000000003</c:v>
                </c:pt>
                <c:pt idx="2551">
                  <c:v>5.96450000003</c:v>
                </c:pt>
                <c:pt idx="2552">
                  <c:v>5.96475000003</c:v>
                </c:pt>
                <c:pt idx="2553">
                  <c:v>5.96925000003</c:v>
                </c:pt>
                <c:pt idx="2554">
                  <c:v>5.96950000003</c:v>
                </c:pt>
                <c:pt idx="2555">
                  <c:v>5.97400000003</c:v>
                </c:pt>
                <c:pt idx="2556">
                  <c:v>5.97425000003</c:v>
                </c:pt>
                <c:pt idx="2557">
                  <c:v>5.97875000003</c:v>
                </c:pt>
                <c:pt idx="2558">
                  <c:v>5.97900000003</c:v>
                </c:pt>
                <c:pt idx="2559">
                  <c:v>5.98350000003</c:v>
                </c:pt>
                <c:pt idx="2560">
                  <c:v>5.98375000003</c:v>
                </c:pt>
                <c:pt idx="2561">
                  <c:v>5.98825000003</c:v>
                </c:pt>
                <c:pt idx="2562">
                  <c:v>5.98850000003</c:v>
                </c:pt>
                <c:pt idx="2563">
                  <c:v>5.99300000003</c:v>
                </c:pt>
                <c:pt idx="2564">
                  <c:v>5.99325000003</c:v>
                </c:pt>
                <c:pt idx="2565">
                  <c:v>5.99775000003</c:v>
                </c:pt>
                <c:pt idx="2566">
                  <c:v>5.99800000003</c:v>
                </c:pt>
                <c:pt idx="2567">
                  <c:v>6.00250000003</c:v>
                </c:pt>
                <c:pt idx="2568">
                  <c:v>6.00275000003</c:v>
                </c:pt>
                <c:pt idx="2569">
                  <c:v>6.00725000003</c:v>
                </c:pt>
                <c:pt idx="2570">
                  <c:v>6.00750000003</c:v>
                </c:pt>
                <c:pt idx="2571">
                  <c:v>6.01200000003</c:v>
                </c:pt>
                <c:pt idx="2572">
                  <c:v>6.01225000003</c:v>
                </c:pt>
                <c:pt idx="2573">
                  <c:v>6.01350000003</c:v>
                </c:pt>
                <c:pt idx="2574">
                  <c:v>6.01450000003</c:v>
                </c:pt>
                <c:pt idx="2575">
                  <c:v>6.01675000003</c:v>
                </c:pt>
                <c:pt idx="2576">
                  <c:v>6.01700000003</c:v>
                </c:pt>
                <c:pt idx="2577">
                  <c:v>6.02150000003</c:v>
                </c:pt>
                <c:pt idx="2578">
                  <c:v>6.02175000003</c:v>
                </c:pt>
                <c:pt idx="2579">
                  <c:v>6.02625000003</c:v>
                </c:pt>
                <c:pt idx="2580">
                  <c:v>6.02650000003</c:v>
                </c:pt>
                <c:pt idx="2581">
                  <c:v>6.03100000003</c:v>
                </c:pt>
                <c:pt idx="2582">
                  <c:v>6.03125000003</c:v>
                </c:pt>
                <c:pt idx="2583">
                  <c:v>6.03575000003</c:v>
                </c:pt>
                <c:pt idx="2584">
                  <c:v>6.03600000003</c:v>
                </c:pt>
                <c:pt idx="2585">
                  <c:v>6.04050000003</c:v>
                </c:pt>
                <c:pt idx="2586">
                  <c:v>6.04075000003</c:v>
                </c:pt>
                <c:pt idx="2587">
                  <c:v>6.04525000003</c:v>
                </c:pt>
                <c:pt idx="2588">
                  <c:v>6.04550000003</c:v>
                </c:pt>
                <c:pt idx="2589">
                  <c:v>6.05000000003</c:v>
                </c:pt>
                <c:pt idx="2590">
                  <c:v>6.05025000003</c:v>
                </c:pt>
                <c:pt idx="2591">
                  <c:v>6.05475000003</c:v>
                </c:pt>
                <c:pt idx="2592">
                  <c:v>6.05500000003</c:v>
                </c:pt>
                <c:pt idx="2593">
                  <c:v>6.05950000003</c:v>
                </c:pt>
                <c:pt idx="2594">
                  <c:v>6.05975000003</c:v>
                </c:pt>
                <c:pt idx="2595">
                  <c:v>6.06425000003</c:v>
                </c:pt>
                <c:pt idx="2596">
                  <c:v>6.06450000003</c:v>
                </c:pt>
                <c:pt idx="2597">
                  <c:v>6.06900000003</c:v>
                </c:pt>
                <c:pt idx="2598">
                  <c:v>6.06925000003</c:v>
                </c:pt>
                <c:pt idx="2599">
                  <c:v>6.07375000003</c:v>
                </c:pt>
                <c:pt idx="2600">
                  <c:v>6.07400000003</c:v>
                </c:pt>
                <c:pt idx="2601">
                  <c:v>6.07850000003</c:v>
                </c:pt>
                <c:pt idx="2602">
                  <c:v>6.07875000003</c:v>
                </c:pt>
                <c:pt idx="2603">
                  <c:v>6.08325000003</c:v>
                </c:pt>
                <c:pt idx="2604">
                  <c:v>6.08350000003</c:v>
                </c:pt>
                <c:pt idx="2605">
                  <c:v>6.08800000003</c:v>
                </c:pt>
                <c:pt idx="2606">
                  <c:v>6.08825000003</c:v>
                </c:pt>
                <c:pt idx="2607">
                  <c:v>6.09275000003</c:v>
                </c:pt>
                <c:pt idx="2608">
                  <c:v>6.09300000003</c:v>
                </c:pt>
                <c:pt idx="2609">
                  <c:v>6.09750000003</c:v>
                </c:pt>
                <c:pt idx="2610">
                  <c:v>6.09775000003</c:v>
                </c:pt>
                <c:pt idx="2611">
                  <c:v>6.10225000003</c:v>
                </c:pt>
                <c:pt idx="2612">
                  <c:v>6.10250000003</c:v>
                </c:pt>
                <c:pt idx="2613">
                  <c:v>6.10700000003</c:v>
                </c:pt>
                <c:pt idx="2614">
                  <c:v>6.10725000003</c:v>
                </c:pt>
                <c:pt idx="2615">
                  <c:v>6.11175000003</c:v>
                </c:pt>
                <c:pt idx="2616">
                  <c:v>6.11200000003</c:v>
                </c:pt>
                <c:pt idx="2617">
                  <c:v>6.11650000003</c:v>
                </c:pt>
                <c:pt idx="2618">
                  <c:v>6.11675000003</c:v>
                </c:pt>
                <c:pt idx="2619">
                  <c:v>6.12125000003</c:v>
                </c:pt>
                <c:pt idx="2620">
                  <c:v>6.12150000003</c:v>
                </c:pt>
                <c:pt idx="2621">
                  <c:v>6.12600000003</c:v>
                </c:pt>
                <c:pt idx="2622">
                  <c:v>6.12625000003</c:v>
                </c:pt>
                <c:pt idx="2623">
                  <c:v>6.13075000003</c:v>
                </c:pt>
                <c:pt idx="2624">
                  <c:v>6.13100000003</c:v>
                </c:pt>
                <c:pt idx="2625">
                  <c:v>6.13550000003</c:v>
                </c:pt>
                <c:pt idx="2626">
                  <c:v>6.13575000003</c:v>
                </c:pt>
                <c:pt idx="2627">
                  <c:v>6.14025000003</c:v>
                </c:pt>
                <c:pt idx="2628">
                  <c:v>6.14050000003</c:v>
                </c:pt>
                <c:pt idx="2629">
                  <c:v>6.14500000003</c:v>
                </c:pt>
                <c:pt idx="2630">
                  <c:v>6.14525000003</c:v>
                </c:pt>
                <c:pt idx="2631">
                  <c:v>6.14975000003</c:v>
                </c:pt>
                <c:pt idx="2632">
                  <c:v>6.15000000003</c:v>
                </c:pt>
                <c:pt idx="2633">
                  <c:v>6.15450000003</c:v>
                </c:pt>
                <c:pt idx="2634">
                  <c:v>6.15475000003</c:v>
                </c:pt>
                <c:pt idx="2635">
                  <c:v>6.15925000003</c:v>
                </c:pt>
                <c:pt idx="2636">
                  <c:v>6.15950000003</c:v>
                </c:pt>
                <c:pt idx="2637">
                  <c:v>6.16400000003</c:v>
                </c:pt>
                <c:pt idx="2638">
                  <c:v>6.16425000003</c:v>
                </c:pt>
                <c:pt idx="2639">
                  <c:v>6.16875000003</c:v>
                </c:pt>
                <c:pt idx="2640">
                  <c:v>6.16900000003</c:v>
                </c:pt>
                <c:pt idx="2641">
                  <c:v>6.17350000003</c:v>
                </c:pt>
                <c:pt idx="2642">
                  <c:v>6.17375000003</c:v>
                </c:pt>
                <c:pt idx="2643">
                  <c:v>6.17825000003</c:v>
                </c:pt>
                <c:pt idx="2644">
                  <c:v>6.17850000003</c:v>
                </c:pt>
                <c:pt idx="2645">
                  <c:v>6.18300000003</c:v>
                </c:pt>
                <c:pt idx="2646">
                  <c:v>6.18325000003</c:v>
                </c:pt>
                <c:pt idx="2647">
                  <c:v>6.18775000003</c:v>
                </c:pt>
                <c:pt idx="2648">
                  <c:v>6.18800000003</c:v>
                </c:pt>
                <c:pt idx="2649">
                  <c:v>6.19250000003</c:v>
                </c:pt>
                <c:pt idx="2650">
                  <c:v>6.19275000003</c:v>
                </c:pt>
                <c:pt idx="2651">
                  <c:v>6.19725000003</c:v>
                </c:pt>
                <c:pt idx="2652">
                  <c:v>6.19750000003</c:v>
                </c:pt>
                <c:pt idx="2653">
                  <c:v>6.20200000003</c:v>
                </c:pt>
                <c:pt idx="2654">
                  <c:v>6.20225000003</c:v>
                </c:pt>
                <c:pt idx="2655">
                  <c:v>6.20675000003</c:v>
                </c:pt>
                <c:pt idx="2656">
                  <c:v>6.20700000003</c:v>
                </c:pt>
                <c:pt idx="2657">
                  <c:v>6.21150000003</c:v>
                </c:pt>
                <c:pt idx="2658">
                  <c:v>6.21175000003</c:v>
                </c:pt>
                <c:pt idx="2659">
                  <c:v>6.21625000003</c:v>
                </c:pt>
                <c:pt idx="2660">
                  <c:v>6.21650000003</c:v>
                </c:pt>
                <c:pt idx="2661">
                  <c:v>6.22100000003</c:v>
                </c:pt>
                <c:pt idx="2662">
                  <c:v>6.22125000003</c:v>
                </c:pt>
                <c:pt idx="2663">
                  <c:v>6.22575000003</c:v>
                </c:pt>
                <c:pt idx="2664">
                  <c:v>6.22600000003</c:v>
                </c:pt>
                <c:pt idx="2665">
                  <c:v>6.23050000003</c:v>
                </c:pt>
                <c:pt idx="2666">
                  <c:v>6.23075000003</c:v>
                </c:pt>
                <c:pt idx="2667">
                  <c:v>6.23500000003</c:v>
                </c:pt>
                <c:pt idx="2668">
                  <c:v>6.23525000003</c:v>
                </c:pt>
                <c:pt idx="2669">
                  <c:v>6.23550000003</c:v>
                </c:pt>
                <c:pt idx="2670">
                  <c:v>6.23675000003</c:v>
                </c:pt>
                <c:pt idx="2671">
                  <c:v>6.24000000003</c:v>
                </c:pt>
                <c:pt idx="2672">
                  <c:v>6.24025000003</c:v>
                </c:pt>
                <c:pt idx="2673">
                  <c:v>6.24475000003</c:v>
                </c:pt>
                <c:pt idx="2674">
                  <c:v>6.24500000003</c:v>
                </c:pt>
                <c:pt idx="2675">
                  <c:v>6.24950000003</c:v>
                </c:pt>
                <c:pt idx="2676">
                  <c:v>6.24975000003</c:v>
                </c:pt>
                <c:pt idx="2677">
                  <c:v>6.25425000003</c:v>
                </c:pt>
                <c:pt idx="2678">
                  <c:v>6.25450000003</c:v>
                </c:pt>
                <c:pt idx="2679">
                  <c:v>6.25900000003</c:v>
                </c:pt>
                <c:pt idx="2680">
                  <c:v>6.25925000003</c:v>
                </c:pt>
                <c:pt idx="2681">
                  <c:v>6.26375000003</c:v>
                </c:pt>
                <c:pt idx="2682">
                  <c:v>6.26400000003</c:v>
                </c:pt>
                <c:pt idx="2683">
                  <c:v>6.26850000003</c:v>
                </c:pt>
                <c:pt idx="2684">
                  <c:v>6.26875000003</c:v>
                </c:pt>
                <c:pt idx="2685">
                  <c:v>6.27325000003</c:v>
                </c:pt>
                <c:pt idx="2686">
                  <c:v>6.27350000003</c:v>
                </c:pt>
                <c:pt idx="2687">
                  <c:v>6.27800000003</c:v>
                </c:pt>
                <c:pt idx="2688">
                  <c:v>6.27825000003</c:v>
                </c:pt>
                <c:pt idx="2689">
                  <c:v>6.28275000003</c:v>
                </c:pt>
                <c:pt idx="2690">
                  <c:v>6.28300000003</c:v>
                </c:pt>
                <c:pt idx="2691">
                  <c:v>6.28750000003</c:v>
                </c:pt>
                <c:pt idx="2692">
                  <c:v>6.28775000003</c:v>
                </c:pt>
                <c:pt idx="2693">
                  <c:v>6.29225000003</c:v>
                </c:pt>
                <c:pt idx="2694">
                  <c:v>6.29250000003</c:v>
                </c:pt>
                <c:pt idx="2695">
                  <c:v>6.29700000003</c:v>
                </c:pt>
                <c:pt idx="2696">
                  <c:v>6.29725000003</c:v>
                </c:pt>
                <c:pt idx="2697">
                  <c:v>6.30175000003</c:v>
                </c:pt>
                <c:pt idx="2698">
                  <c:v>6.30200000003</c:v>
                </c:pt>
                <c:pt idx="2699">
                  <c:v>6.30650000003</c:v>
                </c:pt>
                <c:pt idx="2700">
                  <c:v>6.30675000003</c:v>
                </c:pt>
                <c:pt idx="2701">
                  <c:v>6.31125000003</c:v>
                </c:pt>
                <c:pt idx="2702">
                  <c:v>6.31150000003</c:v>
                </c:pt>
                <c:pt idx="2703">
                  <c:v>6.31600000003</c:v>
                </c:pt>
                <c:pt idx="2704">
                  <c:v>6.31625000003</c:v>
                </c:pt>
                <c:pt idx="2705">
                  <c:v>6.32075000003</c:v>
                </c:pt>
                <c:pt idx="2706">
                  <c:v>6.32100000003</c:v>
                </c:pt>
                <c:pt idx="2707">
                  <c:v>6.32550000003</c:v>
                </c:pt>
                <c:pt idx="2708">
                  <c:v>6.32575000003</c:v>
                </c:pt>
                <c:pt idx="2709">
                  <c:v>6.33025000003</c:v>
                </c:pt>
                <c:pt idx="2710">
                  <c:v>6.33050000003</c:v>
                </c:pt>
                <c:pt idx="2711">
                  <c:v>6.33500000003</c:v>
                </c:pt>
                <c:pt idx="2712">
                  <c:v>6.33525000003</c:v>
                </c:pt>
                <c:pt idx="2713">
                  <c:v>6.33975000003</c:v>
                </c:pt>
                <c:pt idx="2714">
                  <c:v>6.34000000003</c:v>
                </c:pt>
                <c:pt idx="2715">
                  <c:v>6.34450000003</c:v>
                </c:pt>
                <c:pt idx="2716">
                  <c:v>6.34475000003</c:v>
                </c:pt>
                <c:pt idx="2717">
                  <c:v>6.34925000003</c:v>
                </c:pt>
                <c:pt idx="2718">
                  <c:v>6.34950000003</c:v>
                </c:pt>
                <c:pt idx="2719">
                  <c:v>6.35400000003</c:v>
                </c:pt>
                <c:pt idx="2720">
                  <c:v>6.35425000003</c:v>
                </c:pt>
                <c:pt idx="2721">
                  <c:v>6.35875000003</c:v>
                </c:pt>
                <c:pt idx="2722">
                  <c:v>6.35900000003</c:v>
                </c:pt>
                <c:pt idx="2723">
                  <c:v>6.36350000003</c:v>
                </c:pt>
                <c:pt idx="2724">
                  <c:v>6.36375000003</c:v>
                </c:pt>
                <c:pt idx="2725">
                  <c:v>6.36825000003</c:v>
                </c:pt>
                <c:pt idx="2726">
                  <c:v>6.36850000003</c:v>
                </c:pt>
                <c:pt idx="2727">
                  <c:v>6.37300000003</c:v>
                </c:pt>
                <c:pt idx="2728">
                  <c:v>6.37325000003</c:v>
                </c:pt>
                <c:pt idx="2729">
                  <c:v>6.37775000003</c:v>
                </c:pt>
                <c:pt idx="2730">
                  <c:v>6.37800000003</c:v>
                </c:pt>
                <c:pt idx="2731">
                  <c:v>6.38250000003</c:v>
                </c:pt>
                <c:pt idx="2732">
                  <c:v>6.38275000003</c:v>
                </c:pt>
                <c:pt idx="2733">
                  <c:v>6.38725000003</c:v>
                </c:pt>
                <c:pt idx="2734">
                  <c:v>6.38750000003</c:v>
                </c:pt>
                <c:pt idx="2735">
                  <c:v>6.39200000003</c:v>
                </c:pt>
                <c:pt idx="2736">
                  <c:v>6.39225000003</c:v>
                </c:pt>
                <c:pt idx="2737">
                  <c:v>6.39675000003</c:v>
                </c:pt>
                <c:pt idx="2738">
                  <c:v>6.39700000003</c:v>
                </c:pt>
                <c:pt idx="2739">
                  <c:v>6.40150000003</c:v>
                </c:pt>
                <c:pt idx="2740">
                  <c:v>6.40175000003</c:v>
                </c:pt>
                <c:pt idx="2741">
                  <c:v>6.40625000003</c:v>
                </c:pt>
                <c:pt idx="2742">
                  <c:v>6.40650000003</c:v>
                </c:pt>
                <c:pt idx="2743">
                  <c:v>6.41100000003</c:v>
                </c:pt>
                <c:pt idx="2744">
                  <c:v>6.41125000003</c:v>
                </c:pt>
                <c:pt idx="2745">
                  <c:v>6.41575000003</c:v>
                </c:pt>
                <c:pt idx="2746">
                  <c:v>6.41600000003</c:v>
                </c:pt>
                <c:pt idx="2747">
                  <c:v>6.42050000003</c:v>
                </c:pt>
                <c:pt idx="2748">
                  <c:v>6.42075000003</c:v>
                </c:pt>
                <c:pt idx="2749">
                  <c:v>6.42525000003</c:v>
                </c:pt>
                <c:pt idx="2750">
                  <c:v>6.42550000003</c:v>
                </c:pt>
                <c:pt idx="2751">
                  <c:v>6.43000000003</c:v>
                </c:pt>
                <c:pt idx="2752">
                  <c:v>6.43025000003</c:v>
                </c:pt>
                <c:pt idx="2753">
                  <c:v>6.43475000003</c:v>
                </c:pt>
                <c:pt idx="2754">
                  <c:v>6.43500000003</c:v>
                </c:pt>
                <c:pt idx="2755">
                  <c:v>6.43950000003</c:v>
                </c:pt>
                <c:pt idx="2756">
                  <c:v>6.43975000003</c:v>
                </c:pt>
                <c:pt idx="2757">
                  <c:v>6.44425000003</c:v>
                </c:pt>
                <c:pt idx="2758">
                  <c:v>6.44450000003</c:v>
                </c:pt>
                <c:pt idx="2759">
                  <c:v>6.44900000003</c:v>
                </c:pt>
                <c:pt idx="2760">
                  <c:v>6.44925000003</c:v>
                </c:pt>
                <c:pt idx="2761">
                  <c:v>6.45375000003</c:v>
                </c:pt>
                <c:pt idx="2762">
                  <c:v>6.45400000003</c:v>
                </c:pt>
                <c:pt idx="2763">
                  <c:v>6.45450000003</c:v>
                </c:pt>
                <c:pt idx="2764">
                  <c:v>6.45550000003</c:v>
                </c:pt>
                <c:pt idx="2765">
                  <c:v>6.45850000003</c:v>
                </c:pt>
                <c:pt idx="2766">
                  <c:v>6.45875000003</c:v>
                </c:pt>
                <c:pt idx="2767">
                  <c:v>6.46325000003</c:v>
                </c:pt>
                <c:pt idx="2768">
                  <c:v>6.46350000003</c:v>
                </c:pt>
                <c:pt idx="2769">
                  <c:v>6.46800000003</c:v>
                </c:pt>
                <c:pt idx="2770">
                  <c:v>6.46825000003</c:v>
                </c:pt>
                <c:pt idx="2771">
                  <c:v>6.47275000003</c:v>
                </c:pt>
                <c:pt idx="2772">
                  <c:v>6.47300000003</c:v>
                </c:pt>
                <c:pt idx="2773">
                  <c:v>6.47750000003</c:v>
                </c:pt>
                <c:pt idx="2774">
                  <c:v>6.47775000003</c:v>
                </c:pt>
                <c:pt idx="2775">
                  <c:v>6.48225000003</c:v>
                </c:pt>
                <c:pt idx="2776">
                  <c:v>6.48250000003</c:v>
                </c:pt>
                <c:pt idx="2777">
                  <c:v>6.48700000003</c:v>
                </c:pt>
                <c:pt idx="2778">
                  <c:v>6.48725000003</c:v>
                </c:pt>
                <c:pt idx="2779">
                  <c:v>6.49175000003</c:v>
                </c:pt>
                <c:pt idx="2780">
                  <c:v>6.49200000003</c:v>
                </c:pt>
                <c:pt idx="2781">
                  <c:v>6.49650000003</c:v>
                </c:pt>
                <c:pt idx="2782">
                  <c:v>6.49675000003</c:v>
                </c:pt>
                <c:pt idx="2783">
                  <c:v>6.50125000003</c:v>
                </c:pt>
                <c:pt idx="2784">
                  <c:v>6.50150000003</c:v>
                </c:pt>
                <c:pt idx="2785">
                  <c:v>6.50600000003</c:v>
                </c:pt>
                <c:pt idx="2786">
                  <c:v>6.50625000003</c:v>
                </c:pt>
                <c:pt idx="2787">
                  <c:v>6.51075000003</c:v>
                </c:pt>
                <c:pt idx="2788">
                  <c:v>6.51100000003</c:v>
                </c:pt>
                <c:pt idx="2789">
                  <c:v>6.51550000003</c:v>
                </c:pt>
                <c:pt idx="2790">
                  <c:v>6.51575000003</c:v>
                </c:pt>
                <c:pt idx="2791">
                  <c:v>6.52025000003</c:v>
                </c:pt>
                <c:pt idx="2792">
                  <c:v>6.52050000003</c:v>
                </c:pt>
                <c:pt idx="2793">
                  <c:v>6.52500000003</c:v>
                </c:pt>
                <c:pt idx="2794">
                  <c:v>6.52525000003</c:v>
                </c:pt>
                <c:pt idx="2795">
                  <c:v>6.52975000003</c:v>
                </c:pt>
                <c:pt idx="2796">
                  <c:v>6.53000000003</c:v>
                </c:pt>
                <c:pt idx="2797">
                  <c:v>6.53450000003</c:v>
                </c:pt>
                <c:pt idx="2798">
                  <c:v>6.53475000003</c:v>
                </c:pt>
                <c:pt idx="2799">
                  <c:v>6.53925000003</c:v>
                </c:pt>
                <c:pt idx="2800">
                  <c:v>6.53950000003</c:v>
                </c:pt>
                <c:pt idx="2801">
                  <c:v>6.54400000003</c:v>
                </c:pt>
                <c:pt idx="2802">
                  <c:v>6.54425000003</c:v>
                </c:pt>
                <c:pt idx="2803">
                  <c:v>6.54875000003</c:v>
                </c:pt>
                <c:pt idx="2804">
                  <c:v>6.54900000003</c:v>
                </c:pt>
                <c:pt idx="2805">
                  <c:v>6.55350000003</c:v>
                </c:pt>
                <c:pt idx="2806">
                  <c:v>6.55375000003</c:v>
                </c:pt>
                <c:pt idx="2807">
                  <c:v>6.55825000003</c:v>
                </c:pt>
                <c:pt idx="2808">
                  <c:v>6.55850000003</c:v>
                </c:pt>
                <c:pt idx="2809">
                  <c:v>6.56300000003</c:v>
                </c:pt>
                <c:pt idx="2810">
                  <c:v>6.56325000003</c:v>
                </c:pt>
                <c:pt idx="2811">
                  <c:v>6.56775000003</c:v>
                </c:pt>
                <c:pt idx="2812">
                  <c:v>6.56800000003</c:v>
                </c:pt>
                <c:pt idx="2813">
                  <c:v>6.57250000003</c:v>
                </c:pt>
                <c:pt idx="2814">
                  <c:v>6.57275000003</c:v>
                </c:pt>
                <c:pt idx="2815">
                  <c:v>6.57725000003</c:v>
                </c:pt>
                <c:pt idx="2816">
                  <c:v>6.57750000003</c:v>
                </c:pt>
                <c:pt idx="2817">
                  <c:v>6.58200000003</c:v>
                </c:pt>
                <c:pt idx="2818">
                  <c:v>6.58225000003</c:v>
                </c:pt>
                <c:pt idx="2819">
                  <c:v>6.58675000003</c:v>
                </c:pt>
                <c:pt idx="2820">
                  <c:v>6.58700000003</c:v>
                </c:pt>
                <c:pt idx="2821">
                  <c:v>6.59150000003</c:v>
                </c:pt>
                <c:pt idx="2822">
                  <c:v>6.59175000003</c:v>
                </c:pt>
                <c:pt idx="2823">
                  <c:v>6.59625000003</c:v>
                </c:pt>
                <c:pt idx="2824">
                  <c:v>6.59650000003</c:v>
                </c:pt>
                <c:pt idx="2825">
                  <c:v>6.60100000003</c:v>
                </c:pt>
                <c:pt idx="2826">
                  <c:v>6.60125000003</c:v>
                </c:pt>
                <c:pt idx="2827">
                  <c:v>6.60575000003</c:v>
                </c:pt>
                <c:pt idx="2828">
                  <c:v>6.60600000003</c:v>
                </c:pt>
                <c:pt idx="2829">
                  <c:v>6.61050000003</c:v>
                </c:pt>
                <c:pt idx="2830">
                  <c:v>6.61075000003</c:v>
                </c:pt>
                <c:pt idx="2831">
                  <c:v>6.61525000003</c:v>
                </c:pt>
                <c:pt idx="2832">
                  <c:v>6.61550000003</c:v>
                </c:pt>
                <c:pt idx="2833">
                  <c:v>6.62000000003</c:v>
                </c:pt>
                <c:pt idx="2834">
                  <c:v>6.62025000003</c:v>
                </c:pt>
                <c:pt idx="2835">
                  <c:v>6.62475000003</c:v>
                </c:pt>
                <c:pt idx="2836">
                  <c:v>6.62500000003</c:v>
                </c:pt>
                <c:pt idx="2837">
                  <c:v>6.62950000003</c:v>
                </c:pt>
                <c:pt idx="2838">
                  <c:v>6.62975000003</c:v>
                </c:pt>
                <c:pt idx="2839">
                  <c:v>6.63425000003</c:v>
                </c:pt>
                <c:pt idx="2840">
                  <c:v>6.63450000003</c:v>
                </c:pt>
                <c:pt idx="2841">
                  <c:v>6.63900000003</c:v>
                </c:pt>
                <c:pt idx="2842">
                  <c:v>6.63925000003</c:v>
                </c:pt>
                <c:pt idx="2843">
                  <c:v>6.64375000003</c:v>
                </c:pt>
                <c:pt idx="2844">
                  <c:v>6.64400000003</c:v>
                </c:pt>
                <c:pt idx="2845">
                  <c:v>6.64850000003</c:v>
                </c:pt>
                <c:pt idx="2846">
                  <c:v>6.64875000003</c:v>
                </c:pt>
                <c:pt idx="2847">
                  <c:v>6.65325000003</c:v>
                </c:pt>
                <c:pt idx="2848">
                  <c:v>6.65350000003</c:v>
                </c:pt>
                <c:pt idx="2849">
                  <c:v>6.65800000003</c:v>
                </c:pt>
                <c:pt idx="2850">
                  <c:v>6.65825000003</c:v>
                </c:pt>
                <c:pt idx="2851">
                  <c:v>6.66275000003</c:v>
                </c:pt>
                <c:pt idx="2852">
                  <c:v>6.66300000003</c:v>
                </c:pt>
                <c:pt idx="2853">
                  <c:v>6.66750000003</c:v>
                </c:pt>
                <c:pt idx="2854">
                  <c:v>6.66775000003</c:v>
                </c:pt>
                <c:pt idx="2855">
                  <c:v>6.67225000003</c:v>
                </c:pt>
                <c:pt idx="2856">
                  <c:v>6.67250000003</c:v>
                </c:pt>
                <c:pt idx="2857">
                  <c:v>6.67600000003</c:v>
                </c:pt>
                <c:pt idx="2858">
                  <c:v>6.67700000003</c:v>
                </c:pt>
                <c:pt idx="2859">
                  <c:v>6.67725000003</c:v>
                </c:pt>
                <c:pt idx="2860">
                  <c:v>6.67750000003</c:v>
                </c:pt>
                <c:pt idx="2861">
                  <c:v>6.68175000003</c:v>
                </c:pt>
                <c:pt idx="2862">
                  <c:v>6.68200000003</c:v>
                </c:pt>
                <c:pt idx="2863">
                  <c:v>6.68650000003</c:v>
                </c:pt>
                <c:pt idx="2864">
                  <c:v>6.68675000003</c:v>
                </c:pt>
                <c:pt idx="2865">
                  <c:v>6.69125000003</c:v>
                </c:pt>
                <c:pt idx="2866">
                  <c:v>6.69150000003</c:v>
                </c:pt>
                <c:pt idx="2867">
                  <c:v>6.69600000003</c:v>
                </c:pt>
                <c:pt idx="2868">
                  <c:v>6.69625000003</c:v>
                </c:pt>
                <c:pt idx="2869">
                  <c:v>6.70075000003</c:v>
                </c:pt>
                <c:pt idx="2870">
                  <c:v>6.70100000003</c:v>
                </c:pt>
                <c:pt idx="2871">
                  <c:v>6.70550000003</c:v>
                </c:pt>
                <c:pt idx="2872">
                  <c:v>6.70575000003</c:v>
                </c:pt>
                <c:pt idx="2873">
                  <c:v>6.71025000003</c:v>
                </c:pt>
                <c:pt idx="2874">
                  <c:v>6.71050000003</c:v>
                </c:pt>
                <c:pt idx="2875">
                  <c:v>6.71500000003</c:v>
                </c:pt>
                <c:pt idx="2876">
                  <c:v>6.71525000003</c:v>
                </c:pt>
                <c:pt idx="2877">
                  <c:v>6.71975000003</c:v>
                </c:pt>
                <c:pt idx="2878">
                  <c:v>6.72000000003</c:v>
                </c:pt>
                <c:pt idx="2879">
                  <c:v>6.72450000003</c:v>
                </c:pt>
                <c:pt idx="2880">
                  <c:v>6.72475000003</c:v>
                </c:pt>
                <c:pt idx="2881">
                  <c:v>6.72925000003</c:v>
                </c:pt>
                <c:pt idx="2882">
                  <c:v>6.72950000003</c:v>
                </c:pt>
                <c:pt idx="2883">
                  <c:v>6.73400000003</c:v>
                </c:pt>
                <c:pt idx="2884">
                  <c:v>6.73425000003</c:v>
                </c:pt>
                <c:pt idx="2885">
                  <c:v>6.73875000003</c:v>
                </c:pt>
                <c:pt idx="2886">
                  <c:v>6.73900000003</c:v>
                </c:pt>
                <c:pt idx="2887">
                  <c:v>6.74350000003</c:v>
                </c:pt>
                <c:pt idx="2888">
                  <c:v>6.74375000003</c:v>
                </c:pt>
                <c:pt idx="2889">
                  <c:v>6.74825000003</c:v>
                </c:pt>
                <c:pt idx="2890">
                  <c:v>6.74850000003</c:v>
                </c:pt>
                <c:pt idx="2891">
                  <c:v>6.75300000003</c:v>
                </c:pt>
                <c:pt idx="2892">
                  <c:v>6.75325000003</c:v>
                </c:pt>
                <c:pt idx="2893">
                  <c:v>6.75775000003</c:v>
                </c:pt>
                <c:pt idx="2894">
                  <c:v>6.75800000003</c:v>
                </c:pt>
                <c:pt idx="2895">
                  <c:v>6.76250000003</c:v>
                </c:pt>
                <c:pt idx="2896">
                  <c:v>6.76275000003</c:v>
                </c:pt>
                <c:pt idx="2897">
                  <c:v>6.76725000003</c:v>
                </c:pt>
                <c:pt idx="2898">
                  <c:v>6.76750000003</c:v>
                </c:pt>
                <c:pt idx="2899">
                  <c:v>6.77200000003</c:v>
                </c:pt>
                <c:pt idx="2900">
                  <c:v>6.77225000003</c:v>
                </c:pt>
                <c:pt idx="2901">
                  <c:v>6.77675000003</c:v>
                </c:pt>
                <c:pt idx="2902">
                  <c:v>6.77700000003</c:v>
                </c:pt>
                <c:pt idx="2903">
                  <c:v>6.78150000003</c:v>
                </c:pt>
                <c:pt idx="2904">
                  <c:v>6.78175000003</c:v>
                </c:pt>
                <c:pt idx="2905">
                  <c:v>6.78625000003</c:v>
                </c:pt>
                <c:pt idx="2906">
                  <c:v>6.78650000003</c:v>
                </c:pt>
                <c:pt idx="2907">
                  <c:v>6.79100000003</c:v>
                </c:pt>
                <c:pt idx="2908">
                  <c:v>6.79125000003</c:v>
                </c:pt>
                <c:pt idx="2909">
                  <c:v>6.79575000003</c:v>
                </c:pt>
                <c:pt idx="2910">
                  <c:v>6.79600000003</c:v>
                </c:pt>
                <c:pt idx="2911">
                  <c:v>6.80050000003</c:v>
                </c:pt>
                <c:pt idx="2912">
                  <c:v>6.80075000003</c:v>
                </c:pt>
                <c:pt idx="2913">
                  <c:v>6.80525000003</c:v>
                </c:pt>
                <c:pt idx="2914">
                  <c:v>6.80550000003</c:v>
                </c:pt>
                <c:pt idx="2915">
                  <c:v>6.81000000003</c:v>
                </c:pt>
                <c:pt idx="2916">
                  <c:v>6.81025000003</c:v>
                </c:pt>
                <c:pt idx="2917">
                  <c:v>6.81475000003</c:v>
                </c:pt>
                <c:pt idx="2918">
                  <c:v>6.81500000003</c:v>
                </c:pt>
                <c:pt idx="2919">
                  <c:v>6.81950000003</c:v>
                </c:pt>
                <c:pt idx="2920">
                  <c:v>6.81975000003</c:v>
                </c:pt>
                <c:pt idx="2921">
                  <c:v>6.82425000003</c:v>
                </c:pt>
                <c:pt idx="2922">
                  <c:v>6.82450000003</c:v>
                </c:pt>
                <c:pt idx="2923">
                  <c:v>6.82900000003</c:v>
                </c:pt>
                <c:pt idx="2924">
                  <c:v>6.82925000003</c:v>
                </c:pt>
                <c:pt idx="2925">
                  <c:v>6.83375000003</c:v>
                </c:pt>
                <c:pt idx="2926">
                  <c:v>6.83400000003</c:v>
                </c:pt>
                <c:pt idx="2927">
                  <c:v>6.83850000003</c:v>
                </c:pt>
                <c:pt idx="2928">
                  <c:v>6.83875000003</c:v>
                </c:pt>
                <c:pt idx="2929">
                  <c:v>6.84325000003</c:v>
                </c:pt>
                <c:pt idx="2930">
                  <c:v>6.84350000003</c:v>
                </c:pt>
                <c:pt idx="2931">
                  <c:v>6.84800000003</c:v>
                </c:pt>
                <c:pt idx="2932">
                  <c:v>6.84825000003</c:v>
                </c:pt>
                <c:pt idx="2933">
                  <c:v>6.85275000003</c:v>
                </c:pt>
                <c:pt idx="2934">
                  <c:v>6.85300000003</c:v>
                </c:pt>
                <c:pt idx="2935">
                  <c:v>6.85750000003</c:v>
                </c:pt>
                <c:pt idx="2936">
                  <c:v>6.85775000003</c:v>
                </c:pt>
                <c:pt idx="2937">
                  <c:v>6.86225000003</c:v>
                </c:pt>
                <c:pt idx="2938">
                  <c:v>6.86250000003</c:v>
                </c:pt>
                <c:pt idx="2939">
                  <c:v>6.86700000003</c:v>
                </c:pt>
                <c:pt idx="2940">
                  <c:v>6.86725000003</c:v>
                </c:pt>
                <c:pt idx="2941">
                  <c:v>6.87175000003</c:v>
                </c:pt>
                <c:pt idx="2942">
                  <c:v>6.87200000003</c:v>
                </c:pt>
                <c:pt idx="2943">
                  <c:v>6.87650000003</c:v>
                </c:pt>
                <c:pt idx="2944">
                  <c:v>6.87675000003</c:v>
                </c:pt>
                <c:pt idx="2945">
                  <c:v>6.88125000003</c:v>
                </c:pt>
                <c:pt idx="2946">
                  <c:v>6.88150000003</c:v>
                </c:pt>
                <c:pt idx="2947">
                  <c:v>6.88600000003</c:v>
                </c:pt>
                <c:pt idx="2948">
                  <c:v>6.88625000003</c:v>
                </c:pt>
                <c:pt idx="2949">
                  <c:v>6.89075000003</c:v>
                </c:pt>
                <c:pt idx="2950">
                  <c:v>6.89100000003</c:v>
                </c:pt>
                <c:pt idx="2951">
                  <c:v>6.89550000003</c:v>
                </c:pt>
                <c:pt idx="2952">
                  <c:v>6.89575000003</c:v>
                </c:pt>
                <c:pt idx="2953">
                  <c:v>6.89625000003</c:v>
                </c:pt>
                <c:pt idx="2954">
                  <c:v>6.90025000003</c:v>
                </c:pt>
                <c:pt idx="2955">
                  <c:v>6.90050000003</c:v>
                </c:pt>
                <c:pt idx="2956">
                  <c:v>6.90500000003</c:v>
                </c:pt>
                <c:pt idx="2957">
                  <c:v>6.90525000003</c:v>
                </c:pt>
                <c:pt idx="2958">
                  <c:v>6.90975000003</c:v>
                </c:pt>
                <c:pt idx="2959">
                  <c:v>6.91000000003</c:v>
                </c:pt>
                <c:pt idx="2960">
                  <c:v>6.91450000003</c:v>
                </c:pt>
                <c:pt idx="2961">
                  <c:v>6.91475000003</c:v>
                </c:pt>
                <c:pt idx="2962">
                  <c:v>6.91925000003</c:v>
                </c:pt>
                <c:pt idx="2963">
                  <c:v>6.91950000003</c:v>
                </c:pt>
                <c:pt idx="2964">
                  <c:v>6.92400000003</c:v>
                </c:pt>
                <c:pt idx="2965">
                  <c:v>6.92425000003</c:v>
                </c:pt>
                <c:pt idx="2966">
                  <c:v>6.92875000003</c:v>
                </c:pt>
                <c:pt idx="2967">
                  <c:v>6.92900000003</c:v>
                </c:pt>
                <c:pt idx="2968">
                  <c:v>6.93350000003</c:v>
                </c:pt>
                <c:pt idx="2969">
                  <c:v>6.93375000003</c:v>
                </c:pt>
                <c:pt idx="2970">
                  <c:v>6.93825000003</c:v>
                </c:pt>
                <c:pt idx="2971">
                  <c:v>6.93850000003</c:v>
                </c:pt>
                <c:pt idx="2972">
                  <c:v>6.94300000003</c:v>
                </c:pt>
                <c:pt idx="2973">
                  <c:v>6.94325000003</c:v>
                </c:pt>
                <c:pt idx="2974">
                  <c:v>6.94775000003</c:v>
                </c:pt>
                <c:pt idx="2975">
                  <c:v>6.94800000003</c:v>
                </c:pt>
                <c:pt idx="2976">
                  <c:v>6.95250000003</c:v>
                </c:pt>
                <c:pt idx="2977">
                  <c:v>6.95275000003</c:v>
                </c:pt>
                <c:pt idx="2978">
                  <c:v>6.95725000003</c:v>
                </c:pt>
                <c:pt idx="2979">
                  <c:v>6.95750000003</c:v>
                </c:pt>
                <c:pt idx="2980">
                  <c:v>6.96200000003</c:v>
                </c:pt>
                <c:pt idx="2981">
                  <c:v>6.96225000003</c:v>
                </c:pt>
                <c:pt idx="2982">
                  <c:v>6.96675000003</c:v>
                </c:pt>
                <c:pt idx="2983">
                  <c:v>6.96700000003</c:v>
                </c:pt>
                <c:pt idx="2984">
                  <c:v>6.97150000003</c:v>
                </c:pt>
                <c:pt idx="2985">
                  <c:v>6.97175000003</c:v>
                </c:pt>
                <c:pt idx="2986">
                  <c:v>6.97625000003</c:v>
                </c:pt>
                <c:pt idx="2987">
                  <c:v>6.97650000003</c:v>
                </c:pt>
                <c:pt idx="2988">
                  <c:v>6.98100000003</c:v>
                </c:pt>
                <c:pt idx="2989">
                  <c:v>6.98125000003</c:v>
                </c:pt>
                <c:pt idx="2990">
                  <c:v>6.98575000003</c:v>
                </c:pt>
                <c:pt idx="2991">
                  <c:v>6.98600000003</c:v>
                </c:pt>
                <c:pt idx="2992">
                  <c:v>6.99050000003</c:v>
                </c:pt>
                <c:pt idx="2993">
                  <c:v>6.99075000003</c:v>
                </c:pt>
                <c:pt idx="2994">
                  <c:v>6.99525000003</c:v>
                </c:pt>
                <c:pt idx="2995">
                  <c:v>6.99550000003</c:v>
                </c:pt>
                <c:pt idx="2996">
                  <c:v>6.99950000003</c:v>
                </c:pt>
                <c:pt idx="2997">
                  <c:v>6.99975000003</c:v>
                </c:pt>
                <c:pt idx="2998">
                  <c:v>7.00000000003</c:v>
                </c:pt>
              </c:numCache>
            </c:numRef>
          </c:xVal>
          <c:yVal>
            <c:numRef>
              <c:f>'Chart Data'!$D$2:$D$3000</c:f>
              <c:numCache>
                <c:formatCode>0.0</c:formatCode>
                <c:ptCount val="2999"/>
                <c:pt idx="0">
                  <c:v>6.89511042876</c:v>
                </c:pt>
                <c:pt idx="1">
                  <c:v>6.8961356254</c:v>
                </c:pt>
                <c:pt idx="2">
                  <c:v>6.89613858864</c:v>
                </c:pt>
                <c:pt idx="3">
                  <c:v>6.89619263707</c:v>
                </c:pt>
                <c:pt idx="4">
                  <c:v>6.8961953138</c:v>
                </c:pt>
                <c:pt idx="5">
                  <c:v>6.89624275088</c:v>
                </c:pt>
                <c:pt idx="6">
                  <c:v>6.8962451064</c:v>
                </c:pt>
                <c:pt idx="7">
                  <c:v>6.89628994418</c:v>
                </c:pt>
                <c:pt idx="8">
                  <c:v>6.89629236208</c:v>
                </c:pt>
                <c:pt idx="9">
                  <c:v>6.89634044615</c:v>
                </c:pt>
                <c:pt idx="10">
                  <c:v>6.89634300861</c:v>
                </c:pt>
                <c:pt idx="11">
                  <c:v>6.89639000225</c:v>
                </c:pt>
                <c:pt idx="12">
                  <c:v>6.89639230856</c:v>
                </c:pt>
                <c:pt idx="13">
                  <c:v>6.89643307773</c:v>
                </c:pt>
                <c:pt idx="14">
                  <c:v>6.89643508324</c:v>
                </c:pt>
                <c:pt idx="15">
                  <c:v>6.89647319598</c:v>
                </c:pt>
                <c:pt idx="16">
                  <c:v>6.89647527338</c:v>
                </c:pt>
                <c:pt idx="17">
                  <c:v>6.89651666306</c:v>
                </c:pt>
                <c:pt idx="18">
                  <c:v>6.89651892216</c:v>
                </c:pt>
                <c:pt idx="19">
                  <c:v>6.89655992343</c:v>
                </c:pt>
                <c:pt idx="20">
                  <c:v>6.89656192428</c:v>
                </c:pt>
                <c:pt idx="21">
                  <c:v>6.89659653179</c:v>
                </c:pt>
                <c:pt idx="22">
                  <c:v>6.89659825861</c:v>
                </c:pt>
                <c:pt idx="23">
                  <c:v>6.89663122434</c:v>
                </c:pt>
                <c:pt idx="24">
                  <c:v>6.8966330112</c:v>
                </c:pt>
                <c:pt idx="25">
                  <c:v>6.89666915059</c:v>
                </c:pt>
                <c:pt idx="26">
                  <c:v>6.89667112356</c:v>
                </c:pt>
                <c:pt idx="27">
                  <c:v>6.89670729912</c:v>
                </c:pt>
                <c:pt idx="28">
                  <c:v>6.89670907492</c:v>
                </c:pt>
                <c:pt idx="29">
                  <c:v>6.89673960058</c:v>
                </c:pt>
                <c:pt idx="30">
                  <c:v>6.89674107903</c:v>
                </c:pt>
                <c:pt idx="31">
                  <c:v>6.89676955369</c:v>
                </c:pt>
                <c:pt idx="32">
                  <c:v>6.89677115558</c:v>
                </c:pt>
                <c:pt idx="33">
                  <c:v>6.89680379637</c:v>
                </c:pt>
                <c:pt idx="34">
                  <c:v>6.89680557469</c:v>
                </c:pt>
                <c:pt idx="35">
                  <c:v>6.89683856125</c:v>
                </c:pt>
                <c:pt idx="36">
                  <c:v>6.89684017305</c:v>
                </c:pt>
                <c:pt idx="37">
                  <c:v>6.89686799448</c:v>
                </c:pt>
                <c:pt idx="38">
                  <c:v>6.89686935576</c:v>
                </c:pt>
                <c:pt idx="39">
                  <c:v>6.89689600709</c:v>
                </c:pt>
                <c:pt idx="40">
                  <c:v>6.89689751643</c:v>
                </c:pt>
                <c:pt idx="41">
                  <c:v>6.89692892732</c:v>
                </c:pt>
                <c:pt idx="42">
                  <c:v>6.89693065103</c:v>
                </c:pt>
                <c:pt idx="43">
                  <c:v>6.89696270627</c:v>
                </c:pt>
                <c:pt idx="44">
                  <c:v>6.89696429558</c:v>
                </c:pt>
                <c:pt idx="45">
                  <c:v>6.89699198305</c:v>
                </c:pt>
                <c:pt idx="46">
                  <c:v>6.89699334905</c:v>
                </c:pt>
                <c:pt idx="47">
                  <c:v>6.89702006126</c:v>
                </c:pt>
                <c:pt idx="48">
                  <c:v>6.89702160789</c:v>
                </c:pt>
                <c:pt idx="49">
                  <c:v>6.89705345755</c:v>
                </c:pt>
                <c:pt idx="50">
                  <c:v>6.89705524598</c:v>
                </c:pt>
                <c:pt idx="51">
                  <c:v>6.89708816961</c:v>
                </c:pt>
                <c:pt idx="52">
                  <c:v>6.89708981367</c:v>
                </c:pt>
                <c:pt idx="53">
                  <c:v>6.89711884794</c:v>
                </c:pt>
                <c:pt idx="54">
                  <c:v>6.89712030051</c:v>
                </c:pt>
                <c:pt idx="55">
                  <c:v>6.89714871564</c:v>
                </c:pt>
                <c:pt idx="56">
                  <c:v>6.89715032319</c:v>
                </c:pt>
                <c:pt idx="57">
                  <c:v>6.89718433032</c:v>
                </c:pt>
                <c:pt idx="58">
                  <c:v>6.89718625193</c:v>
                </c:pt>
                <c:pt idx="59">
                  <c:v>6.89722023751</c:v>
                </c:pt>
                <c:pt idx="60">
                  <c:v>6.89722202397</c:v>
                </c:pt>
                <c:pt idx="61">
                  <c:v>6.89725237512</c:v>
                </c:pt>
                <c:pt idx="62">
                  <c:v>6.89725399495</c:v>
                </c:pt>
                <c:pt idx="63">
                  <c:v>6.89728409936</c:v>
                </c:pt>
                <c:pt idx="64">
                  <c:v>6.8972858842</c:v>
                </c:pt>
                <c:pt idx="65">
                  <c:v>6.89732063606</c:v>
                </c:pt>
                <c:pt idx="66">
                  <c:v>6.89732269096</c:v>
                </c:pt>
                <c:pt idx="67">
                  <c:v>6.89736078655</c:v>
                </c:pt>
                <c:pt idx="68">
                  <c:v>6.89736287748</c:v>
                </c:pt>
                <c:pt idx="69">
                  <c:v>6.89739839818</c:v>
                </c:pt>
                <c:pt idx="70">
                  <c:v>6.89740025873</c:v>
                </c:pt>
                <c:pt idx="71">
                  <c:v>6.89743411803</c:v>
                </c:pt>
                <c:pt idx="72">
                  <c:v>6.89743611178</c:v>
                </c:pt>
                <c:pt idx="73">
                  <c:v>6.89747460067</c:v>
                </c:pt>
                <c:pt idx="74">
                  <c:v>6.89747689916</c:v>
                </c:pt>
                <c:pt idx="75">
                  <c:v>6.89751965951</c:v>
                </c:pt>
                <c:pt idx="76">
                  <c:v>6.89752204919</c:v>
                </c:pt>
                <c:pt idx="77">
                  <c:v>6.89756361225</c:v>
                </c:pt>
                <c:pt idx="78">
                  <c:v>6.89756582091</c:v>
                </c:pt>
                <c:pt idx="79">
                  <c:v>6.89760508382</c:v>
                </c:pt>
                <c:pt idx="80">
                  <c:v>6.89760728778</c:v>
                </c:pt>
                <c:pt idx="81">
                  <c:v>6.89764994305</c:v>
                </c:pt>
                <c:pt idx="82">
                  <c:v>6.89765250746</c:v>
                </c:pt>
                <c:pt idx="83">
                  <c:v>6.89770071916</c:v>
                </c:pt>
                <c:pt idx="84">
                  <c:v>6.89770343673</c:v>
                </c:pt>
                <c:pt idx="85">
                  <c:v>6.89775142647</c:v>
                </c:pt>
                <c:pt idx="86">
                  <c:v>6.89775400792</c:v>
                </c:pt>
                <c:pt idx="87">
                  <c:v>6.89779949042</c:v>
                </c:pt>
                <c:pt idx="88">
                  <c:v>6.89780200144</c:v>
                </c:pt>
                <c:pt idx="89">
                  <c:v>6.89784941684</c:v>
                </c:pt>
                <c:pt idx="90">
                  <c:v>6.89785221093</c:v>
                </c:pt>
                <c:pt idx="91">
                  <c:v>6.89790553347</c:v>
                </c:pt>
                <c:pt idx="92">
                  <c:v>6.89790859063</c:v>
                </c:pt>
                <c:pt idx="93">
                  <c:v>6.89796327813</c:v>
                </c:pt>
                <c:pt idx="94">
                  <c:v>6.89796622095</c:v>
                </c:pt>
                <c:pt idx="95">
                  <c:v>6.8980178733</c:v>
                </c:pt>
                <c:pt idx="96">
                  <c:v>6.89802071942</c:v>
                </c:pt>
                <c:pt idx="97">
                  <c:v>6.89807357288</c:v>
                </c:pt>
                <c:pt idx="98">
                  <c:v>6.89807664331</c:v>
                </c:pt>
                <c:pt idx="99">
                  <c:v>6.89813485874</c:v>
                </c:pt>
                <c:pt idx="100">
                  <c:v>6.89813821206</c:v>
                </c:pt>
                <c:pt idx="101">
                  <c:v>6.89819916543</c:v>
                </c:pt>
                <c:pt idx="102">
                  <c:v>6.89820249942</c:v>
                </c:pt>
                <c:pt idx="103">
                  <c:v>6.89826059859</c:v>
                </c:pt>
                <c:pt idx="104">
                  <c:v>6.89826374019</c:v>
                </c:pt>
                <c:pt idx="105">
                  <c:v>6.89832122465</c:v>
                </c:pt>
                <c:pt idx="106">
                  <c:v>6.89832453496</c:v>
                </c:pt>
                <c:pt idx="107">
                  <c:v>6.89838745992</c:v>
                </c:pt>
                <c:pt idx="108">
                  <c:v>6.89839110712</c:v>
                </c:pt>
                <c:pt idx="109">
                  <c:v>6.89845714989</c:v>
                </c:pt>
                <c:pt idx="110">
                  <c:v>6.8984607789</c:v>
                </c:pt>
                <c:pt idx="111">
                  <c:v>6.89852473538</c:v>
                </c:pt>
                <c:pt idx="112">
                  <c:v>6.89852820214</c:v>
                </c:pt>
                <c:pt idx="113">
                  <c:v>6.89859060781</c:v>
                </c:pt>
                <c:pt idx="114">
                  <c:v>6.89859412264</c:v>
                </c:pt>
                <c:pt idx="115">
                  <c:v>6.89865977902</c:v>
                </c:pt>
                <c:pt idx="116">
                  <c:v>6.89866355323</c:v>
                </c:pt>
                <c:pt idx="117">
                  <c:v>6.89873374927</c:v>
                </c:pt>
                <c:pt idx="118">
                  <c:v>6.8987376739</c:v>
                </c:pt>
                <c:pt idx="119">
                  <c:v>6.89880666466</c:v>
                </c:pt>
                <c:pt idx="120">
                  <c:v>6.89881037498</c:v>
                </c:pt>
                <c:pt idx="121">
                  <c:v>6.89887579076</c:v>
                </c:pt>
                <c:pt idx="122">
                  <c:v>6.89887944164</c:v>
                </c:pt>
                <c:pt idx="123">
                  <c:v>6.89894764927</c:v>
                </c:pt>
                <c:pt idx="124">
                  <c:v>6.89895160596</c:v>
                </c:pt>
                <c:pt idx="125">
                  <c:v>6.89902455794</c:v>
                </c:pt>
                <c:pt idx="126">
                  <c:v>6.89902861769</c:v>
                </c:pt>
                <c:pt idx="127">
                  <c:v>6.89910053596</c:v>
                </c:pt>
                <c:pt idx="128">
                  <c:v>6.89910442293</c:v>
                </c:pt>
                <c:pt idx="129">
                  <c:v>6.89917277561</c:v>
                </c:pt>
                <c:pt idx="130">
                  <c:v>6.89917652547</c:v>
                </c:pt>
                <c:pt idx="131">
                  <c:v>6.89924550415</c:v>
                </c:pt>
                <c:pt idx="132">
                  <c:v>6.89924946304</c:v>
                </c:pt>
                <c:pt idx="133">
                  <c:v>6.89932261416</c:v>
                </c:pt>
                <c:pt idx="134">
                  <c:v>6.89932674931</c:v>
                </c:pt>
                <c:pt idx="135">
                  <c:v>6.8994001038</c:v>
                </c:pt>
                <c:pt idx="136">
                  <c:v>6.89940407319</c:v>
                </c:pt>
                <c:pt idx="137">
                  <c:v>6.89947326796</c:v>
                </c:pt>
                <c:pt idx="138">
                  <c:v>6.89947702562</c:v>
                </c:pt>
                <c:pt idx="139">
                  <c:v>6.89954492269</c:v>
                </c:pt>
                <c:pt idx="140">
                  <c:v>6.89954878352</c:v>
                </c:pt>
                <c:pt idx="141">
                  <c:v>6.89962053735</c:v>
                </c:pt>
                <c:pt idx="142">
                  <c:v>6.89962464369</c:v>
                </c:pt>
                <c:pt idx="143">
                  <c:v>6.89969778211</c:v>
                </c:pt>
                <c:pt idx="144">
                  <c:v>6.89970172239</c:v>
                </c:pt>
                <c:pt idx="145">
                  <c:v>6.89976992045</c:v>
                </c:pt>
                <c:pt idx="146">
                  <c:v>6.89977361812</c:v>
                </c:pt>
                <c:pt idx="147">
                  <c:v>6.89983976491</c:v>
                </c:pt>
                <c:pt idx="148">
                  <c:v>6.89984346895</c:v>
                </c:pt>
                <c:pt idx="149">
                  <c:v>6.89991189249</c:v>
                </c:pt>
                <c:pt idx="150">
                  <c:v>6.89991581207</c:v>
                </c:pt>
                <c:pt idx="151">
                  <c:v>6.89998644267</c:v>
                </c:pt>
                <c:pt idx="152">
                  <c:v>6.89999030484</c:v>
                </c:pt>
                <c:pt idx="153">
                  <c:v>6.90005700756</c:v>
                </c:pt>
                <c:pt idx="154">
                  <c:v>6.90006055594</c:v>
                </c:pt>
                <c:pt idx="155">
                  <c:v>6.90012305354</c:v>
                </c:pt>
                <c:pt idx="156">
                  <c:v>6.90012655406</c:v>
                </c:pt>
                <c:pt idx="157">
                  <c:v>6.90019111823</c:v>
                </c:pt>
                <c:pt idx="158">
                  <c:v>6.90019478526</c:v>
                </c:pt>
                <c:pt idx="159">
                  <c:v>6.90026138502</c:v>
                </c:pt>
                <c:pt idx="160">
                  <c:v>6.90026505721</c:v>
                </c:pt>
                <c:pt idx="161">
                  <c:v>6.90032876767</c:v>
                </c:pt>
                <c:pt idx="162">
                  <c:v>6.9003321419</c:v>
                </c:pt>
                <c:pt idx="163">
                  <c:v>6.90039068626</c:v>
                </c:pt>
                <c:pt idx="164">
                  <c:v>6.90039389422</c:v>
                </c:pt>
                <c:pt idx="165">
                  <c:v>6.90045271127</c:v>
                </c:pt>
                <c:pt idx="166">
                  <c:v>6.90045609139</c:v>
                </c:pt>
                <c:pt idx="167">
                  <c:v>6.90051779035</c:v>
                </c:pt>
                <c:pt idx="168">
                  <c:v>6.90052119548</c:v>
                </c:pt>
                <c:pt idx="169">
                  <c:v>6.90058047383</c:v>
                </c:pt>
                <c:pt idx="170">
                  <c:v>6.90058363223</c:v>
                </c:pt>
                <c:pt idx="171">
                  <c:v>6.90063802783</c:v>
                </c:pt>
                <c:pt idx="172">
                  <c:v>6.90064094226</c:v>
                </c:pt>
                <c:pt idx="173">
                  <c:v>6.90069349803</c:v>
                </c:pt>
                <c:pt idx="174">
                  <c:v>6.90069647862</c:v>
                </c:pt>
                <c:pt idx="175">
                  <c:v>6.90075208821</c:v>
                </c:pt>
                <c:pt idx="176">
                  <c:v>6.90075524204</c:v>
                </c:pt>
                <c:pt idx="177">
                  <c:v>6.90081004389</c:v>
                </c:pt>
                <c:pt idx="178">
                  <c:v>6.90081292609</c:v>
                </c:pt>
                <c:pt idx="179">
                  <c:v>6.90086162032</c:v>
                </c:pt>
                <c:pt idx="180">
                  <c:v>6.90086421615</c:v>
                </c:pt>
                <c:pt idx="181">
                  <c:v>6.90091082753</c:v>
                </c:pt>
                <c:pt idx="182">
                  <c:v>6.90091346563</c:v>
                </c:pt>
                <c:pt idx="183">
                  <c:v>6.90096223518</c:v>
                </c:pt>
                <c:pt idx="184">
                  <c:v>6.90096500355</c:v>
                </c:pt>
                <c:pt idx="185">
                  <c:v>6.90101417301</c:v>
                </c:pt>
                <c:pt idx="186">
                  <c:v>6.90101681017</c:v>
                </c:pt>
                <c:pt idx="187">
                  <c:v>6.90106086601</c:v>
                </c:pt>
                <c:pt idx="188">
                  <c:v>6.901063139</c:v>
                </c:pt>
                <c:pt idx="189">
                  <c:v>6.9011033888</c:v>
                </c:pt>
                <c:pt idx="190">
                  <c:v>6.90110567494</c:v>
                </c:pt>
                <c:pt idx="191">
                  <c:v>6.90114800079</c:v>
                </c:pt>
                <c:pt idx="192">
                  <c:v>6.90115040771</c:v>
                </c:pt>
                <c:pt idx="193">
                  <c:v>6.9011937557</c:v>
                </c:pt>
                <c:pt idx="194">
                  <c:v>6.90119610716</c:v>
                </c:pt>
                <c:pt idx="195">
                  <c:v>6.90123583426</c:v>
                </c:pt>
                <c:pt idx="196">
                  <c:v>6.90123788524</c:v>
                </c:pt>
                <c:pt idx="197">
                  <c:v>6.90127278418</c:v>
                </c:pt>
                <c:pt idx="198">
                  <c:v>6.90127467322</c:v>
                </c:pt>
                <c:pt idx="199">
                  <c:v>6.90131060067</c:v>
                </c:pt>
                <c:pt idx="200">
                  <c:v>6.90131270889</c:v>
                </c:pt>
                <c:pt idx="201">
                  <c:v>6.90135099255</c:v>
                </c:pt>
                <c:pt idx="202">
                  <c:v>6.90135307489</c:v>
                </c:pt>
                <c:pt idx="203">
                  <c:v>6.90138824707</c:v>
                </c:pt>
                <c:pt idx="204">
                  <c:v>6.9013900669</c:v>
                </c:pt>
                <c:pt idx="205">
                  <c:v>6.9014205784</c:v>
                </c:pt>
                <c:pt idx="206">
                  <c:v>6.90142220511</c:v>
                </c:pt>
                <c:pt idx="207">
                  <c:v>6.9014524248</c:v>
                </c:pt>
                <c:pt idx="208">
                  <c:v>6.90145422031</c:v>
                </c:pt>
                <c:pt idx="209">
                  <c:v>6.90148825758</c:v>
                </c:pt>
                <c:pt idx="210">
                  <c:v>6.901490173</c:v>
                </c:pt>
                <c:pt idx="211">
                  <c:v>6.90152253272</c:v>
                </c:pt>
                <c:pt idx="212">
                  <c:v>6.90152413443</c:v>
                </c:pt>
                <c:pt idx="213">
                  <c:v>6.90155091753</c:v>
                </c:pt>
                <c:pt idx="214">
                  <c:v>6.9015523712</c:v>
                </c:pt>
                <c:pt idx="215">
                  <c:v>6.9015792564</c:v>
                </c:pt>
                <c:pt idx="216">
                  <c:v>6.901580807</c:v>
                </c:pt>
                <c:pt idx="217">
                  <c:v>6.90161001172</c:v>
                </c:pt>
                <c:pt idx="218">
                  <c:v>6.90161172104</c:v>
                </c:pt>
                <c:pt idx="219">
                  <c:v>6.90164189</c:v>
                </c:pt>
                <c:pt idx="220">
                  <c:v>6.9016434877</c:v>
                </c:pt>
                <c:pt idx="221">
                  <c:v>6.9016696681</c:v>
                </c:pt>
                <c:pt idx="222">
                  <c:v>6.90167099612</c:v>
                </c:pt>
                <c:pt idx="223">
                  <c:v>6.90169487753</c:v>
                </c:pt>
                <c:pt idx="224">
                  <c:v>6.90169630452</c:v>
                </c:pt>
                <c:pt idx="225">
                  <c:v>6.90172430028</c:v>
                </c:pt>
                <c:pt idx="226">
                  <c:v>6.9017259488</c:v>
                </c:pt>
                <c:pt idx="227">
                  <c:v>6.90175541894</c:v>
                </c:pt>
                <c:pt idx="228">
                  <c:v>6.90175699716</c:v>
                </c:pt>
                <c:pt idx="229">
                  <c:v>6.90178331224</c:v>
                </c:pt>
                <c:pt idx="230">
                  <c:v>6.90178464786</c:v>
                </c:pt>
                <c:pt idx="231">
                  <c:v>6.90180833653</c:v>
                </c:pt>
                <c:pt idx="232">
                  <c:v>6.90180970085</c:v>
                </c:pt>
                <c:pt idx="233">
                  <c:v>6.90183676729</c:v>
                </c:pt>
                <c:pt idx="234">
                  <c:v>6.901838407</c:v>
                </c:pt>
                <c:pt idx="235">
                  <c:v>6.90186876022</c:v>
                </c:pt>
                <c:pt idx="236">
                  <c:v>6.90187041452</c:v>
                </c:pt>
                <c:pt idx="237">
                  <c:v>6.90189850583</c:v>
                </c:pt>
                <c:pt idx="238">
                  <c:v>6.90189996294</c:v>
                </c:pt>
                <c:pt idx="239">
                  <c:v>6.90192531871</c:v>
                </c:pt>
                <c:pt idx="240">
                  <c:v>6.90192672376</c:v>
                </c:pt>
                <c:pt idx="241">
                  <c:v>6.9019542201</c:v>
                </c:pt>
                <c:pt idx="242">
                  <c:v>6.90195591143</c:v>
                </c:pt>
                <c:pt idx="243">
                  <c:v>6.90198816089</c:v>
                </c:pt>
                <c:pt idx="244">
                  <c:v>6.90198997204</c:v>
                </c:pt>
                <c:pt idx="245">
                  <c:v>6.90202094679</c:v>
                </c:pt>
                <c:pt idx="246">
                  <c:v>6.90202256585</c:v>
                </c:pt>
                <c:pt idx="247">
                  <c:v>6.90205084102</c:v>
                </c:pt>
                <c:pt idx="248">
                  <c:v>6.90205240932</c:v>
                </c:pt>
                <c:pt idx="249">
                  <c:v>6.90208234082</c:v>
                </c:pt>
                <c:pt idx="250">
                  <c:v>6.90208413178</c:v>
                </c:pt>
                <c:pt idx="251">
                  <c:v>6.90211853021</c:v>
                </c:pt>
                <c:pt idx="252">
                  <c:v>6.90212053825</c:v>
                </c:pt>
                <c:pt idx="253">
                  <c:v>6.90215642145</c:v>
                </c:pt>
                <c:pt idx="254">
                  <c:v>6.9021583105</c:v>
                </c:pt>
                <c:pt idx="255">
                  <c:v>6.90219057694</c:v>
                </c:pt>
                <c:pt idx="256">
                  <c:v>6.90219232527</c:v>
                </c:pt>
                <c:pt idx="257">
                  <c:v>6.90222572117</c:v>
                </c:pt>
                <c:pt idx="258">
                  <c:v>6.90222769346</c:v>
                </c:pt>
                <c:pt idx="259">
                  <c:v>6.90226590553</c:v>
                </c:pt>
                <c:pt idx="260">
                  <c:v>6.90226814083</c:v>
                </c:pt>
                <c:pt idx="261">
                  <c:v>6.90230858635</c:v>
                </c:pt>
                <c:pt idx="262">
                  <c:v>6.90231080821</c:v>
                </c:pt>
                <c:pt idx="263">
                  <c:v>6.90234914158</c:v>
                </c:pt>
                <c:pt idx="264">
                  <c:v>6.90235117336</c:v>
                </c:pt>
                <c:pt idx="265">
                  <c:v>6.90238831651</c:v>
                </c:pt>
                <c:pt idx="266">
                  <c:v>6.90239050663</c:v>
                </c:pt>
                <c:pt idx="267">
                  <c:v>6.9024330359</c:v>
                </c:pt>
                <c:pt idx="268">
                  <c:v>6.90243554858</c:v>
                </c:pt>
                <c:pt idx="269">
                  <c:v>6.90248136893</c:v>
                </c:pt>
                <c:pt idx="270">
                  <c:v>6.90248387978</c:v>
                </c:pt>
                <c:pt idx="271">
                  <c:v>6.90252770916</c:v>
                </c:pt>
                <c:pt idx="272">
                  <c:v>6.9025300946</c:v>
                </c:pt>
                <c:pt idx="273">
                  <c:v>6.90257307088</c:v>
                </c:pt>
                <c:pt idx="274">
                  <c:v>6.90257548762</c:v>
                </c:pt>
                <c:pt idx="275">
                  <c:v>6.90262195813</c:v>
                </c:pt>
                <c:pt idx="276">
                  <c:v>6.90262470232</c:v>
                </c:pt>
                <c:pt idx="277">
                  <c:v>6.90267597017</c:v>
                </c:pt>
                <c:pt idx="278">
                  <c:v>6.90267883352</c:v>
                </c:pt>
                <c:pt idx="279">
                  <c:v>6.90272902521</c:v>
                </c:pt>
                <c:pt idx="280">
                  <c:v>6.90273172301</c:v>
                </c:pt>
                <c:pt idx="281">
                  <c:v>6.90277969166</c:v>
                </c:pt>
                <c:pt idx="282">
                  <c:v>6.90278241328</c:v>
                </c:pt>
                <c:pt idx="283">
                  <c:v>6.90283358188</c:v>
                </c:pt>
                <c:pt idx="284">
                  <c:v>6.90283657172</c:v>
                </c:pt>
                <c:pt idx="285">
                  <c:v>6.90289267031</c:v>
                </c:pt>
                <c:pt idx="286">
                  <c:v>6.90289586637</c:v>
                </c:pt>
                <c:pt idx="287">
                  <c:v>6.90295222822</c:v>
                </c:pt>
                <c:pt idx="288">
                  <c:v>6.90295526775</c:v>
                </c:pt>
                <c:pt idx="289">
                  <c:v>6.90300881282</c:v>
                </c:pt>
                <c:pt idx="290">
                  <c:v>6.90301178938</c:v>
                </c:pt>
                <c:pt idx="291">
                  <c:v>6.90306712305</c:v>
                </c:pt>
                <c:pt idx="292">
                  <c:v>6.90307032996</c:v>
                </c:pt>
                <c:pt idx="293">
                  <c:v>6.90313058183</c:v>
                </c:pt>
                <c:pt idx="294">
                  <c:v>6.90313402465</c:v>
                </c:pt>
                <c:pt idx="295">
                  <c:v>6.90319559521</c:v>
                </c:pt>
                <c:pt idx="296">
                  <c:v>6.90319894511</c:v>
                </c:pt>
                <c:pt idx="297">
                  <c:v>6.90325764345</c:v>
                </c:pt>
                <c:pt idx="298">
                  <c:v>6.90326084105</c:v>
                </c:pt>
                <c:pt idx="299">
                  <c:v>6.90331973511</c:v>
                </c:pt>
                <c:pt idx="300">
                  <c:v>6.90332312518</c:v>
                </c:pt>
                <c:pt idx="301">
                  <c:v>6.90338660622</c:v>
                </c:pt>
                <c:pt idx="302">
                  <c:v>6.90339023422</c:v>
                </c:pt>
                <c:pt idx="303">
                  <c:v>6.90345598582</c:v>
                </c:pt>
                <c:pt idx="304">
                  <c:v>6.90345960091</c:v>
                </c:pt>
                <c:pt idx="305">
                  <c:v>6.9035225684</c:v>
                </c:pt>
                <c:pt idx="306">
                  <c:v>6.90352594685</c:v>
                </c:pt>
                <c:pt idx="307">
                  <c:v>6.90358733464</c:v>
                </c:pt>
                <c:pt idx="308">
                  <c:v>6.90359082504</c:v>
                </c:pt>
                <c:pt idx="309">
                  <c:v>6.90365656426</c:v>
                </c:pt>
                <c:pt idx="310">
                  <c:v>6.90366034839</c:v>
                </c:pt>
                <c:pt idx="311">
                  <c:v>6.90372866834</c:v>
                </c:pt>
                <c:pt idx="312">
                  <c:v>6.90373240396</c:v>
                </c:pt>
                <c:pt idx="313">
                  <c:v>6.9037983853</c:v>
                </c:pt>
                <c:pt idx="314">
                  <c:v>6.90380195941</c:v>
                </c:pt>
                <c:pt idx="315">
                  <c:v>6.90386552919</c:v>
                </c:pt>
                <c:pt idx="316">
                  <c:v>6.90386906945</c:v>
                </c:pt>
                <c:pt idx="317">
                  <c:v>6.90393484263</c:v>
                </c:pt>
                <c:pt idx="318">
                  <c:v>6.90393864772</c:v>
                </c:pt>
                <c:pt idx="319">
                  <c:v>6.90400829034</c:v>
                </c:pt>
                <c:pt idx="320">
                  <c:v>6.90401216852</c:v>
                </c:pt>
                <c:pt idx="321">
                  <c:v>6.90407952449</c:v>
                </c:pt>
                <c:pt idx="322">
                  <c:v>6.90408314033</c:v>
                </c:pt>
                <c:pt idx="323">
                  <c:v>6.9041468183</c:v>
                </c:pt>
                <c:pt idx="324">
                  <c:v>6.90415033634</c:v>
                </c:pt>
                <c:pt idx="325">
                  <c:v>6.90421544475</c:v>
                </c:pt>
                <c:pt idx="326">
                  <c:v>6.90421915553</c:v>
                </c:pt>
                <c:pt idx="327">
                  <c:v>6.90428730883</c:v>
                </c:pt>
                <c:pt idx="328">
                  <c:v>6.90429112008</c:v>
                </c:pt>
                <c:pt idx="329">
                  <c:v>6.90435841705</c:v>
                </c:pt>
                <c:pt idx="330">
                  <c:v>6.90436201005</c:v>
                </c:pt>
                <c:pt idx="331">
                  <c:v>6.90442468993</c:v>
                </c:pt>
                <c:pt idx="332">
                  <c:v>6.90442811169</c:v>
                </c:pt>
                <c:pt idx="333">
                  <c:v>6.90449047871</c:v>
                </c:pt>
                <c:pt idx="334">
                  <c:v>6.90449403758</c:v>
                </c:pt>
                <c:pt idx="335">
                  <c:v>6.90455988977</c:v>
                </c:pt>
                <c:pt idx="336">
                  <c:v>6.90456359042</c:v>
                </c:pt>
                <c:pt idx="337">
                  <c:v>6.90462878703</c:v>
                </c:pt>
                <c:pt idx="338">
                  <c:v>6.90463229956</c:v>
                </c:pt>
                <c:pt idx="339">
                  <c:v>6.90469353246</c:v>
                </c:pt>
                <c:pt idx="340">
                  <c:v>6.9046968203</c:v>
                </c:pt>
                <c:pt idx="341">
                  <c:v>6.90475581884</c:v>
                </c:pt>
                <c:pt idx="342">
                  <c:v>6.90475913007</c:v>
                </c:pt>
                <c:pt idx="343">
                  <c:v>6.90482084379</c:v>
                </c:pt>
                <c:pt idx="344">
                  <c:v>6.90482435989</c:v>
                </c:pt>
                <c:pt idx="345">
                  <c:v>6.90488694379</c:v>
                </c:pt>
                <c:pt idx="346">
                  <c:v>6.9048903213</c:v>
                </c:pt>
                <c:pt idx="347">
                  <c:v>6.90494809987</c:v>
                </c:pt>
                <c:pt idx="348">
                  <c:v>6.90495117165</c:v>
                </c:pt>
                <c:pt idx="349">
                  <c:v>6.90500591872</c:v>
                </c:pt>
                <c:pt idx="350">
                  <c:v>6.90500899419</c:v>
                </c:pt>
                <c:pt idx="351">
                  <c:v>6.90506564693</c:v>
                </c:pt>
                <c:pt idx="352">
                  <c:v>6.90506884445</c:v>
                </c:pt>
                <c:pt idx="353">
                  <c:v>6.905126599</c:v>
                </c:pt>
                <c:pt idx="354">
                  <c:v>6.9051297892</c:v>
                </c:pt>
                <c:pt idx="355">
                  <c:v>6.90518430011</c:v>
                </c:pt>
                <c:pt idx="356">
                  <c:v>6.9051871559</c:v>
                </c:pt>
                <c:pt idx="357">
                  <c:v>6.90523691267</c:v>
                </c:pt>
                <c:pt idx="358">
                  <c:v>6.90523964748</c:v>
                </c:pt>
                <c:pt idx="359">
                  <c:v>6.90529054663</c:v>
                </c:pt>
                <c:pt idx="360">
                  <c:v>6.90529345518</c:v>
                </c:pt>
                <c:pt idx="361">
                  <c:v>6.90534653387</c:v>
                </c:pt>
                <c:pt idx="362">
                  <c:v>6.90534941122</c:v>
                </c:pt>
                <c:pt idx="363">
                  <c:v>6.90539894352</c:v>
                </c:pt>
                <c:pt idx="364">
                  <c:v>6.90540156524</c:v>
                </c:pt>
                <c:pt idx="365">
                  <c:v>6.90544679165</c:v>
                </c:pt>
                <c:pt idx="366">
                  <c:v>6.90544924752</c:v>
                </c:pt>
                <c:pt idx="367">
                  <c:v>6.90549362725</c:v>
                </c:pt>
                <c:pt idx="368">
                  <c:v>6.90549614713</c:v>
                </c:pt>
                <c:pt idx="369">
                  <c:v>6.90554336566</c:v>
                </c:pt>
                <c:pt idx="370">
                  <c:v>6.90554602441</c:v>
                </c:pt>
                <c:pt idx="371">
                  <c:v>6.90559163686</c:v>
                </c:pt>
                <c:pt idx="372">
                  <c:v>6.90559399065</c:v>
                </c:pt>
                <c:pt idx="373">
                  <c:v>6.90563382994</c:v>
                </c:pt>
                <c:pt idx="374">
                  <c:v>6.90563596761</c:v>
                </c:pt>
                <c:pt idx="375">
                  <c:v>6.90567494325</c:v>
                </c:pt>
                <c:pt idx="376">
                  <c:v>6.90567717799</c:v>
                </c:pt>
                <c:pt idx="377">
                  <c:v>6.90571830156</c:v>
                </c:pt>
                <c:pt idx="378">
                  <c:v>6.90572059021</c:v>
                </c:pt>
                <c:pt idx="379">
                  <c:v>6.90576111502</c:v>
                </c:pt>
                <c:pt idx="380">
                  <c:v>6.90576326591</c:v>
                </c:pt>
                <c:pt idx="381">
                  <c:v>6.90579911951</c:v>
                </c:pt>
                <c:pt idx="382">
                  <c:v>6.90580097375</c:v>
                </c:pt>
                <c:pt idx="383">
                  <c:v>6.90583377476</c:v>
                </c:pt>
                <c:pt idx="384">
                  <c:v>6.90583563826</c:v>
                </c:pt>
                <c:pt idx="385">
                  <c:v>6.90587135006</c:v>
                </c:pt>
                <c:pt idx="386">
                  <c:v>6.90587340738</c:v>
                </c:pt>
                <c:pt idx="387">
                  <c:v>6.90590952826</c:v>
                </c:pt>
                <c:pt idx="388">
                  <c:v>6.90591142777</c:v>
                </c:pt>
                <c:pt idx="389">
                  <c:v>6.90594329967</c:v>
                </c:pt>
                <c:pt idx="390">
                  <c:v>6.90594493477</c:v>
                </c:pt>
                <c:pt idx="391">
                  <c:v>6.90597348682</c:v>
                </c:pt>
                <c:pt idx="392">
                  <c:v>6.90597509746</c:v>
                </c:pt>
                <c:pt idx="393">
                  <c:v>6.90600542197</c:v>
                </c:pt>
                <c:pt idx="394">
                  <c:v>6.90600719155</c:v>
                </c:pt>
                <c:pt idx="395">
                  <c:v>6.90603957649</c:v>
                </c:pt>
                <c:pt idx="396">
                  <c:v>6.9060413359</c:v>
                </c:pt>
                <c:pt idx="397">
                  <c:v>6.90607061339</c:v>
                </c:pt>
                <c:pt idx="398">
                  <c:v>6.906072093</c:v>
                </c:pt>
                <c:pt idx="399">
                  <c:v>6.9060973733</c:v>
                </c:pt>
                <c:pt idx="400">
                  <c:v>6.90609876368</c:v>
                </c:pt>
                <c:pt idx="401">
                  <c:v>6.90612515311</c:v>
                </c:pt>
                <c:pt idx="402">
                  <c:v>6.90612670963</c:v>
                </c:pt>
                <c:pt idx="403">
                  <c:v>6.90615625001</c:v>
                </c:pt>
                <c:pt idx="404">
                  <c:v>6.90615787448</c:v>
                </c:pt>
                <c:pt idx="405">
                  <c:v>6.90618520873</c:v>
                </c:pt>
                <c:pt idx="406">
                  <c:v>6.90618662748</c:v>
                </c:pt>
                <c:pt idx="407">
                  <c:v>6.90621168669</c:v>
                </c:pt>
                <c:pt idx="408">
                  <c:v>6.9062130372</c:v>
                </c:pt>
                <c:pt idx="409">
                  <c:v>6.90623012325</c:v>
                </c:pt>
                <c:pt idx="410">
                  <c:v>6.90623118941</c:v>
                </c:pt>
                <c:pt idx="411">
                  <c:v>6.86442130998</c:v>
                </c:pt>
                <c:pt idx="412">
                  <c:v>6.86456999323</c:v>
                </c:pt>
                <c:pt idx="413">
                  <c:v>6.86471631825</c:v>
                </c:pt>
                <c:pt idx="414">
                  <c:v>6.86502701474</c:v>
                </c:pt>
                <c:pt idx="415">
                  <c:v>6.87709642558</c:v>
                </c:pt>
                <c:pt idx="416">
                  <c:v>6.87873988035</c:v>
                </c:pt>
                <c:pt idx="417">
                  <c:v>6.94076403126</c:v>
                </c:pt>
                <c:pt idx="418">
                  <c:v>6.94623176956</c:v>
                </c:pt>
                <c:pt idx="419">
                  <c:v>7.07575392084</c:v>
                </c:pt>
                <c:pt idx="420">
                  <c:v>7.0844849179</c:v>
                </c:pt>
                <c:pt idx="421">
                  <c:v>7.27032243603</c:v>
                </c:pt>
                <c:pt idx="422">
                  <c:v>7.28230126551</c:v>
                </c:pt>
                <c:pt idx="423">
                  <c:v>7.52036907968</c:v>
                </c:pt>
                <c:pt idx="424">
                  <c:v>7.53417134111</c:v>
                </c:pt>
                <c:pt idx="425">
                  <c:v>7.77124493701</c:v>
                </c:pt>
                <c:pt idx="426">
                  <c:v>7.78337745904</c:v>
                </c:pt>
                <c:pt idx="427">
                  <c:v>7.98155518667</c:v>
                </c:pt>
                <c:pt idx="428">
                  <c:v>7.99157205634</c:v>
                </c:pt>
                <c:pt idx="429">
                  <c:v>8.14904690178</c:v>
                </c:pt>
                <c:pt idx="430">
                  <c:v>8.15632276504</c:v>
                </c:pt>
                <c:pt idx="431">
                  <c:v>8.26108080729</c:v>
                </c:pt>
                <c:pt idx="432">
                  <c:v>8.26567035385</c:v>
                </c:pt>
                <c:pt idx="433">
                  <c:v>8.33171636885</c:v>
                </c:pt>
                <c:pt idx="434">
                  <c:v>8.33445856922</c:v>
                </c:pt>
                <c:pt idx="435">
                  <c:v>8.36617207088</c:v>
                </c:pt>
                <c:pt idx="436">
                  <c:v>8.367053012</c:v>
                </c:pt>
                <c:pt idx="437">
                  <c:v>8.37285497308</c:v>
                </c:pt>
                <c:pt idx="438">
                  <c:v>8.37329829336</c:v>
                </c:pt>
                <c:pt idx="439">
                  <c:v>8.37326769594</c:v>
                </c:pt>
                <c:pt idx="440">
                  <c:v>8.3731969253</c:v>
                </c:pt>
                <c:pt idx="441">
                  <c:v>8.36381741662</c:v>
                </c:pt>
                <c:pt idx="442">
                  <c:v>8.3627949956</c:v>
                </c:pt>
                <c:pt idx="443">
                  <c:v>8.33696109771</c:v>
                </c:pt>
                <c:pt idx="444">
                  <c:v>8.33522858136</c:v>
                </c:pt>
                <c:pt idx="445">
                  <c:v>8.30024665935</c:v>
                </c:pt>
                <c:pt idx="446">
                  <c:v>8.29804356051</c:v>
                </c:pt>
                <c:pt idx="447">
                  <c:v>8.25230918603</c:v>
                </c:pt>
                <c:pt idx="448">
                  <c:v>8.24946215198</c:v>
                </c:pt>
                <c:pt idx="449">
                  <c:v>8.19483442797</c:v>
                </c:pt>
                <c:pt idx="450">
                  <c:v>8.19163439482</c:v>
                </c:pt>
                <c:pt idx="451">
                  <c:v>8.12998140364</c:v>
                </c:pt>
                <c:pt idx="452">
                  <c:v>8.12630467552</c:v>
                </c:pt>
                <c:pt idx="453">
                  <c:v>8.05647887846</c:v>
                </c:pt>
                <c:pt idx="454">
                  <c:v>8.05244862644</c:v>
                </c:pt>
                <c:pt idx="455">
                  <c:v>7.97760028906</c:v>
                </c:pt>
                <c:pt idx="456">
                  <c:v>7.97328772018</c:v>
                </c:pt>
                <c:pt idx="457">
                  <c:v>7.8925166632</c:v>
                </c:pt>
                <c:pt idx="458">
                  <c:v>7.88788181878</c:v>
                </c:pt>
                <c:pt idx="459">
                  <c:v>7.8029164831</c:v>
                </c:pt>
                <c:pt idx="460">
                  <c:v>7.7981174102</c:v>
                </c:pt>
                <c:pt idx="461">
                  <c:v>7.70979593556</c:v>
                </c:pt>
                <c:pt idx="462">
                  <c:v>7.70477435869</c:v>
                </c:pt>
                <c:pt idx="463">
                  <c:v>7.61293216324</c:v>
                </c:pt>
                <c:pt idx="464">
                  <c:v>7.60777367621</c:v>
                </c:pt>
                <c:pt idx="465">
                  <c:v>7.51397615304</c:v>
                </c:pt>
                <c:pt idx="466">
                  <c:v>7.50869861276</c:v>
                </c:pt>
                <c:pt idx="467">
                  <c:v>7.41293818631</c:v>
                </c:pt>
                <c:pt idx="468">
                  <c:v>7.40762671463</c:v>
                </c:pt>
                <c:pt idx="469">
                  <c:v>7.31405633056</c:v>
                </c:pt>
                <c:pt idx="470">
                  <c:v>7.3090073758</c:v>
                </c:pt>
                <c:pt idx="471">
                  <c:v>7.22158267167</c:v>
                </c:pt>
                <c:pt idx="472">
                  <c:v>7.21695070323</c:v>
                </c:pt>
                <c:pt idx="473">
                  <c:v>7.13929318134</c:v>
                </c:pt>
                <c:pt idx="474">
                  <c:v>7.13534518621</c:v>
                </c:pt>
                <c:pt idx="475">
                  <c:v>7.07148688669</c:v>
                </c:pt>
                <c:pt idx="476">
                  <c:v>7.06832404028</c:v>
                </c:pt>
                <c:pt idx="477">
                  <c:v>7.01760524324</c:v>
                </c:pt>
                <c:pt idx="478">
                  <c:v>7.01512074237</c:v>
                </c:pt>
                <c:pt idx="479">
                  <c:v>6.97602237687</c:v>
                </c:pt>
                <c:pt idx="480">
                  <c:v>6.97413832043</c:v>
                </c:pt>
                <c:pt idx="481">
                  <c:v>6.94421354372</c:v>
                </c:pt>
                <c:pt idx="482">
                  <c:v>6.94273991588</c:v>
                </c:pt>
                <c:pt idx="483">
                  <c:v>6.91902740003</c:v>
                </c:pt>
                <c:pt idx="484">
                  <c:v>6.91785615316</c:v>
                </c:pt>
                <c:pt idx="485">
                  <c:v>6.90896367072</c:v>
                </c:pt>
                <c:pt idx="486">
                  <c:v>6.89884144526</c:v>
                </c:pt>
                <c:pt idx="487">
                  <c:v>6.89787759855</c:v>
                </c:pt>
                <c:pt idx="488">
                  <c:v>6.88169190977</c:v>
                </c:pt>
                <c:pt idx="489">
                  <c:v>6.88085393965</c:v>
                </c:pt>
                <c:pt idx="490">
                  <c:v>6.86686012578</c:v>
                </c:pt>
                <c:pt idx="491">
                  <c:v>6.86613786521</c:v>
                </c:pt>
                <c:pt idx="492">
                  <c:v>6.85384566942</c:v>
                </c:pt>
                <c:pt idx="493">
                  <c:v>6.85319732125</c:v>
                </c:pt>
                <c:pt idx="494">
                  <c:v>6.84220625104</c:v>
                </c:pt>
                <c:pt idx="495">
                  <c:v>6.84163650951</c:v>
                </c:pt>
                <c:pt idx="496">
                  <c:v>6.8320461185</c:v>
                </c:pt>
                <c:pt idx="497">
                  <c:v>6.83154461046</c:v>
                </c:pt>
                <c:pt idx="498">
                  <c:v>6.82300603328</c:v>
                </c:pt>
                <c:pt idx="499">
                  <c:v>6.82256089038</c:v>
                </c:pt>
                <c:pt idx="500">
                  <c:v>6.81512103745</c:v>
                </c:pt>
                <c:pt idx="501">
                  <c:v>6.81473721565</c:v>
                </c:pt>
                <c:pt idx="502">
                  <c:v>6.80822654677</c:v>
                </c:pt>
                <c:pt idx="503">
                  <c:v>6.80788516136</c:v>
                </c:pt>
                <c:pt idx="504">
                  <c:v>6.80213545905</c:v>
                </c:pt>
                <c:pt idx="505">
                  <c:v>6.80183851712</c:v>
                </c:pt>
                <c:pt idx="506">
                  <c:v>6.79683123508</c:v>
                </c:pt>
                <c:pt idx="507">
                  <c:v>6.79656861635</c:v>
                </c:pt>
                <c:pt idx="508">
                  <c:v>6.79208630667</c:v>
                </c:pt>
                <c:pt idx="509">
                  <c:v>6.7918520589</c:v>
                </c:pt>
                <c:pt idx="510">
                  <c:v>6.78791194979</c:v>
                </c:pt>
                <c:pt idx="511">
                  <c:v>6.78770680153</c:v>
                </c:pt>
                <c:pt idx="512">
                  <c:v>6.78420026498</c:v>
                </c:pt>
                <c:pt idx="513">
                  <c:v>6.78401526439</c:v>
                </c:pt>
                <c:pt idx="514">
                  <c:v>6.78138046091</c:v>
                </c:pt>
                <c:pt idx="515">
                  <c:v>6.7808861356</c:v>
                </c:pt>
                <c:pt idx="516">
                  <c:v>6.78072377891</c:v>
                </c:pt>
                <c:pt idx="517">
                  <c:v>6.77797247392</c:v>
                </c:pt>
                <c:pt idx="518">
                  <c:v>6.77782799956</c:v>
                </c:pt>
                <c:pt idx="519">
                  <c:v>6.77537570655</c:v>
                </c:pt>
                <c:pt idx="520">
                  <c:v>6.77524842681</c:v>
                </c:pt>
                <c:pt idx="521">
                  <c:v>6.77312473664</c:v>
                </c:pt>
                <c:pt idx="522">
                  <c:v>6.77301508</c:v>
                </c:pt>
                <c:pt idx="523">
                  <c:v>6.77116384404</c:v>
                </c:pt>
                <c:pt idx="524">
                  <c:v>6.77106783238</c:v>
                </c:pt>
                <c:pt idx="525">
                  <c:v>6.76947525148</c:v>
                </c:pt>
                <c:pt idx="526">
                  <c:v>6.76939443711</c:v>
                </c:pt>
                <c:pt idx="527">
                  <c:v>6.76805980105</c:v>
                </c:pt>
                <c:pt idx="528">
                  <c:v>6.76799179878</c:v>
                </c:pt>
                <c:pt idx="529">
                  <c:v>6.76688217552</c:v>
                </c:pt>
                <c:pt idx="530">
                  <c:v>6.76682713858</c:v>
                </c:pt>
                <c:pt idx="531">
                  <c:v>6.76595112008</c:v>
                </c:pt>
                <c:pt idx="532">
                  <c:v>6.76590835808</c:v>
                </c:pt>
                <c:pt idx="533">
                  <c:v>6.76523007928</c:v>
                </c:pt>
                <c:pt idx="534">
                  <c:v>6.7651976193</c:v>
                </c:pt>
                <c:pt idx="535">
                  <c:v>6.76471610918</c:v>
                </c:pt>
                <c:pt idx="536">
                  <c:v>6.76469497831</c:v>
                </c:pt>
                <c:pt idx="537">
                  <c:v>6.76440745601</c:v>
                </c:pt>
                <c:pt idx="538">
                  <c:v>6.76439637023</c:v>
                </c:pt>
                <c:pt idx="539">
                  <c:v>6.76428357223</c:v>
                </c:pt>
                <c:pt idx="540">
                  <c:v>6.76428225521</c:v>
                </c:pt>
                <c:pt idx="541">
                  <c:v>6.76428106321</c:v>
                </c:pt>
                <c:pt idx="542">
                  <c:v>6.7643413509</c:v>
                </c:pt>
                <c:pt idx="543">
                  <c:v>6.76434896401</c:v>
                </c:pt>
                <c:pt idx="544">
                  <c:v>6.76456092382</c:v>
                </c:pt>
                <c:pt idx="545">
                  <c:v>6.76457690435</c:v>
                </c:pt>
                <c:pt idx="546">
                  <c:v>6.76494550022</c:v>
                </c:pt>
                <c:pt idx="547">
                  <c:v>6.76497046008</c:v>
                </c:pt>
                <c:pt idx="548">
                  <c:v>6.76549472262</c:v>
                </c:pt>
                <c:pt idx="549">
                  <c:v>6.76552801475</c:v>
                </c:pt>
                <c:pt idx="550">
                  <c:v>6.76620266754</c:v>
                </c:pt>
                <c:pt idx="551">
                  <c:v>6.76624440905</c:v>
                </c:pt>
                <c:pt idx="552">
                  <c:v>6.76707490037</c:v>
                </c:pt>
                <c:pt idx="553">
                  <c:v>6.76712536323</c:v>
                </c:pt>
                <c:pt idx="554">
                  <c:v>6.76811374924</c:v>
                </c:pt>
                <c:pt idx="555">
                  <c:v>6.76817319622</c:v>
                </c:pt>
                <c:pt idx="556">
                  <c:v>6.76932094292</c:v>
                </c:pt>
                <c:pt idx="557">
                  <c:v>6.76938884683</c:v>
                </c:pt>
                <c:pt idx="558">
                  <c:v>6.7706766921</c:v>
                </c:pt>
                <c:pt idx="559">
                  <c:v>6.77075160381</c:v>
                </c:pt>
                <c:pt idx="560">
                  <c:v>6.77215896373</c:v>
                </c:pt>
                <c:pt idx="561">
                  <c:v>6.77224026275</c:v>
                </c:pt>
                <c:pt idx="562">
                  <c:v>6.77375525847</c:v>
                </c:pt>
                <c:pt idx="563">
                  <c:v>6.77384223124</c:v>
                </c:pt>
                <c:pt idx="564">
                  <c:v>6.77545178362</c:v>
                </c:pt>
                <c:pt idx="565">
                  <c:v>6.77554356975</c:v>
                </c:pt>
                <c:pt idx="566">
                  <c:v>6.77723293174</c:v>
                </c:pt>
                <c:pt idx="567">
                  <c:v>6.77732857089</c:v>
                </c:pt>
                <c:pt idx="568">
                  <c:v>6.7790791891</c:v>
                </c:pt>
                <c:pt idx="569">
                  <c:v>6.77917795732</c:v>
                </c:pt>
                <c:pt idx="570">
                  <c:v>6.78098126207</c:v>
                </c:pt>
                <c:pt idx="571">
                  <c:v>6.78108290703</c:v>
                </c:pt>
                <c:pt idx="572">
                  <c:v>6.78293544322</c:v>
                </c:pt>
                <c:pt idx="573">
                  <c:v>6.78303955138</c:v>
                </c:pt>
                <c:pt idx="574">
                  <c:v>6.78493248397</c:v>
                </c:pt>
                <c:pt idx="575">
                  <c:v>6.78503848347</c:v>
                </c:pt>
                <c:pt idx="576">
                  <c:v>6.78695889745</c:v>
                </c:pt>
                <c:pt idx="577">
                  <c:v>6.78706617921</c:v>
                </c:pt>
                <c:pt idx="578">
                  <c:v>6.78900616902</c:v>
                </c:pt>
                <c:pt idx="579">
                  <c:v>6.78911456242</c:v>
                </c:pt>
                <c:pt idx="580">
                  <c:v>6.79074667496</c:v>
                </c:pt>
                <c:pt idx="581">
                  <c:v>6.79107460315</c:v>
                </c:pt>
                <c:pt idx="582">
                  <c:v>6.79118395038</c:v>
                </c:pt>
                <c:pt idx="583">
                  <c:v>6.79315909069</c:v>
                </c:pt>
                <c:pt idx="584">
                  <c:v>6.79326901328</c:v>
                </c:pt>
                <c:pt idx="585">
                  <c:v>6.79524932196</c:v>
                </c:pt>
                <c:pt idx="586">
                  <c:v>6.79535936297</c:v>
                </c:pt>
                <c:pt idx="587">
                  <c:v>6.79733737255</c:v>
                </c:pt>
                <c:pt idx="588">
                  <c:v>6.79744718248</c:v>
                </c:pt>
                <c:pt idx="589">
                  <c:v>6.79942316503</c:v>
                </c:pt>
                <c:pt idx="590">
                  <c:v>6.7995328659</c:v>
                </c:pt>
                <c:pt idx="591">
                  <c:v>6.80150712643</c:v>
                </c:pt>
                <c:pt idx="592">
                  <c:v>6.80161663115</c:v>
                </c:pt>
                <c:pt idx="593">
                  <c:v>6.80358082195</c:v>
                </c:pt>
                <c:pt idx="594">
                  <c:v>6.80368954573</c:v>
                </c:pt>
                <c:pt idx="595">
                  <c:v>6.80563699539</c:v>
                </c:pt>
                <c:pt idx="596">
                  <c:v>6.80574471677</c:v>
                </c:pt>
                <c:pt idx="597">
                  <c:v>6.80767602393</c:v>
                </c:pt>
                <c:pt idx="598">
                  <c:v>6.80778284147</c:v>
                </c:pt>
                <c:pt idx="599">
                  <c:v>6.80853001672</c:v>
                </c:pt>
                <c:pt idx="600">
                  <c:v>6.80970005726</c:v>
                </c:pt>
                <c:pt idx="601">
                  <c:v>6.80980613658</c:v>
                </c:pt>
                <c:pt idx="602">
                  <c:v>6.81170489105</c:v>
                </c:pt>
                <c:pt idx="603">
                  <c:v>6.8118097718</c:v>
                </c:pt>
                <c:pt idx="604">
                  <c:v>6.81368330037</c:v>
                </c:pt>
                <c:pt idx="605">
                  <c:v>6.81378660407</c:v>
                </c:pt>
                <c:pt idx="606">
                  <c:v>6.81563434866</c:v>
                </c:pt>
                <c:pt idx="607">
                  <c:v>6.81573633317</c:v>
                </c:pt>
                <c:pt idx="608">
                  <c:v>6.81756306935</c:v>
                </c:pt>
                <c:pt idx="609">
                  <c:v>6.81766399226</c:v>
                </c:pt>
                <c:pt idx="610">
                  <c:v>6.81946773924</c:v>
                </c:pt>
                <c:pt idx="611">
                  <c:v>6.81956722014</c:v>
                </c:pt>
                <c:pt idx="612">
                  <c:v>6.82134137544</c:v>
                </c:pt>
                <c:pt idx="613">
                  <c:v>6.82143902816</c:v>
                </c:pt>
                <c:pt idx="614">
                  <c:v>6.82318261651</c:v>
                </c:pt>
                <c:pt idx="615">
                  <c:v>6.82327866311</c:v>
                </c:pt>
                <c:pt idx="616">
                  <c:v>6.82499594088</c:v>
                </c:pt>
                <c:pt idx="617">
                  <c:v>6.8250907482</c:v>
                </c:pt>
                <c:pt idx="618">
                  <c:v>6.82678325071</c:v>
                </c:pt>
                <c:pt idx="619">
                  <c:v>6.82687653475</c:v>
                </c:pt>
                <c:pt idx="620">
                  <c:v>6.82853884856</c:v>
                </c:pt>
                <c:pt idx="621">
                  <c:v>6.82863021537</c:v>
                </c:pt>
                <c:pt idx="622">
                  <c:v>6.83025923578</c:v>
                </c:pt>
                <c:pt idx="623">
                  <c:v>6.8303488612</c:v>
                </c:pt>
                <c:pt idx="624">
                  <c:v>6.83194924339</c:v>
                </c:pt>
                <c:pt idx="625">
                  <c:v>6.83203750511</c:v>
                </c:pt>
                <c:pt idx="626">
                  <c:v>6.83361241865</c:v>
                </c:pt>
                <c:pt idx="627">
                  <c:v>6.8336991779</c:v>
                </c:pt>
                <c:pt idx="628">
                  <c:v>6.83524512124</c:v>
                </c:pt>
                <c:pt idx="629">
                  <c:v>6.83533001771</c:v>
                </c:pt>
                <c:pt idx="630">
                  <c:v>6.83684241848</c:v>
                </c:pt>
                <c:pt idx="631">
                  <c:v>6.83692554103</c:v>
                </c:pt>
                <c:pt idx="632">
                  <c:v>6.83840796879</c:v>
                </c:pt>
                <c:pt idx="633">
                  <c:v>6.83848969508</c:v>
                </c:pt>
                <c:pt idx="634">
                  <c:v>6.8399473016</c:v>
                </c:pt>
                <c:pt idx="635">
                  <c:v>6.84002754299</c:v>
                </c:pt>
                <c:pt idx="636">
                  <c:v>6.8414578458</c:v>
                </c:pt>
                <c:pt idx="637">
                  <c:v>6.84153639611</c:v>
                </c:pt>
                <c:pt idx="638">
                  <c:v>6.84293524187</c:v>
                </c:pt>
                <c:pt idx="639">
                  <c:v>6.84301207881</c:v>
                </c:pt>
                <c:pt idx="640">
                  <c:v>6.84438038406</c:v>
                </c:pt>
                <c:pt idx="641">
                  <c:v>6.84445571877</c:v>
                </c:pt>
                <c:pt idx="642">
                  <c:v>6.84579955357</c:v>
                </c:pt>
                <c:pt idx="643">
                  <c:v>6.84587356164</c:v>
                </c:pt>
                <c:pt idx="644">
                  <c:v>6.84719361696</c:v>
                </c:pt>
                <c:pt idx="645">
                  <c:v>6.84726612194</c:v>
                </c:pt>
                <c:pt idx="646">
                  <c:v>6.84855607812</c:v>
                </c:pt>
                <c:pt idx="647">
                  <c:v>6.84862691169</c:v>
                </c:pt>
                <c:pt idx="648">
                  <c:v>6.84988730115</c:v>
                </c:pt>
                <c:pt idx="649">
                  <c:v>6.84995666172</c:v>
                </c:pt>
                <c:pt idx="650">
                  <c:v>6.85119335519</c:v>
                </c:pt>
                <c:pt idx="651">
                  <c:v>6.85126141343</c:v>
                </c:pt>
                <c:pt idx="652">
                  <c:v>6.85247615117</c:v>
                </c:pt>
                <c:pt idx="653">
                  <c:v>6.85254292497</c:v>
                </c:pt>
                <c:pt idx="654">
                  <c:v>6.85373163766</c:v>
                </c:pt>
                <c:pt idx="655">
                  <c:v>6.85379691308</c:v>
                </c:pt>
                <c:pt idx="656">
                  <c:v>6.85495681461</c:v>
                </c:pt>
                <c:pt idx="657">
                  <c:v>6.85502054893</c:v>
                </c:pt>
                <c:pt idx="658">
                  <c:v>6.85615689418</c:v>
                </c:pt>
                <c:pt idx="659">
                  <c:v>6.85621944991</c:v>
                </c:pt>
                <c:pt idx="660">
                  <c:v>6.85733645516</c:v>
                </c:pt>
                <c:pt idx="661">
                  <c:v>6.85739790673</c:v>
                </c:pt>
                <c:pt idx="662">
                  <c:v>6.85849115331</c:v>
                </c:pt>
                <c:pt idx="663">
                  <c:v>6.85855121081</c:v>
                </c:pt>
                <c:pt idx="664">
                  <c:v>6.8596181324</c:v>
                </c:pt>
                <c:pt idx="665">
                  <c:v>6.85967670414</c:v>
                </c:pt>
                <c:pt idx="666">
                  <c:v>6.86037457679</c:v>
                </c:pt>
                <c:pt idx="667">
                  <c:v>6.86072020862</c:v>
                </c:pt>
                <c:pt idx="668">
                  <c:v>6.86077756113</c:v>
                </c:pt>
                <c:pt idx="669">
                  <c:v>6.8618027105</c:v>
                </c:pt>
                <c:pt idx="670">
                  <c:v>6.86185921215</c:v>
                </c:pt>
                <c:pt idx="671">
                  <c:v>6.86286477431</c:v>
                </c:pt>
                <c:pt idx="672">
                  <c:v>6.86291999359</c:v>
                </c:pt>
                <c:pt idx="673">
                  <c:v>6.86389997975</c:v>
                </c:pt>
                <c:pt idx="674">
                  <c:v>6.86395371396</c:v>
                </c:pt>
                <c:pt idx="675">
                  <c:v>6.86491141096</c:v>
                </c:pt>
                <c:pt idx="676">
                  <c:v>6.86496404581</c:v>
                </c:pt>
                <c:pt idx="677">
                  <c:v>6.86517430233</c:v>
                </c:pt>
                <c:pt idx="678">
                  <c:v>6.86590425485</c:v>
                </c:pt>
                <c:pt idx="679">
                  <c:v>6.86595606455</c:v>
                </c:pt>
                <c:pt idx="680">
                  <c:v>6.86687880897</c:v>
                </c:pt>
                <c:pt idx="681">
                  <c:v>6.86692958104</c:v>
                </c:pt>
                <c:pt idx="682">
                  <c:v>6.86783076336</c:v>
                </c:pt>
                <c:pt idx="683">
                  <c:v>6.86788009955</c:v>
                </c:pt>
                <c:pt idx="684">
                  <c:v>6.86875786311</c:v>
                </c:pt>
                <c:pt idx="685">
                  <c:v>6.86880606737</c:v>
                </c:pt>
                <c:pt idx="686">
                  <c:v>6.86966714698</c:v>
                </c:pt>
                <c:pt idx="687">
                  <c:v>6.86971462563</c:v>
                </c:pt>
                <c:pt idx="688">
                  <c:v>6.87056017054</c:v>
                </c:pt>
                <c:pt idx="689">
                  <c:v>6.87060666394</c:v>
                </c:pt>
                <c:pt idx="690">
                  <c:v>6.87143238635</c:v>
                </c:pt>
                <c:pt idx="691">
                  <c:v>6.87147758301</c:v>
                </c:pt>
                <c:pt idx="692">
                  <c:v>6.87228113721</c:v>
                </c:pt>
                <c:pt idx="693">
                  <c:v>6.87232519923</c:v>
                </c:pt>
                <c:pt idx="694">
                  <c:v>6.87311075651</c:v>
                </c:pt>
                <c:pt idx="695">
                  <c:v>6.87315408762</c:v>
                </c:pt>
                <c:pt idx="696">
                  <c:v>6.87392651005</c:v>
                </c:pt>
                <c:pt idx="697">
                  <c:v>6.87396900455</c:v>
                </c:pt>
                <c:pt idx="698">
                  <c:v>6.87472390861</c:v>
                </c:pt>
                <c:pt idx="699">
                  <c:v>6.87476521212</c:v>
                </c:pt>
                <c:pt idx="700">
                  <c:v>6.87549927591</c:v>
                </c:pt>
                <c:pt idx="701">
                  <c:v>6.87553950913</c:v>
                </c:pt>
                <c:pt idx="702">
                  <c:v>6.87625588564</c:v>
                </c:pt>
                <c:pt idx="703">
                  <c:v>6.87629537861</c:v>
                </c:pt>
                <c:pt idx="704">
                  <c:v>6.87699890659</c:v>
                </c:pt>
                <c:pt idx="705">
                  <c:v>6.8770376148</c:v>
                </c:pt>
                <c:pt idx="706">
                  <c:v>6.87772685383</c:v>
                </c:pt>
                <c:pt idx="707">
                  <c:v>6.87776457556</c:v>
                </c:pt>
                <c:pt idx="708">
                  <c:v>6.87843401839</c:v>
                </c:pt>
                <c:pt idx="709">
                  <c:v>6.87847068629</c:v>
                </c:pt>
                <c:pt idx="710">
                  <c:v>6.87912211063</c:v>
                </c:pt>
                <c:pt idx="711">
                  <c:v>6.87915798573</c:v>
                </c:pt>
                <c:pt idx="712">
                  <c:v>6.87979709448</c:v>
                </c:pt>
                <c:pt idx="713">
                  <c:v>6.87983226526</c:v>
                </c:pt>
                <c:pt idx="714">
                  <c:v>6.88045906912</c:v>
                </c:pt>
                <c:pt idx="715">
                  <c:v>6.88049339259</c:v>
                </c:pt>
                <c:pt idx="716">
                  <c:v>6.88110278095</c:v>
                </c:pt>
                <c:pt idx="717">
                  <c:v>6.88113615295</c:v>
                </c:pt>
                <c:pt idx="718">
                  <c:v>6.88172777189</c:v>
                </c:pt>
                <c:pt idx="719">
                  <c:v>6.88176029591</c:v>
                </c:pt>
                <c:pt idx="720">
                  <c:v>6.8823397179</c:v>
                </c:pt>
                <c:pt idx="721">
                  <c:v>6.88237159778</c:v>
                </c:pt>
                <c:pt idx="722">
                  <c:v>6.88294105354</c:v>
                </c:pt>
                <c:pt idx="723">
                  <c:v>6.8829723016</c:v>
                </c:pt>
                <c:pt idx="724">
                  <c:v>6.88352714027</c:v>
                </c:pt>
                <c:pt idx="725">
                  <c:v>6.88355753722</c:v>
                </c:pt>
                <c:pt idx="726">
                  <c:v>6.88409534357</c:v>
                </c:pt>
                <c:pt idx="727">
                  <c:v>6.88412484743</c:v>
                </c:pt>
                <c:pt idx="728">
                  <c:v>6.88465002051</c:v>
                </c:pt>
                <c:pt idx="729">
                  <c:v>6.8846789101</c:v>
                </c:pt>
                <c:pt idx="730">
                  <c:v>6.88519586496</c:v>
                </c:pt>
                <c:pt idx="731">
                  <c:v>6.88522431862</c:v>
                </c:pt>
                <c:pt idx="732">
                  <c:v>6.88572960818</c:v>
                </c:pt>
                <c:pt idx="733">
                  <c:v>6.88575728654</c:v>
                </c:pt>
                <c:pt idx="734">
                  <c:v>6.88624628748</c:v>
                </c:pt>
                <c:pt idx="735">
                  <c:v>6.88627306137</c:v>
                </c:pt>
                <c:pt idx="736">
                  <c:v>6.88674995515</c:v>
                </c:pt>
                <c:pt idx="737">
                  <c:v>6.88677618161</c:v>
                </c:pt>
                <c:pt idx="738">
                  <c:v>6.88724602169</c:v>
                </c:pt>
                <c:pt idx="739">
                  <c:v>6.88727189352</c:v>
                </c:pt>
                <c:pt idx="740">
                  <c:v>6.88773185792</c:v>
                </c:pt>
                <c:pt idx="741">
                  <c:v>6.8877571195</c:v>
                </c:pt>
                <c:pt idx="742">
                  <c:v>6.88820395541</c:v>
                </c:pt>
                <c:pt idx="743">
                  <c:v>6.88822835138</c:v>
                </c:pt>
                <c:pt idx="744">
                  <c:v>6.88866238726</c:v>
                </c:pt>
                <c:pt idx="745">
                  <c:v>6.88868620839</c:v>
                </c:pt>
                <c:pt idx="746">
                  <c:v>6.88911285711</c:v>
                </c:pt>
                <c:pt idx="747">
                  <c:v>6.8891364806</c:v>
                </c:pt>
                <c:pt idx="748">
                  <c:v>6.88955718207</c:v>
                </c:pt>
                <c:pt idx="749">
                  <c:v>6.88958029301</c:v>
                </c:pt>
                <c:pt idx="750">
                  <c:v>6.88998872277</c:v>
                </c:pt>
                <c:pt idx="751">
                  <c:v>6.89001100888</c:v>
                </c:pt>
                <c:pt idx="752">
                  <c:v>6.890407656</c:v>
                </c:pt>
                <c:pt idx="753">
                  <c:v>6.89042940655</c:v>
                </c:pt>
                <c:pt idx="754">
                  <c:v>6.8908191278</c:v>
                </c:pt>
                <c:pt idx="755">
                  <c:v>6.89084070386</c:v>
                </c:pt>
                <c:pt idx="756">
                  <c:v>6.89122529501</c:v>
                </c:pt>
                <c:pt idx="757">
                  <c:v>6.89124650544</c:v>
                </c:pt>
                <c:pt idx="758">
                  <c:v>6.89162265103</c:v>
                </c:pt>
                <c:pt idx="759">
                  <c:v>6.89164315298</c:v>
                </c:pt>
                <c:pt idx="760">
                  <c:v>6.89200721268</c:v>
                </c:pt>
                <c:pt idx="761">
                  <c:v>6.89202715143</c:v>
                </c:pt>
                <c:pt idx="762">
                  <c:v>6.89238398333</c:v>
                </c:pt>
                <c:pt idx="763">
                  <c:v>6.89240380864</c:v>
                </c:pt>
                <c:pt idx="764">
                  <c:v>6.89275762207</c:v>
                </c:pt>
                <c:pt idx="765">
                  <c:v>6.89277713733</c:v>
                </c:pt>
                <c:pt idx="766">
                  <c:v>6.89312387336</c:v>
                </c:pt>
                <c:pt idx="767">
                  <c:v>6.89314280281</c:v>
                </c:pt>
                <c:pt idx="768">
                  <c:v>6.89347899883</c:v>
                </c:pt>
                <c:pt idx="769">
                  <c:v>6.89349743535</c:v>
                </c:pt>
                <c:pt idx="770">
                  <c:v>6.89371722522</c:v>
                </c:pt>
                <c:pt idx="771">
                  <c:v>6.89382636203</c:v>
                </c:pt>
                <c:pt idx="772">
                  <c:v>6.89384456513</c:v>
                </c:pt>
                <c:pt idx="773">
                  <c:v>6.89417007345</c:v>
                </c:pt>
                <c:pt idx="774">
                  <c:v>6.89418807942</c:v>
                </c:pt>
                <c:pt idx="775">
                  <c:v>6.89422410562</c:v>
                </c:pt>
                <c:pt idx="776">
                  <c:v>6.8945098648</c:v>
                </c:pt>
                <c:pt idx="777">
                  <c:v>6.89452745511</c:v>
                </c:pt>
                <c:pt idx="778">
                  <c:v>6.89483970181</c:v>
                </c:pt>
                <c:pt idx="779">
                  <c:v>6.89485679865</c:v>
                </c:pt>
                <c:pt idx="780">
                  <c:v>6.89516080823</c:v>
                </c:pt>
                <c:pt idx="781">
                  <c:v>6.89517765443</c:v>
                </c:pt>
                <c:pt idx="782">
                  <c:v>6.8954792805</c:v>
                </c:pt>
                <c:pt idx="783">
                  <c:v>6.89549597782</c:v>
                </c:pt>
                <c:pt idx="784">
                  <c:v>6.89579506057</c:v>
                </c:pt>
                <c:pt idx="785">
                  <c:v>6.89581145867</c:v>
                </c:pt>
                <c:pt idx="786">
                  <c:v>6.89610322024</c:v>
                </c:pt>
                <c:pt idx="787">
                  <c:v>6.89611923033</c:v>
                </c:pt>
                <c:pt idx="788">
                  <c:v>6.89640276524</c:v>
                </c:pt>
                <c:pt idx="789">
                  <c:v>6.89641839918</c:v>
                </c:pt>
                <c:pt idx="790">
                  <c:v>6.89669838173</c:v>
                </c:pt>
                <c:pt idx="791">
                  <c:v>6.89671387498</c:v>
                </c:pt>
                <c:pt idx="792">
                  <c:v>6.89699347426</c:v>
                </c:pt>
                <c:pt idx="793">
                  <c:v>6.89700888172</c:v>
                </c:pt>
                <c:pt idx="794">
                  <c:v>6.89728260571</c:v>
                </c:pt>
                <c:pt idx="795">
                  <c:v>6.89729762075</c:v>
                </c:pt>
                <c:pt idx="796">
                  <c:v>6.89756304861</c:v>
                </c:pt>
                <c:pt idx="797">
                  <c:v>6.89757765835</c:v>
                </c:pt>
                <c:pt idx="798">
                  <c:v>6.8978399055</c:v>
                </c:pt>
                <c:pt idx="799">
                  <c:v>6.89785442905</c:v>
                </c:pt>
                <c:pt idx="800">
                  <c:v>6.89811599185</c:v>
                </c:pt>
                <c:pt idx="801">
                  <c:v>6.89813045644</c:v>
                </c:pt>
                <c:pt idx="802">
                  <c:v>6.89838874683</c:v>
                </c:pt>
                <c:pt idx="803">
                  <c:v>6.8984029775</c:v>
                </c:pt>
                <c:pt idx="804">
                  <c:v>6.89865451272</c:v>
                </c:pt>
                <c:pt idx="805">
                  <c:v>6.8986682802</c:v>
                </c:pt>
                <c:pt idx="806">
                  <c:v>6.89891471352</c:v>
                </c:pt>
                <c:pt idx="807">
                  <c:v>6.89892830313</c:v>
                </c:pt>
                <c:pt idx="808">
                  <c:v>6.89917516621</c:v>
                </c:pt>
                <c:pt idx="809">
                  <c:v>6.89918895186</c:v>
                </c:pt>
                <c:pt idx="810">
                  <c:v>6.89943468009</c:v>
                </c:pt>
                <c:pt idx="811">
                  <c:v>6.89944821785</c:v>
                </c:pt>
                <c:pt idx="812">
                  <c:v>6.89968711742</c:v>
                </c:pt>
                <c:pt idx="813">
                  <c:v>6.89970015698</c:v>
                </c:pt>
                <c:pt idx="814">
                  <c:v>6.89993424146</c:v>
                </c:pt>
                <c:pt idx="815">
                  <c:v>6.89994716359</c:v>
                </c:pt>
                <c:pt idx="816">
                  <c:v>6.90018088954</c:v>
                </c:pt>
                <c:pt idx="817">
                  <c:v>6.90019392873</c:v>
                </c:pt>
                <c:pt idx="818">
                  <c:v>6.90042746702</c:v>
                </c:pt>
                <c:pt idx="819">
                  <c:v>6.90044042047</c:v>
                </c:pt>
                <c:pt idx="820">
                  <c:v>6.9006690168</c:v>
                </c:pt>
                <c:pt idx="821">
                  <c:v>6.90068145218</c:v>
                </c:pt>
                <c:pt idx="822">
                  <c:v>6.90090316367</c:v>
                </c:pt>
                <c:pt idx="823">
                  <c:v>6.90091531991</c:v>
                </c:pt>
                <c:pt idx="824">
                  <c:v>6.9011355044</c:v>
                </c:pt>
                <c:pt idx="825">
                  <c:v>6.90114780954</c:v>
                </c:pt>
                <c:pt idx="826">
                  <c:v>6.90136824026</c:v>
                </c:pt>
                <c:pt idx="827">
                  <c:v>6.90138043132</c:v>
                </c:pt>
                <c:pt idx="828">
                  <c:v>6.9015968698</c:v>
                </c:pt>
                <c:pt idx="829">
                  <c:v>6.90160868017</c:v>
                </c:pt>
                <c:pt idx="830">
                  <c:v>6.90181928986</c:v>
                </c:pt>
                <c:pt idx="831">
                  <c:v>6.90183085291</c:v>
                </c:pt>
                <c:pt idx="832">
                  <c:v>6.90203875021</c:v>
                </c:pt>
                <c:pt idx="833">
                  <c:v>6.90205042536</c:v>
                </c:pt>
                <c:pt idx="834">
                  <c:v>6.90226075748</c:v>
                </c:pt>
                <c:pt idx="835">
                  <c:v>6.90227246345</c:v>
                </c:pt>
                <c:pt idx="836">
                  <c:v>6.90248117207</c:v>
                </c:pt>
                <c:pt idx="837">
                  <c:v>6.90249256602</c:v>
                </c:pt>
                <c:pt idx="838">
                  <c:v>6.90269566829</c:v>
                </c:pt>
                <c:pt idx="839">
                  <c:v>6.90270685246</c:v>
                </c:pt>
                <c:pt idx="840">
                  <c:v>6.9029082701</c:v>
                </c:pt>
                <c:pt idx="841">
                  <c:v>6.90291955278</c:v>
                </c:pt>
                <c:pt idx="842">
                  <c:v>6.90312266168</c:v>
                </c:pt>
                <c:pt idx="843">
                  <c:v>6.90313401579</c:v>
                </c:pt>
                <c:pt idx="844">
                  <c:v>6.90333859091</c:v>
                </c:pt>
                <c:pt idx="845">
                  <c:v>6.90334983266</c:v>
                </c:pt>
                <c:pt idx="846">
                  <c:v>6.90355010956</c:v>
                </c:pt>
                <c:pt idx="847">
                  <c:v>6.90356113185</c:v>
                </c:pt>
                <c:pt idx="848">
                  <c:v>6.90375785962</c:v>
                </c:pt>
                <c:pt idx="849">
                  <c:v>6.90376884494</c:v>
                </c:pt>
                <c:pt idx="850">
                  <c:v>6.9039676545</c:v>
                </c:pt>
                <c:pt idx="851">
                  <c:v>6.90397872823</c:v>
                </c:pt>
                <c:pt idx="852">
                  <c:v>6.90417854743</c:v>
                </c:pt>
                <c:pt idx="853">
                  <c:v>6.90418956892</c:v>
                </c:pt>
                <c:pt idx="854">
                  <c:v>6.90438637626</c:v>
                </c:pt>
                <c:pt idx="855">
                  <c:v>6.90439722006</c:v>
                </c:pt>
                <c:pt idx="856">
                  <c:v>6.90458919616</c:v>
                </c:pt>
                <c:pt idx="857">
                  <c:v>6.90459981283</c:v>
                </c:pt>
                <c:pt idx="858">
                  <c:v>6.90479120093</c:v>
                </c:pt>
                <c:pt idx="859">
                  <c:v>6.90480187522</c:v>
                </c:pt>
                <c:pt idx="860">
                  <c:v>6.90499590494</c:v>
                </c:pt>
                <c:pt idx="861">
                  <c:v>6.90500661616</c:v>
                </c:pt>
                <c:pt idx="862">
                  <c:v>6.90519701814</c:v>
                </c:pt>
                <c:pt idx="863">
                  <c:v>6.90520748545</c:v>
                </c:pt>
                <c:pt idx="864">
                  <c:v>6.90523853466</c:v>
                </c:pt>
                <c:pt idx="865">
                  <c:v>6.90539195834</c:v>
                </c:pt>
                <c:pt idx="866">
                  <c:v>6.90540212194</c:v>
                </c:pt>
                <c:pt idx="867">
                  <c:v>6.90541225708</c:v>
                </c:pt>
                <c:pt idx="868">
                  <c:v>6.90558453056</c:v>
                </c:pt>
                <c:pt idx="869">
                  <c:v>6.90559461668</c:v>
                </c:pt>
                <c:pt idx="870">
                  <c:v>6.90577773992</c:v>
                </c:pt>
                <c:pt idx="871">
                  <c:v>6.90578790542</c:v>
                </c:pt>
                <c:pt idx="872">
                  <c:v>6.90596872703</c:v>
                </c:pt>
                <c:pt idx="873">
                  <c:v>6.90597864971</c:v>
                </c:pt>
                <c:pt idx="874">
                  <c:v>6.90615232062</c:v>
                </c:pt>
                <c:pt idx="875">
                  <c:v>6.90616179795</c:v>
                </c:pt>
                <c:pt idx="876">
                  <c:v>6.9063313117</c:v>
                </c:pt>
                <c:pt idx="877">
                  <c:v>6.90634065877</c:v>
                </c:pt>
                <c:pt idx="878">
                  <c:v>6.90651024461</c:v>
                </c:pt>
                <c:pt idx="879">
                  <c:v>6.90651968824</c:v>
                </c:pt>
                <c:pt idx="880">
                  <c:v>6.90668810053</c:v>
                </c:pt>
                <c:pt idx="881">
                  <c:v>6.90669738438</c:v>
                </c:pt>
                <c:pt idx="882">
                  <c:v>6.90685995584</c:v>
                </c:pt>
                <c:pt idx="883">
                  <c:v>6.90686877396</c:v>
                </c:pt>
                <c:pt idx="884">
                  <c:v>6.90702642414</c:v>
                </c:pt>
                <c:pt idx="885">
                  <c:v>6.90703508421</c:v>
                </c:pt>
                <c:pt idx="886">
                  <c:v>6.90719267968</c:v>
                </c:pt>
                <c:pt idx="887">
                  <c:v>6.90720151982</c:v>
                </c:pt>
                <c:pt idx="888">
                  <c:v>6.90735937236</c:v>
                </c:pt>
                <c:pt idx="889">
                  <c:v>6.90736809897</c:v>
                </c:pt>
                <c:pt idx="890">
                  <c:v>6.90752117982</c:v>
                </c:pt>
                <c:pt idx="891">
                  <c:v>6.90752945426</c:v>
                </c:pt>
                <c:pt idx="892">
                  <c:v>6.90767625659</c:v>
                </c:pt>
                <c:pt idx="893">
                  <c:v>6.90768428772</c:v>
                </c:pt>
                <c:pt idx="894">
                  <c:v>6.90782975905</c:v>
                </c:pt>
                <c:pt idx="895">
                  <c:v>6.90783791884</c:v>
                </c:pt>
                <c:pt idx="896">
                  <c:v>6.90798383066</c:v>
                </c:pt>
                <c:pt idx="897">
                  <c:v>6.90799189527</c:v>
                </c:pt>
                <c:pt idx="898">
                  <c:v>6.90813392704</c:v>
                </c:pt>
                <c:pt idx="899">
                  <c:v>6.9081415595</c:v>
                </c:pt>
                <c:pt idx="900">
                  <c:v>6.90827713561</c:v>
                </c:pt>
                <c:pt idx="901">
                  <c:v>6.90828451817</c:v>
                </c:pt>
                <c:pt idx="902">
                  <c:v>6.9084170338</c:v>
                </c:pt>
                <c:pt idx="903">
                  <c:v>6.90842445661</c:v>
                </c:pt>
                <c:pt idx="904">
                  <c:v>6.90855751044</c:v>
                </c:pt>
                <c:pt idx="905">
                  <c:v>6.90856491546</c:v>
                </c:pt>
                <c:pt idx="906">
                  <c:v>6.90869599569</c:v>
                </c:pt>
                <c:pt idx="907">
                  <c:v>6.90870305104</c:v>
                </c:pt>
                <c:pt idx="908">
                  <c:v>6.90882685779</c:v>
                </c:pt>
                <c:pt idx="909">
                  <c:v>6.90883357361</c:v>
                </c:pt>
                <c:pt idx="910">
                  <c:v>6.90895342318</c:v>
                </c:pt>
                <c:pt idx="911">
                  <c:v>6.90896015123</c:v>
                </c:pt>
                <c:pt idx="912">
                  <c:v>6.90908075028</c:v>
                </c:pt>
                <c:pt idx="913">
                  <c:v>6.9090874089</c:v>
                </c:pt>
                <c:pt idx="914">
                  <c:v>6.90920670194</c:v>
                </c:pt>
                <c:pt idx="915">
                  <c:v>6.90921316905</c:v>
                </c:pt>
                <c:pt idx="916">
                  <c:v>6.90932701963</c:v>
                </c:pt>
                <c:pt idx="917">
                  <c:v>6.90933318662</c:v>
                </c:pt>
                <c:pt idx="918">
                  <c:v>6.90944159268</c:v>
                </c:pt>
                <c:pt idx="919">
                  <c:v>6.9094476379</c:v>
                </c:pt>
                <c:pt idx="920">
                  <c:v>6.90955594737</c:v>
                </c:pt>
                <c:pt idx="921">
                  <c:v>6.90956196896</c:v>
                </c:pt>
                <c:pt idx="922">
                  <c:v>6.90967078241</c:v>
                </c:pt>
                <c:pt idx="923">
                  <c:v>6.90967667995</c:v>
                </c:pt>
                <c:pt idx="924">
                  <c:v>6.90978084917</c:v>
                </c:pt>
                <c:pt idx="925">
                  <c:v>6.90978652061</c:v>
                </c:pt>
                <c:pt idx="926">
                  <c:v>6.90988517981</c:v>
                </c:pt>
                <c:pt idx="927">
                  <c:v>6.90989060662</c:v>
                </c:pt>
                <c:pt idx="928">
                  <c:v>6.90998830801</c:v>
                </c:pt>
                <c:pt idx="929">
                  <c:v>6.9099937374</c:v>
                </c:pt>
                <c:pt idx="930">
                  <c:v>6.91009269535</c:v>
                </c:pt>
                <c:pt idx="931">
                  <c:v>6.91009814353</c:v>
                </c:pt>
                <c:pt idx="932">
                  <c:v>6.91019425146</c:v>
                </c:pt>
                <c:pt idx="933">
                  <c:v>6.91019948421</c:v>
                </c:pt>
                <c:pt idx="934">
                  <c:v>6.91029015085</c:v>
                </c:pt>
                <c:pt idx="935">
                  <c:v>6.9102950981</c:v>
                </c:pt>
                <c:pt idx="936">
                  <c:v>6.91038355284</c:v>
                </c:pt>
                <c:pt idx="937">
                  <c:v>6.91038843978</c:v>
                </c:pt>
                <c:pt idx="938">
                  <c:v>6.91047897533</c:v>
                </c:pt>
                <c:pt idx="939">
                  <c:v>6.91048404448</c:v>
                </c:pt>
                <c:pt idx="940">
                  <c:v>6.91057329259</c:v>
                </c:pt>
                <c:pt idx="941">
                  <c:v>6.91057819499</c:v>
                </c:pt>
                <c:pt idx="942">
                  <c:v>6.91066206991</c:v>
                </c:pt>
                <c:pt idx="943">
                  <c:v>6.9106665756</c:v>
                </c:pt>
                <c:pt idx="944">
                  <c:v>6.91074765726</c:v>
                </c:pt>
                <c:pt idx="945">
                  <c:v>6.91075211608</c:v>
                </c:pt>
                <c:pt idx="946">
                  <c:v>6.91083500967</c:v>
                </c:pt>
                <c:pt idx="947">
                  <c:v>6.91083968377</c:v>
                </c:pt>
                <c:pt idx="948">
                  <c:v>6.91092286621</c:v>
                </c:pt>
                <c:pt idx="949">
                  <c:v>6.91092746248</c:v>
                </c:pt>
                <c:pt idx="950">
                  <c:v>6.91100657471</c:v>
                </c:pt>
                <c:pt idx="951">
                  <c:v>6.91101079101</c:v>
                </c:pt>
                <c:pt idx="952">
                  <c:v>6.91108609748</c:v>
                </c:pt>
                <c:pt idx="953">
                  <c:v>6.91109023745</c:v>
                </c:pt>
                <c:pt idx="954">
                  <c:v>6.91116729145</c:v>
                </c:pt>
                <c:pt idx="955">
                  <c:v>6.91117165754</c:v>
                </c:pt>
                <c:pt idx="956">
                  <c:v>6.9112500755</c:v>
                </c:pt>
                <c:pt idx="957">
                  <c:v>6.911254456</c:v>
                </c:pt>
                <c:pt idx="958">
                  <c:v>6.91133027394</c:v>
                </c:pt>
                <c:pt idx="959">
                  <c:v>6.91133430282</c:v>
                </c:pt>
                <c:pt idx="960">
                  <c:v>6.9113705299</c:v>
                </c:pt>
                <c:pt idx="961">
                  <c:v>6.91139429606</c:v>
                </c:pt>
                <c:pt idx="962">
                  <c:v>6.91140612329</c:v>
                </c:pt>
                <c:pt idx="963">
                  <c:v>6.91141002023</c:v>
                </c:pt>
                <c:pt idx="964">
                  <c:v>6.91148173171</c:v>
                </c:pt>
                <c:pt idx="965">
                  <c:v>6.91148587506</c:v>
                </c:pt>
                <c:pt idx="966">
                  <c:v>6.91156105882</c:v>
                </c:pt>
                <c:pt idx="967">
                  <c:v>6.91156525338</c:v>
                </c:pt>
                <c:pt idx="968">
                  <c:v>6.9116387421</c:v>
                </c:pt>
                <c:pt idx="969">
                  <c:v>6.91164264903</c:v>
                </c:pt>
                <c:pt idx="970">
                  <c:v>6.91171222145</c:v>
                </c:pt>
                <c:pt idx="971">
                  <c:v>6.91171600495</c:v>
                </c:pt>
                <c:pt idx="972">
                  <c:v>6.91178513727</c:v>
                </c:pt>
                <c:pt idx="973">
                  <c:v>6.91178911755</c:v>
                </c:pt>
                <c:pt idx="974">
                  <c:v>6.91186115329</c:v>
                </c:pt>
                <c:pt idx="975">
                  <c:v>6.91186520572</c:v>
                </c:pt>
                <c:pt idx="976">
                  <c:v>6.91193779214</c:v>
                </c:pt>
                <c:pt idx="977">
                  <c:v>6.91194167731</c:v>
                </c:pt>
                <c:pt idx="978">
                  <c:v>6.91201026816</c:v>
                </c:pt>
                <c:pt idx="979">
                  <c:v>6.91201399345</c:v>
                </c:pt>
                <c:pt idx="980">
                  <c:v>6.91208083943</c:v>
                </c:pt>
                <c:pt idx="981">
                  <c:v>6.91208467066</c:v>
                </c:pt>
                <c:pt idx="982">
                  <c:v>6.91215440783</c:v>
                </c:pt>
                <c:pt idx="983">
                  <c:v>6.91215833271</c:v>
                </c:pt>
                <c:pt idx="984">
                  <c:v>6.91222991968</c:v>
                </c:pt>
                <c:pt idx="985">
                  <c:v>6.91223379815</c:v>
                </c:pt>
                <c:pt idx="986">
                  <c:v>6.91230241259</c:v>
                </c:pt>
                <c:pt idx="987">
                  <c:v>6.91230613183</c:v>
                </c:pt>
                <c:pt idx="988">
                  <c:v>6.91237165146</c:v>
                </c:pt>
                <c:pt idx="989">
                  <c:v>6.91237537296</c:v>
                </c:pt>
                <c:pt idx="990">
                  <c:v>6.91244250809</c:v>
                </c:pt>
                <c:pt idx="991">
                  <c:v>6.91244629322</c:v>
                </c:pt>
                <c:pt idx="992">
                  <c:v>6.91251575044</c:v>
                </c:pt>
                <c:pt idx="993">
                  <c:v>6.91251950892</c:v>
                </c:pt>
                <c:pt idx="994">
                  <c:v>6.91258508318</c:v>
                </c:pt>
                <c:pt idx="995">
                  <c:v>6.91258863245</c:v>
                </c:pt>
                <c:pt idx="996">
                  <c:v>6.91264998949</c:v>
                </c:pt>
                <c:pt idx="997">
                  <c:v>6.9126533674</c:v>
                </c:pt>
                <c:pt idx="998">
                  <c:v>6.91271433826</c:v>
                </c:pt>
                <c:pt idx="999">
                  <c:v>6.91271772143</c:v>
                </c:pt>
                <c:pt idx="1000">
                  <c:v>6.91278074368</c:v>
                </c:pt>
                <c:pt idx="1001">
                  <c:v>6.91278423918</c:v>
                </c:pt>
                <c:pt idx="1002">
                  <c:v>6.91284585248</c:v>
                </c:pt>
                <c:pt idx="1003">
                  <c:v>6.91284920671</c:v>
                </c:pt>
                <c:pt idx="1004">
                  <c:v>6.91290607292</c:v>
                </c:pt>
                <c:pt idx="1005">
                  <c:v>6.91290918757</c:v>
                </c:pt>
                <c:pt idx="1006">
                  <c:v>6.91296608661</c:v>
                </c:pt>
                <c:pt idx="1007">
                  <c:v>6.91296926584</c:v>
                </c:pt>
                <c:pt idx="1008">
                  <c:v>6.91302974076</c:v>
                </c:pt>
                <c:pt idx="1009">
                  <c:v>6.91303316782</c:v>
                </c:pt>
                <c:pt idx="1010">
                  <c:v>6.9130947424</c:v>
                </c:pt>
                <c:pt idx="1011">
                  <c:v>6.91309818714</c:v>
                </c:pt>
                <c:pt idx="1012">
                  <c:v>6.91315770188</c:v>
                </c:pt>
                <c:pt idx="1013">
                  <c:v>6.91316091942</c:v>
                </c:pt>
                <c:pt idx="1014">
                  <c:v>6.91321954976</c:v>
                </c:pt>
                <c:pt idx="1015">
                  <c:v>6.91322284637</c:v>
                </c:pt>
                <c:pt idx="1016">
                  <c:v>6.91328627113</c:v>
                </c:pt>
                <c:pt idx="1017">
                  <c:v>6.91328995441</c:v>
                </c:pt>
                <c:pt idx="1018">
                  <c:v>6.91335594549</c:v>
                </c:pt>
                <c:pt idx="1019">
                  <c:v>6.91335966196</c:v>
                </c:pt>
                <c:pt idx="1020">
                  <c:v>6.91342434588</c:v>
                </c:pt>
                <c:pt idx="1021">
                  <c:v>6.91342786738</c:v>
                </c:pt>
                <c:pt idx="1022">
                  <c:v>6.91349186842</c:v>
                </c:pt>
                <c:pt idx="1023">
                  <c:v>6.91349543554</c:v>
                </c:pt>
                <c:pt idx="1024">
                  <c:v>6.91356305438</c:v>
                </c:pt>
                <c:pt idx="1025">
                  <c:v>6.91356700193</c:v>
                </c:pt>
                <c:pt idx="1026">
                  <c:v>6.91363988808</c:v>
                </c:pt>
                <c:pt idx="1027">
                  <c:v>6.91364404235</c:v>
                </c:pt>
                <c:pt idx="1028">
                  <c:v>6.91371698236</c:v>
                </c:pt>
                <c:pt idx="1029">
                  <c:v>6.91372091717</c:v>
                </c:pt>
                <c:pt idx="1030">
                  <c:v>6.91379267534</c:v>
                </c:pt>
                <c:pt idx="1031">
                  <c:v>6.91379669943</c:v>
                </c:pt>
                <c:pt idx="1032">
                  <c:v>6.91387185202</c:v>
                </c:pt>
                <c:pt idx="1033">
                  <c:v>6.91387622452</c:v>
                </c:pt>
                <c:pt idx="1034">
                  <c:v>6.91395646489</c:v>
                </c:pt>
                <c:pt idx="1035">
                  <c:v>6.91396102728</c:v>
                </c:pt>
                <c:pt idx="1036">
                  <c:v>6.91404319052</c:v>
                </c:pt>
                <c:pt idx="1037">
                  <c:v>6.91404764878</c:v>
                </c:pt>
                <c:pt idx="1038">
                  <c:v>6.91412776333</c:v>
                </c:pt>
                <c:pt idx="1039">
                  <c:v>6.91413217583</c:v>
                </c:pt>
                <c:pt idx="1040">
                  <c:v>6.91421373709</c:v>
                </c:pt>
                <c:pt idx="1041">
                  <c:v>6.91421848397</c:v>
                </c:pt>
                <c:pt idx="1042">
                  <c:v>6.91430519843</c:v>
                </c:pt>
                <c:pt idx="1043">
                  <c:v>6.91431010513</c:v>
                </c:pt>
                <c:pt idx="1044">
                  <c:v>6.91439837024</c:v>
                </c:pt>
                <c:pt idx="1045">
                  <c:v>6.91440315382</c:v>
                </c:pt>
                <c:pt idx="1046">
                  <c:v>6.9144892252</c:v>
                </c:pt>
                <c:pt idx="1047">
                  <c:v>6.91449399341</c:v>
                </c:pt>
                <c:pt idx="1048">
                  <c:v>6.91457940342</c:v>
                </c:pt>
                <c:pt idx="1049">
                  <c:v>6.91458425997</c:v>
                </c:pt>
                <c:pt idx="1050">
                  <c:v>6.91467281368</c:v>
                </c:pt>
                <c:pt idx="1051">
                  <c:v>6.91467783776</c:v>
                </c:pt>
                <c:pt idx="1052">
                  <c:v>6.91476900594</c:v>
                </c:pt>
                <c:pt idx="1053">
                  <c:v>6.91477396804</c:v>
                </c:pt>
                <c:pt idx="1054">
                  <c:v>6.91481348841</c:v>
                </c:pt>
                <c:pt idx="1055">
                  <c:v>6.91485696781</c:v>
                </c:pt>
                <c:pt idx="1056">
                  <c:v>6.91486168067</c:v>
                </c:pt>
                <c:pt idx="1057">
                  <c:v>6.91486645427</c:v>
                </c:pt>
                <c:pt idx="1058">
                  <c:v>6.91495107739</c:v>
                </c:pt>
                <c:pt idx="1059">
                  <c:v>6.91495584178</c:v>
                </c:pt>
                <c:pt idx="1060">
                  <c:v>6.91504174801</c:v>
                </c:pt>
                <c:pt idx="1061">
                  <c:v>6.91504656038</c:v>
                </c:pt>
                <c:pt idx="1062">
                  <c:v>6.91513397913</c:v>
                </c:pt>
                <c:pt idx="1063">
                  <c:v>6.91513876324</c:v>
                </c:pt>
                <c:pt idx="1064">
                  <c:v>6.91522359496</c:v>
                </c:pt>
                <c:pt idx="1065">
                  <c:v>6.91522820741</c:v>
                </c:pt>
                <c:pt idx="1066">
                  <c:v>6.91530776427</c:v>
                </c:pt>
                <c:pt idx="1067">
                  <c:v>6.91531212691</c:v>
                </c:pt>
                <c:pt idx="1068">
                  <c:v>6.9153910114</c:v>
                </c:pt>
                <c:pt idx="1069">
                  <c:v>6.91539540681</c:v>
                </c:pt>
                <c:pt idx="1070">
                  <c:v>6.91547606796</c:v>
                </c:pt>
                <c:pt idx="1071">
                  <c:v>6.91548048923</c:v>
                </c:pt>
                <c:pt idx="1072">
                  <c:v>6.91555782132</c:v>
                </c:pt>
                <c:pt idx="1073">
                  <c:v>6.91556202201</c:v>
                </c:pt>
                <c:pt idx="1074">
                  <c:v>6.91563413164</c:v>
                </c:pt>
                <c:pt idx="1075">
                  <c:v>6.91563803884</c:v>
                </c:pt>
                <c:pt idx="1076">
                  <c:v>6.91570763112</c:v>
                </c:pt>
                <c:pt idx="1077">
                  <c:v>6.91571145509</c:v>
                </c:pt>
                <c:pt idx="1078">
                  <c:v>6.91578213396</c:v>
                </c:pt>
                <c:pt idx="1079">
                  <c:v>6.91578610557</c:v>
                </c:pt>
                <c:pt idx="1080">
                  <c:v>6.91585647947</c:v>
                </c:pt>
                <c:pt idx="1081">
                  <c:v>6.915860336</c:v>
                </c:pt>
                <c:pt idx="1082">
                  <c:v>6.91592576279</c:v>
                </c:pt>
                <c:pt idx="1083">
                  <c:v>6.91592925076</c:v>
                </c:pt>
                <c:pt idx="1084">
                  <c:v>6.91599226458</c:v>
                </c:pt>
                <c:pt idx="1085">
                  <c:v>6.91599574531</c:v>
                </c:pt>
                <c:pt idx="1086">
                  <c:v>6.91606115146</c:v>
                </c:pt>
                <c:pt idx="1087">
                  <c:v>6.91606486738</c:v>
                </c:pt>
                <c:pt idx="1088">
                  <c:v>6.91613086726</c:v>
                </c:pt>
                <c:pt idx="1089">
                  <c:v>6.91613451271</c:v>
                </c:pt>
                <c:pt idx="1090">
                  <c:v>6.91619694704</c:v>
                </c:pt>
                <c:pt idx="1091">
                  <c:v>6.91620027182</c:v>
                </c:pt>
                <c:pt idx="1092">
                  <c:v>6.91625935296</c:v>
                </c:pt>
                <c:pt idx="1093">
                  <c:v>6.91626256879</c:v>
                </c:pt>
                <c:pt idx="1094">
                  <c:v>6.91632198401</c:v>
                </c:pt>
                <c:pt idx="1095">
                  <c:v>6.91632540307</c:v>
                </c:pt>
                <c:pt idx="1096">
                  <c:v>6.91638717149</c:v>
                </c:pt>
                <c:pt idx="1097">
                  <c:v>6.91639060674</c:v>
                </c:pt>
                <c:pt idx="1098">
                  <c:v>6.91644909241</c:v>
                </c:pt>
                <c:pt idx="1099">
                  <c:v>6.91645211753</c:v>
                </c:pt>
                <c:pt idx="1100">
                  <c:v>6.91650608279</c:v>
                </c:pt>
                <c:pt idx="1101">
                  <c:v>6.9165090312</c:v>
                </c:pt>
                <c:pt idx="1102">
                  <c:v>6.91656342339</c:v>
                </c:pt>
                <c:pt idx="1103">
                  <c:v>6.91656654161</c:v>
                </c:pt>
                <c:pt idx="1104">
                  <c:v>6.91662200891</c:v>
                </c:pt>
                <c:pt idx="1105">
                  <c:v>6.91662510934</c:v>
                </c:pt>
                <c:pt idx="1106">
                  <c:v>6.91667967413</c:v>
                </c:pt>
                <c:pt idx="1107">
                  <c:v>6.91668254572</c:v>
                </c:pt>
                <c:pt idx="1108">
                  <c:v>6.91673231513</c:v>
                </c:pt>
                <c:pt idx="1109">
                  <c:v>6.91673494886</c:v>
                </c:pt>
                <c:pt idx="1110">
                  <c:v>6.91678287735</c:v>
                </c:pt>
                <c:pt idx="1111">
                  <c:v>6.91678568038</c:v>
                </c:pt>
                <c:pt idx="1112">
                  <c:v>6.91683671304</c:v>
                </c:pt>
                <c:pt idx="1113">
                  <c:v>6.91683955378</c:v>
                </c:pt>
                <c:pt idx="1114">
                  <c:v>6.91689007206</c:v>
                </c:pt>
                <c:pt idx="1115">
                  <c:v>6.91689271068</c:v>
                </c:pt>
                <c:pt idx="1116">
                  <c:v>6.91693944046</c:v>
                </c:pt>
                <c:pt idx="1117">
                  <c:v>6.91694194795</c:v>
                </c:pt>
                <c:pt idx="1118">
                  <c:v>6.91698622555</c:v>
                </c:pt>
                <c:pt idx="1119">
                  <c:v>6.91698876321</c:v>
                </c:pt>
                <c:pt idx="1120">
                  <c:v>6.91703534592</c:v>
                </c:pt>
                <c:pt idx="1121">
                  <c:v>6.91703798176</c:v>
                </c:pt>
                <c:pt idx="1122">
                  <c:v>6.91708580874</c:v>
                </c:pt>
                <c:pt idx="1123">
                  <c:v>6.91708834512</c:v>
                </c:pt>
                <c:pt idx="1124">
                  <c:v>6.91713256765</c:v>
                </c:pt>
                <c:pt idx="1125">
                  <c:v>6.91713496854</c:v>
                </c:pt>
                <c:pt idx="1126">
                  <c:v>6.91717647692</c:v>
                </c:pt>
                <c:pt idx="1127">
                  <c:v>6.91717880189</c:v>
                </c:pt>
                <c:pt idx="1128">
                  <c:v>6.91722097173</c:v>
                </c:pt>
                <c:pt idx="1129">
                  <c:v>6.91722333688</c:v>
                </c:pt>
                <c:pt idx="1130">
                  <c:v>6.91726805504</c:v>
                </c:pt>
                <c:pt idx="1131">
                  <c:v>6.91727050364</c:v>
                </c:pt>
                <c:pt idx="1132">
                  <c:v>6.91731332052</c:v>
                </c:pt>
                <c:pt idx="1133">
                  <c:v>6.91731561458</c:v>
                </c:pt>
                <c:pt idx="1134">
                  <c:v>6.91735423666</c:v>
                </c:pt>
                <c:pt idx="1135">
                  <c:v>6.9173563913</c:v>
                </c:pt>
                <c:pt idx="1136">
                  <c:v>6.91739579185</c:v>
                </c:pt>
                <c:pt idx="1137">
                  <c:v>6.91739801555</c:v>
                </c:pt>
                <c:pt idx="1138">
                  <c:v>6.91744042014</c:v>
                </c:pt>
                <c:pt idx="1139">
                  <c:v>6.91744277688</c:v>
                </c:pt>
                <c:pt idx="1140">
                  <c:v>6.91748444861</c:v>
                </c:pt>
                <c:pt idx="1141">
                  <c:v>6.91748671581</c:v>
                </c:pt>
                <c:pt idx="1142">
                  <c:v>6.91752482888</c:v>
                </c:pt>
                <c:pt idx="1143">
                  <c:v>6.91752687721</c:v>
                </c:pt>
                <c:pt idx="1144">
                  <c:v>6.91756430122</c:v>
                </c:pt>
                <c:pt idx="1145">
                  <c:v>6.91756640794</c:v>
                </c:pt>
                <c:pt idx="1146">
                  <c:v>6.9176072363</c:v>
                </c:pt>
                <c:pt idx="1147">
                  <c:v>6.91760957355</c:v>
                </c:pt>
                <c:pt idx="1148">
                  <c:v>6.91765091154</c:v>
                </c:pt>
                <c:pt idx="1149">
                  <c:v>6.9176531934</c:v>
                </c:pt>
                <c:pt idx="1150">
                  <c:v>6.91766413702</c:v>
                </c:pt>
                <c:pt idx="1151">
                  <c:v>6.9176728165</c:v>
                </c:pt>
                <c:pt idx="1152">
                  <c:v>6.91769170693</c:v>
                </c:pt>
                <c:pt idx="1153">
                  <c:v>6.91769373813</c:v>
                </c:pt>
                <c:pt idx="1154">
                  <c:v>6.91773089261</c:v>
                </c:pt>
                <c:pt idx="1155">
                  <c:v>6.9177329322</c:v>
                </c:pt>
                <c:pt idx="1156">
                  <c:v>6.9177727245</c:v>
                </c:pt>
                <c:pt idx="1157">
                  <c:v>6.91777506009</c:v>
                </c:pt>
                <c:pt idx="1158">
                  <c:v>6.91781726806</c:v>
                </c:pt>
                <c:pt idx="1159">
                  <c:v>6.91781964369</c:v>
                </c:pt>
                <c:pt idx="1160">
                  <c:v>6.91785938361</c:v>
                </c:pt>
                <c:pt idx="1161">
                  <c:v>6.91786144229</c:v>
                </c:pt>
                <c:pt idx="1162">
                  <c:v>6.91789835693</c:v>
                </c:pt>
                <c:pt idx="1163">
                  <c:v>6.91790040969</c:v>
                </c:pt>
                <c:pt idx="1164">
                  <c:v>6.91793988584</c:v>
                </c:pt>
                <c:pt idx="1165">
                  <c:v>6.91794219526</c:v>
                </c:pt>
                <c:pt idx="1166">
                  <c:v>6.91798404383</c:v>
                </c:pt>
                <c:pt idx="1167">
                  <c:v>6.91798641715</c:v>
                </c:pt>
                <c:pt idx="1168">
                  <c:v>6.91802723277</c:v>
                </c:pt>
                <c:pt idx="1169">
                  <c:v>6.91802936605</c:v>
                </c:pt>
                <c:pt idx="1170">
                  <c:v>6.91806721834</c:v>
                </c:pt>
                <c:pt idx="1171">
                  <c:v>6.91806925746</c:v>
                </c:pt>
                <c:pt idx="1172">
                  <c:v>6.91810789635</c:v>
                </c:pt>
                <c:pt idx="1173">
                  <c:v>6.91811023238</c:v>
                </c:pt>
                <c:pt idx="1174">
                  <c:v>6.91815242259</c:v>
                </c:pt>
                <c:pt idx="1175">
                  <c:v>6.91815482343</c:v>
                </c:pt>
                <c:pt idx="1176">
                  <c:v>6.91819646066</c:v>
                </c:pt>
                <c:pt idx="1177">
                  <c:v>6.91819859112</c:v>
                </c:pt>
                <c:pt idx="1178">
                  <c:v>6.91823645701</c:v>
                </c:pt>
                <c:pt idx="1179">
                  <c:v>6.91823850054</c:v>
                </c:pt>
                <c:pt idx="1180">
                  <c:v>6.9182748677</c:v>
                </c:pt>
                <c:pt idx="1181">
                  <c:v>6.9182769869</c:v>
                </c:pt>
                <c:pt idx="1182">
                  <c:v>6.91831567645</c:v>
                </c:pt>
                <c:pt idx="1183">
                  <c:v>6.91831788964</c:v>
                </c:pt>
                <c:pt idx="1184">
                  <c:v>6.91835669746</c:v>
                </c:pt>
                <c:pt idx="1185">
                  <c:v>6.91835868852</c:v>
                </c:pt>
                <c:pt idx="1186">
                  <c:v>6.91839314714</c:v>
                </c:pt>
                <c:pt idx="1187">
                  <c:v>6.91839497232</c:v>
                </c:pt>
                <c:pt idx="1188">
                  <c:v>6.91842733852</c:v>
                </c:pt>
                <c:pt idx="1189">
                  <c:v>6.91842923154</c:v>
                </c:pt>
                <c:pt idx="1190">
                  <c:v>6.91846355611</c:v>
                </c:pt>
                <c:pt idx="1191">
                  <c:v>6.91846551293</c:v>
                </c:pt>
                <c:pt idx="1192">
                  <c:v>6.91850194038</c:v>
                </c:pt>
                <c:pt idx="1193">
                  <c:v>6.91850387453</c:v>
                </c:pt>
                <c:pt idx="1194">
                  <c:v>6.91853832867</c:v>
                </c:pt>
                <c:pt idx="1195">
                  <c:v>6.91854018291</c:v>
                </c:pt>
                <c:pt idx="1196">
                  <c:v>6.91857186396</c:v>
                </c:pt>
                <c:pt idx="1197">
                  <c:v>6.91857371398</c:v>
                </c:pt>
                <c:pt idx="1198">
                  <c:v>6.91860827152</c:v>
                </c:pt>
                <c:pt idx="1199">
                  <c:v>6.9186102692</c:v>
                </c:pt>
                <c:pt idx="1200">
                  <c:v>6.91864820514</c:v>
                </c:pt>
                <c:pt idx="1201">
                  <c:v>6.91865029419</c:v>
                </c:pt>
                <c:pt idx="1202">
                  <c:v>6.91868760297</c:v>
                </c:pt>
                <c:pt idx="1203">
                  <c:v>6.91868964013</c:v>
                </c:pt>
                <c:pt idx="1204">
                  <c:v>6.91872507621</c:v>
                </c:pt>
                <c:pt idx="1205">
                  <c:v>6.91872709416</c:v>
                </c:pt>
                <c:pt idx="1206">
                  <c:v>6.91876465604</c:v>
                </c:pt>
                <c:pt idx="1207">
                  <c:v>6.91876681404</c:v>
                </c:pt>
                <c:pt idx="1208">
                  <c:v>6.91880905266</c:v>
                </c:pt>
                <c:pt idx="1209">
                  <c:v>6.91881148191</c:v>
                </c:pt>
                <c:pt idx="1210">
                  <c:v>6.91885538063</c:v>
                </c:pt>
                <c:pt idx="1211">
                  <c:v>6.91885784534</c:v>
                </c:pt>
                <c:pt idx="1212">
                  <c:v>6.91890033275</c:v>
                </c:pt>
                <c:pt idx="1213">
                  <c:v>6.9189026829</c:v>
                </c:pt>
                <c:pt idx="1214">
                  <c:v>6.91894651122</c:v>
                </c:pt>
                <c:pt idx="1215">
                  <c:v>6.91894905515</c:v>
                </c:pt>
                <c:pt idx="1216">
                  <c:v>6.91899876179</c:v>
                </c:pt>
                <c:pt idx="1217">
                  <c:v>6.91900165007</c:v>
                </c:pt>
                <c:pt idx="1218">
                  <c:v>6.91905373453</c:v>
                </c:pt>
                <c:pt idx="1219">
                  <c:v>6.91905668641</c:v>
                </c:pt>
                <c:pt idx="1220">
                  <c:v>6.91910836422</c:v>
                </c:pt>
                <c:pt idx="1221">
                  <c:v>6.91911119393</c:v>
                </c:pt>
                <c:pt idx="1222">
                  <c:v>6.91916332555</c:v>
                </c:pt>
                <c:pt idx="1223">
                  <c:v>6.91916623544</c:v>
                </c:pt>
                <c:pt idx="1224">
                  <c:v>6.91922253514</c:v>
                </c:pt>
                <c:pt idx="1225">
                  <c:v>6.91922587136</c:v>
                </c:pt>
                <c:pt idx="1226">
                  <c:v>6.91928695005</c:v>
                </c:pt>
                <c:pt idx="1227">
                  <c:v>6.91929040707</c:v>
                </c:pt>
                <c:pt idx="1228">
                  <c:v>6.91935021112</c:v>
                </c:pt>
                <c:pt idx="1229">
                  <c:v>6.91935344484</c:v>
                </c:pt>
                <c:pt idx="1230">
                  <c:v>6.91941300278</c:v>
                </c:pt>
                <c:pt idx="1231">
                  <c:v>6.919416328</c:v>
                </c:pt>
                <c:pt idx="1232">
                  <c:v>6.91947885055</c:v>
                </c:pt>
                <c:pt idx="1233">
                  <c:v>6.91948247351</c:v>
                </c:pt>
                <c:pt idx="1234">
                  <c:v>6.91954854731</c:v>
                </c:pt>
                <c:pt idx="1235">
                  <c:v>6.91955231901</c:v>
                </c:pt>
                <c:pt idx="1236">
                  <c:v>6.91961880167</c:v>
                </c:pt>
                <c:pt idx="1237">
                  <c:v>6.91962234015</c:v>
                </c:pt>
                <c:pt idx="1238">
                  <c:v>6.91968561217</c:v>
                </c:pt>
                <c:pt idx="1239">
                  <c:v>6.9196890962</c:v>
                </c:pt>
                <c:pt idx="1240">
                  <c:v>6.91975453185</c:v>
                </c:pt>
                <c:pt idx="1241">
                  <c:v>6.91975834053</c:v>
                </c:pt>
                <c:pt idx="1242">
                  <c:v>6.91982696593</c:v>
                </c:pt>
                <c:pt idx="1243">
                  <c:v>6.9198308024</c:v>
                </c:pt>
                <c:pt idx="1244">
                  <c:v>6.91985369319</c:v>
                </c:pt>
                <c:pt idx="1245">
                  <c:v>6.91988016407</c:v>
                </c:pt>
                <c:pt idx="1246">
                  <c:v>6.91989904479</c:v>
                </c:pt>
                <c:pt idx="1247">
                  <c:v>6.91990272705</c:v>
                </c:pt>
                <c:pt idx="1248">
                  <c:v>6.91996791553</c:v>
                </c:pt>
                <c:pt idx="1249">
                  <c:v>6.91997143288</c:v>
                </c:pt>
                <c:pt idx="1250">
                  <c:v>6.92003464027</c:v>
                </c:pt>
                <c:pt idx="1251">
                  <c:v>6.92003827784</c:v>
                </c:pt>
                <c:pt idx="1252">
                  <c:v>6.92010430029</c:v>
                </c:pt>
                <c:pt idx="1253">
                  <c:v>6.92010803651</c:v>
                </c:pt>
                <c:pt idx="1254">
                  <c:v>6.9201740833</c:v>
                </c:pt>
                <c:pt idx="1255">
                  <c:v>6.92017756061</c:v>
                </c:pt>
                <c:pt idx="1256">
                  <c:v>6.9202390698</c:v>
                </c:pt>
                <c:pt idx="1257">
                  <c:v>6.92024242788</c:v>
                </c:pt>
                <c:pt idx="1258">
                  <c:v>6.92030139668</c:v>
                </c:pt>
                <c:pt idx="1259">
                  <c:v>6.9203047146</c:v>
                </c:pt>
                <c:pt idx="1260">
                  <c:v>6.92036443662</c:v>
                </c:pt>
                <c:pt idx="1261">
                  <c:v>6.92036777937</c:v>
                </c:pt>
                <c:pt idx="1262">
                  <c:v>6.92042828563</c:v>
                </c:pt>
                <c:pt idx="1263">
                  <c:v>6.9204315294</c:v>
                </c:pt>
                <c:pt idx="1264">
                  <c:v>6.92048798912</c:v>
                </c:pt>
                <c:pt idx="1265">
                  <c:v>6.9204909893</c:v>
                </c:pt>
                <c:pt idx="1266">
                  <c:v>6.92054271433</c:v>
                </c:pt>
                <c:pt idx="1267">
                  <c:v>6.92054560556</c:v>
                </c:pt>
                <c:pt idx="1268">
                  <c:v>6.92059805776</c:v>
                </c:pt>
                <c:pt idx="1269">
                  <c:v>6.92060096774</c:v>
                </c:pt>
                <c:pt idx="1270">
                  <c:v>6.92065430451</c:v>
                </c:pt>
                <c:pt idx="1271">
                  <c:v>6.92065719147</c:v>
                </c:pt>
                <c:pt idx="1272">
                  <c:v>6.92070821114</c:v>
                </c:pt>
                <c:pt idx="1273">
                  <c:v>6.92071099109</c:v>
                </c:pt>
                <c:pt idx="1274">
                  <c:v>6.92075861661</c:v>
                </c:pt>
                <c:pt idx="1275">
                  <c:v>6.92076122991</c:v>
                </c:pt>
                <c:pt idx="1276">
                  <c:v>6.92080850095</c:v>
                </c:pt>
                <c:pt idx="1277">
                  <c:v>6.92081114644</c:v>
                </c:pt>
                <c:pt idx="1278">
                  <c:v>6.92086142226</c:v>
                </c:pt>
                <c:pt idx="1279">
                  <c:v>6.92086423221</c:v>
                </c:pt>
                <c:pt idx="1280">
                  <c:v>6.92091407956</c:v>
                </c:pt>
                <c:pt idx="1281">
                  <c:v>6.92091680138</c:v>
                </c:pt>
                <c:pt idx="1282">
                  <c:v>6.92096241215</c:v>
                </c:pt>
                <c:pt idx="1283">
                  <c:v>6.92096487263</c:v>
                </c:pt>
                <c:pt idx="1284">
                  <c:v>6.92100932673</c:v>
                </c:pt>
                <c:pt idx="1285">
                  <c:v>6.92101179694</c:v>
                </c:pt>
                <c:pt idx="1286">
                  <c:v>6.92105863786</c:v>
                </c:pt>
                <c:pt idx="1287">
                  <c:v>6.92106131295</c:v>
                </c:pt>
                <c:pt idx="1288">
                  <c:v>6.92110849412</c:v>
                </c:pt>
                <c:pt idx="1289">
                  <c:v>6.92111106443</c:v>
                </c:pt>
                <c:pt idx="1290">
                  <c:v>6.92115449416</c:v>
                </c:pt>
                <c:pt idx="1291">
                  <c:v>6.9211567842</c:v>
                </c:pt>
                <c:pt idx="1292">
                  <c:v>6.92119799203</c:v>
                </c:pt>
                <c:pt idx="1293">
                  <c:v>6.92120023377</c:v>
                </c:pt>
                <c:pt idx="1294">
                  <c:v>6.92124312339</c:v>
                </c:pt>
                <c:pt idx="1295">
                  <c:v>6.92124561233</c:v>
                </c:pt>
                <c:pt idx="1296">
                  <c:v>6.92128968296</c:v>
                </c:pt>
                <c:pt idx="1297">
                  <c:v>6.92129212427</c:v>
                </c:pt>
                <c:pt idx="1298">
                  <c:v>6.92133364882</c:v>
                </c:pt>
                <c:pt idx="1299">
                  <c:v>6.92133580193</c:v>
                </c:pt>
                <c:pt idx="1300">
                  <c:v>6.92137388209</c:v>
                </c:pt>
                <c:pt idx="1301">
                  <c:v>6.92137594484</c:v>
                </c:pt>
                <c:pt idx="1302">
                  <c:v>6.9214155955</c:v>
                </c:pt>
                <c:pt idx="1303">
                  <c:v>6.92141791861</c:v>
                </c:pt>
                <c:pt idx="1304">
                  <c:v>6.92145928226</c:v>
                </c:pt>
                <c:pt idx="1305">
                  <c:v>6.92146162204</c:v>
                </c:pt>
                <c:pt idx="1306">
                  <c:v>6.92150165534</c:v>
                </c:pt>
                <c:pt idx="1307">
                  <c:v>6.92150371007</c:v>
                </c:pt>
                <c:pt idx="1308">
                  <c:v>6.92154024172</c:v>
                </c:pt>
                <c:pt idx="1309">
                  <c:v>6.92154222708</c:v>
                </c:pt>
                <c:pt idx="1310">
                  <c:v>6.92157887685</c:v>
                </c:pt>
                <c:pt idx="1311">
                  <c:v>6.92158103667</c:v>
                </c:pt>
                <c:pt idx="1312">
                  <c:v>6.92162048009</c:v>
                </c:pt>
                <c:pt idx="1313">
                  <c:v>6.92162271143</c:v>
                </c:pt>
                <c:pt idx="1314">
                  <c:v>6.92166174839</c:v>
                </c:pt>
                <c:pt idx="1315">
                  <c:v>6.92166376252</c:v>
                </c:pt>
                <c:pt idx="1316">
                  <c:v>6.92169939988</c:v>
                </c:pt>
                <c:pt idx="1317">
                  <c:v>6.9217013031</c:v>
                </c:pt>
                <c:pt idx="1318">
                  <c:v>6.92173553771</c:v>
                </c:pt>
                <c:pt idx="1319">
                  <c:v>6.92173755982</c:v>
                </c:pt>
                <c:pt idx="1320">
                  <c:v>6.92177451861</c:v>
                </c:pt>
                <c:pt idx="1321">
                  <c:v>6.92177665089</c:v>
                </c:pt>
                <c:pt idx="1322">
                  <c:v>6.92181489956</c:v>
                </c:pt>
                <c:pt idx="1323">
                  <c:v>6.92181688195</c:v>
                </c:pt>
                <c:pt idx="1324">
                  <c:v>6.92185157143</c:v>
                </c:pt>
                <c:pt idx="1325">
                  <c:v>6.92185344222</c:v>
                </c:pt>
                <c:pt idx="1326">
                  <c:v>6.92188687583</c:v>
                </c:pt>
                <c:pt idx="1327">
                  <c:v>6.92188881239</c:v>
                </c:pt>
                <c:pt idx="1328">
                  <c:v>6.92192420776</c:v>
                </c:pt>
                <c:pt idx="1329">
                  <c:v>6.92192623577</c:v>
                </c:pt>
                <c:pt idx="1330">
                  <c:v>6.92196355433</c:v>
                </c:pt>
                <c:pt idx="1331">
                  <c:v>6.92196556605</c:v>
                </c:pt>
                <c:pt idx="1332">
                  <c:v>6.92200098702</c:v>
                </c:pt>
                <c:pt idx="1333">
                  <c:v>6.92200289274</c:v>
                </c:pt>
                <c:pt idx="1334">
                  <c:v>6.92203541491</c:v>
                </c:pt>
                <c:pt idx="1335">
                  <c:v>6.92203726391</c:v>
                </c:pt>
                <c:pt idx="1336">
                  <c:v>6.92207154136</c:v>
                </c:pt>
                <c:pt idx="1337">
                  <c:v>6.92207350692</c:v>
                </c:pt>
                <c:pt idx="1338">
                  <c:v>6.92211080634</c:v>
                </c:pt>
                <c:pt idx="1339">
                  <c:v>6.92211285522</c:v>
                </c:pt>
                <c:pt idx="1340">
                  <c:v>6.92211698733</c:v>
                </c:pt>
                <c:pt idx="1341">
                  <c:v>6.92212514733</c:v>
                </c:pt>
                <c:pt idx="1342">
                  <c:v>6.92214888265</c:v>
                </c:pt>
                <c:pt idx="1343">
                  <c:v>6.92215087469</c:v>
                </c:pt>
                <c:pt idx="1344">
                  <c:v>6.92218414921</c:v>
                </c:pt>
                <c:pt idx="1345">
                  <c:v>6.92218597899</c:v>
                </c:pt>
                <c:pt idx="1346">
                  <c:v>6.92221976946</c:v>
                </c:pt>
                <c:pt idx="1347">
                  <c:v>6.92222168433</c:v>
                </c:pt>
                <c:pt idx="1348">
                  <c:v>6.92225879338</c:v>
                </c:pt>
                <c:pt idx="1349">
                  <c:v>6.92226088843</c:v>
                </c:pt>
                <c:pt idx="1350">
                  <c:v>6.92229842371</c:v>
                </c:pt>
                <c:pt idx="1351">
                  <c:v>6.92230049957</c:v>
                </c:pt>
                <c:pt idx="1352">
                  <c:v>6.92233486508</c:v>
                </c:pt>
                <c:pt idx="1353">
                  <c:v>6.92233671448</c:v>
                </c:pt>
                <c:pt idx="1354">
                  <c:v>6.92237048295</c:v>
                </c:pt>
                <c:pt idx="1355">
                  <c:v>6.92237237267</c:v>
                </c:pt>
                <c:pt idx="1356">
                  <c:v>6.92240941855</c:v>
                </c:pt>
                <c:pt idx="1357">
                  <c:v>6.92241156388</c:v>
                </c:pt>
                <c:pt idx="1358">
                  <c:v>6.92244957823</c:v>
                </c:pt>
                <c:pt idx="1359">
                  <c:v>6.92245167381</c:v>
                </c:pt>
                <c:pt idx="1360">
                  <c:v>6.92248702283</c:v>
                </c:pt>
                <c:pt idx="1361">
                  <c:v>6.92248891579</c:v>
                </c:pt>
                <c:pt idx="1362">
                  <c:v>6.92252308504</c:v>
                </c:pt>
                <c:pt idx="1363">
                  <c:v>6.92252495126</c:v>
                </c:pt>
                <c:pt idx="1364">
                  <c:v>6.92256078282</c:v>
                </c:pt>
                <c:pt idx="1365">
                  <c:v>6.92256290609</c:v>
                </c:pt>
                <c:pt idx="1366">
                  <c:v>6.92260103075</c:v>
                </c:pt>
                <c:pt idx="1367">
                  <c:v>6.92260317098</c:v>
                </c:pt>
                <c:pt idx="1368">
                  <c:v>6.92263860695</c:v>
                </c:pt>
                <c:pt idx="1369">
                  <c:v>6.92264041759</c:v>
                </c:pt>
                <c:pt idx="1370">
                  <c:v>6.92267247661</c:v>
                </c:pt>
                <c:pt idx="1371">
                  <c:v>6.92267419543</c:v>
                </c:pt>
                <c:pt idx="1372">
                  <c:v>6.92270677292</c:v>
                </c:pt>
                <c:pt idx="1373">
                  <c:v>6.92270870487</c:v>
                </c:pt>
                <c:pt idx="1374">
                  <c:v>6.9227428139</c:v>
                </c:pt>
                <c:pt idx="1375">
                  <c:v>6.9227447435</c:v>
                </c:pt>
                <c:pt idx="1376">
                  <c:v>6.92277745648</c:v>
                </c:pt>
                <c:pt idx="1377">
                  <c:v>6.92277909162</c:v>
                </c:pt>
                <c:pt idx="1378">
                  <c:v>6.92280768822</c:v>
                </c:pt>
                <c:pt idx="1379">
                  <c:v>6.92280923379</c:v>
                </c:pt>
                <c:pt idx="1380">
                  <c:v>6.92283852749</c:v>
                </c:pt>
                <c:pt idx="1381">
                  <c:v>6.92284030364</c:v>
                </c:pt>
                <c:pt idx="1382">
                  <c:v>6.92287232186</c:v>
                </c:pt>
                <c:pt idx="1383">
                  <c:v>6.92287415613</c:v>
                </c:pt>
                <c:pt idx="1384">
                  <c:v>6.92290609413</c:v>
                </c:pt>
                <c:pt idx="1385">
                  <c:v>6.92290775439</c:v>
                </c:pt>
                <c:pt idx="1386">
                  <c:v>6.92293738439</c:v>
                </c:pt>
                <c:pt idx="1387">
                  <c:v>6.92293893846</c:v>
                </c:pt>
                <c:pt idx="1388">
                  <c:v>6.922967576</c:v>
                </c:pt>
                <c:pt idx="1389">
                  <c:v>6.92296930794</c:v>
                </c:pt>
                <c:pt idx="1390">
                  <c:v>6.92300186452</c:v>
                </c:pt>
                <c:pt idx="1391">
                  <c:v>6.92300377473</c:v>
                </c:pt>
                <c:pt idx="1392">
                  <c:v>6.92303831069</c:v>
                </c:pt>
                <c:pt idx="1393">
                  <c:v>6.92304013105</c:v>
                </c:pt>
                <c:pt idx="1394">
                  <c:v>6.92307272522</c:v>
                </c:pt>
                <c:pt idx="1395">
                  <c:v>6.92307453299</c:v>
                </c:pt>
                <c:pt idx="1396">
                  <c:v>6.9231069704</c:v>
                </c:pt>
                <c:pt idx="1397">
                  <c:v>6.92310887558</c:v>
                </c:pt>
                <c:pt idx="1398">
                  <c:v>6.92314425534</c:v>
                </c:pt>
                <c:pt idx="1399">
                  <c:v>6.92314632542</c:v>
                </c:pt>
                <c:pt idx="1400">
                  <c:v>6.92318571904</c:v>
                </c:pt>
                <c:pt idx="1401">
                  <c:v>6.92318787508</c:v>
                </c:pt>
                <c:pt idx="1402">
                  <c:v>6.92322674121</c:v>
                </c:pt>
                <c:pt idx="1403">
                  <c:v>6.92322886693</c:v>
                </c:pt>
                <c:pt idx="1404">
                  <c:v>6.92326652703</c:v>
                </c:pt>
                <c:pt idx="1405">
                  <c:v>6.9232687116</c:v>
                </c:pt>
                <c:pt idx="1406">
                  <c:v>6.92331026638</c:v>
                </c:pt>
                <c:pt idx="1407">
                  <c:v>6.92331264224</c:v>
                </c:pt>
                <c:pt idx="1408">
                  <c:v>6.92335803416</c:v>
                </c:pt>
                <c:pt idx="1409">
                  <c:v>6.92336059947</c:v>
                </c:pt>
                <c:pt idx="1410">
                  <c:v>6.92340681997</c:v>
                </c:pt>
                <c:pt idx="1411">
                  <c:v>6.9234094005</c:v>
                </c:pt>
                <c:pt idx="1412">
                  <c:v>6.92345433767</c:v>
                </c:pt>
                <c:pt idx="1413">
                  <c:v>6.92345685652</c:v>
                </c:pt>
                <c:pt idx="1414">
                  <c:v>6.92350359738</c:v>
                </c:pt>
                <c:pt idx="1415">
                  <c:v>6.92350627732</c:v>
                </c:pt>
                <c:pt idx="1416">
                  <c:v>6.92355782453</c:v>
                </c:pt>
                <c:pt idx="1417">
                  <c:v>6.9235607628</c:v>
                </c:pt>
                <c:pt idx="1418">
                  <c:v>6.92361376091</c:v>
                </c:pt>
                <c:pt idx="1419">
                  <c:v>6.92361671109</c:v>
                </c:pt>
                <c:pt idx="1420">
                  <c:v>6.92366807175</c:v>
                </c:pt>
                <c:pt idx="1421">
                  <c:v>6.92367090708</c:v>
                </c:pt>
                <c:pt idx="1422">
                  <c:v>6.9237227669</c:v>
                </c:pt>
                <c:pt idx="1423">
                  <c:v>6.92372567015</c:v>
                </c:pt>
                <c:pt idx="1424">
                  <c:v>6.92378115226</c:v>
                </c:pt>
                <c:pt idx="1425">
                  <c:v>6.92378436668</c:v>
                </c:pt>
                <c:pt idx="1426">
                  <c:v>6.92384208045</c:v>
                </c:pt>
                <c:pt idx="1427">
                  <c:v>6.92384528733</c:v>
                </c:pt>
                <c:pt idx="1428">
                  <c:v>6.92390072471</c:v>
                </c:pt>
                <c:pt idx="1429">
                  <c:v>6.92390370766</c:v>
                </c:pt>
                <c:pt idx="1430">
                  <c:v>6.92395807164</c:v>
                </c:pt>
                <c:pt idx="1431">
                  <c:v>6.92396107905</c:v>
                </c:pt>
                <c:pt idx="1432">
                  <c:v>6.92401781967</c:v>
                </c:pt>
                <c:pt idx="1433">
                  <c:v>6.92402110124</c:v>
                </c:pt>
                <c:pt idx="1434">
                  <c:v>6.92403085239</c:v>
                </c:pt>
                <c:pt idx="1435">
                  <c:v>6.9240538412</c:v>
                </c:pt>
                <c:pt idx="1436">
                  <c:v>6.92407994325</c:v>
                </c:pt>
                <c:pt idx="1437">
                  <c:v>6.92408321792</c:v>
                </c:pt>
                <c:pt idx="1438">
                  <c:v>6.92414003027</c:v>
                </c:pt>
                <c:pt idx="1439">
                  <c:v>6.92414301187</c:v>
                </c:pt>
                <c:pt idx="1440">
                  <c:v>6.92419664863</c:v>
                </c:pt>
                <c:pt idx="1441">
                  <c:v>6.92419955221</c:v>
                </c:pt>
                <c:pt idx="1442">
                  <c:v>6.92425394891</c:v>
                </c:pt>
                <c:pt idx="1443">
                  <c:v>6.92425708836</c:v>
                </c:pt>
                <c:pt idx="1444">
                  <c:v>6.92431300326</c:v>
                </c:pt>
                <c:pt idx="1445">
                  <c:v>6.9243161436</c:v>
                </c:pt>
                <c:pt idx="1446">
                  <c:v>6.92437043659</c:v>
                </c:pt>
                <c:pt idx="1447">
                  <c:v>6.92437329761</c:v>
                </c:pt>
                <c:pt idx="1448">
                  <c:v>6.92442352703</c:v>
                </c:pt>
                <c:pt idx="1449">
                  <c:v>6.92442624178</c:v>
                </c:pt>
                <c:pt idx="1450">
                  <c:v>6.92447579369</c:v>
                </c:pt>
                <c:pt idx="1451">
                  <c:v>6.92447865212</c:v>
                </c:pt>
                <c:pt idx="1452">
                  <c:v>6.92452965961</c:v>
                </c:pt>
                <c:pt idx="1453">
                  <c:v>6.92453249574</c:v>
                </c:pt>
                <c:pt idx="1454">
                  <c:v>6.92458210683</c:v>
                </c:pt>
                <c:pt idx="1455">
                  <c:v>6.92458470676</c:v>
                </c:pt>
                <c:pt idx="1456">
                  <c:v>6.92463035246</c:v>
                </c:pt>
                <c:pt idx="1457">
                  <c:v>6.92463277242</c:v>
                </c:pt>
                <c:pt idx="1458">
                  <c:v>6.92467550671</c:v>
                </c:pt>
                <c:pt idx="1459">
                  <c:v>6.92467797952</c:v>
                </c:pt>
                <c:pt idx="1460">
                  <c:v>6.92472313959</c:v>
                </c:pt>
                <c:pt idx="1461">
                  <c:v>6.92472570016</c:v>
                </c:pt>
                <c:pt idx="1462">
                  <c:v>6.92477136369</c:v>
                </c:pt>
                <c:pt idx="1463">
                  <c:v>6.92477375241</c:v>
                </c:pt>
                <c:pt idx="1464">
                  <c:v>6.92481576522</c:v>
                </c:pt>
                <c:pt idx="1465">
                  <c:v>6.92481807745</c:v>
                </c:pt>
                <c:pt idx="1466">
                  <c:v>6.9248587685</c:v>
                </c:pt>
                <c:pt idx="1467">
                  <c:v>6.9248610914</c:v>
                </c:pt>
                <c:pt idx="1468">
                  <c:v>6.92490302254</c:v>
                </c:pt>
                <c:pt idx="1469">
                  <c:v>6.92490540689</c:v>
                </c:pt>
                <c:pt idx="1470">
                  <c:v>6.92494963483</c:v>
                </c:pt>
                <c:pt idx="1471">
                  <c:v>6.92495202137</c:v>
                </c:pt>
                <c:pt idx="1472">
                  <c:v>6.9249940357</c:v>
                </c:pt>
                <c:pt idx="1473">
                  <c:v>6.92499627089</c:v>
                </c:pt>
                <c:pt idx="1474">
                  <c:v>6.92503512611</c:v>
                </c:pt>
                <c:pt idx="1475">
                  <c:v>6.92503734314</c:v>
                </c:pt>
                <c:pt idx="1476">
                  <c:v>6.92507727446</c:v>
                </c:pt>
                <c:pt idx="1477">
                  <c:v>6.92507948874</c:v>
                </c:pt>
                <c:pt idx="1478">
                  <c:v>6.92512141181</c:v>
                </c:pt>
                <c:pt idx="1479">
                  <c:v>6.92512374306</c:v>
                </c:pt>
                <c:pt idx="1480">
                  <c:v>6.92516454472</c:v>
                </c:pt>
                <c:pt idx="1481">
                  <c:v>6.92516675838</c:v>
                </c:pt>
                <c:pt idx="1482">
                  <c:v>6.92520383564</c:v>
                </c:pt>
                <c:pt idx="1483">
                  <c:v>6.92520585548</c:v>
                </c:pt>
                <c:pt idx="1484">
                  <c:v>6.92524292514</c:v>
                </c:pt>
                <c:pt idx="1485">
                  <c:v>6.92524499862</c:v>
                </c:pt>
                <c:pt idx="1486">
                  <c:v>6.92528433207</c:v>
                </c:pt>
                <c:pt idx="1487">
                  <c:v>6.92528651875</c:v>
                </c:pt>
                <c:pt idx="1488">
                  <c:v>6.92532566026</c:v>
                </c:pt>
                <c:pt idx="1489">
                  <c:v>6.92532781169</c:v>
                </c:pt>
                <c:pt idx="1490">
                  <c:v>6.92536394977</c:v>
                </c:pt>
                <c:pt idx="1491">
                  <c:v>6.9253658511</c:v>
                </c:pt>
                <c:pt idx="1492">
                  <c:v>6.92540051256</c:v>
                </c:pt>
                <c:pt idx="1493">
                  <c:v>6.92540245149</c:v>
                </c:pt>
                <c:pt idx="1494">
                  <c:v>6.92544038556</c:v>
                </c:pt>
                <c:pt idx="1495">
                  <c:v>6.92544258569</c:v>
                </c:pt>
                <c:pt idx="1496">
                  <c:v>6.92548137432</c:v>
                </c:pt>
                <c:pt idx="1497">
                  <c:v>6.92548352603</c:v>
                </c:pt>
                <c:pt idx="1498">
                  <c:v>6.92551978561</c:v>
                </c:pt>
                <c:pt idx="1499">
                  <c:v>6.9255216878</c:v>
                </c:pt>
                <c:pt idx="1500">
                  <c:v>6.92555596931</c:v>
                </c:pt>
                <c:pt idx="1501">
                  <c:v>6.92555782637</c:v>
                </c:pt>
                <c:pt idx="1502">
                  <c:v>6.92559372479</c:v>
                </c:pt>
                <c:pt idx="1503">
                  <c:v>6.92559585412</c:v>
                </c:pt>
                <c:pt idx="1504">
                  <c:v>6.92563379487</c:v>
                </c:pt>
                <c:pt idx="1505">
                  <c:v>6.92563589648</c:v>
                </c:pt>
                <c:pt idx="1506">
                  <c:v>6.92567175703</c:v>
                </c:pt>
                <c:pt idx="1507">
                  <c:v>6.92567362444</c:v>
                </c:pt>
                <c:pt idx="1508">
                  <c:v>6.92570703231</c:v>
                </c:pt>
                <c:pt idx="1509">
                  <c:v>6.92570883985</c:v>
                </c:pt>
                <c:pt idx="1510">
                  <c:v>6.92574299793</c:v>
                </c:pt>
                <c:pt idx="1511">
                  <c:v>6.92574502339</c:v>
                </c:pt>
                <c:pt idx="1512">
                  <c:v>6.92578166548</c:v>
                </c:pt>
                <c:pt idx="1513">
                  <c:v>6.92578376444</c:v>
                </c:pt>
                <c:pt idx="1514">
                  <c:v>6.92582004794</c:v>
                </c:pt>
                <c:pt idx="1515">
                  <c:v>6.92582188745</c:v>
                </c:pt>
                <c:pt idx="1516">
                  <c:v>6.92585460713</c:v>
                </c:pt>
                <c:pt idx="1517">
                  <c:v>6.92585639899</c:v>
                </c:pt>
                <c:pt idx="1518">
                  <c:v>6.92588966062</c:v>
                </c:pt>
                <c:pt idx="1519">
                  <c:v>6.92589164366</c:v>
                </c:pt>
                <c:pt idx="1520">
                  <c:v>6.92592771495</c:v>
                </c:pt>
                <c:pt idx="1521">
                  <c:v>6.9259297718</c:v>
                </c:pt>
                <c:pt idx="1522">
                  <c:v>6.92596583746</c:v>
                </c:pt>
                <c:pt idx="1523">
                  <c:v>6.92596771646</c:v>
                </c:pt>
                <c:pt idx="1524">
                  <c:v>6.92600143544</c:v>
                </c:pt>
                <c:pt idx="1525">
                  <c:v>6.92600322475</c:v>
                </c:pt>
                <c:pt idx="1526">
                  <c:v>6.92603568863</c:v>
                </c:pt>
                <c:pt idx="1527">
                  <c:v>6.92603762793</c:v>
                </c:pt>
                <c:pt idx="1528">
                  <c:v>6.92607306602</c:v>
                </c:pt>
                <c:pt idx="1529">
                  <c:v>6.92607507983</c:v>
                </c:pt>
                <c:pt idx="1530">
                  <c:v>6.92608123394</c:v>
                </c:pt>
                <c:pt idx="1531">
                  <c:v>6.92611226248</c:v>
                </c:pt>
                <c:pt idx="1532">
                  <c:v>6.92611421664</c:v>
                </c:pt>
                <c:pt idx="1533">
                  <c:v>6.9261486906</c:v>
                </c:pt>
                <c:pt idx="1534">
                  <c:v>6.92615058559</c:v>
                </c:pt>
                <c:pt idx="1535">
                  <c:v>6.92618377036</c:v>
                </c:pt>
                <c:pt idx="1536">
                  <c:v>6.92618568137</c:v>
                </c:pt>
                <c:pt idx="1537">
                  <c:v>6.92622068355</c:v>
                </c:pt>
                <c:pt idx="1538">
                  <c:v>6.92622269146</c:v>
                </c:pt>
                <c:pt idx="1539">
                  <c:v>6.92626013158</c:v>
                </c:pt>
                <c:pt idx="1540">
                  <c:v>6.92626215709</c:v>
                </c:pt>
                <c:pt idx="1541">
                  <c:v>6.92629813121</c:v>
                </c:pt>
                <c:pt idx="1542">
                  <c:v>6.92630006828</c:v>
                </c:pt>
                <c:pt idx="1543">
                  <c:v>6.92633301831</c:v>
                </c:pt>
                <c:pt idx="1544">
                  <c:v>6.92633491366</c:v>
                </c:pt>
                <c:pt idx="1545">
                  <c:v>6.92636941253</c:v>
                </c:pt>
                <c:pt idx="1546">
                  <c:v>6.92637136757</c:v>
                </c:pt>
                <c:pt idx="1547">
                  <c:v>6.9264088405</c:v>
                </c:pt>
                <c:pt idx="1548">
                  <c:v>6.92641091022</c:v>
                </c:pt>
                <c:pt idx="1549">
                  <c:v>6.92644718189</c:v>
                </c:pt>
                <c:pt idx="1550">
                  <c:v>6.92644916565</c:v>
                </c:pt>
                <c:pt idx="1551">
                  <c:v>6.9264831937</c:v>
                </c:pt>
                <c:pt idx="1552">
                  <c:v>6.92648506899</c:v>
                </c:pt>
                <c:pt idx="1553">
                  <c:v>6.92651882857</c:v>
                </c:pt>
                <c:pt idx="1554">
                  <c:v>6.92652070025</c:v>
                </c:pt>
                <c:pt idx="1555">
                  <c:v>6.92655662038</c:v>
                </c:pt>
                <c:pt idx="1556">
                  <c:v>6.92655865796</c:v>
                </c:pt>
                <c:pt idx="1557">
                  <c:v>6.92659468186</c:v>
                </c:pt>
                <c:pt idx="1558">
                  <c:v>6.9265966465</c:v>
                </c:pt>
                <c:pt idx="1559">
                  <c:v>6.92662853495</c:v>
                </c:pt>
                <c:pt idx="1560">
                  <c:v>6.92663021151</c:v>
                </c:pt>
                <c:pt idx="1561">
                  <c:v>6.92666046638</c:v>
                </c:pt>
                <c:pt idx="1562">
                  <c:v>6.92666211182</c:v>
                </c:pt>
                <c:pt idx="1563">
                  <c:v>6.92669401103</c:v>
                </c:pt>
                <c:pt idx="1564">
                  <c:v>6.92669583921</c:v>
                </c:pt>
                <c:pt idx="1565">
                  <c:v>6.92672823097</c:v>
                </c:pt>
                <c:pt idx="1566">
                  <c:v>6.92673003917</c:v>
                </c:pt>
                <c:pt idx="1567">
                  <c:v>6.92675970107</c:v>
                </c:pt>
                <c:pt idx="1568">
                  <c:v>6.92676123092</c:v>
                </c:pt>
                <c:pt idx="1569">
                  <c:v>6.926788592</c:v>
                </c:pt>
                <c:pt idx="1570">
                  <c:v>6.92679008124</c:v>
                </c:pt>
                <c:pt idx="1571">
                  <c:v>6.92681938861</c:v>
                </c:pt>
                <c:pt idx="1572">
                  <c:v>6.92682114716</c:v>
                </c:pt>
                <c:pt idx="1573">
                  <c:v>6.92685241386</c:v>
                </c:pt>
                <c:pt idx="1574">
                  <c:v>6.92685416324</c:v>
                </c:pt>
                <c:pt idx="1575">
                  <c:v>6.92688390969</c:v>
                </c:pt>
                <c:pt idx="1576">
                  <c:v>6.92688546643</c:v>
                </c:pt>
                <c:pt idx="1577">
                  <c:v>6.92691264455</c:v>
                </c:pt>
                <c:pt idx="1578">
                  <c:v>6.92691410032</c:v>
                </c:pt>
                <c:pt idx="1579">
                  <c:v>6.92694278238</c:v>
                </c:pt>
                <c:pt idx="1580">
                  <c:v>6.92694454657</c:v>
                </c:pt>
                <c:pt idx="1581">
                  <c:v>6.92697660846</c:v>
                </c:pt>
                <c:pt idx="1582">
                  <c:v>6.92697845676</c:v>
                </c:pt>
                <c:pt idx="1583">
                  <c:v>6.9270103767</c:v>
                </c:pt>
                <c:pt idx="1584">
                  <c:v>6.92701204199</c:v>
                </c:pt>
                <c:pt idx="1585">
                  <c:v>6.92704198873</c:v>
                </c:pt>
                <c:pt idx="1586">
                  <c:v>6.92704365869</c:v>
                </c:pt>
                <c:pt idx="1587">
                  <c:v>6.92707511088</c:v>
                </c:pt>
                <c:pt idx="1588">
                  <c:v>6.92707701404</c:v>
                </c:pt>
                <c:pt idx="1589">
                  <c:v>6.92711200003</c:v>
                </c:pt>
                <c:pt idx="1590">
                  <c:v>6.92711404113</c:v>
                </c:pt>
                <c:pt idx="1591">
                  <c:v>6.92715105314</c:v>
                </c:pt>
                <c:pt idx="1592">
                  <c:v>6.92715301868</c:v>
                </c:pt>
                <c:pt idx="1593">
                  <c:v>6.92718813879</c:v>
                </c:pt>
                <c:pt idx="1594">
                  <c:v>6.92719008782</c:v>
                </c:pt>
                <c:pt idx="1595">
                  <c:v>6.92722569054</c:v>
                </c:pt>
                <c:pt idx="1596">
                  <c:v>6.92722783101</c:v>
                </c:pt>
                <c:pt idx="1597">
                  <c:v>6.92726726097</c:v>
                </c:pt>
                <c:pt idx="1598">
                  <c:v>6.92726955146</c:v>
                </c:pt>
                <c:pt idx="1599">
                  <c:v>6.92731183897</c:v>
                </c:pt>
                <c:pt idx="1600">
                  <c:v>6.92731410959</c:v>
                </c:pt>
                <c:pt idx="1601">
                  <c:v>6.92735509191</c:v>
                </c:pt>
                <c:pt idx="1602">
                  <c:v>6.92735738836</c:v>
                </c:pt>
                <c:pt idx="1603">
                  <c:v>6.92739801414</c:v>
                </c:pt>
                <c:pt idx="1604">
                  <c:v>6.92740037326</c:v>
                </c:pt>
                <c:pt idx="1605">
                  <c:v>6.92744391979</c:v>
                </c:pt>
                <c:pt idx="1606">
                  <c:v>6.92744644079</c:v>
                </c:pt>
                <c:pt idx="1607">
                  <c:v>6.92749347081</c:v>
                </c:pt>
                <c:pt idx="1608">
                  <c:v>6.92749604568</c:v>
                </c:pt>
                <c:pt idx="1609">
                  <c:v>6.92754259501</c:v>
                </c:pt>
                <c:pt idx="1610">
                  <c:v>6.92754516194</c:v>
                </c:pt>
                <c:pt idx="1611">
                  <c:v>6.92759002614</c:v>
                </c:pt>
                <c:pt idx="1612">
                  <c:v>6.92759256051</c:v>
                </c:pt>
                <c:pt idx="1613">
                  <c:v>6.92763913274</c:v>
                </c:pt>
                <c:pt idx="1614">
                  <c:v>6.92764178992</c:v>
                </c:pt>
                <c:pt idx="1615">
                  <c:v>6.92769173597</c:v>
                </c:pt>
                <c:pt idx="1616">
                  <c:v>6.92769452571</c:v>
                </c:pt>
                <c:pt idx="1617">
                  <c:v>6.92774435437</c:v>
                </c:pt>
                <c:pt idx="1618">
                  <c:v>6.9277470936</c:v>
                </c:pt>
                <c:pt idx="1619">
                  <c:v>6.92779423602</c:v>
                </c:pt>
                <c:pt idx="1620">
                  <c:v>6.927796834</c:v>
                </c:pt>
                <c:pt idx="1621">
                  <c:v>6.92784425513</c:v>
                </c:pt>
                <c:pt idx="1622">
                  <c:v>6.92784689282</c:v>
                </c:pt>
                <c:pt idx="1623">
                  <c:v>6.92786606875</c:v>
                </c:pt>
                <c:pt idx="1624">
                  <c:v>6.92789693931</c:v>
                </c:pt>
                <c:pt idx="1625">
                  <c:v>6.92789976201</c:v>
                </c:pt>
                <c:pt idx="1626">
                  <c:v>6.92794987962</c:v>
                </c:pt>
                <c:pt idx="1627">
                  <c:v>6.92795264468</c:v>
                </c:pt>
                <c:pt idx="1628">
                  <c:v>6.92799962167</c:v>
                </c:pt>
                <c:pt idx="1629">
                  <c:v>6.92800214152</c:v>
                </c:pt>
                <c:pt idx="1630">
                  <c:v>6.92804755052</c:v>
                </c:pt>
                <c:pt idx="1631">
                  <c:v>6.92805006713</c:v>
                </c:pt>
                <c:pt idx="1632">
                  <c:v>6.9280973362</c:v>
                </c:pt>
                <c:pt idx="1633">
                  <c:v>6.92810000424</c:v>
                </c:pt>
                <c:pt idx="1634">
                  <c:v>6.9281476107</c:v>
                </c:pt>
                <c:pt idx="1635">
                  <c:v>6.92815024752</c:v>
                </c:pt>
                <c:pt idx="1636">
                  <c:v>6.9281950466</c:v>
                </c:pt>
                <c:pt idx="1637">
                  <c:v>6.92819735514</c:v>
                </c:pt>
                <c:pt idx="1638">
                  <c:v>6.92823879211</c:v>
                </c:pt>
                <c:pt idx="1639">
                  <c:v>6.92824105207</c:v>
                </c:pt>
                <c:pt idx="1640">
                  <c:v>6.92828348342</c:v>
                </c:pt>
                <c:pt idx="1641">
                  <c:v>6.92828595609</c:v>
                </c:pt>
                <c:pt idx="1642">
                  <c:v>6.92832961615</c:v>
                </c:pt>
                <c:pt idx="1643">
                  <c:v>6.92833202917</c:v>
                </c:pt>
                <c:pt idx="1644">
                  <c:v>6.92837257855</c:v>
                </c:pt>
                <c:pt idx="1645">
                  <c:v>6.92837467896</c:v>
                </c:pt>
                <c:pt idx="1646">
                  <c:v>6.92841218105</c:v>
                </c:pt>
                <c:pt idx="1647">
                  <c:v>6.92841420044</c:v>
                </c:pt>
                <c:pt idx="1648">
                  <c:v>6.92845191764</c:v>
                </c:pt>
                <c:pt idx="1649">
                  <c:v>6.92845412715</c:v>
                </c:pt>
                <c:pt idx="1650">
                  <c:v>6.92849384226</c:v>
                </c:pt>
                <c:pt idx="1651">
                  <c:v>6.92849608624</c:v>
                </c:pt>
                <c:pt idx="1652">
                  <c:v>6.92853519964</c:v>
                </c:pt>
                <c:pt idx="1653">
                  <c:v>6.9285372263</c:v>
                </c:pt>
                <c:pt idx="1654">
                  <c:v>6.92857335702</c:v>
                </c:pt>
                <c:pt idx="1655">
                  <c:v>6.92857533523</c:v>
                </c:pt>
                <c:pt idx="1656">
                  <c:v>6.92861125947</c:v>
                </c:pt>
                <c:pt idx="1657">
                  <c:v>6.92861337516</c:v>
                </c:pt>
                <c:pt idx="1658">
                  <c:v>6.92865187767</c:v>
                </c:pt>
                <c:pt idx="1659">
                  <c:v>6.92865407587</c:v>
                </c:pt>
                <c:pt idx="1660">
                  <c:v>6.92869294964</c:v>
                </c:pt>
                <c:pt idx="1661">
                  <c:v>6.9286949713</c:v>
                </c:pt>
                <c:pt idx="1662">
                  <c:v>6.92873095371</c:v>
                </c:pt>
                <c:pt idx="1663">
                  <c:v>6.92873290455</c:v>
                </c:pt>
                <c:pt idx="1664">
                  <c:v>6.92876758159</c:v>
                </c:pt>
                <c:pt idx="1665">
                  <c:v>6.92876961319</c:v>
                </c:pt>
                <c:pt idx="1666">
                  <c:v>6.92880669697</c:v>
                </c:pt>
                <c:pt idx="1667">
                  <c:v>6.92880880361</c:v>
                </c:pt>
                <c:pt idx="1668">
                  <c:v>6.92884700928</c:v>
                </c:pt>
                <c:pt idx="1669">
                  <c:v>6.92884900852</c:v>
                </c:pt>
                <c:pt idx="1670">
                  <c:v>6.928884495</c:v>
                </c:pt>
                <c:pt idx="1671">
                  <c:v>6.92888640893</c:v>
                </c:pt>
                <c:pt idx="1672">
                  <c:v>6.92891961828</c:v>
                </c:pt>
                <c:pt idx="1673">
                  <c:v>6.92892154369</c:v>
                </c:pt>
                <c:pt idx="1674">
                  <c:v>6.92895631113</c:v>
                </c:pt>
                <c:pt idx="1675">
                  <c:v>6.92895826641</c:v>
                </c:pt>
                <c:pt idx="1676">
                  <c:v>6.9289948264</c:v>
                </c:pt>
                <c:pt idx="1677">
                  <c:v>6.92899684612</c:v>
                </c:pt>
                <c:pt idx="1678">
                  <c:v>6.92903235329</c:v>
                </c:pt>
                <c:pt idx="1679">
                  <c:v>6.92903425877</c:v>
                </c:pt>
                <c:pt idx="1680">
                  <c:v>6.92906677265</c:v>
                </c:pt>
                <c:pt idx="1681">
                  <c:v>6.92906863354</c:v>
                </c:pt>
                <c:pt idx="1682">
                  <c:v>6.92910279885</c:v>
                </c:pt>
                <c:pt idx="1683">
                  <c:v>6.92910471467</c:v>
                </c:pt>
                <c:pt idx="1684">
                  <c:v>6.92914136162</c:v>
                </c:pt>
                <c:pt idx="1685">
                  <c:v>6.92914340004</c:v>
                </c:pt>
                <c:pt idx="1686">
                  <c:v>6.9291795218</c:v>
                </c:pt>
                <c:pt idx="1687">
                  <c:v>6.92918152141</c:v>
                </c:pt>
                <c:pt idx="1688">
                  <c:v>6.9292150934</c:v>
                </c:pt>
                <c:pt idx="1689">
                  <c:v>6.92921691609</c:v>
                </c:pt>
                <c:pt idx="1690">
                  <c:v>6.92924983508</c:v>
                </c:pt>
                <c:pt idx="1691">
                  <c:v>6.92925168995</c:v>
                </c:pt>
                <c:pt idx="1692">
                  <c:v>6.92928768409</c:v>
                </c:pt>
                <c:pt idx="1693">
                  <c:v>6.92928973333</c:v>
                </c:pt>
                <c:pt idx="1694">
                  <c:v>6.9293258307</c:v>
                </c:pt>
                <c:pt idx="1695">
                  <c:v>6.92932781089</c:v>
                </c:pt>
                <c:pt idx="1696">
                  <c:v>6.92936131709</c:v>
                </c:pt>
                <c:pt idx="1697">
                  <c:v>6.92936311938</c:v>
                </c:pt>
                <c:pt idx="1698">
                  <c:v>6.92939553706</c:v>
                </c:pt>
                <c:pt idx="1699">
                  <c:v>6.92939732593</c:v>
                </c:pt>
                <c:pt idx="1700">
                  <c:v>6.92943223315</c:v>
                </c:pt>
                <c:pt idx="1701">
                  <c:v>6.92943426717</c:v>
                </c:pt>
                <c:pt idx="1702">
                  <c:v>6.92947043754</c:v>
                </c:pt>
                <c:pt idx="1703">
                  <c:v>6.92947245909</c:v>
                </c:pt>
                <c:pt idx="1704">
                  <c:v>6.92948216629</c:v>
                </c:pt>
                <c:pt idx="1705">
                  <c:v>6.92948416331</c:v>
                </c:pt>
                <c:pt idx="1706">
                  <c:v>6.92948603621</c:v>
                </c:pt>
                <c:pt idx="1707">
                  <c:v>6.92948801587</c:v>
                </c:pt>
                <c:pt idx="1708">
                  <c:v>6.92948986918</c:v>
                </c:pt>
                <c:pt idx="1709">
                  <c:v>6.92950661407</c:v>
                </c:pt>
                <c:pt idx="1710">
                  <c:v>6.92950839389</c:v>
                </c:pt>
                <c:pt idx="1711">
                  <c:v>6.9295409302</c:v>
                </c:pt>
                <c:pt idx="1712">
                  <c:v>6.92954271188</c:v>
                </c:pt>
                <c:pt idx="1713">
                  <c:v>6.92957681459</c:v>
                </c:pt>
                <c:pt idx="1714">
                  <c:v>6.92957883126</c:v>
                </c:pt>
                <c:pt idx="1715">
                  <c:v>6.92961516997</c:v>
                </c:pt>
                <c:pt idx="1716">
                  <c:v>6.92961723712</c:v>
                </c:pt>
                <c:pt idx="1717">
                  <c:v>6.92965253249</c:v>
                </c:pt>
                <c:pt idx="1718">
                  <c:v>6.92965435884</c:v>
                </c:pt>
                <c:pt idx="1719">
                  <c:v>6.92968695756</c:v>
                </c:pt>
                <c:pt idx="1720">
                  <c:v>6.92968873932</c:v>
                </c:pt>
                <c:pt idx="1721">
                  <c:v>6.92971503159</c:v>
                </c:pt>
                <c:pt idx="1722">
                  <c:v>6.92972288891</c:v>
                </c:pt>
                <c:pt idx="1723">
                  <c:v>6.92972492182</c:v>
                </c:pt>
                <c:pt idx="1724">
                  <c:v>6.92976134237</c:v>
                </c:pt>
                <c:pt idx="1725">
                  <c:v>6.92976342479</c:v>
                </c:pt>
                <c:pt idx="1726">
                  <c:v>6.92979990237</c:v>
                </c:pt>
                <c:pt idx="1727">
                  <c:v>6.92980180101</c:v>
                </c:pt>
                <c:pt idx="1728">
                  <c:v>6.92983564581</c:v>
                </c:pt>
                <c:pt idx="1729">
                  <c:v>6.92983747902</c:v>
                </c:pt>
                <c:pt idx="1730">
                  <c:v>6.92987093004</c:v>
                </c:pt>
                <c:pt idx="1731">
                  <c:v>6.92987290229</c:v>
                </c:pt>
                <c:pt idx="1732">
                  <c:v>6.92990931316</c:v>
                </c:pt>
                <c:pt idx="1733">
                  <c:v>6.9299113928</c:v>
                </c:pt>
                <c:pt idx="1734">
                  <c:v>6.92994832262</c:v>
                </c:pt>
                <c:pt idx="1735">
                  <c:v>6.92995025282</c:v>
                </c:pt>
                <c:pt idx="1736">
                  <c:v>6.92998468914</c:v>
                </c:pt>
                <c:pt idx="1737">
                  <c:v>6.92998652801</c:v>
                </c:pt>
                <c:pt idx="1738">
                  <c:v>6.93001956702</c:v>
                </c:pt>
                <c:pt idx="1739">
                  <c:v>6.93002150737</c:v>
                </c:pt>
                <c:pt idx="1740">
                  <c:v>6.9300571822</c:v>
                </c:pt>
                <c:pt idx="1741">
                  <c:v>6.93005922284</c:v>
                </c:pt>
                <c:pt idx="1742">
                  <c:v>6.93009618713</c:v>
                </c:pt>
                <c:pt idx="1743">
                  <c:v>6.93009814064</c:v>
                </c:pt>
                <c:pt idx="1744">
                  <c:v>6.93013269904</c:v>
                </c:pt>
                <c:pt idx="1745">
                  <c:v>6.93013459152</c:v>
                </c:pt>
                <c:pt idx="1746">
                  <c:v>6.93016734305</c:v>
                </c:pt>
                <c:pt idx="1747">
                  <c:v>6.93016920517</c:v>
                </c:pt>
                <c:pt idx="1748">
                  <c:v>6.9302028457</c:v>
                </c:pt>
                <c:pt idx="1749">
                  <c:v>6.93020472133</c:v>
                </c:pt>
                <c:pt idx="1750">
                  <c:v>6.93024003999</c:v>
                </c:pt>
                <c:pt idx="1751">
                  <c:v>6.93024194929</c:v>
                </c:pt>
                <c:pt idx="1752">
                  <c:v>6.93027510176</c:v>
                </c:pt>
                <c:pt idx="1753">
                  <c:v>6.93027686946</c:v>
                </c:pt>
                <c:pt idx="1754">
                  <c:v>6.93030627517</c:v>
                </c:pt>
                <c:pt idx="1755">
                  <c:v>6.93030790661</c:v>
                </c:pt>
                <c:pt idx="1756">
                  <c:v>6.93033757653</c:v>
                </c:pt>
                <c:pt idx="1757">
                  <c:v>6.9303392162</c:v>
                </c:pt>
                <c:pt idx="1758">
                  <c:v>6.93037048029</c:v>
                </c:pt>
                <c:pt idx="1759">
                  <c:v>6.93037220067</c:v>
                </c:pt>
                <c:pt idx="1760">
                  <c:v>6.9304023527</c:v>
                </c:pt>
                <c:pt idx="1761">
                  <c:v>6.930404013</c:v>
                </c:pt>
                <c:pt idx="1762">
                  <c:v>6.93043120612</c:v>
                </c:pt>
                <c:pt idx="1763">
                  <c:v>6.93043268231</c:v>
                </c:pt>
                <c:pt idx="1764">
                  <c:v>6.93045950832</c:v>
                </c:pt>
                <c:pt idx="1765">
                  <c:v>6.93046098421</c:v>
                </c:pt>
                <c:pt idx="1766">
                  <c:v>6.93049012137</c:v>
                </c:pt>
                <c:pt idx="1767">
                  <c:v>6.93049179465</c:v>
                </c:pt>
                <c:pt idx="1768">
                  <c:v>6.93052155028</c:v>
                </c:pt>
                <c:pt idx="1769">
                  <c:v>6.93052319864</c:v>
                </c:pt>
                <c:pt idx="1770">
                  <c:v>6.93055028875</c:v>
                </c:pt>
                <c:pt idx="1771">
                  <c:v>6.93055173908</c:v>
                </c:pt>
                <c:pt idx="1772">
                  <c:v>6.93057790652</c:v>
                </c:pt>
                <c:pt idx="1773">
                  <c:v>6.93057937207</c:v>
                </c:pt>
                <c:pt idx="1774">
                  <c:v>6.93060816642</c:v>
                </c:pt>
                <c:pt idx="1775">
                  <c:v>6.93060987248</c:v>
                </c:pt>
                <c:pt idx="1776">
                  <c:v>6.93064052786</c:v>
                </c:pt>
                <c:pt idx="1777">
                  <c:v>6.93064226248</c:v>
                </c:pt>
                <c:pt idx="1778">
                  <c:v>6.9306715007</c:v>
                </c:pt>
                <c:pt idx="1779">
                  <c:v>6.93067302514</c:v>
                </c:pt>
                <c:pt idx="1780">
                  <c:v>6.93070124175</c:v>
                </c:pt>
                <c:pt idx="1781">
                  <c:v>6.93070281371</c:v>
                </c:pt>
                <c:pt idx="1782">
                  <c:v>6.93073324549</c:v>
                </c:pt>
                <c:pt idx="1783">
                  <c:v>6.93073507658</c:v>
                </c:pt>
                <c:pt idx="1784">
                  <c:v>6.93076861036</c:v>
                </c:pt>
                <c:pt idx="1785">
                  <c:v>6.93077056215</c:v>
                </c:pt>
                <c:pt idx="1786">
                  <c:v>6.93080412235</c:v>
                </c:pt>
                <c:pt idx="1787">
                  <c:v>6.93080584939</c:v>
                </c:pt>
                <c:pt idx="1788">
                  <c:v>6.93083736994</c:v>
                </c:pt>
                <c:pt idx="1789">
                  <c:v>6.93083913304</c:v>
                </c:pt>
                <c:pt idx="1790">
                  <c:v>6.93087295057</c:v>
                </c:pt>
                <c:pt idx="1791">
                  <c:v>6.9308749892</c:v>
                </c:pt>
                <c:pt idx="1792">
                  <c:v>6.93091223031</c:v>
                </c:pt>
                <c:pt idx="1793">
                  <c:v>6.93091436254</c:v>
                </c:pt>
                <c:pt idx="1794">
                  <c:v>6.93095177219</c:v>
                </c:pt>
                <c:pt idx="1795">
                  <c:v>6.93095375814</c:v>
                </c:pt>
                <c:pt idx="1796">
                  <c:v>6.93099041748</c:v>
                </c:pt>
                <c:pt idx="1797">
                  <c:v>6.93099241837</c:v>
                </c:pt>
                <c:pt idx="1798">
                  <c:v>6.93102897402</c:v>
                </c:pt>
                <c:pt idx="1799">
                  <c:v>6.93103115881</c:v>
                </c:pt>
                <c:pt idx="1800">
                  <c:v>6.93107136204</c:v>
                </c:pt>
                <c:pt idx="1801">
                  <c:v>6.93107368782</c:v>
                </c:pt>
                <c:pt idx="1802">
                  <c:v>6.93111539492</c:v>
                </c:pt>
                <c:pt idx="1803">
                  <c:v>6.93111760598</c:v>
                </c:pt>
                <c:pt idx="1804">
                  <c:v>6.93115718169</c:v>
                </c:pt>
                <c:pt idx="1805">
                  <c:v>6.93115934441</c:v>
                </c:pt>
                <c:pt idx="1806">
                  <c:v>6.93119862055</c:v>
                </c:pt>
                <c:pt idx="1807">
                  <c:v>6.93120090947</c:v>
                </c:pt>
                <c:pt idx="1808">
                  <c:v>6.9312427081</c:v>
                </c:pt>
                <c:pt idx="1809">
                  <c:v>6.93124508163</c:v>
                </c:pt>
                <c:pt idx="1810">
                  <c:v>6.93128885876</c:v>
                </c:pt>
                <c:pt idx="1811">
                  <c:v>6.93129121989</c:v>
                </c:pt>
                <c:pt idx="1812">
                  <c:v>6.93133341354</c:v>
                </c:pt>
                <c:pt idx="1813">
                  <c:v>6.93133569919</c:v>
                </c:pt>
                <c:pt idx="1814">
                  <c:v>6.93137323688</c:v>
                </c:pt>
                <c:pt idx="1815">
                  <c:v>6.93137541372</c:v>
                </c:pt>
                <c:pt idx="1816">
                  <c:v>6.93137768146</c:v>
                </c:pt>
                <c:pt idx="1817">
                  <c:v>6.93138438562</c:v>
                </c:pt>
                <c:pt idx="1818">
                  <c:v>6.93141916322</c:v>
                </c:pt>
                <c:pt idx="1819">
                  <c:v>6.93142149868</c:v>
                </c:pt>
                <c:pt idx="1820">
                  <c:v>6.93146478618</c:v>
                </c:pt>
                <c:pt idx="1821">
                  <c:v>6.93146713608</c:v>
                </c:pt>
                <c:pt idx="1822">
                  <c:v>6.9315085615</c:v>
                </c:pt>
                <c:pt idx="1823">
                  <c:v>6.93151080851</c:v>
                </c:pt>
                <c:pt idx="1824">
                  <c:v>6.93154933801</c:v>
                </c:pt>
                <c:pt idx="1825">
                  <c:v>6.93155150053</c:v>
                </c:pt>
                <c:pt idx="1826">
                  <c:v>6.93159052182</c:v>
                </c:pt>
                <c:pt idx="1827">
                  <c:v>6.9315926703</c:v>
                </c:pt>
                <c:pt idx="1828">
                  <c:v>6.93163291558</c:v>
                </c:pt>
                <c:pt idx="1829">
                  <c:v>6.93163516104</c:v>
                </c:pt>
                <c:pt idx="1830">
                  <c:v>6.93167489025</c:v>
                </c:pt>
                <c:pt idx="1831">
                  <c:v>6.93167706387</c:v>
                </c:pt>
                <c:pt idx="1832">
                  <c:v>6.93171321591</c:v>
                </c:pt>
                <c:pt idx="1833">
                  <c:v>6.93171515922</c:v>
                </c:pt>
                <c:pt idx="1834">
                  <c:v>6.9317500257</c:v>
                </c:pt>
                <c:pt idx="1835">
                  <c:v>6.93175195898</c:v>
                </c:pt>
                <c:pt idx="1836">
                  <c:v>6.93178905846</c:v>
                </c:pt>
                <c:pt idx="1837">
                  <c:v>6.9317911195</c:v>
                </c:pt>
                <c:pt idx="1838">
                  <c:v>6.93182735219</c:v>
                </c:pt>
                <c:pt idx="1839">
                  <c:v>6.93182935861</c:v>
                </c:pt>
                <c:pt idx="1840">
                  <c:v>6.93186296877</c:v>
                </c:pt>
                <c:pt idx="1841">
                  <c:v>6.9318647355</c:v>
                </c:pt>
                <c:pt idx="1842">
                  <c:v>6.93189632493</c:v>
                </c:pt>
                <c:pt idx="1843">
                  <c:v>6.93189804021</c:v>
                </c:pt>
                <c:pt idx="1844">
                  <c:v>6.93193159015</c:v>
                </c:pt>
                <c:pt idx="1845">
                  <c:v>6.93193355973</c:v>
                </c:pt>
                <c:pt idx="1846">
                  <c:v>6.93196893976</c:v>
                </c:pt>
                <c:pt idx="1847">
                  <c:v>6.9319708986</c:v>
                </c:pt>
                <c:pt idx="1848">
                  <c:v>6.93200387713</c:v>
                </c:pt>
                <c:pt idx="1849">
                  <c:v>6.93200560902</c:v>
                </c:pt>
                <c:pt idx="1850">
                  <c:v>6.93203726599</c:v>
                </c:pt>
                <c:pt idx="1851">
                  <c:v>6.9320390052</c:v>
                </c:pt>
                <c:pt idx="1852">
                  <c:v>6.93207192847</c:v>
                </c:pt>
                <c:pt idx="1853">
                  <c:v>6.93207386007</c:v>
                </c:pt>
                <c:pt idx="1854">
                  <c:v>6.93210888663</c:v>
                </c:pt>
                <c:pt idx="1855">
                  <c:v>6.9321108927</c:v>
                </c:pt>
                <c:pt idx="1856">
                  <c:v>6.93214492847</c:v>
                </c:pt>
                <c:pt idx="1857">
                  <c:v>6.93214666273</c:v>
                </c:pt>
                <c:pt idx="1858">
                  <c:v>6.93217779991</c:v>
                </c:pt>
                <c:pt idx="1859">
                  <c:v>6.93217949952</c:v>
                </c:pt>
                <c:pt idx="1860">
                  <c:v>6.93221157878</c:v>
                </c:pt>
                <c:pt idx="1861">
                  <c:v>6.93221349486</c:v>
                </c:pt>
                <c:pt idx="1862">
                  <c:v>6.93224772848</c:v>
                </c:pt>
                <c:pt idx="1863">
                  <c:v>6.93224964574</c:v>
                </c:pt>
                <c:pt idx="1864">
                  <c:v>6.93228354405</c:v>
                </c:pt>
                <c:pt idx="1865">
                  <c:v>6.93228531402</c:v>
                </c:pt>
                <c:pt idx="1866">
                  <c:v>6.93231642623</c:v>
                </c:pt>
                <c:pt idx="1867">
                  <c:v>6.93231810644</c:v>
                </c:pt>
                <c:pt idx="1868">
                  <c:v>6.93234891437</c:v>
                </c:pt>
                <c:pt idx="1869">
                  <c:v>6.93235074057</c:v>
                </c:pt>
                <c:pt idx="1870">
                  <c:v>6.93238397656</c:v>
                </c:pt>
                <c:pt idx="1871">
                  <c:v>6.93238589535</c:v>
                </c:pt>
                <c:pt idx="1872">
                  <c:v>6.93241989503</c:v>
                </c:pt>
                <c:pt idx="1873">
                  <c:v>6.93242165211</c:v>
                </c:pt>
                <c:pt idx="1874">
                  <c:v>6.93245388921</c:v>
                </c:pt>
                <c:pt idx="1875">
                  <c:v>6.93245566272</c:v>
                </c:pt>
                <c:pt idx="1876">
                  <c:v>6.93248666926</c:v>
                </c:pt>
                <c:pt idx="1877">
                  <c:v>6.93248846209</c:v>
                </c:pt>
                <c:pt idx="1878">
                  <c:v>6.93252192177</c:v>
                </c:pt>
                <c:pt idx="1879">
                  <c:v>6.93252384156</c:v>
                </c:pt>
                <c:pt idx="1880">
                  <c:v>6.93255939953</c:v>
                </c:pt>
                <c:pt idx="1881">
                  <c:v>6.93256130442</c:v>
                </c:pt>
                <c:pt idx="1882">
                  <c:v>6.93259471954</c:v>
                </c:pt>
                <c:pt idx="1883">
                  <c:v>6.93259653685</c:v>
                </c:pt>
                <c:pt idx="1884">
                  <c:v>6.93262808599</c:v>
                </c:pt>
                <c:pt idx="1885">
                  <c:v>6.93262991373</c:v>
                </c:pt>
                <c:pt idx="1886">
                  <c:v>6.93266326434</c:v>
                </c:pt>
                <c:pt idx="1887">
                  <c:v>6.93266513285</c:v>
                </c:pt>
                <c:pt idx="1888">
                  <c:v>6.93270020118</c:v>
                </c:pt>
                <c:pt idx="1889">
                  <c:v>6.93270214102</c:v>
                </c:pt>
                <c:pt idx="1890">
                  <c:v>6.93273658568</c:v>
                </c:pt>
                <c:pt idx="1891">
                  <c:v>6.93273846938</c:v>
                </c:pt>
                <c:pt idx="1892">
                  <c:v>6.93277025558</c:v>
                </c:pt>
                <c:pt idx="1893">
                  <c:v>6.93277203299</c:v>
                </c:pt>
                <c:pt idx="1894">
                  <c:v>6.93280483584</c:v>
                </c:pt>
                <c:pt idx="1895">
                  <c:v>6.93280668508</c:v>
                </c:pt>
                <c:pt idx="1896">
                  <c:v>6.93284191159</c:v>
                </c:pt>
                <c:pt idx="1897">
                  <c:v>6.93284389606</c:v>
                </c:pt>
                <c:pt idx="1898">
                  <c:v>6.932878796</c:v>
                </c:pt>
                <c:pt idx="1899">
                  <c:v>6.93288072841</c:v>
                </c:pt>
                <c:pt idx="1900">
                  <c:v>6.93291333872</c:v>
                </c:pt>
                <c:pt idx="1901">
                  <c:v>6.93291511135</c:v>
                </c:pt>
                <c:pt idx="1902">
                  <c:v>6.93294774307</c:v>
                </c:pt>
                <c:pt idx="1903">
                  <c:v>6.93294952171</c:v>
                </c:pt>
                <c:pt idx="1904">
                  <c:v>6.9329844842</c:v>
                </c:pt>
                <c:pt idx="1905">
                  <c:v>6.93298651097</c:v>
                </c:pt>
                <c:pt idx="1906">
                  <c:v>6.93302251643</c:v>
                </c:pt>
                <c:pt idx="1907">
                  <c:v>6.93302451921</c:v>
                </c:pt>
                <c:pt idx="1908">
                  <c:v>6.93305823146</c:v>
                </c:pt>
                <c:pt idx="1909">
                  <c:v>6.93306004035</c:v>
                </c:pt>
                <c:pt idx="1910">
                  <c:v>6.93307985207</c:v>
                </c:pt>
                <c:pt idx="1911">
                  <c:v>6.93308901508</c:v>
                </c:pt>
                <c:pt idx="1912">
                  <c:v>6.9330927314</c:v>
                </c:pt>
                <c:pt idx="1913">
                  <c:v>6.93309455106</c:v>
                </c:pt>
                <c:pt idx="1914">
                  <c:v>6.93312965829</c:v>
                </c:pt>
                <c:pt idx="1915">
                  <c:v>6.93313170803</c:v>
                </c:pt>
                <c:pt idx="1916">
                  <c:v>6.93316807213</c:v>
                </c:pt>
                <c:pt idx="1917">
                  <c:v>6.93317011617</c:v>
                </c:pt>
                <c:pt idx="1918">
                  <c:v>6.93320524365</c:v>
                </c:pt>
                <c:pt idx="1919">
                  <c:v>6.93320707503</c:v>
                </c:pt>
                <c:pt idx="1920">
                  <c:v>6.93324029132</c:v>
                </c:pt>
                <c:pt idx="1921">
                  <c:v>6.93324207127</c:v>
                </c:pt>
                <c:pt idx="1922">
                  <c:v>6.93327618279</c:v>
                </c:pt>
                <c:pt idx="1923">
                  <c:v>6.93327821898</c:v>
                </c:pt>
                <c:pt idx="1924">
                  <c:v>6.93331507069</c:v>
                </c:pt>
                <c:pt idx="1925">
                  <c:v>6.93331715076</c:v>
                </c:pt>
                <c:pt idx="1926">
                  <c:v>6.933352601</c:v>
                </c:pt>
                <c:pt idx="1927">
                  <c:v>6.93335443272</c:v>
                </c:pt>
                <c:pt idx="1928">
                  <c:v>6.93338755545</c:v>
                </c:pt>
                <c:pt idx="1929">
                  <c:v>6.93338935685</c:v>
                </c:pt>
                <c:pt idx="1930">
                  <c:v>6.93342285111</c:v>
                </c:pt>
                <c:pt idx="1931">
                  <c:v>6.93342483256</c:v>
                </c:pt>
                <c:pt idx="1932">
                  <c:v>6.93346044779</c:v>
                </c:pt>
                <c:pt idx="1933">
                  <c:v>6.93346246457</c:v>
                </c:pt>
                <c:pt idx="1934">
                  <c:v>6.93349818272</c:v>
                </c:pt>
                <c:pt idx="1935">
                  <c:v>6.93350003686</c:v>
                </c:pt>
                <c:pt idx="1936">
                  <c:v>6.93353234455</c:v>
                </c:pt>
                <c:pt idx="1937">
                  <c:v>6.9335340726</c:v>
                </c:pt>
                <c:pt idx="1938">
                  <c:v>6.93356583776</c:v>
                </c:pt>
                <c:pt idx="1939">
                  <c:v>6.93356772821</c:v>
                </c:pt>
                <c:pt idx="1940">
                  <c:v>6.93360100568</c:v>
                </c:pt>
                <c:pt idx="1941">
                  <c:v>6.93360286033</c:v>
                </c:pt>
                <c:pt idx="1942">
                  <c:v>6.93363588968</c:v>
                </c:pt>
                <c:pt idx="1943">
                  <c:v>6.93363759707</c:v>
                </c:pt>
                <c:pt idx="1944">
                  <c:v>6.9336677896</c:v>
                </c:pt>
                <c:pt idx="1945">
                  <c:v>6.93366939512</c:v>
                </c:pt>
                <c:pt idx="1946">
                  <c:v>6.93369718027</c:v>
                </c:pt>
                <c:pt idx="1947">
                  <c:v>6.93369877539</c:v>
                </c:pt>
                <c:pt idx="1948">
                  <c:v>6.93372796381</c:v>
                </c:pt>
                <c:pt idx="1949">
                  <c:v>6.93372961403</c:v>
                </c:pt>
                <c:pt idx="1950">
                  <c:v>6.93375980684</c:v>
                </c:pt>
                <c:pt idx="1951">
                  <c:v>6.93376136894</c:v>
                </c:pt>
                <c:pt idx="1952">
                  <c:v>6.93378934131</c:v>
                </c:pt>
                <c:pt idx="1953">
                  <c:v>6.93379085206</c:v>
                </c:pt>
                <c:pt idx="1954">
                  <c:v>6.93381654583</c:v>
                </c:pt>
                <c:pt idx="1955">
                  <c:v>6.93381800229</c:v>
                </c:pt>
                <c:pt idx="1956">
                  <c:v>6.9338444895</c:v>
                </c:pt>
                <c:pt idx="1957">
                  <c:v>6.93384599075</c:v>
                </c:pt>
                <c:pt idx="1958">
                  <c:v>6.933874688</c:v>
                </c:pt>
                <c:pt idx="1959">
                  <c:v>6.93387622583</c:v>
                </c:pt>
                <c:pt idx="1960">
                  <c:v>6.93390339755</c:v>
                </c:pt>
                <c:pt idx="1961">
                  <c:v>6.9339048794</c:v>
                </c:pt>
                <c:pt idx="1962">
                  <c:v>6.93393012437</c:v>
                </c:pt>
                <c:pt idx="1963">
                  <c:v>6.93393152852</c:v>
                </c:pt>
                <c:pt idx="1964">
                  <c:v>6.93395721032</c:v>
                </c:pt>
                <c:pt idx="1965">
                  <c:v>6.93395865025</c:v>
                </c:pt>
                <c:pt idx="1966">
                  <c:v>6.93398687446</c:v>
                </c:pt>
                <c:pt idx="1967">
                  <c:v>6.93398850628</c:v>
                </c:pt>
                <c:pt idx="1968">
                  <c:v>6.93401753169</c:v>
                </c:pt>
                <c:pt idx="1969">
                  <c:v>6.93401912168</c:v>
                </c:pt>
                <c:pt idx="1970">
                  <c:v>6.93404534258</c:v>
                </c:pt>
                <c:pt idx="1971">
                  <c:v>6.93404676864</c:v>
                </c:pt>
                <c:pt idx="1972">
                  <c:v>6.93407354482</c:v>
                </c:pt>
                <c:pt idx="1973">
                  <c:v>6.93407504434</c:v>
                </c:pt>
                <c:pt idx="1974">
                  <c:v>6.93410486245</c:v>
                </c:pt>
                <c:pt idx="1975">
                  <c:v>6.93410659098</c:v>
                </c:pt>
                <c:pt idx="1976">
                  <c:v>6.93413714491</c:v>
                </c:pt>
                <c:pt idx="1977">
                  <c:v>6.93413889659</c:v>
                </c:pt>
                <c:pt idx="1978">
                  <c:v>6.93416869196</c:v>
                </c:pt>
                <c:pt idx="1979">
                  <c:v>6.93417025633</c:v>
                </c:pt>
                <c:pt idx="1980">
                  <c:v>6.93419919381</c:v>
                </c:pt>
                <c:pt idx="1981">
                  <c:v>6.93420080834</c:v>
                </c:pt>
                <c:pt idx="1982">
                  <c:v>6.93423263866</c:v>
                </c:pt>
                <c:pt idx="1983">
                  <c:v>6.93423453026</c:v>
                </c:pt>
                <c:pt idx="1984">
                  <c:v>6.93426836193</c:v>
                </c:pt>
                <c:pt idx="1985">
                  <c:v>6.93427029625</c:v>
                </c:pt>
                <c:pt idx="1986">
                  <c:v>6.93430310298</c:v>
                </c:pt>
                <c:pt idx="1987">
                  <c:v>6.93430485436</c:v>
                </c:pt>
                <c:pt idx="1988">
                  <c:v>6.93433657636</c:v>
                </c:pt>
                <c:pt idx="1989">
                  <c:v>6.93433830554</c:v>
                </c:pt>
                <c:pt idx="1990">
                  <c:v>6.93437163041</c:v>
                </c:pt>
                <c:pt idx="1991">
                  <c:v>6.93437362022</c:v>
                </c:pt>
                <c:pt idx="1992">
                  <c:v>6.93440987264</c:v>
                </c:pt>
                <c:pt idx="1993">
                  <c:v>6.9344119255</c:v>
                </c:pt>
                <c:pt idx="1994">
                  <c:v>6.9344474286</c:v>
                </c:pt>
                <c:pt idx="1995">
                  <c:v>6.93444929461</c:v>
                </c:pt>
                <c:pt idx="1996">
                  <c:v>6.93448309604</c:v>
                </c:pt>
                <c:pt idx="1997">
                  <c:v>6.93448494459</c:v>
                </c:pt>
                <c:pt idx="1998">
                  <c:v>6.9345193562</c:v>
                </c:pt>
                <c:pt idx="1999">
                  <c:v>6.93452139362</c:v>
                </c:pt>
                <c:pt idx="2000">
                  <c:v>6.93455838871</c:v>
                </c:pt>
                <c:pt idx="2001">
                  <c:v>6.93456050313</c:v>
                </c:pt>
                <c:pt idx="2002">
                  <c:v>6.93459774691</c:v>
                </c:pt>
                <c:pt idx="2003">
                  <c:v>6.93459966247</c:v>
                </c:pt>
                <c:pt idx="2004">
                  <c:v>6.93462654658</c:v>
                </c:pt>
                <c:pt idx="2005">
                  <c:v>6.93463408567</c:v>
                </c:pt>
                <c:pt idx="2006">
                  <c:v>6.93463595915</c:v>
                </c:pt>
                <c:pt idx="2007">
                  <c:v>6.93466997124</c:v>
                </c:pt>
                <c:pt idx="2008">
                  <c:v>6.93467197005</c:v>
                </c:pt>
                <c:pt idx="2009">
                  <c:v>6.93470789018</c:v>
                </c:pt>
                <c:pt idx="2010">
                  <c:v>6.93470991239</c:v>
                </c:pt>
                <c:pt idx="2011">
                  <c:v>6.93474637957</c:v>
                </c:pt>
                <c:pt idx="2012">
                  <c:v>6.93474829391</c:v>
                </c:pt>
                <c:pt idx="2013">
                  <c:v>6.93478207616</c:v>
                </c:pt>
                <c:pt idx="2014">
                  <c:v>6.93478388561</c:v>
                </c:pt>
                <c:pt idx="2015">
                  <c:v>6.93481573304</c:v>
                </c:pt>
                <c:pt idx="2016">
                  <c:v>6.93481756989</c:v>
                </c:pt>
                <c:pt idx="2017">
                  <c:v>6.93485081139</c:v>
                </c:pt>
                <c:pt idx="2018">
                  <c:v>6.93485268829</c:v>
                </c:pt>
                <c:pt idx="2019">
                  <c:v>6.93488705673</c:v>
                </c:pt>
                <c:pt idx="2020">
                  <c:v>6.93488886507</c:v>
                </c:pt>
                <c:pt idx="2021">
                  <c:v>6.9349207621</c:v>
                </c:pt>
                <c:pt idx="2022">
                  <c:v>6.93492249095</c:v>
                </c:pt>
                <c:pt idx="2023">
                  <c:v>6.93495183933</c:v>
                </c:pt>
                <c:pt idx="2024">
                  <c:v>6.93495349315</c:v>
                </c:pt>
                <c:pt idx="2025">
                  <c:v>6.93498352062</c:v>
                </c:pt>
                <c:pt idx="2026">
                  <c:v>6.93498521677</c:v>
                </c:pt>
                <c:pt idx="2027">
                  <c:v>6.93501674422</c:v>
                </c:pt>
                <c:pt idx="2028">
                  <c:v>6.93501844517</c:v>
                </c:pt>
                <c:pt idx="2029">
                  <c:v>6.9350487471</c:v>
                </c:pt>
                <c:pt idx="2030">
                  <c:v>6.93505039831</c:v>
                </c:pt>
                <c:pt idx="2031">
                  <c:v>6.93507796783</c:v>
                </c:pt>
                <c:pt idx="2032">
                  <c:v>6.93507949021</c:v>
                </c:pt>
                <c:pt idx="2033">
                  <c:v>6.93510746194</c:v>
                </c:pt>
                <c:pt idx="2034">
                  <c:v>6.93510903617</c:v>
                </c:pt>
                <c:pt idx="2035">
                  <c:v>6.93513934681</c:v>
                </c:pt>
                <c:pt idx="2036">
                  <c:v>6.9351410472</c:v>
                </c:pt>
                <c:pt idx="2037">
                  <c:v>6.93517134716</c:v>
                </c:pt>
                <c:pt idx="2038">
                  <c:v>6.93517302825</c:v>
                </c:pt>
                <c:pt idx="2039">
                  <c:v>6.93520126212</c:v>
                </c:pt>
                <c:pt idx="2040">
                  <c:v>6.9352028031</c:v>
                </c:pt>
                <c:pt idx="2041">
                  <c:v>6.93523074139</c:v>
                </c:pt>
                <c:pt idx="2042">
                  <c:v>6.93523228908</c:v>
                </c:pt>
                <c:pt idx="2043">
                  <c:v>6.93526233004</c:v>
                </c:pt>
                <c:pt idx="2044">
                  <c:v>6.93526407168</c:v>
                </c:pt>
                <c:pt idx="2045">
                  <c:v>6.93529563932</c:v>
                </c:pt>
                <c:pt idx="2046">
                  <c:v>6.93529739149</c:v>
                </c:pt>
                <c:pt idx="2047">
                  <c:v>6.93532645284</c:v>
                </c:pt>
                <c:pt idx="2048">
                  <c:v>6.93532797823</c:v>
                </c:pt>
                <c:pt idx="2049">
                  <c:v>6.93535595211</c:v>
                </c:pt>
                <c:pt idx="2050">
                  <c:v>6.93535751298</c:v>
                </c:pt>
                <c:pt idx="2051">
                  <c:v>6.93538734789</c:v>
                </c:pt>
                <c:pt idx="2052">
                  <c:v>6.93538908524</c:v>
                </c:pt>
                <c:pt idx="2053">
                  <c:v>6.93542030814</c:v>
                </c:pt>
                <c:pt idx="2054">
                  <c:v>6.93542208395</c:v>
                </c:pt>
                <c:pt idx="2055">
                  <c:v>6.93545225664</c:v>
                </c:pt>
                <c:pt idx="2056">
                  <c:v>6.93545379918</c:v>
                </c:pt>
                <c:pt idx="2057">
                  <c:v>6.93548160086</c:v>
                </c:pt>
                <c:pt idx="2058">
                  <c:v>6.93548311781</c:v>
                </c:pt>
                <c:pt idx="2059">
                  <c:v>6.93551251192</c:v>
                </c:pt>
                <c:pt idx="2060">
                  <c:v>6.9355143111</c:v>
                </c:pt>
                <c:pt idx="2061">
                  <c:v>6.93554637887</c:v>
                </c:pt>
                <c:pt idx="2062">
                  <c:v>6.9355481567</c:v>
                </c:pt>
                <c:pt idx="2063">
                  <c:v>6.93557907459</c:v>
                </c:pt>
                <c:pt idx="2064">
                  <c:v>6.935580701</c:v>
                </c:pt>
                <c:pt idx="2065">
                  <c:v>6.9356104358</c:v>
                </c:pt>
                <c:pt idx="2066">
                  <c:v>6.9356120526</c:v>
                </c:pt>
                <c:pt idx="2067">
                  <c:v>6.93564226752</c:v>
                </c:pt>
                <c:pt idx="2068">
                  <c:v>6.93564408519</c:v>
                </c:pt>
                <c:pt idx="2069">
                  <c:v>6.93567711507</c:v>
                </c:pt>
                <c:pt idx="2070">
                  <c:v>6.9356789962</c:v>
                </c:pt>
                <c:pt idx="2071">
                  <c:v>6.93571263849</c:v>
                </c:pt>
                <c:pt idx="2072">
                  <c:v>6.93571437729</c:v>
                </c:pt>
                <c:pt idx="2073">
                  <c:v>6.9357457441</c:v>
                </c:pt>
                <c:pt idx="2074">
                  <c:v>6.93574743353</c:v>
                </c:pt>
                <c:pt idx="2075">
                  <c:v>6.93577831792</c:v>
                </c:pt>
                <c:pt idx="2076">
                  <c:v>6.93578015687</c:v>
                </c:pt>
                <c:pt idx="2077">
                  <c:v>6.93581344288</c:v>
                </c:pt>
                <c:pt idx="2078">
                  <c:v>6.93581532837</c:v>
                </c:pt>
                <c:pt idx="2079">
                  <c:v>6.93584949822</c:v>
                </c:pt>
                <c:pt idx="2080">
                  <c:v>6.93585131437</c:v>
                </c:pt>
                <c:pt idx="2081">
                  <c:v>6.93588377199</c:v>
                </c:pt>
                <c:pt idx="2082">
                  <c:v>6.93588555657</c:v>
                </c:pt>
                <c:pt idx="2083">
                  <c:v>6.93591677551</c:v>
                </c:pt>
                <c:pt idx="2084">
                  <c:v>6.93591858569</c:v>
                </c:pt>
                <c:pt idx="2085">
                  <c:v>6.93595157501</c:v>
                </c:pt>
                <c:pt idx="2086">
                  <c:v>6.93595344357</c:v>
                </c:pt>
                <c:pt idx="2087">
                  <c:v>6.93598867866</c:v>
                </c:pt>
                <c:pt idx="2088">
                  <c:v>6.93599058054</c:v>
                </c:pt>
                <c:pt idx="2089">
                  <c:v>6.93602389269</c:v>
                </c:pt>
                <c:pt idx="2090">
                  <c:v>6.93602570695</c:v>
                </c:pt>
                <c:pt idx="2091">
                  <c:v>6.93605738928</c:v>
                </c:pt>
                <c:pt idx="2092">
                  <c:v>6.93605922666</c:v>
                </c:pt>
                <c:pt idx="2093">
                  <c:v>6.93609220486</c:v>
                </c:pt>
                <c:pt idx="2094">
                  <c:v>6.9360940514</c:v>
                </c:pt>
                <c:pt idx="2095">
                  <c:v>6.93612911857</c:v>
                </c:pt>
                <c:pt idx="2096">
                  <c:v>6.93613106476</c:v>
                </c:pt>
                <c:pt idx="2097">
                  <c:v>6.93616597396</c:v>
                </c:pt>
                <c:pt idx="2098">
                  <c:v>6.93616790067</c:v>
                </c:pt>
                <c:pt idx="2099">
                  <c:v>6.93618256947</c:v>
                </c:pt>
                <c:pt idx="2100">
                  <c:v>6.9361915209</c:v>
                </c:pt>
                <c:pt idx="2101">
                  <c:v>6.93620043547</c:v>
                </c:pt>
                <c:pt idx="2102">
                  <c:v>6.93620224371</c:v>
                </c:pt>
                <c:pt idx="2103">
                  <c:v>6.93623541983</c:v>
                </c:pt>
                <c:pt idx="2104">
                  <c:v>6.93623728411</c:v>
                </c:pt>
                <c:pt idx="2105">
                  <c:v>6.93627297505</c:v>
                </c:pt>
                <c:pt idx="2106">
                  <c:v>6.93627500268</c:v>
                </c:pt>
                <c:pt idx="2107">
                  <c:v>6.93631048813</c:v>
                </c:pt>
                <c:pt idx="2108">
                  <c:v>6.93631245253</c:v>
                </c:pt>
                <c:pt idx="2109">
                  <c:v>6.93634598988</c:v>
                </c:pt>
                <c:pt idx="2110">
                  <c:v>6.93634781987</c:v>
                </c:pt>
                <c:pt idx="2111">
                  <c:v>6.93638076556</c:v>
                </c:pt>
                <c:pt idx="2112">
                  <c:v>6.93638256423</c:v>
                </c:pt>
                <c:pt idx="2113">
                  <c:v>6.93641756156</c:v>
                </c:pt>
                <c:pt idx="2114">
                  <c:v>6.93641958068</c:v>
                </c:pt>
                <c:pt idx="2115">
                  <c:v>6.93645551313</c:v>
                </c:pt>
                <c:pt idx="2116">
                  <c:v>6.93645753636</c:v>
                </c:pt>
                <c:pt idx="2117">
                  <c:v>6.93649122705</c:v>
                </c:pt>
                <c:pt idx="2118">
                  <c:v>6.93649300122</c:v>
                </c:pt>
                <c:pt idx="2119">
                  <c:v>6.93652515856</c:v>
                </c:pt>
                <c:pt idx="2120">
                  <c:v>6.93652689991</c:v>
                </c:pt>
                <c:pt idx="2121">
                  <c:v>6.93656063566</c:v>
                </c:pt>
                <c:pt idx="2122">
                  <c:v>6.93656261482</c:v>
                </c:pt>
                <c:pt idx="2123">
                  <c:v>6.93659756066</c:v>
                </c:pt>
                <c:pt idx="2124">
                  <c:v>6.93659952939</c:v>
                </c:pt>
                <c:pt idx="2125">
                  <c:v>6.93663269539</c:v>
                </c:pt>
                <c:pt idx="2126">
                  <c:v>6.93663440652</c:v>
                </c:pt>
                <c:pt idx="2127">
                  <c:v>6.93666495044</c:v>
                </c:pt>
                <c:pt idx="2128">
                  <c:v>6.93666658948</c:v>
                </c:pt>
                <c:pt idx="2129">
                  <c:v>6.9366977314</c:v>
                </c:pt>
                <c:pt idx="2130">
                  <c:v>6.93669954965</c:v>
                </c:pt>
                <c:pt idx="2131">
                  <c:v>6.93673163098</c:v>
                </c:pt>
                <c:pt idx="2132">
                  <c:v>6.93673343059</c:v>
                </c:pt>
                <c:pt idx="2133">
                  <c:v>6.93676388165</c:v>
                </c:pt>
                <c:pt idx="2134">
                  <c:v>6.93676543991</c:v>
                </c:pt>
                <c:pt idx="2135">
                  <c:v>6.93679282712</c:v>
                </c:pt>
                <c:pt idx="2136">
                  <c:v>6.93679428157</c:v>
                </c:pt>
                <c:pt idx="2137">
                  <c:v>6.93682133725</c:v>
                </c:pt>
                <c:pt idx="2138">
                  <c:v>6.9368229182</c:v>
                </c:pt>
                <c:pt idx="2139">
                  <c:v>6.93685141217</c:v>
                </c:pt>
                <c:pt idx="2140">
                  <c:v>6.93685301621</c:v>
                </c:pt>
                <c:pt idx="2141">
                  <c:v>6.93688102736</c:v>
                </c:pt>
                <c:pt idx="2142">
                  <c:v>6.93688246749</c:v>
                </c:pt>
                <c:pt idx="2143">
                  <c:v>6.93690785621</c:v>
                </c:pt>
                <c:pt idx="2144">
                  <c:v>6.93690922502</c:v>
                </c:pt>
                <c:pt idx="2145">
                  <c:v>6.93693353739</c:v>
                </c:pt>
                <c:pt idx="2146">
                  <c:v>6.93693496859</c:v>
                </c:pt>
                <c:pt idx="2147">
                  <c:v>6.93696105563</c:v>
                </c:pt>
                <c:pt idx="2148">
                  <c:v>6.93696256288</c:v>
                </c:pt>
                <c:pt idx="2149">
                  <c:v>6.93698998993</c:v>
                </c:pt>
                <c:pt idx="2150">
                  <c:v>6.93699138463</c:v>
                </c:pt>
                <c:pt idx="2151">
                  <c:v>6.93701659486</c:v>
                </c:pt>
                <c:pt idx="2152">
                  <c:v>6.93701796589</c:v>
                </c:pt>
                <c:pt idx="2153">
                  <c:v>6.93704188037</c:v>
                </c:pt>
                <c:pt idx="2154">
                  <c:v>6.93704328002</c:v>
                </c:pt>
                <c:pt idx="2155">
                  <c:v>6.93706893403</c:v>
                </c:pt>
                <c:pt idx="2156">
                  <c:v>6.93707039428</c:v>
                </c:pt>
                <c:pt idx="2157">
                  <c:v>6.93709756165</c:v>
                </c:pt>
                <c:pt idx="2158">
                  <c:v>6.9370990354</c:v>
                </c:pt>
                <c:pt idx="2159">
                  <c:v>6.9371249751</c:v>
                </c:pt>
                <c:pt idx="2160">
                  <c:v>6.93712636075</c:v>
                </c:pt>
                <c:pt idx="2161">
                  <c:v>6.93715025724</c:v>
                </c:pt>
                <c:pt idx="2162">
                  <c:v>6.9371516263</c:v>
                </c:pt>
                <c:pt idx="2163">
                  <c:v>6.9371771945</c:v>
                </c:pt>
                <c:pt idx="2164">
                  <c:v>6.93717864211</c:v>
                </c:pt>
                <c:pt idx="2165">
                  <c:v>6.93720642972</c:v>
                </c:pt>
                <c:pt idx="2166">
                  <c:v>6.9372079693</c:v>
                </c:pt>
                <c:pt idx="2167">
                  <c:v>6.93723548329</c:v>
                </c:pt>
                <c:pt idx="2168">
                  <c:v>6.93723702866</c:v>
                </c:pt>
                <c:pt idx="2169">
                  <c:v>6.9372630712</c:v>
                </c:pt>
                <c:pt idx="2170">
                  <c:v>6.93726450073</c:v>
                </c:pt>
                <c:pt idx="2171">
                  <c:v>6.93729080044</c:v>
                </c:pt>
                <c:pt idx="2172">
                  <c:v>6.93729228542</c:v>
                </c:pt>
                <c:pt idx="2173">
                  <c:v>6.93732166257</c:v>
                </c:pt>
                <c:pt idx="2174">
                  <c:v>6.93732332394</c:v>
                </c:pt>
                <c:pt idx="2175">
                  <c:v>6.93735278476</c:v>
                </c:pt>
                <c:pt idx="2176">
                  <c:v>6.93735443696</c:v>
                </c:pt>
                <c:pt idx="2177">
                  <c:v>6.93738232782</c:v>
                </c:pt>
                <c:pt idx="2178">
                  <c:v>6.9373838267</c:v>
                </c:pt>
                <c:pt idx="2179">
                  <c:v>6.93741159411</c:v>
                </c:pt>
                <c:pt idx="2180">
                  <c:v>6.93741314085</c:v>
                </c:pt>
                <c:pt idx="2181">
                  <c:v>6.93744307975</c:v>
                </c:pt>
                <c:pt idx="2182">
                  <c:v>6.93744483406</c:v>
                </c:pt>
                <c:pt idx="2183">
                  <c:v>6.93747646955</c:v>
                </c:pt>
                <c:pt idx="2184">
                  <c:v>6.9374782456</c:v>
                </c:pt>
                <c:pt idx="2185">
                  <c:v>6.93750776125</c:v>
                </c:pt>
                <c:pt idx="2186">
                  <c:v>6.93750931345</c:v>
                </c:pt>
                <c:pt idx="2187">
                  <c:v>6.93753799867</c:v>
                </c:pt>
                <c:pt idx="2188">
                  <c:v>6.93753954908</c:v>
                </c:pt>
                <c:pt idx="2189">
                  <c:v>6.93756974477</c:v>
                </c:pt>
                <c:pt idx="2190">
                  <c:v>6.93757155178</c:v>
                </c:pt>
                <c:pt idx="2191">
                  <c:v>6.93760354201</c:v>
                </c:pt>
                <c:pt idx="2192">
                  <c:v>6.93760532333</c:v>
                </c:pt>
                <c:pt idx="2193">
                  <c:v>6.93762404664</c:v>
                </c:pt>
                <c:pt idx="2194">
                  <c:v>6.93763239811</c:v>
                </c:pt>
                <c:pt idx="2195">
                  <c:v>6.93763567694</c:v>
                </c:pt>
                <c:pt idx="2196">
                  <c:v>6.93763726139</c:v>
                </c:pt>
                <c:pt idx="2197">
                  <c:v>6.93766580753</c:v>
                </c:pt>
                <c:pt idx="2198">
                  <c:v>6.93766733601</c:v>
                </c:pt>
                <c:pt idx="2199">
                  <c:v>6.93769640459</c:v>
                </c:pt>
                <c:pt idx="2200">
                  <c:v>6.93769811363</c:v>
                </c:pt>
                <c:pt idx="2201">
                  <c:v>6.93772849004</c:v>
                </c:pt>
                <c:pt idx="2202">
                  <c:v>6.93773023801</c:v>
                </c:pt>
                <c:pt idx="2203">
                  <c:v>6.93776030471</c:v>
                </c:pt>
                <c:pt idx="2204">
                  <c:v>6.93776180456</c:v>
                </c:pt>
                <c:pt idx="2205">
                  <c:v>6.93778836921</c:v>
                </c:pt>
                <c:pt idx="2206">
                  <c:v>6.9377897926</c:v>
                </c:pt>
                <c:pt idx="2207">
                  <c:v>6.93781653495</c:v>
                </c:pt>
                <c:pt idx="2208">
                  <c:v>6.93781814436</c:v>
                </c:pt>
                <c:pt idx="2209">
                  <c:v>6.93784671525</c:v>
                </c:pt>
                <c:pt idx="2210">
                  <c:v>6.93784832743</c:v>
                </c:pt>
                <c:pt idx="2211">
                  <c:v>6.93787639526</c:v>
                </c:pt>
                <c:pt idx="2212">
                  <c:v>6.93787781505</c:v>
                </c:pt>
                <c:pt idx="2213">
                  <c:v>6.93790342582</c:v>
                </c:pt>
                <c:pt idx="2214">
                  <c:v>6.93790480595</c:v>
                </c:pt>
                <c:pt idx="2215">
                  <c:v>6.93792917955</c:v>
                </c:pt>
                <c:pt idx="2216">
                  <c:v>6.93793061536</c:v>
                </c:pt>
                <c:pt idx="2217">
                  <c:v>6.9379563474</c:v>
                </c:pt>
                <c:pt idx="2218">
                  <c:v>6.93795781503</c:v>
                </c:pt>
                <c:pt idx="2219">
                  <c:v>6.93798443464</c:v>
                </c:pt>
                <c:pt idx="2220">
                  <c:v>6.93798581526</c:v>
                </c:pt>
                <c:pt idx="2221">
                  <c:v>6.93801078485</c:v>
                </c:pt>
                <c:pt idx="2222">
                  <c:v>6.93801211911</c:v>
                </c:pt>
                <c:pt idx="2223">
                  <c:v>6.93803513565</c:v>
                </c:pt>
                <c:pt idx="2224">
                  <c:v>6.93803650579</c:v>
                </c:pt>
                <c:pt idx="2225">
                  <c:v>6.93806190812</c:v>
                </c:pt>
                <c:pt idx="2226">
                  <c:v>6.93806336921</c:v>
                </c:pt>
                <c:pt idx="2227">
                  <c:v>6.93809039295</c:v>
                </c:pt>
                <c:pt idx="2228">
                  <c:v>6.9380918416</c:v>
                </c:pt>
                <c:pt idx="2229">
                  <c:v>6.93811765631</c:v>
                </c:pt>
                <c:pt idx="2230">
                  <c:v>6.93811906701</c:v>
                </c:pt>
                <c:pt idx="2231">
                  <c:v>6.93814349787</c:v>
                </c:pt>
                <c:pt idx="2232">
                  <c:v>6.9381448938</c:v>
                </c:pt>
                <c:pt idx="2233">
                  <c:v>6.93817019447</c:v>
                </c:pt>
                <c:pt idx="2234">
                  <c:v>6.93817162631</c:v>
                </c:pt>
                <c:pt idx="2235">
                  <c:v>6.93819955603</c:v>
                </c:pt>
                <c:pt idx="2236">
                  <c:v>6.93820109793</c:v>
                </c:pt>
                <c:pt idx="2237">
                  <c:v>6.9382285886</c:v>
                </c:pt>
                <c:pt idx="2238">
                  <c:v>6.93823009448</c:v>
                </c:pt>
                <c:pt idx="2239">
                  <c:v>6.93825535411</c:v>
                </c:pt>
                <c:pt idx="2240">
                  <c:v>6.93825676634</c:v>
                </c:pt>
                <c:pt idx="2241">
                  <c:v>6.93828289097</c:v>
                </c:pt>
                <c:pt idx="2242">
                  <c:v>6.93828433915</c:v>
                </c:pt>
                <c:pt idx="2243">
                  <c:v>6.93831236403</c:v>
                </c:pt>
                <c:pt idx="2244">
                  <c:v>6.93831398726</c:v>
                </c:pt>
                <c:pt idx="2245">
                  <c:v>6.9383427589</c:v>
                </c:pt>
                <c:pt idx="2246">
                  <c:v>6.93834438746</c:v>
                </c:pt>
                <c:pt idx="2247">
                  <c:v>6.93837163913</c:v>
                </c:pt>
                <c:pt idx="2248">
                  <c:v>6.93837310473</c:v>
                </c:pt>
                <c:pt idx="2249">
                  <c:v>6.93839996701</c:v>
                </c:pt>
                <c:pt idx="2250">
                  <c:v>6.93840144829</c:v>
                </c:pt>
                <c:pt idx="2251">
                  <c:v>6.93843066543</c:v>
                </c:pt>
                <c:pt idx="2252">
                  <c:v>6.93843238548</c:v>
                </c:pt>
                <c:pt idx="2253">
                  <c:v>6.93846307458</c:v>
                </c:pt>
                <c:pt idx="2254">
                  <c:v>6.93846480005</c:v>
                </c:pt>
                <c:pt idx="2255">
                  <c:v>6.93849369291</c:v>
                </c:pt>
                <c:pt idx="2256">
                  <c:v>6.93849521995</c:v>
                </c:pt>
                <c:pt idx="2257">
                  <c:v>6.93852321908</c:v>
                </c:pt>
                <c:pt idx="2258">
                  <c:v>6.9385247651</c:v>
                </c:pt>
                <c:pt idx="2259">
                  <c:v>6.93855481083</c:v>
                </c:pt>
                <c:pt idx="2260">
                  <c:v>6.93855660252</c:v>
                </c:pt>
                <c:pt idx="2261">
                  <c:v>6.93858829705</c:v>
                </c:pt>
                <c:pt idx="2262">
                  <c:v>6.93859009422</c:v>
                </c:pt>
                <c:pt idx="2263">
                  <c:v>6.93862126911</c:v>
                </c:pt>
                <c:pt idx="2264">
                  <c:v>6.93862290607</c:v>
                </c:pt>
                <c:pt idx="2265">
                  <c:v>6.93865235579</c:v>
                </c:pt>
                <c:pt idx="2266">
                  <c:v>6.93865394575</c:v>
                </c:pt>
                <c:pt idx="2267">
                  <c:v>6.93868440391</c:v>
                </c:pt>
                <c:pt idx="2268">
                  <c:v>6.93868623081</c:v>
                </c:pt>
                <c:pt idx="2269">
                  <c:v>6.93871916202</c:v>
                </c:pt>
                <c:pt idx="2270">
                  <c:v>6.93872103414</c:v>
                </c:pt>
                <c:pt idx="2271">
                  <c:v>6.93875362866</c:v>
                </c:pt>
                <c:pt idx="2272">
                  <c:v>6.93875531332</c:v>
                </c:pt>
                <c:pt idx="2273">
                  <c:v>6.93878619044</c:v>
                </c:pt>
                <c:pt idx="2274">
                  <c:v>6.93878789017</c:v>
                </c:pt>
                <c:pt idx="2275">
                  <c:v>6.93881898084</c:v>
                </c:pt>
                <c:pt idx="2276">
                  <c:v>6.93882083114</c:v>
                </c:pt>
                <c:pt idx="2277">
                  <c:v>6.93885415822</c:v>
                </c:pt>
                <c:pt idx="2278">
                  <c:v>6.93885606132</c:v>
                </c:pt>
                <c:pt idx="2279">
                  <c:v>6.93889009044</c:v>
                </c:pt>
                <c:pt idx="2280">
                  <c:v>6.93889185418</c:v>
                </c:pt>
                <c:pt idx="2281">
                  <c:v>6.9389239416</c:v>
                </c:pt>
                <c:pt idx="2282">
                  <c:v>6.93892567382</c:v>
                </c:pt>
                <c:pt idx="2283">
                  <c:v>6.93895704739</c:v>
                </c:pt>
                <c:pt idx="2284">
                  <c:v>6.93895891725</c:v>
                </c:pt>
                <c:pt idx="2285">
                  <c:v>6.93899253417</c:v>
                </c:pt>
                <c:pt idx="2286">
                  <c:v>6.93899443647</c:v>
                </c:pt>
                <c:pt idx="2287">
                  <c:v>6.93902935126</c:v>
                </c:pt>
                <c:pt idx="2288">
                  <c:v>6.9390312305</c:v>
                </c:pt>
                <c:pt idx="2289">
                  <c:v>6.93904092473</c:v>
                </c:pt>
                <c:pt idx="2290">
                  <c:v>6.93905027934</c:v>
                </c:pt>
                <c:pt idx="2291">
                  <c:v>6.93906471578</c:v>
                </c:pt>
                <c:pt idx="2292">
                  <c:v>6.93906651653</c:v>
                </c:pt>
                <c:pt idx="2293">
                  <c:v>6.93909841832</c:v>
                </c:pt>
                <c:pt idx="2294">
                  <c:v>6.93910028957</c:v>
                </c:pt>
                <c:pt idx="2295">
                  <c:v>6.93913415788</c:v>
                </c:pt>
                <c:pt idx="2296">
                  <c:v>6.93913606863</c:v>
                </c:pt>
                <c:pt idx="2297">
                  <c:v>6.93917158353</c:v>
                </c:pt>
                <c:pt idx="2298">
                  <c:v>6.93917351092</c:v>
                </c:pt>
                <c:pt idx="2299">
                  <c:v>6.9392076342</c:v>
                </c:pt>
                <c:pt idx="2300">
                  <c:v>6.93920952868</c:v>
                </c:pt>
                <c:pt idx="2301">
                  <c:v>6.93924211611</c:v>
                </c:pt>
                <c:pt idx="2302">
                  <c:v>6.93924396153</c:v>
                </c:pt>
                <c:pt idx="2303">
                  <c:v>6.9392768546</c:v>
                </c:pt>
                <c:pt idx="2304">
                  <c:v>6.93927868293</c:v>
                </c:pt>
                <c:pt idx="2305">
                  <c:v>6.93931371962</c:v>
                </c:pt>
                <c:pt idx="2306">
                  <c:v>6.93931564364</c:v>
                </c:pt>
                <c:pt idx="2307">
                  <c:v>6.93935000769</c:v>
                </c:pt>
                <c:pt idx="2308">
                  <c:v>6.93935189755</c:v>
                </c:pt>
                <c:pt idx="2309">
                  <c:v>6.93938380391</c:v>
                </c:pt>
                <c:pt idx="2310">
                  <c:v>6.93938555364</c:v>
                </c:pt>
                <c:pt idx="2311">
                  <c:v>6.93941740415</c:v>
                </c:pt>
                <c:pt idx="2312">
                  <c:v>6.93941917893</c:v>
                </c:pt>
                <c:pt idx="2313">
                  <c:v>6.93945273238</c:v>
                </c:pt>
                <c:pt idx="2314">
                  <c:v>6.9394546189</c:v>
                </c:pt>
                <c:pt idx="2315">
                  <c:v>6.93948798002</c:v>
                </c:pt>
                <c:pt idx="2316">
                  <c:v>6.93948983507</c:v>
                </c:pt>
                <c:pt idx="2317">
                  <c:v>6.93952043014</c:v>
                </c:pt>
                <c:pt idx="2318">
                  <c:v>6.93952202213</c:v>
                </c:pt>
                <c:pt idx="2319">
                  <c:v>6.93955095666</c:v>
                </c:pt>
                <c:pt idx="2320">
                  <c:v>6.93955252016</c:v>
                </c:pt>
                <c:pt idx="2321">
                  <c:v>6.93958282783</c:v>
                </c:pt>
                <c:pt idx="2322">
                  <c:v>6.93958455948</c:v>
                </c:pt>
                <c:pt idx="2323">
                  <c:v>6.93961470115</c:v>
                </c:pt>
                <c:pt idx="2324">
                  <c:v>6.93961637417</c:v>
                </c:pt>
                <c:pt idx="2325">
                  <c:v>6.93964436724</c:v>
                </c:pt>
                <c:pt idx="2326">
                  <c:v>6.93964583138</c:v>
                </c:pt>
                <c:pt idx="2327">
                  <c:v>6.93967155572</c:v>
                </c:pt>
                <c:pt idx="2328">
                  <c:v>6.93967292308</c:v>
                </c:pt>
                <c:pt idx="2329">
                  <c:v>6.93969913188</c:v>
                </c:pt>
                <c:pt idx="2330">
                  <c:v>6.93970068239</c:v>
                </c:pt>
                <c:pt idx="2331">
                  <c:v>6.93972830326</c:v>
                </c:pt>
                <c:pt idx="2332">
                  <c:v>6.9397298252</c:v>
                </c:pt>
                <c:pt idx="2333">
                  <c:v>6.93975521379</c:v>
                </c:pt>
                <c:pt idx="2334">
                  <c:v>6.93975649375</c:v>
                </c:pt>
                <c:pt idx="2335">
                  <c:v>6.93977982665</c:v>
                </c:pt>
                <c:pt idx="2336">
                  <c:v>6.9397810813</c:v>
                </c:pt>
                <c:pt idx="2337">
                  <c:v>6.93980510207</c:v>
                </c:pt>
                <c:pt idx="2338">
                  <c:v>6.93980653461</c:v>
                </c:pt>
                <c:pt idx="2339">
                  <c:v>6.93983231951</c:v>
                </c:pt>
                <c:pt idx="2340">
                  <c:v>6.93983379223</c:v>
                </c:pt>
                <c:pt idx="2341">
                  <c:v>6.93985925235</c:v>
                </c:pt>
                <c:pt idx="2342">
                  <c:v>6.93986052694</c:v>
                </c:pt>
                <c:pt idx="2343">
                  <c:v>6.93988383591</c:v>
                </c:pt>
                <c:pt idx="2344">
                  <c:v>6.93988509556</c:v>
                </c:pt>
                <c:pt idx="2345">
                  <c:v>6.93990802117</c:v>
                </c:pt>
                <c:pt idx="2346">
                  <c:v>6.93990936725</c:v>
                </c:pt>
                <c:pt idx="2347">
                  <c:v>6.93993393239</c:v>
                </c:pt>
                <c:pt idx="2348">
                  <c:v>6.93993533435</c:v>
                </c:pt>
                <c:pt idx="2349">
                  <c:v>6.93996026732</c:v>
                </c:pt>
                <c:pt idx="2350">
                  <c:v>6.9399615213</c:v>
                </c:pt>
                <c:pt idx="2351">
                  <c:v>6.93998365684</c:v>
                </c:pt>
                <c:pt idx="2352">
                  <c:v>6.93998485187</c:v>
                </c:pt>
                <c:pt idx="2353">
                  <c:v>6.94000648469</c:v>
                </c:pt>
                <c:pt idx="2354">
                  <c:v>6.94000781542</c:v>
                </c:pt>
                <c:pt idx="2355">
                  <c:v>6.94003167335</c:v>
                </c:pt>
                <c:pt idx="2356">
                  <c:v>6.94003300961</c:v>
                </c:pt>
                <c:pt idx="2357">
                  <c:v>6.94005773065</c:v>
                </c:pt>
                <c:pt idx="2358">
                  <c:v>6.94005904545</c:v>
                </c:pt>
                <c:pt idx="2359">
                  <c:v>6.94008286563</c:v>
                </c:pt>
                <c:pt idx="2360">
                  <c:v>6.94008414269</c:v>
                </c:pt>
                <c:pt idx="2361">
                  <c:v>6.94010641136</c:v>
                </c:pt>
                <c:pt idx="2362">
                  <c:v>6.94010772892</c:v>
                </c:pt>
                <c:pt idx="2363">
                  <c:v>6.94013183367</c:v>
                </c:pt>
                <c:pt idx="2364">
                  <c:v>6.94013320908</c:v>
                </c:pt>
                <c:pt idx="2365">
                  <c:v>6.94015920712</c:v>
                </c:pt>
                <c:pt idx="2366">
                  <c:v>6.94016060795</c:v>
                </c:pt>
                <c:pt idx="2367">
                  <c:v>6.94018582768</c:v>
                </c:pt>
                <c:pt idx="2368">
                  <c:v>6.94018722994</c:v>
                </c:pt>
                <c:pt idx="2369">
                  <c:v>6.94021072925</c:v>
                </c:pt>
                <c:pt idx="2370">
                  <c:v>6.94021206261</c:v>
                </c:pt>
                <c:pt idx="2371">
                  <c:v>6.94023649801</c:v>
                </c:pt>
                <c:pt idx="2372">
                  <c:v>6.94023787525</c:v>
                </c:pt>
                <c:pt idx="2373">
                  <c:v>6.94026467722</c:v>
                </c:pt>
                <c:pt idx="2374">
                  <c:v>6.94026617038</c:v>
                </c:pt>
                <c:pt idx="2375">
                  <c:v>6.94029243364</c:v>
                </c:pt>
                <c:pt idx="2376">
                  <c:v>6.94029388339</c:v>
                </c:pt>
                <c:pt idx="2377">
                  <c:v>6.94031821812</c:v>
                </c:pt>
                <c:pt idx="2378">
                  <c:v>6.94031957434</c:v>
                </c:pt>
                <c:pt idx="2379">
                  <c:v>6.94034393287</c:v>
                </c:pt>
                <c:pt idx="2380">
                  <c:v>6.94034527966</c:v>
                </c:pt>
                <c:pt idx="2381">
                  <c:v>6.94037171955</c:v>
                </c:pt>
                <c:pt idx="2382">
                  <c:v>6.94037321912</c:v>
                </c:pt>
                <c:pt idx="2383">
                  <c:v>6.94038518722</c:v>
                </c:pt>
                <c:pt idx="2384">
                  <c:v>6.94039108291</c:v>
                </c:pt>
                <c:pt idx="2385">
                  <c:v>6.94039977049</c:v>
                </c:pt>
                <c:pt idx="2386">
                  <c:v>6.94040124935</c:v>
                </c:pt>
                <c:pt idx="2387">
                  <c:v>6.94042551221</c:v>
                </c:pt>
                <c:pt idx="2388">
                  <c:v>6.94042679588</c:v>
                </c:pt>
                <c:pt idx="2389">
                  <c:v>6.94045014251</c:v>
                </c:pt>
                <c:pt idx="2390">
                  <c:v>6.94045143057</c:v>
                </c:pt>
                <c:pt idx="2391">
                  <c:v>6.9404761618</c:v>
                </c:pt>
                <c:pt idx="2392">
                  <c:v>6.94047759965</c:v>
                </c:pt>
                <c:pt idx="2393">
                  <c:v>6.94050318266</c:v>
                </c:pt>
                <c:pt idx="2394">
                  <c:v>6.94050463337</c:v>
                </c:pt>
                <c:pt idx="2395">
                  <c:v>6.94052831912</c:v>
                </c:pt>
                <c:pt idx="2396">
                  <c:v>6.94052952503</c:v>
                </c:pt>
                <c:pt idx="2397">
                  <c:v>6.94055102333</c:v>
                </c:pt>
                <c:pt idx="2398">
                  <c:v>6.9405521816</c:v>
                </c:pt>
                <c:pt idx="2399">
                  <c:v>6.9405750341</c:v>
                </c:pt>
                <c:pt idx="2400">
                  <c:v>6.9405764</c:v>
                </c:pt>
                <c:pt idx="2401">
                  <c:v>6.94060013657</c:v>
                </c:pt>
                <c:pt idx="2402">
                  <c:v>6.94060146871</c:v>
                </c:pt>
                <c:pt idx="2403">
                  <c:v>6.94062392712</c:v>
                </c:pt>
                <c:pt idx="2404">
                  <c:v>6.94062505462</c:v>
                </c:pt>
                <c:pt idx="2405">
                  <c:v>6.94064562027</c:v>
                </c:pt>
                <c:pt idx="2406">
                  <c:v>6.94064671768</c:v>
                </c:pt>
                <c:pt idx="2407">
                  <c:v>6.94066730929</c:v>
                </c:pt>
                <c:pt idx="2408">
                  <c:v>6.94066857811</c:v>
                </c:pt>
                <c:pt idx="2409">
                  <c:v>6.94069138359</c:v>
                </c:pt>
                <c:pt idx="2410">
                  <c:v>6.9406926813</c:v>
                </c:pt>
                <c:pt idx="2411">
                  <c:v>6.94071489124</c:v>
                </c:pt>
                <c:pt idx="2412">
                  <c:v>6.94071600124</c:v>
                </c:pt>
                <c:pt idx="2413">
                  <c:v>6.94073630947</c:v>
                </c:pt>
                <c:pt idx="2414">
                  <c:v>6.94073740953</c:v>
                </c:pt>
                <c:pt idx="2415">
                  <c:v>6.94075808839</c:v>
                </c:pt>
                <c:pt idx="2416">
                  <c:v>6.9407593424</c:v>
                </c:pt>
                <c:pt idx="2417">
                  <c:v>6.94078233135</c:v>
                </c:pt>
                <c:pt idx="2418">
                  <c:v>6.94078366372</c:v>
                </c:pt>
                <c:pt idx="2419">
                  <c:v>6.9408074655</c:v>
                </c:pt>
                <c:pt idx="2420">
                  <c:v>6.94080869047</c:v>
                </c:pt>
                <c:pt idx="2421">
                  <c:v>6.94083061847</c:v>
                </c:pt>
                <c:pt idx="2422">
                  <c:v>6.94083182847</c:v>
                </c:pt>
                <c:pt idx="2423">
                  <c:v>6.94085345743</c:v>
                </c:pt>
                <c:pt idx="2424">
                  <c:v>6.94085477219</c:v>
                </c:pt>
                <c:pt idx="2425">
                  <c:v>6.94087844156</c:v>
                </c:pt>
                <c:pt idx="2426">
                  <c:v>6.94087977996</c:v>
                </c:pt>
                <c:pt idx="2427">
                  <c:v>6.94090493067</c:v>
                </c:pt>
                <c:pt idx="2428">
                  <c:v>6.9409062733</c:v>
                </c:pt>
                <c:pt idx="2429">
                  <c:v>6.9409304757</c:v>
                </c:pt>
                <c:pt idx="2430">
                  <c:v>6.94093180496</c:v>
                </c:pt>
                <c:pt idx="2431">
                  <c:v>6.94095470486</c:v>
                </c:pt>
                <c:pt idx="2432">
                  <c:v>6.94095606187</c:v>
                </c:pt>
                <c:pt idx="2433">
                  <c:v>6.94098094034</c:v>
                </c:pt>
                <c:pt idx="2434">
                  <c:v>6.94098237611</c:v>
                </c:pt>
                <c:pt idx="2435">
                  <c:v>6.9410098806</c:v>
                </c:pt>
                <c:pt idx="2436">
                  <c:v>6.94101134847</c:v>
                </c:pt>
                <c:pt idx="2437">
                  <c:v>6.94103753178</c:v>
                </c:pt>
                <c:pt idx="2438">
                  <c:v>6.94103897771</c:v>
                </c:pt>
                <c:pt idx="2439">
                  <c:v>6.94106403619</c:v>
                </c:pt>
                <c:pt idx="2440">
                  <c:v>6.94106548572</c:v>
                </c:pt>
                <c:pt idx="2441">
                  <c:v>6.94109169849</c:v>
                </c:pt>
                <c:pt idx="2442">
                  <c:v>6.94109316435</c:v>
                </c:pt>
                <c:pt idx="2443">
                  <c:v>6.94112151137</c:v>
                </c:pt>
                <c:pt idx="2444">
                  <c:v>6.94112309354</c:v>
                </c:pt>
                <c:pt idx="2445">
                  <c:v>6.94115187667</c:v>
                </c:pt>
                <c:pt idx="2446">
                  <c:v>6.94115349084</c:v>
                </c:pt>
                <c:pt idx="2447">
                  <c:v>6.94118067989</c:v>
                </c:pt>
                <c:pt idx="2448">
                  <c:v>6.94118217043</c:v>
                </c:pt>
                <c:pt idx="2449">
                  <c:v>6.94120962822</c:v>
                </c:pt>
                <c:pt idx="2450">
                  <c:v>6.94121117207</c:v>
                </c:pt>
                <c:pt idx="2451">
                  <c:v>6.94124090554</c:v>
                </c:pt>
                <c:pt idx="2452">
                  <c:v>6.94124259079</c:v>
                </c:pt>
                <c:pt idx="2453">
                  <c:v>6.94127321618</c:v>
                </c:pt>
                <c:pt idx="2454">
                  <c:v>6.94127495827</c:v>
                </c:pt>
                <c:pt idx="2455">
                  <c:v>6.94130417159</c:v>
                </c:pt>
                <c:pt idx="2456">
                  <c:v>6.94130574059</c:v>
                </c:pt>
                <c:pt idx="2457">
                  <c:v>6.94133423126</c:v>
                </c:pt>
                <c:pt idx="2458">
                  <c:v>6.9413357963</c:v>
                </c:pt>
                <c:pt idx="2459">
                  <c:v>6.94136636862</c:v>
                </c:pt>
                <c:pt idx="2460">
                  <c:v>6.94136818055</c:v>
                </c:pt>
                <c:pt idx="2461">
                  <c:v>6.94140048622</c:v>
                </c:pt>
                <c:pt idx="2462">
                  <c:v>6.94140230264</c:v>
                </c:pt>
                <c:pt idx="2463">
                  <c:v>6.94143296063</c:v>
                </c:pt>
                <c:pt idx="2464">
                  <c:v>6.9414345891</c:v>
                </c:pt>
                <c:pt idx="2465">
                  <c:v>6.94146478061</c:v>
                </c:pt>
                <c:pt idx="2466">
                  <c:v>6.94146643504</c:v>
                </c:pt>
                <c:pt idx="2467">
                  <c:v>6.94149781124</c:v>
                </c:pt>
                <c:pt idx="2468">
                  <c:v>6.94149965992</c:v>
                </c:pt>
                <c:pt idx="2469">
                  <c:v>6.94153288227</c:v>
                </c:pt>
                <c:pt idx="2470">
                  <c:v>6.94153480357</c:v>
                </c:pt>
                <c:pt idx="2471">
                  <c:v>6.94156756951</c:v>
                </c:pt>
                <c:pt idx="2472">
                  <c:v>6.9415692732</c:v>
                </c:pt>
                <c:pt idx="2473">
                  <c:v>6.9415999571</c:v>
                </c:pt>
                <c:pt idx="2474">
                  <c:v>6.94160163064</c:v>
                </c:pt>
                <c:pt idx="2475">
                  <c:v>6.9416336424</c:v>
                </c:pt>
                <c:pt idx="2476">
                  <c:v>6.94163555052</c:v>
                </c:pt>
                <c:pt idx="2477">
                  <c:v>6.94166943958</c:v>
                </c:pt>
                <c:pt idx="2478">
                  <c:v>6.94167134445</c:v>
                </c:pt>
                <c:pt idx="2479">
                  <c:v>6.94167320559</c:v>
                </c:pt>
                <c:pt idx="2480">
                  <c:v>6.94168640441</c:v>
                </c:pt>
                <c:pt idx="2481">
                  <c:v>6.94170521598</c:v>
                </c:pt>
                <c:pt idx="2482">
                  <c:v>6.94170702228</c:v>
                </c:pt>
                <c:pt idx="2483">
                  <c:v>6.94173934435</c:v>
                </c:pt>
                <c:pt idx="2484">
                  <c:v>6.94174109757</c:v>
                </c:pt>
                <c:pt idx="2485">
                  <c:v>6.94177309303</c:v>
                </c:pt>
                <c:pt idx="2486">
                  <c:v>6.94177499416</c:v>
                </c:pt>
                <c:pt idx="2487">
                  <c:v>6.94180931858</c:v>
                </c:pt>
                <c:pt idx="2488">
                  <c:v>6.94181128751</c:v>
                </c:pt>
                <c:pt idx="2489">
                  <c:v>6.94184593221</c:v>
                </c:pt>
                <c:pt idx="2490">
                  <c:v>6.94184773349</c:v>
                </c:pt>
                <c:pt idx="2491">
                  <c:v>6.9418803415</c:v>
                </c:pt>
                <c:pt idx="2492">
                  <c:v>6.94188211298</c:v>
                </c:pt>
                <c:pt idx="2493">
                  <c:v>6.94191401979</c:v>
                </c:pt>
                <c:pt idx="2494">
                  <c:v>6.94191585288</c:v>
                </c:pt>
                <c:pt idx="2495">
                  <c:v>6.94194866015</c:v>
                </c:pt>
                <c:pt idx="2496">
                  <c:v>6.94195053405</c:v>
                </c:pt>
                <c:pt idx="2497">
                  <c:v>6.94198499352</c:v>
                </c:pt>
                <c:pt idx="2498">
                  <c:v>6.94198683918</c:v>
                </c:pt>
                <c:pt idx="2499">
                  <c:v>6.94201900692</c:v>
                </c:pt>
                <c:pt idx="2500">
                  <c:v>6.9420207683</c:v>
                </c:pt>
                <c:pt idx="2501">
                  <c:v>6.94205134724</c:v>
                </c:pt>
                <c:pt idx="2502">
                  <c:v>6.94205310014</c:v>
                </c:pt>
                <c:pt idx="2503">
                  <c:v>6.94208460232</c:v>
                </c:pt>
                <c:pt idx="2504">
                  <c:v>6.94208633381</c:v>
                </c:pt>
                <c:pt idx="2505">
                  <c:v>6.94211885985</c:v>
                </c:pt>
                <c:pt idx="2506">
                  <c:v>6.94212061881</c:v>
                </c:pt>
                <c:pt idx="2507">
                  <c:v>6.94215182449</c:v>
                </c:pt>
                <c:pt idx="2508">
                  <c:v>6.94215351938</c:v>
                </c:pt>
                <c:pt idx="2509">
                  <c:v>6.94218188337</c:v>
                </c:pt>
                <c:pt idx="2510">
                  <c:v>6.94218344541</c:v>
                </c:pt>
                <c:pt idx="2511">
                  <c:v>6.94221169675</c:v>
                </c:pt>
                <c:pt idx="2512">
                  <c:v>6.94221327094</c:v>
                </c:pt>
                <c:pt idx="2513">
                  <c:v>6.94224260164</c:v>
                </c:pt>
                <c:pt idx="2514">
                  <c:v>6.94224419023</c:v>
                </c:pt>
                <c:pt idx="2515">
                  <c:v>6.94227220418</c:v>
                </c:pt>
                <c:pt idx="2516">
                  <c:v>6.94227375103</c:v>
                </c:pt>
                <c:pt idx="2517">
                  <c:v>6.94229904513</c:v>
                </c:pt>
                <c:pt idx="2518">
                  <c:v>6.94230038979</c:v>
                </c:pt>
                <c:pt idx="2519">
                  <c:v>6.94232459037</c:v>
                </c:pt>
                <c:pt idx="2520">
                  <c:v>6.94232591304</c:v>
                </c:pt>
                <c:pt idx="2521">
                  <c:v>6.94235186074</c:v>
                </c:pt>
                <c:pt idx="2522">
                  <c:v>6.94235333114</c:v>
                </c:pt>
                <c:pt idx="2523">
                  <c:v>6.94237887292</c:v>
                </c:pt>
                <c:pt idx="2524">
                  <c:v>6.94238027526</c:v>
                </c:pt>
                <c:pt idx="2525">
                  <c:v>6.94240344859</c:v>
                </c:pt>
                <c:pt idx="2526">
                  <c:v>6.94240469915</c:v>
                </c:pt>
                <c:pt idx="2527">
                  <c:v>6.9424271661</c:v>
                </c:pt>
                <c:pt idx="2528">
                  <c:v>6.94242835999</c:v>
                </c:pt>
                <c:pt idx="2529">
                  <c:v>6.94245114986</c:v>
                </c:pt>
                <c:pt idx="2530">
                  <c:v>6.94245249763</c:v>
                </c:pt>
                <c:pt idx="2531">
                  <c:v>6.94247659901</c:v>
                </c:pt>
                <c:pt idx="2532">
                  <c:v>6.94247796948</c:v>
                </c:pt>
                <c:pt idx="2533">
                  <c:v>6.94250003763</c:v>
                </c:pt>
                <c:pt idx="2534">
                  <c:v>6.94250113749</c:v>
                </c:pt>
                <c:pt idx="2535">
                  <c:v>6.94252121473</c:v>
                </c:pt>
                <c:pt idx="2536">
                  <c:v>6.94252230699</c:v>
                </c:pt>
                <c:pt idx="2537">
                  <c:v>6.94254399016</c:v>
                </c:pt>
                <c:pt idx="2538">
                  <c:v>6.94254528009</c:v>
                </c:pt>
                <c:pt idx="2539">
                  <c:v>6.9425678536</c:v>
                </c:pt>
                <c:pt idx="2540">
                  <c:v>6.94256913608</c:v>
                </c:pt>
                <c:pt idx="2541">
                  <c:v>6.94259088243</c:v>
                </c:pt>
                <c:pt idx="2542">
                  <c:v>6.94259200692</c:v>
                </c:pt>
                <c:pt idx="2543">
                  <c:v>6.94261180066</c:v>
                </c:pt>
                <c:pt idx="2544">
                  <c:v>6.94261286364</c:v>
                </c:pt>
                <c:pt idx="2545">
                  <c:v>6.9426329148</c:v>
                </c:pt>
                <c:pt idx="2546">
                  <c:v>6.94263414224</c:v>
                </c:pt>
                <c:pt idx="2547">
                  <c:v>6.94265631918</c:v>
                </c:pt>
                <c:pt idx="2548">
                  <c:v>6.94265756827</c:v>
                </c:pt>
                <c:pt idx="2549">
                  <c:v>6.94267921742</c:v>
                </c:pt>
                <c:pt idx="2550">
                  <c:v>6.94268030637</c:v>
                </c:pt>
                <c:pt idx="2551">
                  <c:v>6.94270036283</c:v>
                </c:pt>
                <c:pt idx="2552">
                  <c:v>6.94270143514</c:v>
                </c:pt>
                <c:pt idx="2553">
                  <c:v>6.94272106892</c:v>
                </c:pt>
                <c:pt idx="2554">
                  <c:v>6.94272228236</c:v>
                </c:pt>
                <c:pt idx="2555">
                  <c:v>6.9427439143</c:v>
                </c:pt>
                <c:pt idx="2556">
                  <c:v>6.94274515704</c:v>
                </c:pt>
                <c:pt idx="2557">
                  <c:v>6.94276784929</c:v>
                </c:pt>
                <c:pt idx="2558">
                  <c:v>6.94276899833</c:v>
                </c:pt>
                <c:pt idx="2559">
                  <c:v>6.94278956718</c:v>
                </c:pt>
                <c:pt idx="2560">
                  <c:v>6.94279067881</c:v>
                </c:pt>
                <c:pt idx="2561">
                  <c:v>6.94281076406</c:v>
                </c:pt>
                <c:pt idx="2562">
                  <c:v>6.94281196101</c:v>
                </c:pt>
                <c:pt idx="2563">
                  <c:v>6.94283370934</c:v>
                </c:pt>
                <c:pt idx="2564">
                  <c:v>6.94283493683</c:v>
                </c:pt>
                <c:pt idx="2565">
                  <c:v>6.94285750119</c:v>
                </c:pt>
                <c:pt idx="2566">
                  <c:v>6.94285868619</c:v>
                </c:pt>
                <c:pt idx="2567">
                  <c:v>6.9428802504</c:v>
                </c:pt>
                <c:pt idx="2568">
                  <c:v>6.94288140033</c:v>
                </c:pt>
                <c:pt idx="2569">
                  <c:v>6.94290123367</c:v>
                </c:pt>
                <c:pt idx="2570">
                  <c:v>6.94290239783</c:v>
                </c:pt>
                <c:pt idx="2571">
                  <c:v>6.94292321742</c:v>
                </c:pt>
                <c:pt idx="2572">
                  <c:v>6.94292439133</c:v>
                </c:pt>
                <c:pt idx="2573">
                  <c:v>6.94293059827</c:v>
                </c:pt>
                <c:pt idx="2574">
                  <c:v>6.94293562401</c:v>
                </c:pt>
                <c:pt idx="2575">
                  <c:v>6.94294701052</c:v>
                </c:pt>
                <c:pt idx="2576">
                  <c:v>6.94294822278</c:v>
                </c:pt>
                <c:pt idx="2577">
                  <c:v>6.94296970778</c:v>
                </c:pt>
                <c:pt idx="2578">
                  <c:v>6.94297089059</c:v>
                </c:pt>
                <c:pt idx="2579">
                  <c:v>6.94299002431</c:v>
                </c:pt>
                <c:pt idx="2580">
                  <c:v>6.94299106897</c:v>
                </c:pt>
                <c:pt idx="2581">
                  <c:v>6.94301066592</c:v>
                </c:pt>
                <c:pt idx="2582">
                  <c:v>6.94301175784</c:v>
                </c:pt>
                <c:pt idx="2583">
                  <c:v>6.94303273167</c:v>
                </c:pt>
                <c:pt idx="2584">
                  <c:v>6.94303388195</c:v>
                </c:pt>
                <c:pt idx="2585">
                  <c:v>6.94305422772</c:v>
                </c:pt>
                <c:pt idx="2586">
                  <c:v>6.9430553606</c:v>
                </c:pt>
                <c:pt idx="2587">
                  <c:v>6.94307366022</c:v>
                </c:pt>
                <c:pt idx="2588">
                  <c:v>6.94307467089</c:v>
                </c:pt>
                <c:pt idx="2589">
                  <c:v>6.94309232717</c:v>
                </c:pt>
                <c:pt idx="2590">
                  <c:v>6.94309327961</c:v>
                </c:pt>
                <c:pt idx="2591">
                  <c:v>6.94311286064</c:v>
                </c:pt>
                <c:pt idx="2592">
                  <c:v>6.94311401146</c:v>
                </c:pt>
                <c:pt idx="2593">
                  <c:v>6.94313373324</c:v>
                </c:pt>
                <c:pt idx="2594">
                  <c:v>6.94313483484</c:v>
                </c:pt>
                <c:pt idx="2595">
                  <c:v>6.94315238463</c:v>
                </c:pt>
                <c:pt idx="2596">
                  <c:v>6.94315329218</c:v>
                </c:pt>
                <c:pt idx="2597">
                  <c:v>6.94317002746</c:v>
                </c:pt>
                <c:pt idx="2598">
                  <c:v>6.94317093741</c:v>
                </c:pt>
                <c:pt idx="2599">
                  <c:v>6.94318917872</c:v>
                </c:pt>
                <c:pt idx="2600">
                  <c:v>6.94319026356</c:v>
                </c:pt>
                <c:pt idx="2601">
                  <c:v>6.94320967393</c:v>
                </c:pt>
                <c:pt idx="2602">
                  <c:v>6.94321081246</c:v>
                </c:pt>
                <c:pt idx="2603">
                  <c:v>6.94322926037</c:v>
                </c:pt>
                <c:pt idx="2604">
                  <c:v>6.94323020434</c:v>
                </c:pt>
                <c:pt idx="2605">
                  <c:v>6.94324767997</c:v>
                </c:pt>
                <c:pt idx="2606">
                  <c:v>6.94324862405</c:v>
                </c:pt>
                <c:pt idx="2607">
                  <c:v>6.94326755034</c:v>
                </c:pt>
                <c:pt idx="2608">
                  <c:v>6.94326871382</c:v>
                </c:pt>
                <c:pt idx="2609">
                  <c:v>6.94328969353</c:v>
                </c:pt>
                <c:pt idx="2610">
                  <c:v>6.94329091892</c:v>
                </c:pt>
                <c:pt idx="2611">
                  <c:v>6.94331150662</c:v>
                </c:pt>
                <c:pt idx="2612">
                  <c:v>6.94331255006</c:v>
                </c:pt>
                <c:pt idx="2613">
                  <c:v>6.94333193037</c:v>
                </c:pt>
                <c:pt idx="2614">
                  <c:v>6.94333296885</c:v>
                </c:pt>
                <c:pt idx="2615">
                  <c:v>6.94335318741</c:v>
                </c:pt>
                <c:pt idx="2616">
                  <c:v>6.94335442966</c:v>
                </c:pt>
                <c:pt idx="2617">
                  <c:v>6.94337687781</c:v>
                </c:pt>
                <c:pt idx="2618">
                  <c:v>6.94337817665</c:v>
                </c:pt>
                <c:pt idx="2619">
                  <c:v>6.94340112275</c:v>
                </c:pt>
                <c:pt idx="2620">
                  <c:v>6.9434022808</c:v>
                </c:pt>
                <c:pt idx="2621">
                  <c:v>6.94342320817</c:v>
                </c:pt>
                <c:pt idx="2622">
                  <c:v>6.94342434786</c:v>
                </c:pt>
                <c:pt idx="2623">
                  <c:v>6.94344573297</c:v>
                </c:pt>
                <c:pt idx="2624">
                  <c:v>6.94344699653</c:v>
                </c:pt>
                <c:pt idx="2625">
                  <c:v>6.94347014942</c:v>
                </c:pt>
                <c:pt idx="2626">
                  <c:v>6.94347148208</c:v>
                </c:pt>
                <c:pt idx="2627">
                  <c:v>6.94349582753</c:v>
                </c:pt>
                <c:pt idx="2628">
                  <c:v>6.9434970978</c:v>
                </c:pt>
                <c:pt idx="2629">
                  <c:v>6.94352036729</c:v>
                </c:pt>
                <c:pt idx="2630">
                  <c:v>6.94352164728</c:v>
                </c:pt>
                <c:pt idx="2631">
                  <c:v>6.94354437334</c:v>
                </c:pt>
                <c:pt idx="2632">
                  <c:v>6.94354574859</c:v>
                </c:pt>
                <c:pt idx="2633">
                  <c:v>6.94357135614</c:v>
                </c:pt>
                <c:pt idx="2634">
                  <c:v>6.94357282613</c:v>
                </c:pt>
                <c:pt idx="2635">
                  <c:v>6.94360030712</c:v>
                </c:pt>
                <c:pt idx="2636">
                  <c:v>6.9436017955</c:v>
                </c:pt>
                <c:pt idx="2637">
                  <c:v>6.94362856063</c:v>
                </c:pt>
                <c:pt idx="2638">
                  <c:v>6.94363005468</c:v>
                </c:pt>
                <c:pt idx="2639">
                  <c:v>6.94365601584</c:v>
                </c:pt>
                <c:pt idx="2640">
                  <c:v>6.943657523</c:v>
                </c:pt>
                <c:pt idx="2641">
                  <c:v>6.94368495847</c:v>
                </c:pt>
                <c:pt idx="2642">
                  <c:v>6.94368650893</c:v>
                </c:pt>
                <c:pt idx="2643">
                  <c:v>6.94371622071</c:v>
                </c:pt>
                <c:pt idx="2644">
                  <c:v>6.94371784918</c:v>
                </c:pt>
                <c:pt idx="2645">
                  <c:v>6.94374721037</c:v>
                </c:pt>
                <c:pt idx="2646">
                  <c:v>6.94374885417</c:v>
                </c:pt>
                <c:pt idx="2647">
                  <c:v>6.94377704635</c:v>
                </c:pt>
                <c:pt idx="2648">
                  <c:v>6.94377862025</c:v>
                </c:pt>
                <c:pt idx="2649">
                  <c:v>6.94380760381</c:v>
                </c:pt>
                <c:pt idx="2650">
                  <c:v>6.94380923269</c:v>
                </c:pt>
                <c:pt idx="2651">
                  <c:v>6.94384051408</c:v>
                </c:pt>
                <c:pt idx="2652">
                  <c:v>6.94384225686</c:v>
                </c:pt>
                <c:pt idx="2653">
                  <c:v>6.94387352148</c:v>
                </c:pt>
                <c:pt idx="2654">
                  <c:v>6.94387529385</c:v>
                </c:pt>
                <c:pt idx="2655">
                  <c:v>6.94390527959</c:v>
                </c:pt>
                <c:pt idx="2656">
                  <c:v>6.94390691917</c:v>
                </c:pt>
                <c:pt idx="2657">
                  <c:v>6.94393689245</c:v>
                </c:pt>
                <c:pt idx="2658">
                  <c:v>6.94393855431</c:v>
                </c:pt>
                <c:pt idx="2659">
                  <c:v>6.943970788</c:v>
                </c:pt>
                <c:pt idx="2660">
                  <c:v>6.94397262829</c:v>
                </c:pt>
                <c:pt idx="2661">
                  <c:v>6.94400553433</c:v>
                </c:pt>
                <c:pt idx="2662">
                  <c:v>6.94400738089</c:v>
                </c:pt>
                <c:pt idx="2663">
                  <c:v>6.94403887788</c:v>
                </c:pt>
                <c:pt idx="2664">
                  <c:v>6.94404057134</c:v>
                </c:pt>
                <c:pt idx="2665">
                  <c:v>6.94407154326</c:v>
                </c:pt>
                <c:pt idx="2666">
                  <c:v>6.94407324337</c:v>
                </c:pt>
                <c:pt idx="2667">
                  <c:v>6.94410374316</c:v>
                </c:pt>
                <c:pt idx="2668">
                  <c:v>6.94410556157</c:v>
                </c:pt>
                <c:pt idx="2669">
                  <c:v>6.94410745023</c:v>
                </c:pt>
                <c:pt idx="2670">
                  <c:v>6.94411687688</c:v>
                </c:pt>
                <c:pt idx="2671">
                  <c:v>6.94414176044</c:v>
                </c:pt>
                <c:pt idx="2672">
                  <c:v>6.94414371007</c:v>
                </c:pt>
                <c:pt idx="2673">
                  <c:v>6.94417648231</c:v>
                </c:pt>
                <c:pt idx="2674">
                  <c:v>6.94417819363</c:v>
                </c:pt>
                <c:pt idx="2675">
                  <c:v>6.94420983947</c:v>
                </c:pt>
                <c:pt idx="2676">
                  <c:v>6.9442115925</c:v>
                </c:pt>
                <c:pt idx="2677">
                  <c:v>6.94424435722</c:v>
                </c:pt>
                <c:pt idx="2678">
                  <c:v>6.9442462595</c:v>
                </c:pt>
                <c:pt idx="2679">
                  <c:v>6.94427995519</c:v>
                </c:pt>
                <c:pt idx="2680">
                  <c:v>6.94428188532</c:v>
                </c:pt>
                <c:pt idx="2681">
                  <c:v>6.94431569217</c:v>
                </c:pt>
                <c:pt idx="2682">
                  <c:v>6.94431746368</c:v>
                </c:pt>
                <c:pt idx="2683">
                  <c:v>6.94434856875</c:v>
                </c:pt>
                <c:pt idx="2684">
                  <c:v>6.94435023659</c:v>
                </c:pt>
                <c:pt idx="2685">
                  <c:v>6.94438169104</c:v>
                </c:pt>
                <c:pt idx="2686">
                  <c:v>6.94438359013</c:v>
                </c:pt>
                <c:pt idx="2687">
                  <c:v>6.94441703842</c:v>
                </c:pt>
                <c:pt idx="2688">
                  <c:v>6.94441890354</c:v>
                </c:pt>
                <c:pt idx="2689">
                  <c:v>6.94445136071</c:v>
                </c:pt>
                <c:pt idx="2690">
                  <c:v>6.94445303948</c:v>
                </c:pt>
                <c:pt idx="2691">
                  <c:v>6.94448397724</c:v>
                </c:pt>
                <c:pt idx="2692">
                  <c:v>6.94448563496</c:v>
                </c:pt>
                <c:pt idx="2693">
                  <c:v>6.94451514013</c:v>
                </c:pt>
                <c:pt idx="2694">
                  <c:v>6.94451685765</c:v>
                </c:pt>
                <c:pt idx="2695">
                  <c:v>6.94454777641</c:v>
                </c:pt>
                <c:pt idx="2696">
                  <c:v>6.94454954191</c:v>
                </c:pt>
                <c:pt idx="2697">
                  <c:v>6.9445806176</c:v>
                </c:pt>
                <c:pt idx="2698">
                  <c:v>6.94458221479</c:v>
                </c:pt>
                <c:pt idx="2699">
                  <c:v>6.94461037343</c:v>
                </c:pt>
                <c:pt idx="2700">
                  <c:v>6.94461190803</c:v>
                </c:pt>
                <c:pt idx="2701">
                  <c:v>6.94463888344</c:v>
                </c:pt>
                <c:pt idx="2702">
                  <c:v>6.94464041964</c:v>
                </c:pt>
                <c:pt idx="2703">
                  <c:v>6.94466750107</c:v>
                </c:pt>
                <c:pt idx="2704">
                  <c:v>6.94466899649</c:v>
                </c:pt>
                <c:pt idx="2705">
                  <c:v>6.94469655511</c:v>
                </c:pt>
                <c:pt idx="2706">
                  <c:v>6.94469801103</c:v>
                </c:pt>
                <c:pt idx="2707">
                  <c:v>6.94472378981</c:v>
                </c:pt>
                <c:pt idx="2708">
                  <c:v>6.94472518125</c:v>
                </c:pt>
                <c:pt idx="2709">
                  <c:v>6.94474829483</c:v>
                </c:pt>
                <c:pt idx="2710">
                  <c:v>6.94474963093</c:v>
                </c:pt>
                <c:pt idx="2711">
                  <c:v>6.94477341852</c:v>
                </c:pt>
                <c:pt idx="2712">
                  <c:v>6.94477473185</c:v>
                </c:pt>
                <c:pt idx="2713">
                  <c:v>6.94479915583</c:v>
                </c:pt>
                <c:pt idx="2714">
                  <c:v>6.94480045386</c:v>
                </c:pt>
                <c:pt idx="2715">
                  <c:v>6.94482341964</c:v>
                </c:pt>
                <c:pt idx="2716">
                  <c:v>6.9448246851</c:v>
                </c:pt>
                <c:pt idx="2717">
                  <c:v>6.94484530145</c:v>
                </c:pt>
                <c:pt idx="2718">
                  <c:v>6.94484643557</c:v>
                </c:pt>
                <c:pt idx="2719">
                  <c:v>6.94486688503</c:v>
                </c:pt>
                <c:pt idx="2720">
                  <c:v>6.94486800997</c:v>
                </c:pt>
                <c:pt idx="2721">
                  <c:v>6.94489004694</c:v>
                </c:pt>
                <c:pt idx="2722">
                  <c:v>6.94489127382</c:v>
                </c:pt>
                <c:pt idx="2723">
                  <c:v>6.94491260237</c:v>
                </c:pt>
                <c:pt idx="2724">
                  <c:v>6.94491377477</c:v>
                </c:pt>
                <c:pt idx="2725">
                  <c:v>6.94493303218</c:v>
                </c:pt>
                <c:pt idx="2726">
                  <c:v>6.94493407102</c:v>
                </c:pt>
                <c:pt idx="2727">
                  <c:v>6.94495253013</c:v>
                </c:pt>
                <c:pt idx="2728">
                  <c:v>6.94495351682</c:v>
                </c:pt>
                <c:pt idx="2729">
                  <c:v>6.94497308986</c:v>
                </c:pt>
                <c:pt idx="2730">
                  <c:v>6.94497423475</c:v>
                </c:pt>
                <c:pt idx="2731">
                  <c:v>6.94499467542</c:v>
                </c:pt>
                <c:pt idx="2732">
                  <c:v>6.94499581401</c:v>
                </c:pt>
                <c:pt idx="2733">
                  <c:v>6.94501401592</c:v>
                </c:pt>
                <c:pt idx="2734">
                  <c:v>6.94501494975</c:v>
                </c:pt>
                <c:pt idx="2735">
                  <c:v>6.94503235379</c:v>
                </c:pt>
                <c:pt idx="2736">
                  <c:v>6.94503329495</c:v>
                </c:pt>
                <c:pt idx="2737">
                  <c:v>6.94505206202</c:v>
                </c:pt>
                <c:pt idx="2738">
                  <c:v>6.94505317402</c:v>
                </c:pt>
                <c:pt idx="2739">
                  <c:v>6.94507275291</c:v>
                </c:pt>
                <c:pt idx="2740">
                  <c:v>6.94507387505</c:v>
                </c:pt>
                <c:pt idx="2741">
                  <c:v>6.94509267052</c:v>
                </c:pt>
                <c:pt idx="2742">
                  <c:v>6.94509360458</c:v>
                </c:pt>
                <c:pt idx="2743">
                  <c:v>6.94511033284</c:v>
                </c:pt>
                <c:pt idx="2744">
                  <c:v>6.94511123253</c:v>
                </c:pt>
                <c:pt idx="2745">
                  <c:v>6.9451292958</c:v>
                </c:pt>
                <c:pt idx="2746">
                  <c:v>6.94513040146</c:v>
                </c:pt>
                <c:pt idx="2747">
                  <c:v>6.9451495816</c:v>
                </c:pt>
                <c:pt idx="2748">
                  <c:v>6.9451506817</c:v>
                </c:pt>
                <c:pt idx="2749">
                  <c:v>6.94516954426</c:v>
                </c:pt>
                <c:pt idx="2750">
                  <c:v>6.94517048871</c:v>
                </c:pt>
                <c:pt idx="2751">
                  <c:v>6.9451875628</c:v>
                </c:pt>
                <c:pt idx="2752">
                  <c:v>6.94518846588</c:v>
                </c:pt>
                <c:pt idx="2753">
                  <c:v>6.94520556783</c:v>
                </c:pt>
                <c:pt idx="2754">
                  <c:v>6.94520662045</c:v>
                </c:pt>
                <c:pt idx="2755">
                  <c:v>6.94522554963</c:v>
                </c:pt>
                <c:pt idx="2756">
                  <c:v>6.94522665377</c:v>
                </c:pt>
                <c:pt idx="2757">
                  <c:v>6.94524525509</c:v>
                </c:pt>
                <c:pt idx="2758">
                  <c:v>6.94524617158</c:v>
                </c:pt>
                <c:pt idx="2759">
                  <c:v>6.94526317469</c:v>
                </c:pt>
                <c:pt idx="2760">
                  <c:v>6.94526409471</c:v>
                </c:pt>
                <c:pt idx="2761">
                  <c:v>6.94528065314</c:v>
                </c:pt>
                <c:pt idx="2762">
                  <c:v>6.94528165106</c:v>
                </c:pt>
                <c:pt idx="2763">
                  <c:v>6.94528354404</c:v>
                </c:pt>
                <c:pt idx="2764">
                  <c:v>6.94528741443</c:v>
                </c:pt>
                <c:pt idx="2765">
                  <c:v>6.94529951648</c:v>
                </c:pt>
                <c:pt idx="2766">
                  <c:v>6.94530053409</c:v>
                </c:pt>
                <c:pt idx="2767">
                  <c:v>6.94531918458</c:v>
                </c:pt>
                <c:pt idx="2768">
                  <c:v>6.94532010325</c:v>
                </c:pt>
                <c:pt idx="2769">
                  <c:v>6.94533629053</c:v>
                </c:pt>
                <c:pt idx="2770">
                  <c:v>6.94533714873</c:v>
                </c:pt>
                <c:pt idx="2771">
                  <c:v>6.94535239365</c:v>
                </c:pt>
                <c:pt idx="2772">
                  <c:v>6.94535330452</c:v>
                </c:pt>
                <c:pt idx="2773">
                  <c:v>6.94536928806</c:v>
                </c:pt>
                <c:pt idx="2774">
                  <c:v>6.94537016946</c:v>
                </c:pt>
                <c:pt idx="2775">
                  <c:v>6.94538752211</c:v>
                </c:pt>
                <c:pt idx="2776">
                  <c:v>6.9453884425</c:v>
                </c:pt>
                <c:pt idx="2777">
                  <c:v>6.94540463407</c:v>
                </c:pt>
                <c:pt idx="2778">
                  <c:v>6.94540549414</c:v>
                </c:pt>
                <c:pt idx="2779">
                  <c:v>6.94541932185</c:v>
                </c:pt>
                <c:pt idx="2780">
                  <c:v>6.94542014404</c:v>
                </c:pt>
                <c:pt idx="2781">
                  <c:v>6.94543553135</c:v>
                </c:pt>
                <c:pt idx="2782">
                  <c:v>6.94543640323</c:v>
                </c:pt>
                <c:pt idx="2783">
                  <c:v>6.94545276432</c:v>
                </c:pt>
                <c:pt idx="2784">
                  <c:v>6.94545359644</c:v>
                </c:pt>
                <c:pt idx="2785">
                  <c:v>6.94546903604</c:v>
                </c:pt>
                <c:pt idx="2786">
                  <c:v>6.94546992422</c:v>
                </c:pt>
                <c:pt idx="2787">
                  <c:v>6.94548410437</c:v>
                </c:pt>
                <c:pt idx="2788">
                  <c:v>6.94548487295</c:v>
                </c:pt>
                <c:pt idx="2789">
                  <c:v>6.94549878134</c:v>
                </c:pt>
                <c:pt idx="2790">
                  <c:v>6.94549955596</c:v>
                </c:pt>
                <c:pt idx="2791">
                  <c:v>6.94551604968</c:v>
                </c:pt>
                <c:pt idx="2792">
                  <c:v>6.94551700763</c:v>
                </c:pt>
                <c:pt idx="2793">
                  <c:v>6.94553375751</c:v>
                </c:pt>
                <c:pt idx="2794">
                  <c:v>6.94553468486</c:v>
                </c:pt>
                <c:pt idx="2795">
                  <c:v>6.94555004186</c:v>
                </c:pt>
                <c:pt idx="2796">
                  <c:v>6.94555088772</c:v>
                </c:pt>
                <c:pt idx="2797">
                  <c:v>6.94556666132</c:v>
                </c:pt>
                <c:pt idx="2798">
                  <c:v>6.94556752321</c:v>
                </c:pt>
                <c:pt idx="2799">
                  <c:v>6.94558517286</c:v>
                </c:pt>
                <c:pt idx="2800">
                  <c:v>6.94558621506</c:v>
                </c:pt>
                <c:pt idx="2801">
                  <c:v>6.9456050056</c:v>
                </c:pt>
                <c:pt idx="2802">
                  <c:v>6.94560610291</c:v>
                </c:pt>
                <c:pt idx="2803">
                  <c:v>6.94562414325</c:v>
                </c:pt>
                <c:pt idx="2804">
                  <c:v>6.94562506681</c:v>
                </c:pt>
                <c:pt idx="2805">
                  <c:v>6.94564231452</c:v>
                </c:pt>
                <c:pt idx="2806">
                  <c:v>6.9456432513</c:v>
                </c:pt>
                <c:pt idx="2807">
                  <c:v>6.94566239786</c:v>
                </c:pt>
                <c:pt idx="2808">
                  <c:v>6.94566356798</c:v>
                </c:pt>
                <c:pt idx="2809">
                  <c:v>6.94568455016</c:v>
                </c:pt>
                <c:pt idx="2810">
                  <c:v>6.94568576698</c:v>
                </c:pt>
                <c:pt idx="2811">
                  <c:v>6.94570582085</c:v>
                </c:pt>
                <c:pt idx="2812">
                  <c:v>6.94570683593</c:v>
                </c:pt>
                <c:pt idx="2813">
                  <c:v>6.94572621667</c:v>
                </c:pt>
                <c:pt idx="2814">
                  <c:v>6.94572728786</c:v>
                </c:pt>
                <c:pt idx="2815">
                  <c:v>6.94574838282</c:v>
                </c:pt>
                <c:pt idx="2816">
                  <c:v>6.94574966287</c:v>
                </c:pt>
                <c:pt idx="2817">
                  <c:v>6.94577268267</c:v>
                </c:pt>
                <c:pt idx="2818">
                  <c:v>6.94577401467</c:v>
                </c:pt>
                <c:pt idx="2819">
                  <c:v>6.94579729452</c:v>
                </c:pt>
                <c:pt idx="2820">
                  <c:v>6.94579852138</c:v>
                </c:pt>
                <c:pt idx="2821">
                  <c:v>6.94582096378</c:v>
                </c:pt>
                <c:pt idx="2822">
                  <c:v>6.9458221687</c:v>
                </c:pt>
                <c:pt idx="2823">
                  <c:v>6.94584512171</c:v>
                </c:pt>
                <c:pt idx="2824">
                  <c:v>6.9458465273</c:v>
                </c:pt>
                <c:pt idx="2825">
                  <c:v>6.94587240727</c:v>
                </c:pt>
                <c:pt idx="2826">
                  <c:v>6.94587390287</c:v>
                </c:pt>
                <c:pt idx="2827">
                  <c:v>6.94589985598</c:v>
                </c:pt>
                <c:pt idx="2828">
                  <c:v>6.94590121161</c:v>
                </c:pt>
                <c:pt idx="2829">
                  <c:v>6.94592671178</c:v>
                </c:pt>
                <c:pt idx="2830">
                  <c:v>6.94592814304</c:v>
                </c:pt>
                <c:pt idx="2831">
                  <c:v>6.94595405512</c:v>
                </c:pt>
                <c:pt idx="2832">
                  <c:v>6.94595557729</c:v>
                </c:pt>
                <c:pt idx="2833">
                  <c:v>6.9459832393</c:v>
                </c:pt>
                <c:pt idx="2834">
                  <c:v>6.94598482166</c:v>
                </c:pt>
                <c:pt idx="2835">
                  <c:v>6.94601451323</c:v>
                </c:pt>
                <c:pt idx="2836">
                  <c:v>6.94601609698</c:v>
                </c:pt>
                <c:pt idx="2837">
                  <c:v>6.94604410884</c:v>
                </c:pt>
                <c:pt idx="2838">
                  <c:v>6.94604563674</c:v>
                </c:pt>
                <c:pt idx="2839">
                  <c:v>6.94607307375</c:v>
                </c:pt>
                <c:pt idx="2840">
                  <c:v>6.94607470682</c:v>
                </c:pt>
                <c:pt idx="2841">
                  <c:v>6.94610426907</c:v>
                </c:pt>
                <c:pt idx="2842">
                  <c:v>6.94610590993</c:v>
                </c:pt>
                <c:pt idx="2843">
                  <c:v>6.94613651225</c:v>
                </c:pt>
                <c:pt idx="2844">
                  <c:v>6.94613817</c:v>
                </c:pt>
                <c:pt idx="2845">
                  <c:v>6.94616842177</c:v>
                </c:pt>
                <c:pt idx="2846">
                  <c:v>6.94617010733</c:v>
                </c:pt>
                <c:pt idx="2847">
                  <c:v>6.94619909832</c:v>
                </c:pt>
                <c:pt idx="2848">
                  <c:v>6.94620074418</c:v>
                </c:pt>
                <c:pt idx="2849">
                  <c:v>6.946230615</c:v>
                </c:pt>
                <c:pt idx="2850">
                  <c:v>6.94623232746</c:v>
                </c:pt>
                <c:pt idx="2851">
                  <c:v>6.94626435853</c:v>
                </c:pt>
                <c:pt idx="2852">
                  <c:v>6.94626612308</c:v>
                </c:pt>
                <c:pt idx="2853">
                  <c:v>6.94629807222</c:v>
                </c:pt>
                <c:pt idx="2854">
                  <c:v>6.94629985004</c:v>
                </c:pt>
                <c:pt idx="2855">
                  <c:v>6.94633018508</c:v>
                </c:pt>
                <c:pt idx="2856">
                  <c:v>6.9463318833</c:v>
                </c:pt>
                <c:pt idx="2857">
                  <c:v>6.9463557712</c:v>
                </c:pt>
                <c:pt idx="2858">
                  <c:v>6.94636284294</c:v>
                </c:pt>
                <c:pt idx="2859">
                  <c:v>6.94636457206</c:v>
                </c:pt>
                <c:pt idx="2860">
                  <c:v>6.94636641429</c:v>
                </c:pt>
                <c:pt idx="2861">
                  <c:v>6.94639743255</c:v>
                </c:pt>
                <c:pt idx="2862">
                  <c:v>6.94639930424</c:v>
                </c:pt>
                <c:pt idx="2863">
                  <c:v>6.94643254398</c:v>
                </c:pt>
                <c:pt idx="2864">
                  <c:v>6.94643440909</c:v>
                </c:pt>
                <c:pt idx="2865">
                  <c:v>6.94646594569</c:v>
                </c:pt>
                <c:pt idx="2866">
                  <c:v>6.94646765572</c:v>
                </c:pt>
                <c:pt idx="2867">
                  <c:v>6.94649893066</c:v>
                </c:pt>
                <c:pt idx="2868">
                  <c:v>6.94650063565</c:v>
                </c:pt>
                <c:pt idx="2869">
                  <c:v>6.94653324743</c:v>
                </c:pt>
                <c:pt idx="2870">
                  <c:v>6.94653510449</c:v>
                </c:pt>
                <c:pt idx="2871">
                  <c:v>6.94656821232</c:v>
                </c:pt>
                <c:pt idx="2872">
                  <c:v>6.94657009664</c:v>
                </c:pt>
                <c:pt idx="2873">
                  <c:v>6.94660163569</c:v>
                </c:pt>
                <c:pt idx="2874">
                  <c:v>6.94660329973</c:v>
                </c:pt>
                <c:pt idx="2875">
                  <c:v>6.9466337411</c:v>
                </c:pt>
                <c:pt idx="2876">
                  <c:v>6.94663539779</c:v>
                </c:pt>
                <c:pt idx="2877">
                  <c:v>6.9466668719</c:v>
                </c:pt>
                <c:pt idx="2878">
                  <c:v>6.94666869144</c:v>
                </c:pt>
                <c:pt idx="2879">
                  <c:v>6.94670099266</c:v>
                </c:pt>
                <c:pt idx="2880">
                  <c:v>6.94670280581</c:v>
                </c:pt>
                <c:pt idx="2881">
                  <c:v>6.94673359031</c:v>
                </c:pt>
                <c:pt idx="2882">
                  <c:v>6.94673522256</c:v>
                </c:pt>
                <c:pt idx="2883">
                  <c:v>6.94676427007</c:v>
                </c:pt>
                <c:pt idx="2884">
                  <c:v>6.94676582166</c:v>
                </c:pt>
                <c:pt idx="2885">
                  <c:v>6.94679478789</c:v>
                </c:pt>
                <c:pt idx="2886">
                  <c:v>6.9467964824</c:v>
                </c:pt>
                <c:pt idx="2887">
                  <c:v>6.94682655582</c:v>
                </c:pt>
                <c:pt idx="2888">
                  <c:v>6.94682824239</c:v>
                </c:pt>
                <c:pt idx="2889">
                  <c:v>6.94685683534</c:v>
                </c:pt>
                <c:pt idx="2890">
                  <c:v>6.94685826883</c:v>
                </c:pt>
                <c:pt idx="2891">
                  <c:v>6.94688412333</c:v>
                </c:pt>
                <c:pt idx="2892">
                  <c:v>6.94688552381</c:v>
                </c:pt>
                <c:pt idx="2893">
                  <c:v>6.9469110991</c:v>
                </c:pt>
                <c:pt idx="2894">
                  <c:v>6.94691257125</c:v>
                </c:pt>
                <c:pt idx="2895">
                  <c:v>6.94693827102</c:v>
                </c:pt>
                <c:pt idx="2896">
                  <c:v>6.94693973859</c:v>
                </c:pt>
                <c:pt idx="2897">
                  <c:v>6.9469650041</c:v>
                </c:pt>
                <c:pt idx="2898">
                  <c:v>6.94696630217</c:v>
                </c:pt>
                <c:pt idx="2899">
                  <c:v>6.94698947176</c:v>
                </c:pt>
                <c:pt idx="2900">
                  <c:v>6.94699070116</c:v>
                </c:pt>
                <c:pt idx="2901">
                  <c:v>6.94701247439</c:v>
                </c:pt>
                <c:pt idx="2902">
                  <c:v>6.94701374233</c:v>
                </c:pt>
                <c:pt idx="2903">
                  <c:v>6.94703662322</c:v>
                </c:pt>
                <c:pt idx="2904">
                  <c:v>6.94703790925</c:v>
                </c:pt>
                <c:pt idx="2905">
                  <c:v>6.94706093297</c:v>
                </c:pt>
                <c:pt idx="2906">
                  <c:v>6.94706213776</c:v>
                </c:pt>
                <c:pt idx="2907">
                  <c:v>6.94708346489</c:v>
                </c:pt>
                <c:pt idx="2908">
                  <c:v>6.94708460464</c:v>
                </c:pt>
                <c:pt idx="2909">
                  <c:v>6.94710407339</c:v>
                </c:pt>
                <c:pt idx="2910">
                  <c:v>6.9471052108</c:v>
                </c:pt>
                <c:pt idx="2911">
                  <c:v>6.94712592862</c:v>
                </c:pt>
                <c:pt idx="2912">
                  <c:v>6.94712707827</c:v>
                </c:pt>
                <c:pt idx="2913">
                  <c:v>6.94714850217</c:v>
                </c:pt>
                <c:pt idx="2914">
                  <c:v>6.94714958824</c:v>
                </c:pt>
                <c:pt idx="2915">
                  <c:v>6.94716893413</c:v>
                </c:pt>
                <c:pt idx="2916">
                  <c:v>6.94716999176</c:v>
                </c:pt>
                <c:pt idx="2917">
                  <c:v>6.94718771356</c:v>
                </c:pt>
                <c:pt idx="2918">
                  <c:v>6.94718870506</c:v>
                </c:pt>
                <c:pt idx="2919">
                  <c:v>6.94720593044</c:v>
                </c:pt>
                <c:pt idx="2920">
                  <c:v>6.94720686256</c:v>
                </c:pt>
                <c:pt idx="2921">
                  <c:v>6.94722509431</c:v>
                </c:pt>
                <c:pt idx="2922">
                  <c:v>6.94722608827</c:v>
                </c:pt>
                <c:pt idx="2923">
                  <c:v>6.94724369592</c:v>
                </c:pt>
                <c:pt idx="2924">
                  <c:v>6.94724465769</c:v>
                </c:pt>
                <c:pt idx="2925">
                  <c:v>6.9472596598</c:v>
                </c:pt>
                <c:pt idx="2926">
                  <c:v>6.94726046319</c:v>
                </c:pt>
                <c:pt idx="2927">
                  <c:v>6.94727561993</c:v>
                </c:pt>
                <c:pt idx="2928">
                  <c:v>6.94727646786</c:v>
                </c:pt>
                <c:pt idx="2929">
                  <c:v>6.94729335885</c:v>
                </c:pt>
                <c:pt idx="2930">
                  <c:v>6.94729429245</c:v>
                </c:pt>
                <c:pt idx="2931">
                  <c:v>6.9473105324</c:v>
                </c:pt>
                <c:pt idx="2932">
                  <c:v>6.94731145812</c:v>
                </c:pt>
                <c:pt idx="2933">
                  <c:v>6.94732640845</c:v>
                </c:pt>
                <c:pt idx="2934">
                  <c:v>6.94732718677</c:v>
                </c:pt>
                <c:pt idx="2935">
                  <c:v>6.94734124546</c:v>
                </c:pt>
                <c:pt idx="2936">
                  <c:v>6.94734199655</c:v>
                </c:pt>
                <c:pt idx="2937">
                  <c:v>6.94735764793</c:v>
                </c:pt>
                <c:pt idx="2938">
                  <c:v>6.94735857714</c:v>
                </c:pt>
                <c:pt idx="2939">
                  <c:v>6.94737492452</c:v>
                </c:pt>
                <c:pt idx="2940">
                  <c:v>6.94737583531</c:v>
                </c:pt>
                <c:pt idx="2941">
                  <c:v>6.94739020559</c:v>
                </c:pt>
                <c:pt idx="2942">
                  <c:v>6.94739094145</c:v>
                </c:pt>
                <c:pt idx="2943">
                  <c:v>6.94740489191</c:v>
                </c:pt>
                <c:pt idx="2944">
                  <c:v>6.94740561926</c:v>
                </c:pt>
                <c:pt idx="2945">
                  <c:v>6.94741997834</c:v>
                </c:pt>
                <c:pt idx="2946">
                  <c:v>6.94742084535</c:v>
                </c:pt>
                <c:pt idx="2947">
                  <c:v>6.94743639388</c:v>
                </c:pt>
                <c:pt idx="2948">
                  <c:v>6.94743731753</c:v>
                </c:pt>
                <c:pt idx="2949">
                  <c:v>6.94745221364</c:v>
                </c:pt>
                <c:pt idx="2950">
                  <c:v>6.94745291547</c:v>
                </c:pt>
                <c:pt idx="2951">
                  <c:v>6.9474653846</c:v>
                </c:pt>
                <c:pt idx="2952">
                  <c:v>6.94746603751</c:v>
                </c:pt>
                <c:pt idx="2953">
                  <c:v>6.94746744034</c:v>
                </c:pt>
                <c:pt idx="2954">
                  <c:v>6.94747982727</c:v>
                </c:pt>
                <c:pt idx="2955">
                  <c:v>6.94748068734</c:v>
                </c:pt>
                <c:pt idx="2956">
                  <c:v>6.94749512325</c:v>
                </c:pt>
                <c:pt idx="2957">
                  <c:v>6.94749594991</c:v>
                </c:pt>
                <c:pt idx="2958">
                  <c:v>6.94751003785</c:v>
                </c:pt>
                <c:pt idx="2959">
                  <c:v>6.94751071704</c:v>
                </c:pt>
                <c:pt idx="2960">
                  <c:v>6.94752297861</c:v>
                </c:pt>
                <c:pt idx="2961">
                  <c:v>6.94752361896</c:v>
                </c:pt>
                <c:pt idx="2962">
                  <c:v>6.94753520884</c:v>
                </c:pt>
                <c:pt idx="2963">
                  <c:v>6.9475359593</c:v>
                </c:pt>
                <c:pt idx="2964">
                  <c:v>6.94754947103</c:v>
                </c:pt>
                <c:pt idx="2965">
                  <c:v>6.94755025951</c:v>
                </c:pt>
                <c:pt idx="2966">
                  <c:v>6.94756348709</c:v>
                </c:pt>
                <c:pt idx="2967">
                  <c:v>6.94756409404</c:v>
                </c:pt>
                <c:pt idx="2968">
                  <c:v>6.94757564006</c:v>
                </c:pt>
                <c:pt idx="2969">
                  <c:v>6.94757626938</c:v>
                </c:pt>
                <c:pt idx="2970">
                  <c:v>6.94758768901</c:v>
                </c:pt>
                <c:pt idx="2971">
                  <c:v>6.94758839549</c:v>
                </c:pt>
                <c:pt idx="2972">
                  <c:v>6.94760066107</c:v>
                </c:pt>
                <c:pt idx="2973">
                  <c:v>6.94760138468</c:v>
                </c:pt>
                <c:pt idx="2974">
                  <c:v>6.94761496197</c:v>
                </c:pt>
                <c:pt idx="2975">
                  <c:v>6.94761564789</c:v>
                </c:pt>
                <c:pt idx="2976">
                  <c:v>6.94762774877</c:v>
                </c:pt>
                <c:pt idx="2977">
                  <c:v>6.94762838844</c:v>
                </c:pt>
                <c:pt idx="2978">
                  <c:v>6.9476395404</c:v>
                </c:pt>
                <c:pt idx="2979">
                  <c:v>6.94764024065</c:v>
                </c:pt>
                <c:pt idx="2980">
                  <c:v>6.9476533539</c:v>
                </c:pt>
                <c:pt idx="2981">
                  <c:v>6.94765411352</c:v>
                </c:pt>
                <c:pt idx="2982">
                  <c:v>6.94766845286</c:v>
                </c:pt>
                <c:pt idx="2983">
                  <c:v>6.94766923761</c:v>
                </c:pt>
                <c:pt idx="2984">
                  <c:v>6.94768352885</c:v>
                </c:pt>
                <c:pt idx="2985">
                  <c:v>6.94768434838</c:v>
                </c:pt>
                <c:pt idx="2986">
                  <c:v>6.94769776822</c:v>
                </c:pt>
                <c:pt idx="2987">
                  <c:v>6.94769852486</c:v>
                </c:pt>
                <c:pt idx="2988">
                  <c:v>6.94771303614</c:v>
                </c:pt>
                <c:pt idx="2989">
                  <c:v>6.94771386385</c:v>
                </c:pt>
                <c:pt idx="2990">
                  <c:v>6.94773067703</c:v>
                </c:pt>
                <c:pt idx="2991">
                  <c:v>6.94773159145</c:v>
                </c:pt>
                <c:pt idx="2992">
                  <c:v>6.94774762545</c:v>
                </c:pt>
                <c:pt idx="2993">
                  <c:v>6.94774858681</c:v>
                </c:pt>
                <c:pt idx="2994">
                  <c:v>6.9477643545</c:v>
                </c:pt>
                <c:pt idx="2995">
                  <c:v>6.947765224</c:v>
                </c:pt>
                <c:pt idx="2996">
                  <c:v>6.94777893478</c:v>
                </c:pt>
                <c:pt idx="2997">
                  <c:v>6.94777975577</c:v>
                </c:pt>
                <c:pt idx="2998">
                  <c:v>6.94778069718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5"/>
          <c:min val="6.6"/>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P_pos / 10⁶ (Dateieinheit)</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50112"/>
        <c:crossesAt val="6.6"/>
        <c:majorUnit val="0.5"/>
      </c:valAx>
      <c:valAx>
        <c:axId val="48650112"/>
        <c:scaling>
          <c:orientation val="minMax"/>
          <c:max val="7"/>
          <c:min val="0"/>
        </c:scaling>
        <c:delete val="0"/>
        <c:axPos val="b"/>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72768"/>
        <c:crossesAt val="0"/>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Messung</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Data'!$A$2:$A$1294</c:f>
              <c:numCache>
                <c:formatCode>General</c:formatCode>
                <c:ptCount val="1293"/>
                <c:pt idx="0">
                  <c:v>4.00000000002</c:v>
                </c:pt>
                <c:pt idx="1">
                  <c:v>4.00025000002</c:v>
                </c:pt>
                <c:pt idx="2">
                  <c:v>4.00050000002</c:v>
                </c:pt>
                <c:pt idx="3">
                  <c:v>4.00275000002</c:v>
                </c:pt>
                <c:pt idx="4">
                  <c:v>4.00300000002</c:v>
                </c:pt>
                <c:pt idx="5">
                  <c:v>4.00750000002</c:v>
                </c:pt>
                <c:pt idx="6">
                  <c:v>4.00775000002</c:v>
                </c:pt>
                <c:pt idx="7">
                  <c:v>4.01225000002</c:v>
                </c:pt>
                <c:pt idx="8">
                  <c:v>4.01250000002</c:v>
                </c:pt>
                <c:pt idx="9">
                  <c:v>4.01700000002</c:v>
                </c:pt>
                <c:pt idx="10">
                  <c:v>4.01725000002</c:v>
                </c:pt>
                <c:pt idx="11">
                  <c:v>4.02175000002</c:v>
                </c:pt>
                <c:pt idx="12">
                  <c:v>4.02200000002</c:v>
                </c:pt>
                <c:pt idx="13">
                  <c:v>4.02650000002</c:v>
                </c:pt>
                <c:pt idx="14">
                  <c:v>4.02675000002</c:v>
                </c:pt>
                <c:pt idx="15">
                  <c:v>4.03025000002</c:v>
                </c:pt>
                <c:pt idx="16">
                  <c:v>4.03125000002</c:v>
                </c:pt>
                <c:pt idx="17">
                  <c:v>4.03150000002</c:v>
                </c:pt>
                <c:pt idx="18">
                  <c:v>4.03600000002</c:v>
                </c:pt>
                <c:pt idx="19">
                  <c:v>4.03625000002</c:v>
                </c:pt>
                <c:pt idx="20">
                  <c:v>4.04075000002</c:v>
                </c:pt>
                <c:pt idx="21">
                  <c:v>4.04100000002</c:v>
                </c:pt>
                <c:pt idx="22">
                  <c:v>4.04550000002</c:v>
                </c:pt>
                <c:pt idx="23">
                  <c:v>4.04575000002</c:v>
                </c:pt>
                <c:pt idx="24">
                  <c:v>4.05025000002</c:v>
                </c:pt>
                <c:pt idx="25">
                  <c:v>4.05050000002</c:v>
                </c:pt>
                <c:pt idx="26">
                  <c:v>4.05500000002</c:v>
                </c:pt>
                <c:pt idx="27">
                  <c:v>4.05525000002</c:v>
                </c:pt>
                <c:pt idx="28">
                  <c:v>4.05975000002</c:v>
                </c:pt>
                <c:pt idx="29">
                  <c:v>4.06000000002</c:v>
                </c:pt>
                <c:pt idx="30">
                  <c:v>4.06450000002</c:v>
                </c:pt>
                <c:pt idx="31">
                  <c:v>4.06475000002</c:v>
                </c:pt>
                <c:pt idx="32">
                  <c:v>4.06925000002</c:v>
                </c:pt>
                <c:pt idx="33">
                  <c:v>4.06950000002</c:v>
                </c:pt>
                <c:pt idx="34">
                  <c:v>4.07400000002</c:v>
                </c:pt>
                <c:pt idx="35">
                  <c:v>4.07425000002</c:v>
                </c:pt>
                <c:pt idx="36">
                  <c:v>4.07875000002</c:v>
                </c:pt>
                <c:pt idx="37">
                  <c:v>4.07900000002</c:v>
                </c:pt>
                <c:pt idx="38">
                  <c:v>4.08350000002</c:v>
                </c:pt>
                <c:pt idx="39">
                  <c:v>4.08375000002</c:v>
                </c:pt>
                <c:pt idx="40">
                  <c:v>4.08825000002</c:v>
                </c:pt>
                <c:pt idx="41">
                  <c:v>4.08850000002</c:v>
                </c:pt>
                <c:pt idx="42">
                  <c:v>4.09300000002</c:v>
                </c:pt>
                <c:pt idx="43">
                  <c:v>4.09325000002</c:v>
                </c:pt>
                <c:pt idx="44">
                  <c:v>4.09775000002</c:v>
                </c:pt>
                <c:pt idx="45">
                  <c:v>4.09800000002</c:v>
                </c:pt>
                <c:pt idx="46">
                  <c:v>4.10250000002</c:v>
                </c:pt>
                <c:pt idx="47">
                  <c:v>4.10275000002</c:v>
                </c:pt>
                <c:pt idx="48">
                  <c:v>4.10725000002</c:v>
                </c:pt>
                <c:pt idx="49">
                  <c:v>4.10750000002</c:v>
                </c:pt>
                <c:pt idx="50">
                  <c:v>4.11200000002</c:v>
                </c:pt>
                <c:pt idx="51">
                  <c:v>4.11225000002</c:v>
                </c:pt>
                <c:pt idx="52">
                  <c:v>4.11675000002</c:v>
                </c:pt>
                <c:pt idx="53">
                  <c:v>4.11700000002</c:v>
                </c:pt>
                <c:pt idx="54">
                  <c:v>4.12150000002</c:v>
                </c:pt>
                <c:pt idx="55">
                  <c:v>4.12175000002</c:v>
                </c:pt>
                <c:pt idx="56">
                  <c:v>4.12625000002</c:v>
                </c:pt>
                <c:pt idx="57">
                  <c:v>4.12650000002</c:v>
                </c:pt>
                <c:pt idx="58">
                  <c:v>4.13100000002</c:v>
                </c:pt>
                <c:pt idx="59">
                  <c:v>4.13125000002</c:v>
                </c:pt>
                <c:pt idx="60">
                  <c:v>4.13575000002</c:v>
                </c:pt>
                <c:pt idx="61">
                  <c:v>4.13600000002</c:v>
                </c:pt>
                <c:pt idx="62">
                  <c:v>4.14050000002</c:v>
                </c:pt>
                <c:pt idx="63">
                  <c:v>4.14075000002</c:v>
                </c:pt>
                <c:pt idx="64">
                  <c:v>4.14525000002</c:v>
                </c:pt>
                <c:pt idx="65">
                  <c:v>4.14550000002</c:v>
                </c:pt>
                <c:pt idx="66">
                  <c:v>4.15000000002</c:v>
                </c:pt>
                <c:pt idx="67">
                  <c:v>4.15025000002</c:v>
                </c:pt>
                <c:pt idx="68">
                  <c:v>4.15475000002</c:v>
                </c:pt>
                <c:pt idx="69">
                  <c:v>4.15500000002</c:v>
                </c:pt>
                <c:pt idx="70">
                  <c:v>4.15950000002</c:v>
                </c:pt>
                <c:pt idx="71">
                  <c:v>4.15975000002</c:v>
                </c:pt>
                <c:pt idx="72">
                  <c:v>4.16425000002</c:v>
                </c:pt>
                <c:pt idx="73">
                  <c:v>4.16450000002</c:v>
                </c:pt>
                <c:pt idx="74">
                  <c:v>4.16900000002</c:v>
                </c:pt>
                <c:pt idx="75">
                  <c:v>4.16925000002</c:v>
                </c:pt>
                <c:pt idx="76">
                  <c:v>4.17375000002</c:v>
                </c:pt>
                <c:pt idx="77">
                  <c:v>4.17400000002</c:v>
                </c:pt>
                <c:pt idx="78">
                  <c:v>4.17850000002</c:v>
                </c:pt>
                <c:pt idx="79">
                  <c:v>4.17875000002</c:v>
                </c:pt>
                <c:pt idx="80">
                  <c:v>4.18325000002</c:v>
                </c:pt>
                <c:pt idx="81">
                  <c:v>4.18350000002</c:v>
                </c:pt>
                <c:pt idx="82">
                  <c:v>4.18800000002</c:v>
                </c:pt>
                <c:pt idx="83">
                  <c:v>4.18825000002</c:v>
                </c:pt>
                <c:pt idx="84">
                  <c:v>4.19275000002</c:v>
                </c:pt>
                <c:pt idx="85">
                  <c:v>4.19300000002</c:v>
                </c:pt>
                <c:pt idx="86">
                  <c:v>4.19750000002</c:v>
                </c:pt>
                <c:pt idx="87">
                  <c:v>4.19775000002</c:v>
                </c:pt>
                <c:pt idx="88">
                  <c:v>4.20225000002</c:v>
                </c:pt>
                <c:pt idx="89">
                  <c:v>4.20250000002</c:v>
                </c:pt>
                <c:pt idx="90">
                  <c:v>4.20700000002</c:v>
                </c:pt>
                <c:pt idx="91">
                  <c:v>4.20725000002</c:v>
                </c:pt>
                <c:pt idx="92">
                  <c:v>4.21175000002</c:v>
                </c:pt>
                <c:pt idx="93">
                  <c:v>4.21200000002</c:v>
                </c:pt>
                <c:pt idx="94">
                  <c:v>4.21650000002</c:v>
                </c:pt>
                <c:pt idx="95">
                  <c:v>4.21675000002</c:v>
                </c:pt>
                <c:pt idx="96">
                  <c:v>4.22125000002</c:v>
                </c:pt>
                <c:pt idx="97">
                  <c:v>4.22150000002</c:v>
                </c:pt>
                <c:pt idx="98">
                  <c:v>4.22600000002</c:v>
                </c:pt>
                <c:pt idx="99">
                  <c:v>4.22625000002</c:v>
                </c:pt>
                <c:pt idx="100">
                  <c:v>4.23075000002</c:v>
                </c:pt>
                <c:pt idx="101">
                  <c:v>4.23100000002</c:v>
                </c:pt>
                <c:pt idx="102">
                  <c:v>4.23550000002</c:v>
                </c:pt>
                <c:pt idx="103">
                  <c:v>4.23575000002</c:v>
                </c:pt>
                <c:pt idx="104">
                  <c:v>4.24025000002</c:v>
                </c:pt>
                <c:pt idx="105">
                  <c:v>4.24050000002</c:v>
                </c:pt>
                <c:pt idx="106">
                  <c:v>4.24500000002</c:v>
                </c:pt>
                <c:pt idx="107">
                  <c:v>4.24525000002</c:v>
                </c:pt>
                <c:pt idx="108">
                  <c:v>4.24950000002</c:v>
                </c:pt>
                <c:pt idx="109">
                  <c:v>4.24975000002</c:v>
                </c:pt>
                <c:pt idx="110">
                  <c:v>4.25000000002</c:v>
                </c:pt>
                <c:pt idx="111">
                  <c:v>4.25075000002</c:v>
                </c:pt>
                <c:pt idx="112">
                  <c:v>4.25450000002</c:v>
                </c:pt>
                <c:pt idx="113">
                  <c:v>4.25475000002</c:v>
                </c:pt>
                <c:pt idx="114">
                  <c:v>4.25925000002</c:v>
                </c:pt>
                <c:pt idx="115">
                  <c:v>4.25950000002</c:v>
                </c:pt>
                <c:pt idx="116">
                  <c:v>4.26400000002</c:v>
                </c:pt>
                <c:pt idx="117">
                  <c:v>4.26425000002</c:v>
                </c:pt>
                <c:pt idx="118">
                  <c:v>4.26875000002</c:v>
                </c:pt>
                <c:pt idx="119">
                  <c:v>4.26900000002</c:v>
                </c:pt>
                <c:pt idx="120">
                  <c:v>4.27350000002</c:v>
                </c:pt>
                <c:pt idx="121">
                  <c:v>4.27375000002</c:v>
                </c:pt>
                <c:pt idx="122">
                  <c:v>4.27825000002</c:v>
                </c:pt>
                <c:pt idx="123">
                  <c:v>4.27850000002</c:v>
                </c:pt>
                <c:pt idx="124">
                  <c:v>4.28300000002</c:v>
                </c:pt>
                <c:pt idx="125">
                  <c:v>4.28325000002</c:v>
                </c:pt>
                <c:pt idx="126">
                  <c:v>4.28775000002</c:v>
                </c:pt>
                <c:pt idx="127">
                  <c:v>4.28800000002</c:v>
                </c:pt>
                <c:pt idx="128">
                  <c:v>4.29250000002</c:v>
                </c:pt>
                <c:pt idx="129">
                  <c:v>4.29275000002</c:v>
                </c:pt>
                <c:pt idx="130">
                  <c:v>4.29725000002</c:v>
                </c:pt>
                <c:pt idx="131">
                  <c:v>4.29750000002</c:v>
                </c:pt>
                <c:pt idx="132">
                  <c:v>4.30200000002</c:v>
                </c:pt>
                <c:pt idx="133">
                  <c:v>4.30225000002</c:v>
                </c:pt>
                <c:pt idx="134">
                  <c:v>4.30675000002</c:v>
                </c:pt>
                <c:pt idx="135">
                  <c:v>4.30700000002</c:v>
                </c:pt>
                <c:pt idx="136">
                  <c:v>4.31150000002</c:v>
                </c:pt>
                <c:pt idx="137">
                  <c:v>4.31175000002</c:v>
                </c:pt>
                <c:pt idx="138">
                  <c:v>4.31625000002</c:v>
                </c:pt>
                <c:pt idx="139">
                  <c:v>4.31650000002</c:v>
                </c:pt>
                <c:pt idx="140">
                  <c:v>4.32100000002</c:v>
                </c:pt>
                <c:pt idx="141">
                  <c:v>4.32125000002</c:v>
                </c:pt>
                <c:pt idx="142">
                  <c:v>4.32575000002</c:v>
                </c:pt>
                <c:pt idx="143">
                  <c:v>4.32600000002</c:v>
                </c:pt>
                <c:pt idx="144">
                  <c:v>4.33050000002</c:v>
                </c:pt>
                <c:pt idx="145">
                  <c:v>4.33075000002</c:v>
                </c:pt>
                <c:pt idx="146">
                  <c:v>4.33525000002</c:v>
                </c:pt>
                <c:pt idx="147">
                  <c:v>4.33550000002</c:v>
                </c:pt>
                <c:pt idx="148">
                  <c:v>4.34000000002</c:v>
                </c:pt>
                <c:pt idx="149">
                  <c:v>4.34025000002</c:v>
                </c:pt>
                <c:pt idx="150">
                  <c:v>4.34475000002</c:v>
                </c:pt>
                <c:pt idx="151">
                  <c:v>4.34500000002</c:v>
                </c:pt>
                <c:pt idx="152">
                  <c:v>4.34950000002</c:v>
                </c:pt>
                <c:pt idx="153">
                  <c:v>4.34975000002</c:v>
                </c:pt>
                <c:pt idx="154">
                  <c:v>4.35425000002</c:v>
                </c:pt>
                <c:pt idx="155">
                  <c:v>4.35450000002</c:v>
                </c:pt>
                <c:pt idx="156">
                  <c:v>4.35900000002</c:v>
                </c:pt>
                <c:pt idx="157">
                  <c:v>4.35925000002</c:v>
                </c:pt>
                <c:pt idx="158">
                  <c:v>4.36375000002</c:v>
                </c:pt>
                <c:pt idx="159">
                  <c:v>4.36400000002</c:v>
                </c:pt>
                <c:pt idx="160">
                  <c:v>4.36850000002</c:v>
                </c:pt>
                <c:pt idx="161">
                  <c:v>4.36875000002</c:v>
                </c:pt>
                <c:pt idx="162">
                  <c:v>4.37325000002</c:v>
                </c:pt>
                <c:pt idx="163">
                  <c:v>4.37350000002</c:v>
                </c:pt>
                <c:pt idx="164">
                  <c:v>4.37800000002</c:v>
                </c:pt>
                <c:pt idx="165">
                  <c:v>4.37825000002</c:v>
                </c:pt>
                <c:pt idx="166">
                  <c:v>4.38275000002</c:v>
                </c:pt>
                <c:pt idx="167">
                  <c:v>4.38300000002</c:v>
                </c:pt>
                <c:pt idx="168">
                  <c:v>4.38750000002</c:v>
                </c:pt>
                <c:pt idx="169">
                  <c:v>4.38775000002</c:v>
                </c:pt>
                <c:pt idx="170">
                  <c:v>4.39225000002</c:v>
                </c:pt>
                <c:pt idx="171">
                  <c:v>4.39250000002</c:v>
                </c:pt>
                <c:pt idx="172">
                  <c:v>4.39700000002</c:v>
                </c:pt>
                <c:pt idx="173">
                  <c:v>4.39725000002</c:v>
                </c:pt>
                <c:pt idx="174">
                  <c:v>4.40175000002</c:v>
                </c:pt>
                <c:pt idx="175">
                  <c:v>4.40200000002</c:v>
                </c:pt>
                <c:pt idx="176">
                  <c:v>4.40650000002</c:v>
                </c:pt>
                <c:pt idx="177">
                  <c:v>4.40675000002</c:v>
                </c:pt>
                <c:pt idx="178">
                  <c:v>4.41125000002</c:v>
                </c:pt>
                <c:pt idx="179">
                  <c:v>4.41150000002</c:v>
                </c:pt>
                <c:pt idx="180">
                  <c:v>4.41600000002</c:v>
                </c:pt>
                <c:pt idx="181">
                  <c:v>4.41625000002</c:v>
                </c:pt>
                <c:pt idx="182">
                  <c:v>4.42075000002</c:v>
                </c:pt>
                <c:pt idx="183">
                  <c:v>4.42100000002</c:v>
                </c:pt>
                <c:pt idx="184">
                  <c:v>4.42550000002</c:v>
                </c:pt>
                <c:pt idx="185">
                  <c:v>4.42575000002</c:v>
                </c:pt>
                <c:pt idx="186">
                  <c:v>4.43025000002</c:v>
                </c:pt>
                <c:pt idx="187">
                  <c:v>4.43050000002</c:v>
                </c:pt>
                <c:pt idx="188">
                  <c:v>4.43500000002</c:v>
                </c:pt>
                <c:pt idx="189">
                  <c:v>4.43525000002</c:v>
                </c:pt>
                <c:pt idx="190">
                  <c:v>4.43975000002</c:v>
                </c:pt>
                <c:pt idx="191">
                  <c:v>4.44000000002</c:v>
                </c:pt>
                <c:pt idx="192">
                  <c:v>4.44450000002</c:v>
                </c:pt>
                <c:pt idx="193">
                  <c:v>4.44475000002</c:v>
                </c:pt>
                <c:pt idx="194">
                  <c:v>4.44925000002</c:v>
                </c:pt>
                <c:pt idx="195">
                  <c:v>4.44950000002</c:v>
                </c:pt>
                <c:pt idx="196">
                  <c:v>4.45400000002</c:v>
                </c:pt>
                <c:pt idx="197">
                  <c:v>4.45425000002</c:v>
                </c:pt>
                <c:pt idx="198">
                  <c:v>4.45875000002</c:v>
                </c:pt>
                <c:pt idx="199">
                  <c:v>4.45900000002</c:v>
                </c:pt>
                <c:pt idx="200">
                  <c:v>4.46350000002</c:v>
                </c:pt>
                <c:pt idx="201">
                  <c:v>4.46375000002</c:v>
                </c:pt>
                <c:pt idx="202">
                  <c:v>4.46825000002</c:v>
                </c:pt>
                <c:pt idx="203">
                  <c:v>4.46850000002</c:v>
                </c:pt>
                <c:pt idx="204">
                  <c:v>4.47125000002</c:v>
                </c:pt>
                <c:pt idx="205">
                  <c:v>4.47250000002</c:v>
                </c:pt>
                <c:pt idx="206">
                  <c:v>4.47300000002</c:v>
                </c:pt>
                <c:pt idx="207">
                  <c:v>4.47325000002</c:v>
                </c:pt>
                <c:pt idx="208">
                  <c:v>4.47775000002</c:v>
                </c:pt>
                <c:pt idx="209">
                  <c:v>4.47800000002</c:v>
                </c:pt>
                <c:pt idx="210">
                  <c:v>4.48250000002</c:v>
                </c:pt>
                <c:pt idx="211">
                  <c:v>4.48275000002</c:v>
                </c:pt>
                <c:pt idx="212">
                  <c:v>4.48725000002</c:v>
                </c:pt>
                <c:pt idx="213">
                  <c:v>4.48750000002</c:v>
                </c:pt>
                <c:pt idx="214">
                  <c:v>4.49200000002</c:v>
                </c:pt>
                <c:pt idx="215">
                  <c:v>4.49225000002</c:v>
                </c:pt>
                <c:pt idx="216">
                  <c:v>4.49675000002</c:v>
                </c:pt>
                <c:pt idx="217">
                  <c:v>4.49700000002</c:v>
                </c:pt>
                <c:pt idx="218">
                  <c:v>4.50150000002</c:v>
                </c:pt>
                <c:pt idx="219">
                  <c:v>4.50175000002</c:v>
                </c:pt>
                <c:pt idx="220">
                  <c:v>4.50625000002</c:v>
                </c:pt>
                <c:pt idx="221">
                  <c:v>4.50650000002</c:v>
                </c:pt>
                <c:pt idx="222">
                  <c:v>4.51100000002</c:v>
                </c:pt>
                <c:pt idx="223">
                  <c:v>4.51125000002</c:v>
                </c:pt>
                <c:pt idx="224">
                  <c:v>4.51575000002</c:v>
                </c:pt>
                <c:pt idx="225">
                  <c:v>4.51600000002</c:v>
                </c:pt>
                <c:pt idx="226">
                  <c:v>4.52050000002</c:v>
                </c:pt>
                <c:pt idx="227">
                  <c:v>4.52075000002</c:v>
                </c:pt>
                <c:pt idx="228">
                  <c:v>4.52525000002</c:v>
                </c:pt>
                <c:pt idx="229">
                  <c:v>4.52550000002</c:v>
                </c:pt>
                <c:pt idx="230">
                  <c:v>4.53000000002</c:v>
                </c:pt>
                <c:pt idx="231">
                  <c:v>4.53025000002</c:v>
                </c:pt>
                <c:pt idx="232">
                  <c:v>4.53475000002</c:v>
                </c:pt>
                <c:pt idx="233">
                  <c:v>4.53500000002</c:v>
                </c:pt>
                <c:pt idx="234">
                  <c:v>4.53950000002</c:v>
                </c:pt>
                <c:pt idx="235">
                  <c:v>4.53975000002</c:v>
                </c:pt>
                <c:pt idx="236">
                  <c:v>4.54425000002</c:v>
                </c:pt>
                <c:pt idx="237">
                  <c:v>4.54450000002</c:v>
                </c:pt>
                <c:pt idx="238">
                  <c:v>4.54900000002</c:v>
                </c:pt>
                <c:pt idx="239">
                  <c:v>4.54925000002</c:v>
                </c:pt>
                <c:pt idx="240">
                  <c:v>4.55375000002</c:v>
                </c:pt>
                <c:pt idx="241">
                  <c:v>4.55400000002</c:v>
                </c:pt>
                <c:pt idx="242">
                  <c:v>4.55850000002</c:v>
                </c:pt>
                <c:pt idx="243">
                  <c:v>4.55875000002</c:v>
                </c:pt>
                <c:pt idx="244">
                  <c:v>4.56325000002</c:v>
                </c:pt>
                <c:pt idx="245">
                  <c:v>4.56350000002</c:v>
                </c:pt>
                <c:pt idx="246">
                  <c:v>4.56800000002</c:v>
                </c:pt>
                <c:pt idx="247">
                  <c:v>4.56825000002</c:v>
                </c:pt>
                <c:pt idx="248">
                  <c:v>4.57275000002</c:v>
                </c:pt>
                <c:pt idx="249">
                  <c:v>4.57300000002</c:v>
                </c:pt>
                <c:pt idx="250">
                  <c:v>4.57750000002</c:v>
                </c:pt>
                <c:pt idx="251">
                  <c:v>4.57775000002</c:v>
                </c:pt>
                <c:pt idx="252">
                  <c:v>4.58225000002</c:v>
                </c:pt>
                <c:pt idx="253">
                  <c:v>4.58250000002</c:v>
                </c:pt>
                <c:pt idx="254">
                  <c:v>4.58700000002</c:v>
                </c:pt>
                <c:pt idx="255">
                  <c:v>4.58725000002</c:v>
                </c:pt>
                <c:pt idx="256">
                  <c:v>4.59175000002</c:v>
                </c:pt>
                <c:pt idx="257">
                  <c:v>4.59200000002</c:v>
                </c:pt>
                <c:pt idx="258">
                  <c:v>4.59650000002</c:v>
                </c:pt>
                <c:pt idx="259">
                  <c:v>4.59675000002</c:v>
                </c:pt>
                <c:pt idx="260">
                  <c:v>4.60125000002</c:v>
                </c:pt>
                <c:pt idx="261">
                  <c:v>4.60150000002</c:v>
                </c:pt>
                <c:pt idx="262">
                  <c:v>4.60600000002</c:v>
                </c:pt>
                <c:pt idx="263">
                  <c:v>4.60625000002</c:v>
                </c:pt>
                <c:pt idx="264">
                  <c:v>4.61075000002</c:v>
                </c:pt>
                <c:pt idx="265">
                  <c:v>4.61100000002</c:v>
                </c:pt>
                <c:pt idx="266">
                  <c:v>4.61550000002</c:v>
                </c:pt>
                <c:pt idx="267">
                  <c:v>4.61575000002</c:v>
                </c:pt>
                <c:pt idx="268">
                  <c:v>4.62025000002</c:v>
                </c:pt>
                <c:pt idx="269">
                  <c:v>4.62050000002</c:v>
                </c:pt>
                <c:pt idx="270">
                  <c:v>4.62500000002</c:v>
                </c:pt>
                <c:pt idx="271">
                  <c:v>4.62525000002</c:v>
                </c:pt>
                <c:pt idx="272">
                  <c:v>4.62975000002</c:v>
                </c:pt>
                <c:pt idx="273">
                  <c:v>4.63000000002</c:v>
                </c:pt>
                <c:pt idx="274">
                  <c:v>4.63450000002</c:v>
                </c:pt>
                <c:pt idx="275">
                  <c:v>4.63475000002</c:v>
                </c:pt>
                <c:pt idx="276">
                  <c:v>4.63925000002</c:v>
                </c:pt>
                <c:pt idx="277">
                  <c:v>4.63950000002</c:v>
                </c:pt>
                <c:pt idx="278">
                  <c:v>4.64400000002</c:v>
                </c:pt>
                <c:pt idx="279">
                  <c:v>4.64425000002</c:v>
                </c:pt>
                <c:pt idx="280">
                  <c:v>4.64875000002</c:v>
                </c:pt>
                <c:pt idx="281">
                  <c:v>4.64900000002</c:v>
                </c:pt>
                <c:pt idx="282">
                  <c:v>4.65350000002</c:v>
                </c:pt>
                <c:pt idx="283">
                  <c:v>4.65375000002</c:v>
                </c:pt>
                <c:pt idx="284">
                  <c:v>4.65825000002</c:v>
                </c:pt>
                <c:pt idx="285">
                  <c:v>4.65850000002</c:v>
                </c:pt>
                <c:pt idx="286">
                  <c:v>4.66300000002</c:v>
                </c:pt>
                <c:pt idx="287">
                  <c:v>4.66325000002</c:v>
                </c:pt>
                <c:pt idx="288">
                  <c:v>4.66775000002</c:v>
                </c:pt>
                <c:pt idx="289">
                  <c:v>4.66800000002</c:v>
                </c:pt>
                <c:pt idx="290">
                  <c:v>4.67250000002</c:v>
                </c:pt>
                <c:pt idx="291">
                  <c:v>4.67275000002</c:v>
                </c:pt>
                <c:pt idx="292">
                  <c:v>4.67725000002</c:v>
                </c:pt>
                <c:pt idx="293">
                  <c:v>4.67750000002</c:v>
                </c:pt>
                <c:pt idx="294">
                  <c:v>4.68200000002</c:v>
                </c:pt>
                <c:pt idx="295">
                  <c:v>4.68225000002</c:v>
                </c:pt>
                <c:pt idx="296">
                  <c:v>4.68675000002</c:v>
                </c:pt>
                <c:pt idx="297">
                  <c:v>4.68700000002</c:v>
                </c:pt>
                <c:pt idx="298">
                  <c:v>4.69050000002</c:v>
                </c:pt>
                <c:pt idx="299">
                  <c:v>4.69150000002</c:v>
                </c:pt>
                <c:pt idx="300">
                  <c:v>4.69175000002</c:v>
                </c:pt>
                <c:pt idx="301">
                  <c:v>4.69625000002</c:v>
                </c:pt>
                <c:pt idx="302">
                  <c:v>4.69650000002</c:v>
                </c:pt>
                <c:pt idx="303">
                  <c:v>4.70100000002</c:v>
                </c:pt>
                <c:pt idx="304">
                  <c:v>4.70125000002</c:v>
                </c:pt>
                <c:pt idx="305">
                  <c:v>4.70575000002</c:v>
                </c:pt>
                <c:pt idx="306">
                  <c:v>4.70600000002</c:v>
                </c:pt>
                <c:pt idx="307">
                  <c:v>4.71050000002</c:v>
                </c:pt>
                <c:pt idx="308">
                  <c:v>4.71075000002</c:v>
                </c:pt>
                <c:pt idx="309">
                  <c:v>4.71525000002</c:v>
                </c:pt>
                <c:pt idx="310">
                  <c:v>4.71550000002</c:v>
                </c:pt>
                <c:pt idx="311">
                  <c:v>4.72000000002</c:v>
                </c:pt>
                <c:pt idx="312">
                  <c:v>4.72025000002</c:v>
                </c:pt>
                <c:pt idx="313">
                  <c:v>4.72475000002</c:v>
                </c:pt>
                <c:pt idx="314">
                  <c:v>4.72500000002</c:v>
                </c:pt>
                <c:pt idx="315">
                  <c:v>4.72950000002</c:v>
                </c:pt>
                <c:pt idx="316">
                  <c:v>4.72975000002</c:v>
                </c:pt>
                <c:pt idx="317">
                  <c:v>4.73425000002</c:v>
                </c:pt>
                <c:pt idx="318">
                  <c:v>4.73450000002</c:v>
                </c:pt>
                <c:pt idx="319">
                  <c:v>4.73900000002</c:v>
                </c:pt>
                <c:pt idx="320">
                  <c:v>4.73925000002</c:v>
                </c:pt>
                <c:pt idx="321">
                  <c:v>4.74375000002</c:v>
                </c:pt>
                <c:pt idx="322">
                  <c:v>4.74400000002</c:v>
                </c:pt>
                <c:pt idx="323">
                  <c:v>4.74850000002</c:v>
                </c:pt>
                <c:pt idx="324">
                  <c:v>4.74875000002</c:v>
                </c:pt>
                <c:pt idx="325">
                  <c:v>4.75325000002</c:v>
                </c:pt>
                <c:pt idx="326">
                  <c:v>4.75350000002</c:v>
                </c:pt>
                <c:pt idx="327">
                  <c:v>4.75800000002</c:v>
                </c:pt>
                <c:pt idx="328">
                  <c:v>4.75825000002</c:v>
                </c:pt>
                <c:pt idx="329">
                  <c:v>4.76275000002</c:v>
                </c:pt>
                <c:pt idx="330">
                  <c:v>4.76300000002</c:v>
                </c:pt>
                <c:pt idx="331">
                  <c:v>4.76750000002</c:v>
                </c:pt>
                <c:pt idx="332">
                  <c:v>4.76775000002</c:v>
                </c:pt>
                <c:pt idx="333">
                  <c:v>4.77225000002</c:v>
                </c:pt>
                <c:pt idx="334">
                  <c:v>4.77250000002</c:v>
                </c:pt>
                <c:pt idx="335">
                  <c:v>4.77700000002</c:v>
                </c:pt>
                <c:pt idx="336">
                  <c:v>4.77725000002</c:v>
                </c:pt>
                <c:pt idx="337">
                  <c:v>4.78175000002</c:v>
                </c:pt>
                <c:pt idx="338">
                  <c:v>4.78200000002</c:v>
                </c:pt>
                <c:pt idx="339">
                  <c:v>4.78650000002</c:v>
                </c:pt>
                <c:pt idx="340">
                  <c:v>4.78675000002</c:v>
                </c:pt>
                <c:pt idx="341">
                  <c:v>4.79125000002</c:v>
                </c:pt>
                <c:pt idx="342">
                  <c:v>4.79150000002</c:v>
                </c:pt>
                <c:pt idx="343">
                  <c:v>4.79600000002</c:v>
                </c:pt>
                <c:pt idx="344">
                  <c:v>4.79625000002</c:v>
                </c:pt>
                <c:pt idx="345">
                  <c:v>4.80075000002</c:v>
                </c:pt>
                <c:pt idx="346">
                  <c:v>4.80100000002</c:v>
                </c:pt>
                <c:pt idx="347">
                  <c:v>4.80550000002</c:v>
                </c:pt>
                <c:pt idx="348">
                  <c:v>4.80575000002</c:v>
                </c:pt>
                <c:pt idx="349">
                  <c:v>4.81025000002</c:v>
                </c:pt>
                <c:pt idx="350">
                  <c:v>4.81050000002</c:v>
                </c:pt>
                <c:pt idx="351">
                  <c:v>4.81500000002</c:v>
                </c:pt>
                <c:pt idx="352">
                  <c:v>4.81525000002</c:v>
                </c:pt>
                <c:pt idx="353">
                  <c:v>4.81975000002</c:v>
                </c:pt>
                <c:pt idx="354">
                  <c:v>4.82000000002</c:v>
                </c:pt>
                <c:pt idx="355">
                  <c:v>4.82450000002</c:v>
                </c:pt>
                <c:pt idx="356">
                  <c:v>4.82475000002</c:v>
                </c:pt>
                <c:pt idx="357">
                  <c:v>4.82925000002</c:v>
                </c:pt>
                <c:pt idx="358">
                  <c:v>4.82950000002</c:v>
                </c:pt>
                <c:pt idx="359">
                  <c:v>4.83400000002</c:v>
                </c:pt>
                <c:pt idx="360">
                  <c:v>4.83425000002</c:v>
                </c:pt>
                <c:pt idx="361">
                  <c:v>4.83875000002</c:v>
                </c:pt>
                <c:pt idx="362">
                  <c:v>4.83900000002</c:v>
                </c:pt>
                <c:pt idx="363">
                  <c:v>4.84350000002</c:v>
                </c:pt>
                <c:pt idx="364">
                  <c:v>4.84375000002</c:v>
                </c:pt>
                <c:pt idx="365">
                  <c:v>4.84825000002</c:v>
                </c:pt>
                <c:pt idx="366">
                  <c:v>4.84850000002</c:v>
                </c:pt>
                <c:pt idx="367">
                  <c:v>4.85300000002</c:v>
                </c:pt>
                <c:pt idx="368">
                  <c:v>4.85325000002</c:v>
                </c:pt>
                <c:pt idx="369">
                  <c:v>4.85775000002</c:v>
                </c:pt>
                <c:pt idx="370">
                  <c:v>4.85800000002</c:v>
                </c:pt>
                <c:pt idx="371">
                  <c:v>4.86250000002</c:v>
                </c:pt>
                <c:pt idx="372">
                  <c:v>4.86275000002</c:v>
                </c:pt>
                <c:pt idx="373">
                  <c:v>4.86725000002</c:v>
                </c:pt>
                <c:pt idx="374">
                  <c:v>4.86750000002</c:v>
                </c:pt>
                <c:pt idx="375">
                  <c:v>4.87200000002</c:v>
                </c:pt>
                <c:pt idx="376">
                  <c:v>4.87225000002</c:v>
                </c:pt>
                <c:pt idx="377">
                  <c:v>4.87675000002</c:v>
                </c:pt>
                <c:pt idx="378">
                  <c:v>4.87700000002</c:v>
                </c:pt>
                <c:pt idx="379">
                  <c:v>4.88150000002</c:v>
                </c:pt>
                <c:pt idx="380">
                  <c:v>4.88175000002</c:v>
                </c:pt>
                <c:pt idx="381">
                  <c:v>4.88625000002</c:v>
                </c:pt>
                <c:pt idx="382">
                  <c:v>4.88650000002</c:v>
                </c:pt>
                <c:pt idx="383">
                  <c:v>4.89100000002</c:v>
                </c:pt>
                <c:pt idx="384">
                  <c:v>4.89125000002</c:v>
                </c:pt>
                <c:pt idx="385">
                  <c:v>4.89575000002</c:v>
                </c:pt>
                <c:pt idx="386">
                  <c:v>4.89600000002</c:v>
                </c:pt>
                <c:pt idx="387">
                  <c:v>4.90050000002</c:v>
                </c:pt>
                <c:pt idx="388">
                  <c:v>4.90075000002</c:v>
                </c:pt>
                <c:pt idx="389">
                  <c:v>4.90525000002</c:v>
                </c:pt>
                <c:pt idx="390">
                  <c:v>4.90550000002</c:v>
                </c:pt>
                <c:pt idx="391">
                  <c:v>4.91000000002</c:v>
                </c:pt>
                <c:pt idx="392">
                  <c:v>4.91025000002</c:v>
                </c:pt>
                <c:pt idx="393">
                  <c:v>4.91225000002</c:v>
                </c:pt>
                <c:pt idx="394">
                  <c:v>4.91350000002</c:v>
                </c:pt>
                <c:pt idx="395">
                  <c:v>4.91475000002</c:v>
                </c:pt>
                <c:pt idx="396">
                  <c:v>4.91500000002</c:v>
                </c:pt>
                <c:pt idx="397">
                  <c:v>4.91950000002</c:v>
                </c:pt>
                <c:pt idx="398">
                  <c:v>4.91975000002</c:v>
                </c:pt>
                <c:pt idx="399">
                  <c:v>4.92425000002</c:v>
                </c:pt>
                <c:pt idx="400">
                  <c:v>4.92450000002</c:v>
                </c:pt>
                <c:pt idx="401">
                  <c:v>4.92900000002</c:v>
                </c:pt>
                <c:pt idx="402">
                  <c:v>4.92925000002</c:v>
                </c:pt>
                <c:pt idx="403">
                  <c:v>4.93375000002</c:v>
                </c:pt>
                <c:pt idx="404">
                  <c:v>4.93400000002</c:v>
                </c:pt>
                <c:pt idx="405">
                  <c:v>4.93850000002</c:v>
                </c:pt>
                <c:pt idx="406">
                  <c:v>4.93875000002</c:v>
                </c:pt>
                <c:pt idx="407">
                  <c:v>4.94325000002</c:v>
                </c:pt>
                <c:pt idx="408">
                  <c:v>4.94350000002</c:v>
                </c:pt>
                <c:pt idx="409">
                  <c:v>4.94800000002</c:v>
                </c:pt>
                <c:pt idx="410">
                  <c:v>4.94825000002</c:v>
                </c:pt>
                <c:pt idx="411">
                  <c:v>4.95275000002</c:v>
                </c:pt>
                <c:pt idx="412">
                  <c:v>4.95300000002</c:v>
                </c:pt>
                <c:pt idx="413">
                  <c:v>4.95750000002</c:v>
                </c:pt>
                <c:pt idx="414">
                  <c:v>4.95775000002</c:v>
                </c:pt>
                <c:pt idx="415">
                  <c:v>4.96225000002</c:v>
                </c:pt>
                <c:pt idx="416">
                  <c:v>4.96250000002</c:v>
                </c:pt>
                <c:pt idx="417">
                  <c:v>4.96700000002</c:v>
                </c:pt>
                <c:pt idx="418">
                  <c:v>4.96725000002</c:v>
                </c:pt>
                <c:pt idx="419">
                  <c:v>4.97175000002</c:v>
                </c:pt>
                <c:pt idx="420">
                  <c:v>4.97200000002</c:v>
                </c:pt>
                <c:pt idx="421">
                  <c:v>4.97650000002</c:v>
                </c:pt>
                <c:pt idx="422">
                  <c:v>4.97675000002</c:v>
                </c:pt>
                <c:pt idx="423">
                  <c:v>4.98125000002</c:v>
                </c:pt>
                <c:pt idx="424">
                  <c:v>4.98150000002</c:v>
                </c:pt>
                <c:pt idx="425">
                  <c:v>4.98600000002</c:v>
                </c:pt>
                <c:pt idx="426">
                  <c:v>4.98625000002</c:v>
                </c:pt>
                <c:pt idx="427">
                  <c:v>4.99075000002</c:v>
                </c:pt>
                <c:pt idx="428">
                  <c:v>4.99100000002</c:v>
                </c:pt>
                <c:pt idx="429">
                  <c:v>4.99550000002</c:v>
                </c:pt>
                <c:pt idx="430">
                  <c:v>4.99575000002</c:v>
                </c:pt>
                <c:pt idx="431">
                  <c:v>5.00025000002</c:v>
                </c:pt>
                <c:pt idx="432">
                  <c:v>5.00050000002</c:v>
                </c:pt>
                <c:pt idx="433">
                  <c:v>5.00500000002</c:v>
                </c:pt>
                <c:pt idx="434">
                  <c:v>5.00525000002</c:v>
                </c:pt>
                <c:pt idx="435">
                  <c:v>5.00975000002</c:v>
                </c:pt>
                <c:pt idx="436">
                  <c:v>5.01000000002</c:v>
                </c:pt>
                <c:pt idx="437">
                  <c:v>5.01450000002</c:v>
                </c:pt>
                <c:pt idx="438">
                  <c:v>5.01475000002</c:v>
                </c:pt>
                <c:pt idx="439">
                  <c:v>5.01925000002</c:v>
                </c:pt>
                <c:pt idx="440">
                  <c:v>5.01950000002</c:v>
                </c:pt>
                <c:pt idx="441">
                  <c:v>5.02400000002</c:v>
                </c:pt>
                <c:pt idx="442">
                  <c:v>5.02425000002</c:v>
                </c:pt>
                <c:pt idx="443">
                  <c:v>5.02875000002</c:v>
                </c:pt>
                <c:pt idx="444">
                  <c:v>5.02900000002</c:v>
                </c:pt>
                <c:pt idx="445">
                  <c:v>5.03350000002</c:v>
                </c:pt>
                <c:pt idx="446">
                  <c:v>5.03375000002</c:v>
                </c:pt>
                <c:pt idx="447">
                  <c:v>5.03825000002</c:v>
                </c:pt>
                <c:pt idx="448">
                  <c:v>5.03850000002</c:v>
                </c:pt>
                <c:pt idx="449">
                  <c:v>5.04300000002</c:v>
                </c:pt>
                <c:pt idx="450">
                  <c:v>5.04325000002</c:v>
                </c:pt>
                <c:pt idx="451">
                  <c:v>5.04775000002</c:v>
                </c:pt>
                <c:pt idx="452">
                  <c:v>5.04800000002</c:v>
                </c:pt>
                <c:pt idx="453">
                  <c:v>5.05250000002</c:v>
                </c:pt>
                <c:pt idx="454">
                  <c:v>5.05275000002</c:v>
                </c:pt>
                <c:pt idx="455">
                  <c:v>5.05725000002</c:v>
                </c:pt>
                <c:pt idx="456">
                  <c:v>5.05750000002</c:v>
                </c:pt>
                <c:pt idx="457">
                  <c:v>5.06200000002</c:v>
                </c:pt>
                <c:pt idx="458">
                  <c:v>5.06225000002</c:v>
                </c:pt>
                <c:pt idx="459">
                  <c:v>5.06675000002</c:v>
                </c:pt>
                <c:pt idx="460">
                  <c:v>5.06700000002</c:v>
                </c:pt>
                <c:pt idx="461">
                  <c:v>5.07150000002</c:v>
                </c:pt>
                <c:pt idx="462">
                  <c:v>5.07175000002</c:v>
                </c:pt>
                <c:pt idx="463">
                  <c:v>5.07625000002</c:v>
                </c:pt>
                <c:pt idx="464">
                  <c:v>5.07650000002</c:v>
                </c:pt>
                <c:pt idx="465">
                  <c:v>5.08100000002</c:v>
                </c:pt>
                <c:pt idx="466">
                  <c:v>5.08125000002</c:v>
                </c:pt>
                <c:pt idx="467">
                  <c:v>5.08575000002</c:v>
                </c:pt>
                <c:pt idx="468">
                  <c:v>5.08600000002</c:v>
                </c:pt>
                <c:pt idx="469">
                  <c:v>5.09050000002</c:v>
                </c:pt>
                <c:pt idx="470">
                  <c:v>5.09075000002</c:v>
                </c:pt>
                <c:pt idx="471">
                  <c:v>5.09525000002</c:v>
                </c:pt>
                <c:pt idx="472">
                  <c:v>5.09550000002</c:v>
                </c:pt>
                <c:pt idx="473">
                  <c:v>5.10000000002</c:v>
                </c:pt>
                <c:pt idx="474">
                  <c:v>5.10025000002</c:v>
                </c:pt>
                <c:pt idx="475">
                  <c:v>5.10475000002</c:v>
                </c:pt>
                <c:pt idx="476">
                  <c:v>5.10500000002</c:v>
                </c:pt>
                <c:pt idx="477">
                  <c:v>5.10950000002</c:v>
                </c:pt>
                <c:pt idx="478">
                  <c:v>5.10975000002</c:v>
                </c:pt>
                <c:pt idx="479">
                  <c:v>5.11425000002</c:v>
                </c:pt>
                <c:pt idx="480">
                  <c:v>5.11450000002</c:v>
                </c:pt>
                <c:pt idx="481">
                  <c:v>5.11900000002</c:v>
                </c:pt>
                <c:pt idx="482">
                  <c:v>5.11925000002</c:v>
                </c:pt>
                <c:pt idx="483">
                  <c:v>5.12375000002</c:v>
                </c:pt>
                <c:pt idx="484">
                  <c:v>5.12400000002</c:v>
                </c:pt>
                <c:pt idx="485">
                  <c:v>5.12850000002</c:v>
                </c:pt>
                <c:pt idx="486">
                  <c:v>5.12875000002</c:v>
                </c:pt>
                <c:pt idx="487">
                  <c:v>5.13150000002</c:v>
                </c:pt>
                <c:pt idx="488">
                  <c:v>5.13275000002</c:v>
                </c:pt>
                <c:pt idx="489">
                  <c:v>5.13325000002</c:v>
                </c:pt>
                <c:pt idx="490">
                  <c:v>5.13350000002</c:v>
                </c:pt>
                <c:pt idx="491">
                  <c:v>5.13800000002</c:v>
                </c:pt>
                <c:pt idx="492">
                  <c:v>5.13825000002</c:v>
                </c:pt>
                <c:pt idx="493">
                  <c:v>5.14275000002</c:v>
                </c:pt>
                <c:pt idx="494">
                  <c:v>5.14300000002</c:v>
                </c:pt>
                <c:pt idx="495">
                  <c:v>5.14750000002</c:v>
                </c:pt>
                <c:pt idx="496">
                  <c:v>5.14775000002</c:v>
                </c:pt>
                <c:pt idx="497">
                  <c:v>5.15225000002</c:v>
                </c:pt>
                <c:pt idx="498">
                  <c:v>5.15250000002</c:v>
                </c:pt>
                <c:pt idx="499">
                  <c:v>5.15700000002</c:v>
                </c:pt>
                <c:pt idx="500">
                  <c:v>5.15725000002</c:v>
                </c:pt>
                <c:pt idx="501">
                  <c:v>5.16175000002</c:v>
                </c:pt>
                <c:pt idx="502">
                  <c:v>5.16200000002</c:v>
                </c:pt>
                <c:pt idx="503">
                  <c:v>5.16650000002</c:v>
                </c:pt>
                <c:pt idx="504">
                  <c:v>5.16675000002</c:v>
                </c:pt>
                <c:pt idx="505">
                  <c:v>5.17125000002</c:v>
                </c:pt>
                <c:pt idx="506">
                  <c:v>5.17150000002</c:v>
                </c:pt>
                <c:pt idx="507">
                  <c:v>5.17600000002</c:v>
                </c:pt>
                <c:pt idx="508">
                  <c:v>5.17625000002</c:v>
                </c:pt>
                <c:pt idx="509">
                  <c:v>5.18075000002</c:v>
                </c:pt>
                <c:pt idx="510">
                  <c:v>5.18100000002</c:v>
                </c:pt>
                <c:pt idx="511">
                  <c:v>5.18550000002</c:v>
                </c:pt>
                <c:pt idx="512">
                  <c:v>5.18575000002</c:v>
                </c:pt>
                <c:pt idx="513">
                  <c:v>5.19025000002</c:v>
                </c:pt>
                <c:pt idx="514">
                  <c:v>5.19050000002</c:v>
                </c:pt>
                <c:pt idx="515">
                  <c:v>5.19500000002</c:v>
                </c:pt>
                <c:pt idx="516">
                  <c:v>5.19525000002</c:v>
                </c:pt>
                <c:pt idx="517">
                  <c:v>5.19975000002</c:v>
                </c:pt>
                <c:pt idx="518">
                  <c:v>5.20000000002</c:v>
                </c:pt>
                <c:pt idx="519">
                  <c:v>5.20450000002</c:v>
                </c:pt>
                <c:pt idx="520">
                  <c:v>5.20475000002</c:v>
                </c:pt>
                <c:pt idx="521">
                  <c:v>5.20925000002</c:v>
                </c:pt>
                <c:pt idx="522">
                  <c:v>5.20950000002</c:v>
                </c:pt>
                <c:pt idx="523">
                  <c:v>5.21400000002</c:v>
                </c:pt>
                <c:pt idx="524">
                  <c:v>5.21425000002</c:v>
                </c:pt>
                <c:pt idx="525">
                  <c:v>5.21875000002</c:v>
                </c:pt>
                <c:pt idx="526">
                  <c:v>5.21900000002</c:v>
                </c:pt>
                <c:pt idx="527">
                  <c:v>5.22350000002</c:v>
                </c:pt>
                <c:pt idx="528">
                  <c:v>5.22375000002</c:v>
                </c:pt>
                <c:pt idx="529">
                  <c:v>5.22825000002</c:v>
                </c:pt>
                <c:pt idx="530">
                  <c:v>5.22850000002</c:v>
                </c:pt>
                <c:pt idx="531">
                  <c:v>5.23300000002</c:v>
                </c:pt>
                <c:pt idx="532">
                  <c:v>5.23325000002</c:v>
                </c:pt>
                <c:pt idx="533">
                  <c:v>5.23775000003</c:v>
                </c:pt>
                <c:pt idx="534">
                  <c:v>5.23800000003</c:v>
                </c:pt>
                <c:pt idx="535">
                  <c:v>5.24250000003</c:v>
                </c:pt>
                <c:pt idx="536">
                  <c:v>5.24275000003</c:v>
                </c:pt>
                <c:pt idx="537">
                  <c:v>5.24725000003</c:v>
                </c:pt>
                <c:pt idx="538">
                  <c:v>5.24750000003</c:v>
                </c:pt>
                <c:pt idx="539">
                  <c:v>5.25200000003</c:v>
                </c:pt>
                <c:pt idx="540">
                  <c:v>5.25225000003</c:v>
                </c:pt>
                <c:pt idx="541">
                  <c:v>5.25675000003</c:v>
                </c:pt>
                <c:pt idx="542">
                  <c:v>5.25700000003</c:v>
                </c:pt>
                <c:pt idx="543">
                  <c:v>5.26150000003</c:v>
                </c:pt>
                <c:pt idx="544">
                  <c:v>5.26175000003</c:v>
                </c:pt>
                <c:pt idx="545">
                  <c:v>5.26625000003</c:v>
                </c:pt>
                <c:pt idx="546">
                  <c:v>5.26650000003</c:v>
                </c:pt>
                <c:pt idx="547">
                  <c:v>5.27100000003</c:v>
                </c:pt>
                <c:pt idx="548">
                  <c:v>5.27125000003</c:v>
                </c:pt>
                <c:pt idx="549">
                  <c:v>5.27575000003</c:v>
                </c:pt>
                <c:pt idx="550">
                  <c:v>5.27600000003</c:v>
                </c:pt>
                <c:pt idx="551">
                  <c:v>5.28050000003</c:v>
                </c:pt>
                <c:pt idx="552">
                  <c:v>5.28075000003</c:v>
                </c:pt>
                <c:pt idx="553">
                  <c:v>5.28525000003</c:v>
                </c:pt>
                <c:pt idx="554">
                  <c:v>5.28550000003</c:v>
                </c:pt>
                <c:pt idx="555">
                  <c:v>5.29000000003</c:v>
                </c:pt>
                <c:pt idx="556">
                  <c:v>5.29025000003</c:v>
                </c:pt>
                <c:pt idx="557">
                  <c:v>5.29475000003</c:v>
                </c:pt>
                <c:pt idx="558">
                  <c:v>5.29500000003</c:v>
                </c:pt>
                <c:pt idx="559">
                  <c:v>5.29950000003</c:v>
                </c:pt>
                <c:pt idx="560">
                  <c:v>5.29975000003</c:v>
                </c:pt>
                <c:pt idx="561">
                  <c:v>5.30425000003</c:v>
                </c:pt>
                <c:pt idx="562">
                  <c:v>5.30450000003</c:v>
                </c:pt>
                <c:pt idx="563">
                  <c:v>5.30900000003</c:v>
                </c:pt>
                <c:pt idx="564">
                  <c:v>5.30925000003</c:v>
                </c:pt>
                <c:pt idx="565">
                  <c:v>5.31375000003</c:v>
                </c:pt>
                <c:pt idx="566">
                  <c:v>5.31400000003</c:v>
                </c:pt>
                <c:pt idx="567">
                  <c:v>5.31850000003</c:v>
                </c:pt>
                <c:pt idx="568">
                  <c:v>5.31875000003</c:v>
                </c:pt>
                <c:pt idx="569">
                  <c:v>5.32325000003</c:v>
                </c:pt>
                <c:pt idx="570">
                  <c:v>5.32350000003</c:v>
                </c:pt>
                <c:pt idx="571">
                  <c:v>5.32800000003</c:v>
                </c:pt>
                <c:pt idx="572">
                  <c:v>5.32825000003</c:v>
                </c:pt>
                <c:pt idx="573">
                  <c:v>5.33275000003</c:v>
                </c:pt>
                <c:pt idx="574">
                  <c:v>5.33300000003</c:v>
                </c:pt>
                <c:pt idx="575">
                  <c:v>5.33750000003</c:v>
                </c:pt>
                <c:pt idx="576">
                  <c:v>5.33775000003</c:v>
                </c:pt>
                <c:pt idx="577">
                  <c:v>5.34225000003</c:v>
                </c:pt>
                <c:pt idx="578">
                  <c:v>5.34250000003</c:v>
                </c:pt>
                <c:pt idx="579">
                  <c:v>5.34700000003</c:v>
                </c:pt>
                <c:pt idx="580">
                  <c:v>5.34725000003</c:v>
                </c:pt>
                <c:pt idx="581">
                  <c:v>5.35175000003</c:v>
                </c:pt>
                <c:pt idx="582">
                  <c:v>5.35200000003</c:v>
                </c:pt>
                <c:pt idx="583">
                  <c:v>5.35325000003</c:v>
                </c:pt>
                <c:pt idx="584">
                  <c:v>5.35450000003</c:v>
                </c:pt>
                <c:pt idx="585">
                  <c:v>5.35650000003</c:v>
                </c:pt>
                <c:pt idx="586">
                  <c:v>5.35675000003</c:v>
                </c:pt>
                <c:pt idx="587">
                  <c:v>5.36125000003</c:v>
                </c:pt>
                <c:pt idx="588">
                  <c:v>5.36150000003</c:v>
                </c:pt>
                <c:pt idx="589">
                  <c:v>5.36600000003</c:v>
                </c:pt>
                <c:pt idx="590">
                  <c:v>5.36625000003</c:v>
                </c:pt>
                <c:pt idx="591">
                  <c:v>5.37075000003</c:v>
                </c:pt>
                <c:pt idx="592">
                  <c:v>5.37100000003</c:v>
                </c:pt>
                <c:pt idx="593">
                  <c:v>5.37550000003</c:v>
                </c:pt>
                <c:pt idx="594">
                  <c:v>5.37575000003</c:v>
                </c:pt>
                <c:pt idx="595">
                  <c:v>5.38025000003</c:v>
                </c:pt>
                <c:pt idx="596">
                  <c:v>5.38050000003</c:v>
                </c:pt>
                <c:pt idx="597">
                  <c:v>5.38500000003</c:v>
                </c:pt>
                <c:pt idx="598">
                  <c:v>5.38525000003</c:v>
                </c:pt>
                <c:pt idx="599">
                  <c:v>5.38975000003</c:v>
                </c:pt>
                <c:pt idx="600">
                  <c:v>5.39000000003</c:v>
                </c:pt>
                <c:pt idx="601">
                  <c:v>5.39450000003</c:v>
                </c:pt>
                <c:pt idx="602">
                  <c:v>5.39475000003</c:v>
                </c:pt>
                <c:pt idx="603">
                  <c:v>5.39925000003</c:v>
                </c:pt>
                <c:pt idx="604">
                  <c:v>5.39950000003</c:v>
                </c:pt>
                <c:pt idx="605">
                  <c:v>5.40400000003</c:v>
                </c:pt>
                <c:pt idx="606">
                  <c:v>5.40425000003</c:v>
                </c:pt>
                <c:pt idx="607">
                  <c:v>5.40875000003</c:v>
                </c:pt>
                <c:pt idx="608">
                  <c:v>5.40900000003</c:v>
                </c:pt>
                <c:pt idx="609">
                  <c:v>5.41350000003</c:v>
                </c:pt>
                <c:pt idx="610">
                  <c:v>5.41375000003</c:v>
                </c:pt>
                <c:pt idx="611">
                  <c:v>5.41825000003</c:v>
                </c:pt>
                <c:pt idx="612">
                  <c:v>5.41850000003</c:v>
                </c:pt>
                <c:pt idx="613">
                  <c:v>5.42300000003</c:v>
                </c:pt>
                <c:pt idx="614">
                  <c:v>5.42325000003</c:v>
                </c:pt>
                <c:pt idx="615">
                  <c:v>5.42775000003</c:v>
                </c:pt>
                <c:pt idx="616">
                  <c:v>5.42800000003</c:v>
                </c:pt>
                <c:pt idx="617">
                  <c:v>5.43250000003</c:v>
                </c:pt>
                <c:pt idx="618">
                  <c:v>5.43275000003</c:v>
                </c:pt>
                <c:pt idx="619">
                  <c:v>5.43725000003</c:v>
                </c:pt>
                <c:pt idx="620">
                  <c:v>5.43750000003</c:v>
                </c:pt>
                <c:pt idx="621">
                  <c:v>5.44200000003</c:v>
                </c:pt>
                <c:pt idx="622">
                  <c:v>5.44225000003</c:v>
                </c:pt>
                <c:pt idx="623">
                  <c:v>5.44675000003</c:v>
                </c:pt>
                <c:pt idx="624">
                  <c:v>5.44700000003</c:v>
                </c:pt>
                <c:pt idx="625">
                  <c:v>5.45150000003</c:v>
                </c:pt>
                <c:pt idx="626">
                  <c:v>5.45175000003</c:v>
                </c:pt>
                <c:pt idx="627">
                  <c:v>5.45625000003</c:v>
                </c:pt>
                <c:pt idx="628">
                  <c:v>5.45650000003</c:v>
                </c:pt>
                <c:pt idx="629">
                  <c:v>5.46100000003</c:v>
                </c:pt>
                <c:pt idx="630">
                  <c:v>5.46125000003</c:v>
                </c:pt>
                <c:pt idx="631">
                  <c:v>5.46575000003</c:v>
                </c:pt>
                <c:pt idx="632">
                  <c:v>5.46600000003</c:v>
                </c:pt>
                <c:pt idx="633">
                  <c:v>5.47050000003</c:v>
                </c:pt>
                <c:pt idx="634">
                  <c:v>5.47075000003</c:v>
                </c:pt>
                <c:pt idx="635">
                  <c:v>5.47525000003</c:v>
                </c:pt>
                <c:pt idx="636">
                  <c:v>5.47550000003</c:v>
                </c:pt>
                <c:pt idx="637">
                  <c:v>5.48000000003</c:v>
                </c:pt>
                <c:pt idx="638">
                  <c:v>5.48025000003</c:v>
                </c:pt>
                <c:pt idx="639">
                  <c:v>5.48475000003</c:v>
                </c:pt>
                <c:pt idx="640">
                  <c:v>5.48500000003</c:v>
                </c:pt>
                <c:pt idx="641">
                  <c:v>5.48950000003</c:v>
                </c:pt>
                <c:pt idx="642">
                  <c:v>5.48975000003</c:v>
                </c:pt>
                <c:pt idx="643">
                  <c:v>5.49425000003</c:v>
                </c:pt>
                <c:pt idx="644">
                  <c:v>5.49450000003</c:v>
                </c:pt>
                <c:pt idx="645">
                  <c:v>5.49900000003</c:v>
                </c:pt>
                <c:pt idx="646">
                  <c:v>5.49925000003</c:v>
                </c:pt>
                <c:pt idx="647">
                  <c:v>5.50375000003</c:v>
                </c:pt>
                <c:pt idx="648">
                  <c:v>5.50400000003</c:v>
                </c:pt>
                <c:pt idx="649">
                  <c:v>5.50850000003</c:v>
                </c:pt>
                <c:pt idx="650">
                  <c:v>5.50875000003</c:v>
                </c:pt>
                <c:pt idx="651">
                  <c:v>5.51325000003</c:v>
                </c:pt>
                <c:pt idx="652">
                  <c:v>5.51350000003</c:v>
                </c:pt>
                <c:pt idx="653">
                  <c:v>5.51800000003</c:v>
                </c:pt>
                <c:pt idx="654">
                  <c:v>5.51825000003</c:v>
                </c:pt>
                <c:pt idx="655">
                  <c:v>5.52275000003</c:v>
                </c:pt>
                <c:pt idx="656">
                  <c:v>5.52300000003</c:v>
                </c:pt>
                <c:pt idx="657">
                  <c:v>5.52750000003</c:v>
                </c:pt>
                <c:pt idx="658">
                  <c:v>5.52775000003</c:v>
                </c:pt>
                <c:pt idx="659">
                  <c:v>5.53225000003</c:v>
                </c:pt>
                <c:pt idx="660">
                  <c:v>5.53250000003</c:v>
                </c:pt>
                <c:pt idx="661">
                  <c:v>5.53700000003</c:v>
                </c:pt>
                <c:pt idx="662">
                  <c:v>5.53725000003</c:v>
                </c:pt>
                <c:pt idx="663">
                  <c:v>5.54175000003</c:v>
                </c:pt>
                <c:pt idx="664">
                  <c:v>5.54200000003</c:v>
                </c:pt>
                <c:pt idx="665">
                  <c:v>5.54650000003</c:v>
                </c:pt>
                <c:pt idx="666">
                  <c:v>5.54675000003</c:v>
                </c:pt>
                <c:pt idx="667">
                  <c:v>5.55125000003</c:v>
                </c:pt>
                <c:pt idx="668">
                  <c:v>5.55150000003</c:v>
                </c:pt>
                <c:pt idx="669">
                  <c:v>5.55600000003</c:v>
                </c:pt>
                <c:pt idx="670">
                  <c:v>5.55625000003</c:v>
                </c:pt>
                <c:pt idx="671">
                  <c:v>5.56075000003</c:v>
                </c:pt>
                <c:pt idx="672">
                  <c:v>5.56100000003</c:v>
                </c:pt>
                <c:pt idx="673">
                  <c:v>5.56550000003</c:v>
                </c:pt>
                <c:pt idx="674">
                  <c:v>5.56575000003</c:v>
                </c:pt>
                <c:pt idx="675">
                  <c:v>5.57025000003</c:v>
                </c:pt>
                <c:pt idx="676">
                  <c:v>5.57050000003</c:v>
                </c:pt>
                <c:pt idx="677">
                  <c:v>5.57250000003</c:v>
                </c:pt>
                <c:pt idx="678">
                  <c:v>5.57350000003</c:v>
                </c:pt>
                <c:pt idx="679">
                  <c:v>5.57500000003</c:v>
                </c:pt>
                <c:pt idx="680">
                  <c:v>5.57525000003</c:v>
                </c:pt>
                <c:pt idx="681">
                  <c:v>5.57975000003</c:v>
                </c:pt>
                <c:pt idx="682">
                  <c:v>5.58000000003</c:v>
                </c:pt>
                <c:pt idx="683">
                  <c:v>5.58450000003</c:v>
                </c:pt>
                <c:pt idx="684">
                  <c:v>5.58475000003</c:v>
                </c:pt>
                <c:pt idx="685">
                  <c:v>5.58925000003</c:v>
                </c:pt>
                <c:pt idx="686">
                  <c:v>5.58950000003</c:v>
                </c:pt>
                <c:pt idx="687">
                  <c:v>5.59400000003</c:v>
                </c:pt>
                <c:pt idx="688">
                  <c:v>5.59425000003</c:v>
                </c:pt>
                <c:pt idx="689">
                  <c:v>5.59875000003</c:v>
                </c:pt>
                <c:pt idx="690">
                  <c:v>5.59900000003</c:v>
                </c:pt>
                <c:pt idx="691">
                  <c:v>5.60350000003</c:v>
                </c:pt>
                <c:pt idx="692">
                  <c:v>5.60375000003</c:v>
                </c:pt>
                <c:pt idx="693">
                  <c:v>5.60825000003</c:v>
                </c:pt>
                <c:pt idx="694">
                  <c:v>5.60850000003</c:v>
                </c:pt>
                <c:pt idx="695">
                  <c:v>5.61300000003</c:v>
                </c:pt>
                <c:pt idx="696">
                  <c:v>5.61325000003</c:v>
                </c:pt>
                <c:pt idx="697">
                  <c:v>5.61775000003</c:v>
                </c:pt>
                <c:pt idx="698">
                  <c:v>5.61800000003</c:v>
                </c:pt>
                <c:pt idx="699">
                  <c:v>5.62250000003</c:v>
                </c:pt>
                <c:pt idx="700">
                  <c:v>5.62275000003</c:v>
                </c:pt>
                <c:pt idx="701">
                  <c:v>5.62725000003</c:v>
                </c:pt>
                <c:pt idx="702">
                  <c:v>5.62750000003</c:v>
                </c:pt>
                <c:pt idx="703">
                  <c:v>5.63200000003</c:v>
                </c:pt>
                <c:pt idx="704">
                  <c:v>5.63225000003</c:v>
                </c:pt>
                <c:pt idx="705">
                  <c:v>5.63675000003</c:v>
                </c:pt>
                <c:pt idx="706">
                  <c:v>5.63700000003</c:v>
                </c:pt>
                <c:pt idx="707">
                  <c:v>5.64150000003</c:v>
                </c:pt>
                <c:pt idx="708">
                  <c:v>5.64175000003</c:v>
                </c:pt>
                <c:pt idx="709">
                  <c:v>5.64625000003</c:v>
                </c:pt>
                <c:pt idx="710">
                  <c:v>5.64650000003</c:v>
                </c:pt>
                <c:pt idx="711">
                  <c:v>5.65100000003</c:v>
                </c:pt>
                <c:pt idx="712">
                  <c:v>5.65125000003</c:v>
                </c:pt>
                <c:pt idx="713">
                  <c:v>5.65575000003</c:v>
                </c:pt>
                <c:pt idx="714">
                  <c:v>5.65600000003</c:v>
                </c:pt>
                <c:pt idx="715">
                  <c:v>5.66050000003</c:v>
                </c:pt>
                <c:pt idx="716">
                  <c:v>5.66075000003</c:v>
                </c:pt>
                <c:pt idx="717">
                  <c:v>5.66525000003</c:v>
                </c:pt>
                <c:pt idx="718">
                  <c:v>5.66550000003</c:v>
                </c:pt>
                <c:pt idx="719">
                  <c:v>5.67000000003</c:v>
                </c:pt>
                <c:pt idx="720">
                  <c:v>5.67025000003</c:v>
                </c:pt>
                <c:pt idx="721">
                  <c:v>5.67475000003</c:v>
                </c:pt>
                <c:pt idx="722">
                  <c:v>5.67500000003</c:v>
                </c:pt>
                <c:pt idx="723">
                  <c:v>5.67950000003</c:v>
                </c:pt>
                <c:pt idx="724">
                  <c:v>5.67975000003</c:v>
                </c:pt>
                <c:pt idx="725">
                  <c:v>5.68425000003</c:v>
                </c:pt>
                <c:pt idx="726">
                  <c:v>5.68450000003</c:v>
                </c:pt>
                <c:pt idx="727">
                  <c:v>5.68900000003</c:v>
                </c:pt>
                <c:pt idx="728">
                  <c:v>5.68925000003</c:v>
                </c:pt>
                <c:pt idx="729">
                  <c:v>5.69375000003</c:v>
                </c:pt>
                <c:pt idx="730">
                  <c:v>5.69400000003</c:v>
                </c:pt>
                <c:pt idx="731">
                  <c:v>5.69850000003</c:v>
                </c:pt>
                <c:pt idx="732">
                  <c:v>5.69875000003</c:v>
                </c:pt>
                <c:pt idx="733">
                  <c:v>5.70325000003</c:v>
                </c:pt>
                <c:pt idx="734">
                  <c:v>5.70350000003</c:v>
                </c:pt>
                <c:pt idx="735">
                  <c:v>5.70800000003</c:v>
                </c:pt>
                <c:pt idx="736">
                  <c:v>5.70825000003</c:v>
                </c:pt>
                <c:pt idx="737">
                  <c:v>5.71275000003</c:v>
                </c:pt>
                <c:pt idx="738">
                  <c:v>5.71300000003</c:v>
                </c:pt>
                <c:pt idx="739">
                  <c:v>5.71750000003</c:v>
                </c:pt>
                <c:pt idx="740">
                  <c:v>5.71775000003</c:v>
                </c:pt>
                <c:pt idx="741">
                  <c:v>5.72225000003</c:v>
                </c:pt>
                <c:pt idx="742">
                  <c:v>5.72250000003</c:v>
                </c:pt>
                <c:pt idx="743">
                  <c:v>5.72700000003</c:v>
                </c:pt>
                <c:pt idx="744">
                  <c:v>5.72725000003</c:v>
                </c:pt>
                <c:pt idx="745">
                  <c:v>5.73175000003</c:v>
                </c:pt>
                <c:pt idx="746">
                  <c:v>5.73200000003</c:v>
                </c:pt>
                <c:pt idx="747">
                  <c:v>5.73650000003</c:v>
                </c:pt>
                <c:pt idx="748">
                  <c:v>5.73675000003</c:v>
                </c:pt>
                <c:pt idx="749">
                  <c:v>5.74125000003</c:v>
                </c:pt>
                <c:pt idx="750">
                  <c:v>5.74150000003</c:v>
                </c:pt>
                <c:pt idx="751">
                  <c:v>5.74600000003</c:v>
                </c:pt>
                <c:pt idx="752">
                  <c:v>5.74625000003</c:v>
                </c:pt>
                <c:pt idx="753">
                  <c:v>5.75075000003</c:v>
                </c:pt>
                <c:pt idx="754">
                  <c:v>5.75100000003</c:v>
                </c:pt>
                <c:pt idx="755">
                  <c:v>5.75550000003</c:v>
                </c:pt>
                <c:pt idx="756">
                  <c:v>5.75575000003</c:v>
                </c:pt>
                <c:pt idx="757">
                  <c:v>5.76025000003</c:v>
                </c:pt>
                <c:pt idx="758">
                  <c:v>5.76050000003</c:v>
                </c:pt>
                <c:pt idx="759">
                  <c:v>5.76500000003</c:v>
                </c:pt>
                <c:pt idx="760">
                  <c:v>5.76525000003</c:v>
                </c:pt>
                <c:pt idx="761">
                  <c:v>5.76975000003</c:v>
                </c:pt>
                <c:pt idx="762">
                  <c:v>5.77000000003</c:v>
                </c:pt>
                <c:pt idx="763">
                  <c:v>5.77450000003</c:v>
                </c:pt>
                <c:pt idx="764">
                  <c:v>5.77475000003</c:v>
                </c:pt>
                <c:pt idx="765">
                  <c:v>5.77925000003</c:v>
                </c:pt>
                <c:pt idx="766">
                  <c:v>5.77950000003</c:v>
                </c:pt>
                <c:pt idx="767">
                  <c:v>5.78400000003</c:v>
                </c:pt>
                <c:pt idx="768">
                  <c:v>5.78425000003</c:v>
                </c:pt>
                <c:pt idx="769">
                  <c:v>5.78875000003</c:v>
                </c:pt>
                <c:pt idx="770">
                  <c:v>5.78900000003</c:v>
                </c:pt>
                <c:pt idx="771">
                  <c:v>5.79350000003</c:v>
                </c:pt>
                <c:pt idx="772">
                  <c:v>5.79375000003</c:v>
                </c:pt>
                <c:pt idx="773">
                  <c:v>5.79400000003</c:v>
                </c:pt>
                <c:pt idx="774">
                  <c:v>5.79575000003</c:v>
                </c:pt>
                <c:pt idx="775">
                  <c:v>5.79825000003</c:v>
                </c:pt>
                <c:pt idx="776">
                  <c:v>5.79850000003</c:v>
                </c:pt>
                <c:pt idx="777">
                  <c:v>5.80300000003</c:v>
                </c:pt>
                <c:pt idx="778">
                  <c:v>5.80325000003</c:v>
                </c:pt>
                <c:pt idx="779">
                  <c:v>5.80775000003</c:v>
                </c:pt>
                <c:pt idx="780">
                  <c:v>5.80800000003</c:v>
                </c:pt>
                <c:pt idx="781">
                  <c:v>5.81250000003</c:v>
                </c:pt>
                <c:pt idx="782">
                  <c:v>5.81275000003</c:v>
                </c:pt>
                <c:pt idx="783">
                  <c:v>5.81725000003</c:v>
                </c:pt>
                <c:pt idx="784">
                  <c:v>5.81750000003</c:v>
                </c:pt>
                <c:pt idx="785">
                  <c:v>5.82200000003</c:v>
                </c:pt>
                <c:pt idx="786">
                  <c:v>5.82225000003</c:v>
                </c:pt>
                <c:pt idx="787">
                  <c:v>5.82675000003</c:v>
                </c:pt>
                <c:pt idx="788">
                  <c:v>5.82700000003</c:v>
                </c:pt>
                <c:pt idx="789">
                  <c:v>5.83150000003</c:v>
                </c:pt>
                <c:pt idx="790">
                  <c:v>5.83175000003</c:v>
                </c:pt>
                <c:pt idx="791">
                  <c:v>5.83625000003</c:v>
                </c:pt>
                <c:pt idx="792">
                  <c:v>5.83650000003</c:v>
                </c:pt>
                <c:pt idx="793">
                  <c:v>5.84100000003</c:v>
                </c:pt>
                <c:pt idx="794">
                  <c:v>5.84125000003</c:v>
                </c:pt>
                <c:pt idx="795">
                  <c:v>5.84575000003</c:v>
                </c:pt>
                <c:pt idx="796">
                  <c:v>5.84600000003</c:v>
                </c:pt>
                <c:pt idx="797">
                  <c:v>5.85050000003</c:v>
                </c:pt>
                <c:pt idx="798">
                  <c:v>5.85075000003</c:v>
                </c:pt>
                <c:pt idx="799">
                  <c:v>5.85525000003</c:v>
                </c:pt>
                <c:pt idx="800">
                  <c:v>5.85550000003</c:v>
                </c:pt>
                <c:pt idx="801">
                  <c:v>5.86000000003</c:v>
                </c:pt>
                <c:pt idx="802">
                  <c:v>5.86025000003</c:v>
                </c:pt>
                <c:pt idx="803">
                  <c:v>5.86475000003</c:v>
                </c:pt>
                <c:pt idx="804">
                  <c:v>5.86500000003</c:v>
                </c:pt>
                <c:pt idx="805">
                  <c:v>5.86950000003</c:v>
                </c:pt>
                <c:pt idx="806">
                  <c:v>5.86975000003</c:v>
                </c:pt>
                <c:pt idx="807">
                  <c:v>5.87425000003</c:v>
                </c:pt>
                <c:pt idx="808">
                  <c:v>5.87450000003</c:v>
                </c:pt>
                <c:pt idx="809">
                  <c:v>5.87900000003</c:v>
                </c:pt>
                <c:pt idx="810">
                  <c:v>5.87925000003</c:v>
                </c:pt>
                <c:pt idx="811">
                  <c:v>5.88375000003</c:v>
                </c:pt>
                <c:pt idx="812">
                  <c:v>5.88400000003</c:v>
                </c:pt>
                <c:pt idx="813">
                  <c:v>5.88850000003</c:v>
                </c:pt>
                <c:pt idx="814">
                  <c:v>5.88875000003</c:v>
                </c:pt>
                <c:pt idx="815">
                  <c:v>5.89325000003</c:v>
                </c:pt>
                <c:pt idx="816">
                  <c:v>5.89350000003</c:v>
                </c:pt>
                <c:pt idx="817">
                  <c:v>5.89800000003</c:v>
                </c:pt>
                <c:pt idx="818">
                  <c:v>5.89825000003</c:v>
                </c:pt>
                <c:pt idx="819">
                  <c:v>5.90275000003</c:v>
                </c:pt>
                <c:pt idx="820">
                  <c:v>5.90300000003</c:v>
                </c:pt>
                <c:pt idx="821">
                  <c:v>5.90750000003</c:v>
                </c:pt>
                <c:pt idx="822">
                  <c:v>5.90775000003</c:v>
                </c:pt>
                <c:pt idx="823">
                  <c:v>5.91225000003</c:v>
                </c:pt>
                <c:pt idx="824">
                  <c:v>5.91250000003</c:v>
                </c:pt>
                <c:pt idx="825">
                  <c:v>5.91700000003</c:v>
                </c:pt>
                <c:pt idx="826">
                  <c:v>5.91725000003</c:v>
                </c:pt>
                <c:pt idx="827">
                  <c:v>5.92175000003</c:v>
                </c:pt>
                <c:pt idx="828">
                  <c:v>5.92200000003</c:v>
                </c:pt>
                <c:pt idx="829">
                  <c:v>5.92650000003</c:v>
                </c:pt>
                <c:pt idx="830">
                  <c:v>5.92675000003</c:v>
                </c:pt>
                <c:pt idx="831">
                  <c:v>5.93125000003</c:v>
                </c:pt>
                <c:pt idx="832">
                  <c:v>5.93150000003</c:v>
                </c:pt>
                <c:pt idx="833">
                  <c:v>5.93600000003</c:v>
                </c:pt>
                <c:pt idx="834">
                  <c:v>5.93625000003</c:v>
                </c:pt>
                <c:pt idx="835">
                  <c:v>5.94075000003</c:v>
                </c:pt>
                <c:pt idx="836">
                  <c:v>5.94100000003</c:v>
                </c:pt>
                <c:pt idx="837">
                  <c:v>5.94550000003</c:v>
                </c:pt>
                <c:pt idx="838">
                  <c:v>5.94575000003</c:v>
                </c:pt>
                <c:pt idx="839">
                  <c:v>5.95025000003</c:v>
                </c:pt>
                <c:pt idx="840">
                  <c:v>5.95050000003</c:v>
                </c:pt>
                <c:pt idx="841">
                  <c:v>5.95500000003</c:v>
                </c:pt>
                <c:pt idx="842">
                  <c:v>5.95525000003</c:v>
                </c:pt>
                <c:pt idx="843">
                  <c:v>5.95975000003</c:v>
                </c:pt>
                <c:pt idx="844">
                  <c:v>5.96000000003</c:v>
                </c:pt>
                <c:pt idx="845">
                  <c:v>5.96450000003</c:v>
                </c:pt>
                <c:pt idx="846">
                  <c:v>5.96475000003</c:v>
                </c:pt>
                <c:pt idx="847">
                  <c:v>5.96925000003</c:v>
                </c:pt>
                <c:pt idx="848">
                  <c:v>5.96950000003</c:v>
                </c:pt>
                <c:pt idx="849">
                  <c:v>5.97400000003</c:v>
                </c:pt>
                <c:pt idx="850">
                  <c:v>5.97425000003</c:v>
                </c:pt>
                <c:pt idx="851">
                  <c:v>5.97875000003</c:v>
                </c:pt>
                <c:pt idx="852">
                  <c:v>5.97900000003</c:v>
                </c:pt>
                <c:pt idx="853">
                  <c:v>5.98350000003</c:v>
                </c:pt>
                <c:pt idx="854">
                  <c:v>5.98375000003</c:v>
                </c:pt>
                <c:pt idx="855">
                  <c:v>5.98825000003</c:v>
                </c:pt>
                <c:pt idx="856">
                  <c:v>5.98850000003</c:v>
                </c:pt>
                <c:pt idx="857">
                  <c:v>5.99300000003</c:v>
                </c:pt>
                <c:pt idx="858">
                  <c:v>5.99325000003</c:v>
                </c:pt>
                <c:pt idx="859">
                  <c:v>5.99775000003</c:v>
                </c:pt>
                <c:pt idx="860">
                  <c:v>5.99800000003</c:v>
                </c:pt>
                <c:pt idx="861">
                  <c:v>6.00250000003</c:v>
                </c:pt>
                <c:pt idx="862">
                  <c:v>6.00275000003</c:v>
                </c:pt>
                <c:pt idx="863">
                  <c:v>6.00725000003</c:v>
                </c:pt>
                <c:pt idx="864">
                  <c:v>6.00750000003</c:v>
                </c:pt>
                <c:pt idx="865">
                  <c:v>6.01200000003</c:v>
                </c:pt>
                <c:pt idx="866">
                  <c:v>6.01225000003</c:v>
                </c:pt>
                <c:pt idx="867">
                  <c:v>6.01350000003</c:v>
                </c:pt>
                <c:pt idx="868">
                  <c:v>6.01450000003</c:v>
                </c:pt>
                <c:pt idx="869">
                  <c:v>6.01675000003</c:v>
                </c:pt>
                <c:pt idx="870">
                  <c:v>6.01700000003</c:v>
                </c:pt>
                <c:pt idx="871">
                  <c:v>6.02150000003</c:v>
                </c:pt>
                <c:pt idx="872">
                  <c:v>6.02175000003</c:v>
                </c:pt>
                <c:pt idx="873">
                  <c:v>6.02625000003</c:v>
                </c:pt>
                <c:pt idx="874">
                  <c:v>6.02650000003</c:v>
                </c:pt>
                <c:pt idx="875">
                  <c:v>6.03100000003</c:v>
                </c:pt>
                <c:pt idx="876">
                  <c:v>6.03125000003</c:v>
                </c:pt>
                <c:pt idx="877">
                  <c:v>6.03575000003</c:v>
                </c:pt>
                <c:pt idx="878">
                  <c:v>6.03600000003</c:v>
                </c:pt>
                <c:pt idx="879">
                  <c:v>6.04050000003</c:v>
                </c:pt>
                <c:pt idx="880">
                  <c:v>6.04075000003</c:v>
                </c:pt>
                <c:pt idx="881">
                  <c:v>6.04525000003</c:v>
                </c:pt>
                <c:pt idx="882">
                  <c:v>6.04550000003</c:v>
                </c:pt>
                <c:pt idx="883">
                  <c:v>6.05000000003</c:v>
                </c:pt>
                <c:pt idx="884">
                  <c:v>6.05025000003</c:v>
                </c:pt>
                <c:pt idx="885">
                  <c:v>6.05475000003</c:v>
                </c:pt>
                <c:pt idx="886">
                  <c:v>6.05500000003</c:v>
                </c:pt>
                <c:pt idx="887">
                  <c:v>6.05950000003</c:v>
                </c:pt>
                <c:pt idx="888">
                  <c:v>6.05975000003</c:v>
                </c:pt>
                <c:pt idx="889">
                  <c:v>6.06425000003</c:v>
                </c:pt>
                <c:pt idx="890">
                  <c:v>6.06450000003</c:v>
                </c:pt>
                <c:pt idx="891">
                  <c:v>6.06900000003</c:v>
                </c:pt>
                <c:pt idx="892">
                  <c:v>6.06925000003</c:v>
                </c:pt>
                <c:pt idx="893">
                  <c:v>6.07375000003</c:v>
                </c:pt>
                <c:pt idx="894">
                  <c:v>6.07400000003</c:v>
                </c:pt>
                <c:pt idx="895">
                  <c:v>6.07850000003</c:v>
                </c:pt>
                <c:pt idx="896">
                  <c:v>6.07875000003</c:v>
                </c:pt>
                <c:pt idx="897">
                  <c:v>6.08325000003</c:v>
                </c:pt>
                <c:pt idx="898">
                  <c:v>6.08350000003</c:v>
                </c:pt>
                <c:pt idx="899">
                  <c:v>6.08800000003</c:v>
                </c:pt>
                <c:pt idx="900">
                  <c:v>6.08825000003</c:v>
                </c:pt>
                <c:pt idx="901">
                  <c:v>6.09275000003</c:v>
                </c:pt>
                <c:pt idx="902">
                  <c:v>6.09300000003</c:v>
                </c:pt>
                <c:pt idx="903">
                  <c:v>6.09750000003</c:v>
                </c:pt>
                <c:pt idx="904">
                  <c:v>6.09775000003</c:v>
                </c:pt>
                <c:pt idx="905">
                  <c:v>6.10225000003</c:v>
                </c:pt>
                <c:pt idx="906">
                  <c:v>6.10250000003</c:v>
                </c:pt>
                <c:pt idx="907">
                  <c:v>6.10700000003</c:v>
                </c:pt>
                <c:pt idx="908">
                  <c:v>6.10725000003</c:v>
                </c:pt>
                <c:pt idx="909">
                  <c:v>6.11175000003</c:v>
                </c:pt>
                <c:pt idx="910">
                  <c:v>6.11200000003</c:v>
                </c:pt>
                <c:pt idx="911">
                  <c:v>6.11650000003</c:v>
                </c:pt>
                <c:pt idx="912">
                  <c:v>6.11675000003</c:v>
                </c:pt>
                <c:pt idx="913">
                  <c:v>6.12125000003</c:v>
                </c:pt>
                <c:pt idx="914">
                  <c:v>6.12150000003</c:v>
                </c:pt>
                <c:pt idx="915">
                  <c:v>6.12600000003</c:v>
                </c:pt>
                <c:pt idx="916">
                  <c:v>6.12625000003</c:v>
                </c:pt>
                <c:pt idx="917">
                  <c:v>6.13075000003</c:v>
                </c:pt>
                <c:pt idx="918">
                  <c:v>6.13100000003</c:v>
                </c:pt>
                <c:pt idx="919">
                  <c:v>6.13550000003</c:v>
                </c:pt>
                <c:pt idx="920">
                  <c:v>6.13575000003</c:v>
                </c:pt>
                <c:pt idx="921">
                  <c:v>6.14025000003</c:v>
                </c:pt>
                <c:pt idx="922">
                  <c:v>6.14050000003</c:v>
                </c:pt>
                <c:pt idx="923">
                  <c:v>6.14500000003</c:v>
                </c:pt>
                <c:pt idx="924">
                  <c:v>6.14525000003</c:v>
                </c:pt>
                <c:pt idx="925">
                  <c:v>6.14975000003</c:v>
                </c:pt>
                <c:pt idx="926">
                  <c:v>6.15000000003</c:v>
                </c:pt>
                <c:pt idx="927">
                  <c:v>6.15450000003</c:v>
                </c:pt>
                <c:pt idx="928">
                  <c:v>6.15475000003</c:v>
                </c:pt>
                <c:pt idx="929">
                  <c:v>6.15925000003</c:v>
                </c:pt>
                <c:pt idx="930">
                  <c:v>6.15950000003</c:v>
                </c:pt>
                <c:pt idx="931">
                  <c:v>6.16400000003</c:v>
                </c:pt>
                <c:pt idx="932">
                  <c:v>6.16425000003</c:v>
                </c:pt>
                <c:pt idx="933">
                  <c:v>6.16875000003</c:v>
                </c:pt>
                <c:pt idx="934">
                  <c:v>6.16900000003</c:v>
                </c:pt>
                <c:pt idx="935">
                  <c:v>6.17350000003</c:v>
                </c:pt>
                <c:pt idx="936">
                  <c:v>6.17375000003</c:v>
                </c:pt>
                <c:pt idx="937">
                  <c:v>6.17825000003</c:v>
                </c:pt>
                <c:pt idx="938">
                  <c:v>6.17850000003</c:v>
                </c:pt>
                <c:pt idx="939">
                  <c:v>6.18300000003</c:v>
                </c:pt>
                <c:pt idx="940">
                  <c:v>6.18325000003</c:v>
                </c:pt>
                <c:pt idx="941">
                  <c:v>6.18775000003</c:v>
                </c:pt>
                <c:pt idx="942">
                  <c:v>6.18800000003</c:v>
                </c:pt>
                <c:pt idx="943">
                  <c:v>6.19250000003</c:v>
                </c:pt>
                <c:pt idx="944">
                  <c:v>6.19275000003</c:v>
                </c:pt>
                <c:pt idx="945">
                  <c:v>6.19725000003</c:v>
                </c:pt>
                <c:pt idx="946">
                  <c:v>6.19750000003</c:v>
                </c:pt>
                <c:pt idx="947">
                  <c:v>6.20200000003</c:v>
                </c:pt>
                <c:pt idx="948">
                  <c:v>6.20225000003</c:v>
                </c:pt>
                <c:pt idx="949">
                  <c:v>6.20675000003</c:v>
                </c:pt>
                <c:pt idx="950">
                  <c:v>6.20700000003</c:v>
                </c:pt>
                <c:pt idx="951">
                  <c:v>6.21150000003</c:v>
                </c:pt>
                <c:pt idx="952">
                  <c:v>6.21175000003</c:v>
                </c:pt>
                <c:pt idx="953">
                  <c:v>6.21625000003</c:v>
                </c:pt>
                <c:pt idx="954">
                  <c:v>6.21650000003</c:v>
                </c:pt>
                <c:pt idx="955">
                  <c:v>6.22100000003</c:v>
                </c:pt>
                <c:pt idx="956">
                  <c:v>6.22125000003</c:v>
                </c:pt>
                <c:pt idx="957">
                  <c:v>6.22575000003</c:v>
                </c:pt>
                <c:pt idx="958">
                  <c:v>6.22600000003</c:v>
                </c:pt>
                <c:pt idx="959">
                  <c:v>6.23050000003</c:v>
                </c:pt>
                <c:pt idx="960">
                  <c:v>6.23075000003</c:v>
                </c:pt>
                <c:pt idx="961">
                  <c:v>6.23500000003</c:v>
                </c:pt>
                <c:pt idx="962">
                  <c:v>6.23525000003</c:v>
                </c:pt>
                <c:pt idx="963">
                  <c:v>6.23550000003</c:v>
                </c:pt>
                <c:pt idx="964">
                  <c:v>6.23675000003</c:v>
                </c:pt>
                <c:pt idx="965">
                  <c:v>6.24000000003</c:v>
                </c:pt>
                <c:pt idx="966">
                  <c:v>6.24025000003</c:v>
                </c:pt>
                <c:pt idx="967">
                  <c:v>6.24475000003</c:v>
                </c:pt>
                <c:pt idx="968">
                  <c:v>6.24500000003</c:v>
                </c:pt>
                <c:pt idx="969">
                  <c:v>6.24950000003</c:v>
                </c:pt>
                <c:pt idx="970">
                  <c:v>6.24975000003</c:v>
                </c:pt>
                <c:pt idx="971">
                  <c:v>6.25425000003</c:v>
                </c:pt>
                <c:pt idx="972">
                  <c:v>6.25450000003</c:v>
                </c:pt>
                <c:pt idx="973">
                  <c:v>6.25900000003</c:v>
                </c:pt>
                <c:pt idx="974">
                  <c:v>6.25925000003</c:v>
                </c:pt>
                <c:pt idx="975">
                  <c:v>6.26375000003</c:v>
                </c:pt>
                <c:pt idx="976">
                  <c:v>6.26400000003</c:v>
                </c:pt>
                <c:pt idx="977">
                  <c:v>6.26850000003</c:v>
                </c:pt>
                <c:pt idx="978">
                  <c:v>6.26875000003</c:v>
                </c:pt>
                <c:pt idx="979">
                  <c:v>6.27325000003</c:v>
                </c:pt>
                <c:pt idx="980">
                  <c:v>6.27350000003</c:v>
                </c:pt>
                <c:pt idx="981">
                  <c:v>6.27800000003</c:v>
                </c:pt>
                <c:pt idx="982">
                  <c:v>6.27825000003</c:v>
                </c:pt>
                <c:pt idx="983">
                  <c:v>6.28275000003</c:v>
                </c:pt>
                <c:pt idx="984">
                  <c:v>6.28300000003</c:v>
                </c:pt>
                <c:pt idx="985">
                  <c:v>6.28750000003</c:v>
                </c:pt>
                <c:pt idx="986">
                  <c:v>6.28775000003</c:v>
                </c:pt>
                <c:pt idx="987">
                  <c:v>6.29225000003</c:v>
                </c:pt>
                <c:pt idx="988">
                  <c:v>6.29250000003</c:v>
                </c:pt>
                <c:pt idx="989">
                  <c:v>6.29700000003</c:v>
                </c:pt>
                <c:pt idx="990">
                  <c:v>6.29725000003</c:v>
                </c:pt>
                <c:pt idx="991">
                  <c:v>6.30175000003</c:v>
                </c:pt>
                <c:pt idx="992">
                  <c:v>6.30200000003</c:v>
                </c:pt>
                <c:pt idx="993">
                  <c:v>6.30650000003</c:v>
                </c:pt>
                <c:pt idx="994">
                  <c:v>6.30675000003</c:v>
                </c:pt>
                <c:pt idx="995">
                  <c:v>6.31125000003</c:v>
                </c:pt>
                <c:pt idx="996">
                  <c:v>6.31150000003</c:v>
                </c:pt>
                <c:pt idx="997">
                  <c:v>6.31600000003</c:v>
                </c:pt>
                <c:pt idx="998">
                  <c:v>6.31625000003</c:v>
                </c:pt>
                <c:pt idx="999">
                  <c:v>6.32075000003</c:v>
                </c:pt>
                <c:pt idx="1000">
                  <c:v>6.32100000003</c:v>
                </c:pt>
                <c:pt idx="1001">
                  <c:v>6.32550000003</c:v>
                </c:pt>
                <c:pt idx="1002">
                  <c:v>6.32575000003</c:v>
                </c:pt>
                <c:pt idx="1003">
                  <c:v>6.33025000003</c:v>
                </c:pt>
                <c:pt idx="1004">
                  <c:v>6.33050000003</c:v>
                </c:pt>
                <c:pt idx="1005">
                  <c:v>6.33500000003</c:v>
                </c:pt>
                <c:pt idx="1006">
                  <c:v>6.33525000003</c:v>
                </c:pt>
                <c:pt idx="1007">
                  <c:v>6.33975000003</c:v>
                </c:pt>
                <c:pt idx="1008">
                  <c:v>6.34000000003</c:v>
                </c:pt>
                <c:pt idx="1009">
                  <c:v>6.34450000003</c:v>
                </c:pt>
                <c:pt idx="1010">
                  <c:v>6.34475000003</c:v>
                </c:pt>
                <c:pt idx="1011">
                  <c:v>6.34925000003</c:v>
                </c:pt>
                <c:pt idx="1012">
                  <c:v>6.34950000003</c:v>
                </c:pt>
                <c:pt idx="1013">
                  <c:v>6.35400000003</c:v>
                </c:pt>
                <c:pt idx="1014">
                  <c:v>6.35425000003</c:v>
                </c:pt>
                <c:pt idx="1015">
                  <c:v>6.35875000003</c:v>
                </c:pt>
                <c:pt idx="1016">
                  <c:v>6.35900000003</c:v>
                </c:pt>
                <c:pt idx="1017">
                  <c:v>6.36350000003</c:v>
                </c:pt>
                <c:pt idx="1018">
                  <c:v>6.36375000003</c:v>
                </c:pt>
                <c:pt idx="1019">
                  <c:v>6.36825000003</c:v>
                </c:pt>
                <c:pt idx="1020">
                  <c:v>6.36850000003</c:v>
                </c:pt>
                <c:pt idx="1021">
                  <c:v>6.37300000003</c:v>
                </c:pt>
                <c:pt idx="1022">
                  <c:v>6.37325000003</c:v>
                </c:pt>
                <c:pt idx="1023">
                  <c:v>6.37775000003</c:v>
                </c:pt>
                <c:pt idx="1024">
                  <c:v>6.37800000003</c:v>
                </c:pt>
                <c:pt idx="1025">
                  <c:v>6.38250000003</c:v>
                </c:pt>
                <c:pt idx="1026">
                  <c:v>6.38275000003</c:v>
                </c:pt>
                <c:pt idx="1027">
                  <c:v>6.38725000003</c:v>
                </c:pt>
                <c:pt idx="1028">
                  <c:v>6.38750000003</c:v>
                </c:pt>
                <c:pt idx="1029">
                  <c:v>6.39200000003</c:v>
                </c:pt>
                <c:pt idx="1030">
                  <c:v>6.39225000003</c:v>
                </c:pt>
                <c:pt idx="1031">
                  <c:v>6.39675000003</c:v>
                </c:pt>
                <c:pt idx="1032">
                  <c:v>6.39700000003</c:v>
                </c:pt>
                <c:pt idx="1033">
                  <c:v>6.40150000003</c:v>
                </c:pt>
                <c:pt idx="1034">
                  <c:v>6.40175000003</c:v>
                </c:pt>
                <c:pt idx="1035">
                  <c:v>6.40625000003</c:v>
                </c:pt>
                <c:pt idx="1036">
                  <c:v>6.40650000003</c:v>
                </c:pt>
                <c:pt idx="1037">
                  <c:v>6.41100000003</c:v>
                </c:pt>
                <c:pt idx="1038">
                  <c:v>6.41125000003</c:v>
                </c:pt>
                <c:pt idx="1039">
                  <c:v>6.41575000003</c:v>
                </c:pt>
                <c:pt idx="1040">
                  <c:v>6.41600000003</c:v>
                </c:pt>
                <c:pt idx="1041">
                  <c:v>6.42050000003</c:v>
                </c:pt>
                <c:pt idx="1042">
                  <c:v>6.42075000003</c:v>
                </c:pt>
                <c:pt idx="1043">
                  <c:v>6.42525000003</c:v>
                </c:pt>
                <c:pt idx="1044">
                  <c:v>6.42550000003</c:v>
                </c:pt>
                <c:pt idx="1045">
                  <c:v>6.43000000003</c:v>
                </c:pt>
                <c:pt idx="1046">
                  <c:v>6.43025000003</c:v>
                </c:pt>
                <c:pt idx="1047">
                  <c:v>6.43475000003</c:v>
                </c:pt>
                <c:pt idx="1048">
                  <c:v>6.43500000003</c:v>
                </c:pt>
                <c:pt idx="1049">
                  <c:v>6.43950000003</c:v>
                </c:pt>
                <c:pt idx="1050">
                  <c:v>6.43975000003</c:v>
                </c:pt>
                <c:pt idx="1051">
                  <c:v>6.44425000003</c:v>
                </c:pt>
                <c:pt idx="1052">
                  <c:v>6.44450000003</c:v>
                </c:pt>
                <c:pt idx="1053">
                  <c:v>6.44900000003</c:v>
                </c:pt>
                <c:pt idx="1054">
                  <c:v>6.44925000003</c:v>
                </c:pt>
                <c:pt idx="1055">
                  <c:v>6.45375000003</c:v>
                </c:pt>
                <c:pt idx="1056">
                  <c:v>6.45400000003</c:v>
                </c:pt>
                <c:pt idx="1057">
                  <c:v>6.45450000003</c:v>
                </c:pt>
                <c:pt idx="1058">
                  <c:v>6.45550000003</c:v>
                </c:pt>
                <c:pt idx="1059">
                  <c:v>6.45850000003</c:v>
                </c:pt>
                <c:pt idx="1060">
                  <c:v>6.45875000003</c:v>
                </c:pt>
                <c:pt idx="1061">
                  <c:v>6.46325000003</c:v>
                </c:pt>
                <c:pt idx="1062">
                  <c:v>6.46350000003</c:v>
                </c:pt>
                <c:pt idx="1063">
                  <c:v>6.46800000003</c:v>
                </c:pt>
                <c:pt idx="1064">
                  <c:v>6.46825000003</c:v>
                </c:pt>
                <c:pt idx="1065">
                  <c:v>6.47275000003</c:v>
                </c:pt>
                <c:pt idx="1066">
                  <c:v>6.47300000003</c:v>
                </c:pt>
                <c:pt idx="1067">
                  <c:v>6.47750000003</c:v>
                </c:pt>
                <c:pt idx="1068">
                  <c:v>6.47775000003</c:v>
                </c:pt>
                <c:pt idx="1069">
                  <c:v>6.48225000003</c:v>
                </c:pt>
                <c:pt idx="1070">
                  <c:v>6.48250000003</c:v>
                </c:pt>
                <c:pt idx="1071">
                  <c:v>6.48700000003</c:v>
                </c:pt>
                <c:pt idx="1072">
                  <c:v>6.48725000003</c:v>
                </c:pt>
                <c:pt idx="1073">
                  <c:v>6.49175000003</c:v>
                </c:pt>
                <c:pt idx="1074">
                  <c:v>6.49200000003</c:v>
                </c:pt>
                <c:pt idx="1075">
                  <c:v>6.49650000003</c:v>
                </c:pt>
                <c:pt idx="1076">
                  <c:v>6.49675000003</c:v>
                </c:pt>
                <c:pt idx="1077">
                  <c:v>6.50125000003</c:v>
                </c:pt>
                <c:pt idx="1078">
                  <c:v>6.50150000003</c:v>
                </c:pt>
                <c:pt idx="1079">
                  <c:v>6.50600000003</c:v>
                </c:pt>
                <c:pt idx="1080">
                  <c:v>6.50625000003</c:v>
                </c:pt>
                <c:pt idx="1081">
                  <c:v>6.51075000003</c:v>
                </c:pt>
                <c:pt idx="1082">
                  <c:v>6.51100000003</c:v>
                </c:pt>
                <c:pt idx="1083">
                  <c:v>6.51550000003</c:v>
                </c:pt>
                <c:pt idx="1084">
                  <c:v>6.51575000003</c:v>
                </c:pt>
                <c:pt idx="1085">
                  <c:v>6.52025000003</c:v>
                </c:pt>
                <c:pt idx="1086">
                  <c:v>6.52050000003</c:v>
                </c:pt>
                <c:pt idx="1087">
                  <c:v>6.52500000003</c:v>
                </c:pt>
                <c:pt idx="1088">
                  <c:v>6.52525000003</c:v>
                </c:pt>
                <c:pt idx="1089">
                  <c:v>6.52975000003</c:v>
                </c:pt>
                <c:pt idx="1090">
                  <c:v>6.53000000003</c:v>
                </c:pt>
                <c:pt idx="1091">
                  <c:v>6.53450000003</c:v>
                </c:pt>
                <c:pt idx="1092">
                  <c:v>6.53475000003</c:v>
                </c:pt>
                <c:pt idx="1093">
                  <c:v>6.53925000003</c:v>
                </c:pt>
                <c:pt idx="1094">
                  <c:v>6.53950000003</c:v>
                </c:pt>
                <c:pt idx="1095">
                  <c:v>6.54400000003</c:v>
                </c:pt>
                <c:pt idx="1096">
                  <c:v>6.54425000003</c:v>
                </c:pt>
                <c:pt idx="1097">
                  <c:v>6.54875000003</c:v>
                </c:pt>
                <c:pt idx="1098">
                  <c:v>6.54900000003</c:v>
                </c:pt>
                <c:pt idx="1099">
                  <c:v>6.55350000003</c:v>
                </c:pt>
                <c:pt idx="1100">
                  <c:v>6.55375000003</c:v>
                </c:pt>
                <c:pt idx="1101">
                  <c:v>6.55825000003</c:v>
                </c:pt>
                <c:pt idx="1102">
                  <c:v>6.55850000003</c:v>
                </c:pt>
                <c:pt idx="1103">
                  <c:v>6.56300000003</c:v>
                </c:pt>
                <c:pt idx="1104">
                  <c:v>6.56325000003</c:v>
                </c:pt>
                <c:pt idx="1105">
                  <c:v>6.56775000003</c:v>
                </c:pt>
                <c:pt idx="1106">
                  <c:v>6.56800000003</c:v>
                </c:pt>
                <c:pt idx="1107">
                  <c:v>6.57250000003</c:v>
                </c:pt>
                <c:pt idx="1108">
                  <c:v>6.57275000003</c:v>
                </c:pt>
                <c:pt idx="1109">
                  <c:v>6.57725000003</c:v>
                </c:pt>
                <c:pt idx="1110">
                  <c:v>6.57750000003</c:v>
                </c:pt>
                <c:pt idx="1111">
                  <c:v>6.58200000003</c:v>
                </c:pt>
                <c:pt idx="1112">
                  <c:v>6.58225000003</c:v>
                </c:pt>
                <c:pt idx="1113">
                  <c:v>6.58675000003</c:v>
                </c:pt>
                <c:pt idx="1114">
                  <c:v>6.58700000003</c:v>
                </c:pt>
                <c:pt idx="1115">
                  <c:v>6.59150000003</c:v>
                </c:pt>
                <c:pt idx="1116">
                  <c:v>6.59175000003</c:v>
                </c:pt>
                <c:pt idx="1117">
                  <c:v>6.59625000003</c:v>
                </c:pt>
                <c:pt idx="1118">
                  <c:v>6.59650000003</c:v>
                </c:pt>
                <c:pt idx="1119">
                  <c:v>6.60100000003</c:v>
                </c:pt>
                <c:pt idx="1120">
                  <c:v>6.60125000003</c:v>
                </c:pt>
                <c:pt idx="1121">
                  <c:v>6.60575000003</c:v>
                </c:pt>
                <c:pt idx="1122">
                  <c:v>6.60600000003</c:v>
                </c:pt>
                <c:pt idx="1123">
                  <c:v>6.61050000003</c:v>
                </c:pt>
                <c:pt idx="1124">
                  <c:v>6.61075000003</c:v>
                </c:pt>
                <c:pt idx="1125">
                  <c:v>6.61525000003</c:v>
                </c:pt>
                <c:pt idx="1126">
                  <c:v>6.61550000003</c:v>
                </c:pt>
                <c:pt idx="1127">
                  <c:v>6.62000000003</c:v>
                </c:pt>
                <c:pt idx="1128">
                  <c:v>6.62025000003</c:v>
                </c:pt>
                <c:pt idx="1129">
                  <c:v>6.62475000003</c:v>
                </c:pt>
                <c:pt idx="1130">
                  <c:v>6.62500000003</c:v>
                </c:pt>
                <c:pt idx="1131">
                  <c:v>6.62950000003</c:v>
                </c:pt>
                <c:pt idx="1132">
                  <c:v>6.62975000003</c:v>
                </c:pt>
                <c:pt idx="1133">
                  <c:v>6.63425000003</c:v>
                </c:pt>
                <c:pt idx="1134">
                  <c:v>6.63450000003</c:v>
                </c:pt>
                <c:pt idx="1135">
                  <c:v>6.63900000003</c:v>
                </c:pt>
                <c:pt idx="1136">
                  <c:v>6.63925000003</c:v>
                </c:pt>
                <c:pt idx="1137">
                  <c:v>6.64375000003</c:v>
                </c:pt>
                <c:pt idx="1138">
                  <c:v>6.64400000003</c:v>
                </c:pt>
                <c:pt idx="1139">
                  <c:v>6.64850000003</c:v>
                </c:pt>
                <c:pt idx="1140">
                  <c:v>6.64875000003</c:v>
                </c:pt>
                <c:pt idx="1141">
                  <c:v>6.65325000003</c:v>
                </c:pt>
                <c:pt idx="1142">
                  <c:v>6.65350000003</c:v>
                </c:pt>
                <c:pt idx="1143">
                  <c:v>6.65800000003</c:v>
                </c:pt>
                <c:pt idx="1144">
                  <c:v>6.65825000003</c:v>
                </c:pt>
                <c:pt idx="1145">
                  <c:v>6.66275000003</c:v>
                </c:pt>
                <c:pt idx="1146">
                  <c:v>6.66300000003</c:v>
                </c:pt>
                <c:pt idx="1147">
                  <c:v>6.66750000003</c:v>
                </c:pt>
                <c:pt idx="1148">
                  <c:v>6.66775000003</c:v>
                </c:pt>
                <c:pt idx="1149">
                  <c:v>6.67225000003</c:v>
                </c:pt>
                <c:pt idx="1150">
                  <c:v>6.67250000003</c:v>
                </c:pt>
                <c:pt idx="1151">
                  <c:v>6.67600000003</c:v>
                </c:pt>
                <c:pt idx="1152">
                  <c:v>6.67700000003</c:v>
                </c:pt>
                <c:pt idx="1153">
                  <c:v>6.67725000003</c:v>
                </c:pt>
                <c:pt idx="1154">
                  <c:v>6.67750000003</c:v>
                </c:pt>
                <c:pt idx="1155">
                  <c:v>6.68175000003</c:v>
                </c:pt>
                <c:pt idx="1156">
                  <c:v>6.68200000003</c:v>
                </c:pt>
                <c:pt idx="1157">
                  <c:v>6.68650000003</c:v>
                </c:pt>
                <c:pt idx="1158">
                  <c:v>6.68675000003</c:v>
                </c:pt>
                <c:pt idx="1159">
                  <c:v>6.69125000003</c:v>
                </c:pt>
                <c:pt idx="1160">
                  <c:v>6.69150000003</c:v>
                </c:pt>
                <c:pt idx="1161">
                  <c:v>6.69600000003</c:v>
                </c:pt>
                <c:pt idx="1162">
                  <c:v>6.69625000003</c:v>
                </c:pt>
                <c:pt idx="1163">
                  <c:v>6.70075000003</c:v>
                </c:pt>
                <c:pt idx="1164">
                  <c:v>6.70100000003</c:v>
                </c:pt>
                <c:pt idx="1165">
                  <c:v>6.70550000003</c:v>
                </c:pt>
                <c:pt idx="1166">
                  <c:v>6.70575000003</c:v>
                </c:pt>
                <c:pt idx="1167">
                  <c:v>6.71025000003</c:v>
                </c:pt>
                <c:pt idx="1168">
                  <c:v>6.71050000003</c:v>
                </c:pt>
                <c:pt idx="1169">
                  <c:v>6.71500000003</c:v>
                </c:pt>
                <c:pt idx="1170">
                  <c:v>6.71525000003</c:v>
                </c:pt>
                <c:pt idx="1171">
                  <c:v>6.71975000003</c:v>
                </c:pt>
                <c:pt idx="1172">
                  <c:v>6.72000000003</c:v>
                </c:pt>
                <c:pt idx="1173">
                  <c:v>6.72450000003</c:v>
                </c:pt>
                <c:pt idx="1174">
                  <c:v>6.72475000003</c:v>
                </c:pt>
                <c:pt idx="1175">
                  <c:v>6.72925000003</c:v>
                </c:pt>
                <c:pt idx="1176">
                  <c:v>6.72950000003</c:v>
                </c:pt>
                <c:pt idx="1177">
                  <c:v>6.73400000003</c:v>
                </c:pt>
                <c:pt idx="1178">
                  <c:v>6.73425000003</c:v>
                </c:pt>
                <c:pt idx="1179">
                  <c:v>6.73875000003</c:v>
                </c:pt>
                <c:pt idx="1180">
                  <c:v>6.73900000003</c:v>
                </c:pt>
                <c:pt idx="1181">
                  <c:v>6.74350000003</c:v>
                </c:pt>
                <c:pt idx="1182">
                  <c:v>6.74375000003</c:v>
                </c:pt>
                <c:pt idx="1183">
                  <c:v>6.74825000003</c:v>
                </c:pt>
                <c:pt idx="1184">
                  <c:v>6.74850000003</c:v>
                </c:pt>
                <c:pt idx="1185">
                  <c:v>6.75300000003</c:v>
                </c:pt>
                <c:pt idx="1186">
                  <c:v>6.75325000003</c:v>
                </c:pt>
                <c:pt idx="1187">
                  <c:v>6.75775000003</c:v>
                </c:pt>
                <c:pt idx="1188">
                  <c:v>6.75800000003</c:v>
                </c:pt>
                <c:pt idx="1189">
                  <c:v>6.76250000003</c:v>
                </c:pt>
                <c:pt idx="1190">
                  <c:v>6.76275000003</c:v>
                </c:pt>
                <c:pt idx="1191">
                  <c:v>6.76725000003</c:v>
                </c:pt>
                <c:pt idx="1192">
                  <c:v>6.76750000003</c:v>
                </c:pt>
                <c:pt idx="1193">
                  <c:v>6.77200000003</c:v>
                </c:pt>
                <c:pt idx="1194">
                  <c:v>6.77225000003</c:v>
                </c:pt>
                <c:pt idx="1195">
                  <c:v>6.77675000003</c:v>
                </c:pt>
                <c:pt idx="1196">
                  <c:v>6.77700000003</c:v>
                </c:pt>
                <c:pt idx="1197">
                  <c:v>6.78150000003</c:v>
                </c:pt>
                <c:pt idx="1198">
                  <c:v>6.78175000003</c:v>
                </c:pt>
                <c:pt idx="1199">
                  <c:v>6.78625000003</c:v>
                </c:pt>
                <c:pt idx="1200">
                  <c:v>6.78650000003</c:v>
                </c:pt>
                <c:pt idx="1201">
                  <c:v>6.79100000003</c:v>
                </c:pt>
                <c:pt idx="1202">
                  <c:v>6.79125000003</c:v>
                </c:pt>
                <c:pt idx="1203">
                  <c:v>6.79575000003</c:v>
                </c:pt>
                <c:pt idx="1204">
                  <c:v>6.79600000003</c:v>
                </c:pt>
                <c:pt idx="1205">
                  <c:v>6.80050000003</c:v>
                </c:pt>
                <c:pt idx="1206">
                  <c:v>6.80075000003</c:v>
                </c:pt>
                <c:pt idx="1207">
                  <c:v>6.80525000003</c:v>
                </c:pt>
                <c:pt idx="1208">
                  <c:v>6.80550000003</c:v>
                </c:pt>
                <c:pt idx="1209">
                  <c:v>6.81000000003</c:v>
                </c:pt>
                <c:pt idx="1210">
                  <c:v>6.81025000003</c:v>
                </c:pt>
                <c:pt idx="1211">
                  <c:v>6.81475000003</c:v>
                </c:pt>
                <c:pt idx="1212">
                  <c:v>6.81500000003</c:v>
                </c:pt>
                <c:pt idx="1213">
                  <c:v>6.81950000003</c:v>
                </c:pt>
                <c:pt idx="1214">
                  <c:v>6.81975000003</c:v>
                </c:pt>
                <c:pt idx="1215">
                  <c:v>6.82425000003</c:v>
                </c:pt>
                <c:pt idx="1216">
                  <c:v>6.82450000003</c:v>
                </c:pt>
                <c:pt idx="1217">
                  <c:v>6.82900000003</c:v>
                </c:pt>
                <c:pt idx="1218">
                  <c:v>6.82925000003</c:v>
                </c:pt>
                <c:pt idx="1219">
                  <c:v>6.83375000003</c:v>
                </c:pt>
                <c:pt idx="1220">
                  <c:v>6.83400000003</c:v>
                </c:pt>
                <c:pt idx="1221">
                  <c:v>6.83850000003</c:v>
                </c:pt>
                <c:pt idx="1222">
                  <c:v>6.83875000003</c:v>
                </c:pt>
                <c:pt idx="1223">
                  <c:v>6.84325000003</c:v>
                </c:pt>
                <c:pt idx="1224">
                  <c:v>6.84350000003</c:v>
                </c:pt>
                <c:pt idx="1225">
                  <c:v>6.84800000003</c:v>
                </c:pt>
                <c:pt idx="1226">
                  <c:v>6.84825000003</c:v>
                </c:pt>
                <c:pt idx="1227">
                  <c:v>6.85275000003</c:v>
                </c:pt>
                <c:pt idx="1228">
                  <c:v>6.85300000003</c:v>
                </c:pt>
                <c:pt idx="1229">
                  <c:v>6.85750000003</c:v>
                </c:pt>
                <c:pt idx="1230">
                  <c:v>6.85775000003</c:v>
                </c:pt>
                <c:pt idx="1231">
                  <c:v>6.86225000003</c:v>
                </c:pt>
                <c:pt idx="1232">
                  <c:v>6.86250000003</c:v>
                </c:pt>
                <c:pt idx="1233">
                  <c:v>6.86700000003</c:v>
                </c:pt>
                <c:pt idx="1234">
                  <c:v>6.86725000003</c:v>
                </c:pt>
                <c:pt idx="1235">
                  <c:v>6.87175000003</c:v>
                </c:pt>
                <c:pt idx="1236">
                  <c:v>6.87200000003</c:v>
                </c:pt>
                <c:pt idx="1237">
                  <c:v>6.87650000003</c:v>
                </c:pt>
                <c:pt idx="1238">
                  <c:v>6.87675000003</c:v>
                </c:pt>
                <c:pt idx="1239">
                  <c:v>6.88125000003</c:v>
                </c:pt>
                <c:pt idx="1240">
                  <c:v>6.88150000003</c:v>
                </c:pt>
                <c:pt idx="1241">
                  <c:v>6.88600000003</c:v>
                </c:pt>
                <c:pt idx="1242">
                  <c:v>6.88625000003</c:v>
                </c:pt>
                <c:pt idx="1243">
                  <c:v>6.89075000003</c:v>
                </c:pt>
                <c:pt idx="1244">
                  <c:v>6.89100000003</c:v>
                </c:pt>
                <c:pt idx="1245">
                  <c:v>6.89550000003</c:v>
                </c:pt>
                <c:pt idx="1246">
                  <c:v>6.89575000003</c:v>
                </c:pt>
                <c:pt idx="1247">
                  <c:v>6.89625000003</c:v>
                </c:pt>
                <c:pt idx="1248">
                  <c:v>6.90025000003</c:v>
                </c:pt>
                <c:pt idx="1249">
                  <c:v>6.90050000003</c:v>
                </c:pt>
                <c:pt idx="1250">
                  <c:v>6.90500000003</c:v>
                </c:pt>
                <c:pt idx="1251">
                  <c:v>6.90525000003</c:v>
                </c:pt>
                <c:pt idx="1252">
                  <c:v>6.90975000003</c:v>
                </c:pt>
                <c:pt idx="1253">
                  <c:v>6.91000000003</c:v>
                </c:pt>
                <c:pt idx="1254">
                  <c:v>6.91450000003</c:v>
                </c:pt>
                <c:pt idx="1255">
                  <c:v>6.91475000003</c:v>
                </c:pt>
                <c:pt idx="1256">
                  <c:v>6.91925000003</c:v>
                </c:pt>
                <c:pt idx="1257">
                  <c:v>6.91950000003</c:v>
                </c:pt>
                <c:pt idx="1258">
                  <c:v>6.92400000003</c:v>
                </c:pt>
                <c:pt idx="1259">
                  <c:v>6.92425000003</c:v>
                </c:pt>
                <c:pt idx="1260">
                  <c:v>6.92875000003</c:v>
                </c:pt>
                <c:pt idx="1261">
                  <c:v>6.92900000003</c:v>
                </c:pt>
                <c:pt idx="1262">
                  <c:v>6.93350000003</c:v>
                </c:pt>
                <c:pt idx="1263">
                  <c:v>6.93375000003</c:v>
                </c:pt>
                <c:pt idx="1264">
                  <c:v>6.93825000003</c:v>
                </c:pt>
                <c:pt idx="1265">
                  <c:v>6.93850000003</c:v>
                </c:pt>
                <c:pt idx="1266">
                  <c:v>6.94300000003</c:v>
                </c:pt>
                <c:pt idx="1267">
                  <c:v>6.94325000003</c:v>
                </c:pt>
                <c:pt idx="1268">
                  <c:v>6.94775000003</c:v>
                </c:pt>
                <c:pt idx="1269">
                  <c:v>6.94800000003</c:v>
                </c:pt>
                <c:pt idx="1270">
                  <c:v>6.95250000003</c:v>
                </c:pt>
                <c:pt idx="1271">
                  <c:v>6.95275000003</c:v>
                </c:pt>
                <c:pt idx="1272">
                  <c:v>6.95725000003</c:v>
                </c:pt>
                <c:pt idx="1273">
                  <c:v>6.95750000003</c:v>
                </c:pt>
                <c:pt idx="1274">
                  <c:v>6.96200000003</c:v>
                </c:pt>
                <c:pt idx="1275">
                  <c:v>6.96225000003</c:v>
                </c:pt>
                <c:pt idx="1276">
                  <c:v>6.96675000003</c:v>
                </c:pt>
                <c:pt idx="1277">
                  <c:v>6.96700000003</c:v>
                </c:pt>
                <c:pt idx="1278">
                  <c:v>6.97150000003</c:v>
                </c:pt>
                <c:pt idx="1279">
                  <c:v>6.97175000003</c:v>
                </c:pt>
                <c:pt idx="1280">
                  <c:v>6.97625000003</c:v>
                </c:pt>
                <c:pt idx="1281">
                  <c:v>6.97650000003</c:v>
                </c:pt>
                <c:pt idx="1282">
                  <c:v>6.98100000003</c:v>
                </c:pt>
                <c:pt idx="1283">
                  <c:v>6.98125000003</c:v>
                </c:pt>
                <c:pt idx="1284">
                  <c:v>6.98575000003</c:v>
                </c:pt>
                <c:pt idx="1285">
                  <c:v>6.98600000003</c:v>
                </c:pt>
                <c:pt idx="1286">
                  <c:v>6.99050000003</c:v>
                </c:pt>
                <c:pt idx="1287">
                  <c:v>6.99075000003</c:v>
                </c:pt>
                <c:pt idx="1288">
                  <c:v>6.99525000003</c:v>
                </c:pt>
                <c:pt idx="1289">
                  <c:v>6.99550000003</c:v>
                </c:pt>
                <c:pt idx="1290">
                  <c:v>6.99950000003</c:v>
                </c:pt>
                <c:pt idx="1291">
                  <c:v>6.99975000003</c:v>
                </c:pt>
                <c:pt idx="1292">
                  <c:v>7.00000000003</c:v>
                </c:pt>
              </c:numCache>
            </c:numRef>
          </c:xVal>
          <c:yVal>
            <c:numRef>
              <c:f>'Chart Data'!$B$2:$B$1294</c:f>
              <c:numCache>
                <c:formatCode>0.00</c:formatCode>
                <c:ptCount val="1293"/>
                <c:pt idx="0">
                  <c:v>6.95949732852</c:v>
                </c:pt>
                <c:pt idx="1">
                  <c:v>6.9595488353</c:v>
                </c:pt>
                <c:pt idx="2">
                  <c:v>6.95959982941</c:v>
                </c:pt>
                <c:pt idx="3">
                  <c:v>6.96004136194</c:v>
                </c:pt>
                <c:pt idx="4">
                  <c:v>6.96008838791</c:v>
                </c:pt>
                <c:pt idx="5">
                  <c:v>6.96086774198</c:v>
                </c:pt>
                <c:pt idx="6">
                  <c:v>6.96090722631</c:v>
                </c:pt>
                <c:pt idx="7">
                  <c:v>6.96155087874</c:v>
                </c:pt>
                <c:pt idx="8">
                  <c:v>6.96158289575</c:v>
                </c:pt>
                <c:pt idx="9">
                  <c:v>6.96208897632</c:v>
                </c:pt>
                <c:pt idx="10">
                  <c:v>6.9621132182</c:v>
                </c:pt>
                <c:pt idx="11">
                  <c:v>6.96247655222</c:v>
                </c:pt>
                <c:pt idx="12">
                  <c:v>6.96249264047</c:v>
                </c:pt>
                <c:pt idx="13">
                  <c:v>6.96271033127</c:v>
                </c:pt>
                <c:pt idx="14">
                  <c:v>6.9627184112</c:v>
                </c:pt>
                <c:pt idx="15">
                  <c:v>6.96278878437</c:v>
                </c:pt>
                <c:pt idx="16">
                  <c:v>6.9627941194</c:v>
                </c:pt>
                <c:pt idx="17">
                  <c:v>6.96279447244</c:v>
                </c:pt>
                <c:pt idx="18">
                  <c:v>6.96272898916</c:v>
                </c:pt>
                <c:pt idx="19">
                  <c:v>6.96272143589</c:v>
                </c:pt>
                <c:pt idx="20">
                  <c:v>6.96251327472</c:v>
                </c:pt>
                <c:pt idx="21">
                  <c:v>6.96249764041</c:v>
                </c:pt>
                <c:pt idx="22">
                  <c:v>6.96214549093</c:v>
                </c:pt>
                <c:pt idx="23">
                  <c:v>6.96212198856</c:v>
                </c:pt>
                <c:pt idx="24">
                  <c:v>6.9616301136</c:v>
                </c:pt>
                <c:pt idx="25">
                  <c:v>6.96159907779</c:v>
                </c:pt>
                <c:pt idx="26">
                  <c:v>6.96097348878</c:v>
                </c:pt>
                <c:pt idx="27">
                  <c:v>6.96093505291</c:v>
                </c:pt>
                <c:pt idx="28">
                  <c:v>6.96017658742</c:v>
                </c:pt>
                <c:pt idx="29">
                  <c:v>6.96013069374</c:v>
                </c:pt>
                <c:pt idx="30">
                  <c:v>6.95924022232</c:v>
                </c:pt>
                <c:pt idx="31">
                  <c:v>6.95918716112</c:v>
                </c:pt>
                <c:pt idx="32">
                  <c:v>6.9581702486</c:v>
                </c:pt>
                <c:pt idx="33">
                  <c:v>6.95811047682</c:v>
                </c:pt>
                <c:pt idx="34">
                  <c:v>6.95697618914</c:v>
                </c:pt>
                <c:pt idx="35">
                  <c:v>6.95691000043</c:v>
                </c:pt>
                <c:pt idx="36">
                  <c:v>6.95566256409</c:v>
                </c:pt>
                <c:pt idx="37">
                  <c:v>6.95559009513</c:v>
                </c:pt>
                <c:pt idx="38">
                  <c:v>6.95423190126</c:v>
                </c:pt>
                <c:pt idx="39">
                  <c:v>6.95415353003</c:v>
                </c:pt>
                <c:pt idx="40">
                  <c:v>6.95269174891</c:v>
                </c:pt>
                <c:pt idx="41">
                  <c:v>6.95260788405</c:v>
                </c:pt>
                <c:pt idx="42">
                  <c:v>6.95105223666</c:v>
                </c:pt>
                <c:pt idx="43">
                  <c:v>6.95096332433</c:v>
                </c:pt>
                <c:pt idx="44">
                  <c:v>6.94932204578</c:v>
                </c:pt>
                <c:pt idx="45">
                  <c:v>6.94922853083</c:v>
                </c:pt>
                <c:pt idx="46">
                  <c:v>6.94750560882</c:v>
                </c:pt>
                <c:pt idx="47">
                  <c:v>6.94740776116</c:v>
                </c:pt>
                <c:pt idx="48">
                  <c:v>6.9456097966</c:v>
                </c:pt>
                <c:pt idx="49">
                  <c:v>6.94550808508</c:v>
                </c:pt>
                <c:pt idx="50">
                  <c:v>6.94364758182</c:v>
                </c:pt>
                <c:pt idx="51">
                  <c:v>6.94354263067</c:v>
                </c:pt>
                <c:pt idx="52">
                  <c:v>6.94162968355</c:v>
                </c:pt>
                <c:pt idx="53">
                  <c:v>6.94152205899</c:v>
                </c:pt>
                <c:pt idx="54">
                  <c:v>6.93956295796</c:v>
                </c:pt>
                <c:pt idx="55">
                  <c:v>6.93945302465</c:v>
                </c:pt>
                <c:pt idx="56">
                  <c:v>6.93745510885</c:v>
                </c:pt>
                <c:pt idx="57">
                  <c:v>6.93734325755</c:v>
                </c:pt>
                <c:pt idx="58">
                  <c:v>6.93531845212</c:v>
                </c:pt>
                <c:pt idx="59">
                  <c:v>6.93520538847</c:v>
                </c:pt>
                <c:pt idx="60">
                  <c:v>6.93316580941</c:v>
                </c:pt>
                <c:pt idx="61">
                  <c:v>6.93305225749</c:v>
                </c:pt>
                <c:pt idx="62">
                  <c:v>6.93100571089</c:v>
                </c:pt>
                <c:pt idx="63">
                  <c:v>6.93089197699</c:v>
                </c:pt>
                <c:pt idx="64">
                  <c:v>6.92884469503</c:v>
                </c:pt>
                <c:pt idx="65">
                  <c:v>6.92873113437</c:v>
                </c:pt>
                <c:pt idx="66">
                  <c:v>6.92669434995</c:v>
                </c:pt>
                <c:pt idx="67">
                  <c:v>6.92658170147</c:v>
                </c:pt>
                <c:pt idx="68">
                  <c:v>6.92456838465</c:v>
                </c:pt>
                <c:pt idx="69">
                  <c:v>6.92445739426</c:v>
                </c:pt>
                <c:pt idx="70">
                  <c:v>6.92247608712</c:v>
                </c:pt>
                <c:pt idx="71">
                  <c:v>6.92236705606</c:v>
                </c:pt>
                <c:pt idx="72">
                  <c:v>6.92042363346</c:v>
                </c:pt>
                <c:pt idx="73">
                  <c:v>6.92031682639</c:v>
                </c:pt>
                <c:pt idx="74">
                  <c:v>6.91842064042</c:v>
                </c:pt>
                <c:pt idx="75">
                  <c:v>6.9183168064</c:v>
                </c:pt>
                <c:pt idx="76">
                  <c:v>6.91647981317</c:v>
                </c:pt>
                <c:pt idx="77">
                  <c:v>6.91637964089</c:v>
                </c:pt>
                <c:pt idx="78">
                  <c:v>6.91461116997</c:v>
                </c:pt>
                <c:pt idx="79">
                  <c:v>6.91451498164</c:v>
                </c:pt>
                <c:pt idx="80">
                  <c:v>6.9128200854</c:v>
                </c:pt>
                <c:pt idx="81">
                  <c:v>6.91272797768</c:v>
                </c:pt>
                <c:pt idx="82">
                  <c:v>6.91111236661</c:v>
                </c:pt>
                <c:pt idx="83">
                  <c:v>6.91102502192</c:v>
                </c:pt>
                <c:pt idx="84">
                  <c:v>6.90950042288</c:v>
                </c:pt>
                <c:pt idx="85">
                  <c:v>6.90941847988</c:v>
                </c:pt>
                <c:pt idx="86">
                  <c:v>6.90799299022</c:v>
                </c:pt>
                <c:pt idx="87">
                  <c:v>6.90791664202</c:v>
                </c:pt>
                <c:pt idx="88">
                  <c:v>6.90659352685</c:v>
                </c:pt>
                <c:pt idx="89">
                  <c:v>6.90652288271</c:v>
                </c:pt>
                <c:pt idx="90">
                  <c:v>6.9053072637</c:v>
                </c:pt>
                <c:pt idx="91">
                  <c:v>6.90524280661</c:v>
                </c:pt>
                <c:pt idx="92">
                  <c:v>6.90414086453</c:v>
                </c:pt>
                <c:pt idx="93">
                  <c:v>6.90408305635</c:v>
                </c:pt>
                <c:pt idx="94">
                  <c:v>6.90310354581</c:v>
                </c:pt>
                <c:pt idx="95">
                  <c:v>6.90305260642</c:v>
                </c:pt>
                <c:pt idx="96">
                  <c:v>6.90219783431</c:v>
                </c:pt>
                <c:pt idx="97">
                  <c:v>6.90215373955</c:v>
                </c:pt>
                <c:pt idx="98">
                  <c:v>6.9014239491</c:v>
                </c:pt>
                <c:pt idx="99">
                  <c:v>6.90138696459</c:v>
                </c:pt>
                <c:pt idx="100">
                  <c:v>6.90078727735</c:v>
                </c:pt>
                <c:pt idx="101">
                  <c:v>6.90075774377</c:v>
                </c:pt>
                <c:pt idx="102">
                  <c:v>6.90029366871</c:v>
                </c:pt>
                <c:pt idx="103">
                  <c:v>6.90027167677</c:v>
                </c:pt>
                <c:pt idx="104">
                  <c:v>6.89994474283</c:v>
                </c:pt>
                <c:pt idx="105">
                  <c:v>6.89993029346</c:v>
                </c:pt>
                <c:pt idx="106">
                  <c:v>6.89973838925</c:v>
                </c:pt>
                <c:pt idx="107">
                  <c:v>6.89973148255</c:v>
                </c:pt>
                <c:pt idx="108">
                  <c:v>6.89967430685</c:v>
                </c:pt>
                <c:pt idx="109">
                  <c:v>6.89967453513</c:v>
                </c:pt>
                <c:pt idx="110">
                  <c:v>6.89967525688</c:v>
                </c:pt>
                <c:pt idx="111">
                  <c:v>6.89967973829</c:v>
                </c:pt>
                <c:pt idx="112">
                  <c:v>6.89975770482</c:v>
                </c:pt>
                <c:pt idx="113">
                  <c:v>6.8997661338</c:v>
                </c:pt>
                <c:pt idx="114">
                  <c:v>6.89998757763</c:v>
                </c:pt>
                <c:pt idx="115">
                  <c:v>6.90000361878</c:v>
                </c:pt>
                <c:pt idx="116">
                  <c:v>6.90035932563</c:v>
                </c:pt>
                <c:pt idx="117">
                  <c:v>6.90038278512</c:v>
                </c:pt>
                <c:pt idx="118">
                  <c:v>6.90087003504</c:v>
                </c:pt>
                <c:pt idx="119">
                  <c:v>6.9009008205</c:v>
                </c:pt>
                <c:pt idx="120">
                  <c:v>6.9015207029</c:v>
                </c:pt>
                <c:pt idx="121">
                  <c:v>6.90155874031</c:v>
                </c:pt>
                <c:pt idx="122">
                  <c:v>6.90230908851</c:v>
                </c:pt>
                <c:pt idx="123">
                  <c:v>6.90235431139</c:v>
                </c:pt>
                <c:pt idx="124">
                  <c:v>6.90322990023</c:v>
                </c:pt>
                <c:pt idx="125">
                  <c:v>6.9032819302</c:v>
                </c:pt>
                <c:pt idx="126">
                  <c:v>6.90427564432</c:v>
                </c:pt>
                <c:pt idx="127">
                  <c:v>6.90433408219</c:v>
                </c:pt>
                <c:pt idx="128">
                  <c:v>6.90544360931</c:v>
                </c:pt>
                <c:pt idx="129">
                  <c:v>6.90550840473</c:v>
                </c:pt>
                <c:pt idx="130">
                  <c:v>6.906732132</c:v>
                </c:pt>
                <c:pt idx="131">
                  <c:v>6.90680312349</c:v>
                </c:pt>
                <c:pt idx="132">
                  <c:v>6.9081323166</c:v>
                </c:pt>
                <c:pt idx="133">
                  <c:v>6.90820899526</c:v>
                </c:pt>
                <c:pt idx="134">
                  <c:v>6.9096357876</c:v>
                </c:pt>
                <c:pt idx="135">
                  <c:v>6.90971761617</c:v>
                </c:pt>
                <c:pt idx="136">
                  <c:v>6.9112360511</c:v>
                </c:pt>
                <c:pt idx="137">
                  <c:v>6.91132284159</c:v>
                </c:pt>
                <c:pt idx="138">
                  <c:v>6.91292992519</c:v>
                </c:pt>
                <c:pt idx="139">
                  <c:v>6.91302158488</c:v>
                </c:pt>
                <c:pt idx="140">
                  <c:v>6.91470982753</c:v>
                </c:pt>
                <c:pt idx="141">
                  <c:v>6.91480567249</c:v>
                </c:pt>
                <c:pt idx="142">
                  <c:v>6.91656313375</c:v>
                </c:pt>
                <c:pt idx="143">
                  <c:v>6.91666251047</c:v>
                </c:pt>
                <c:pt idx="144">
                  <c:v>6.91848224766</c:v>
                </c:pt>
                <c:pt idx="145">
                  <c:v>6.9185849367</c:v>
                </c:pt>
                <c:pt idx="146">
                  <c:v>6.92046123861</c:v>
                </c:pt>
                <c:pt idx="147">
                  <c:v>6.920566957</c:v>
                </c:pt>
                <c:pt idx="148">
                  <c:v>6.92249212361</c:v>
                </c:pt>
                <c:pt idx="149">
                  <c:v>6.92260027327</c:v>
                </c:pt>
                <c:pt idx="150">
                  <c:v>6.92456247499</c:v>
                </c:pt>
                <c:pt idx="151">
                  <c:v>6.9246722196</c:v>
                </c:pt>
                <c:pt idx="152">
                  <c:v>6.92666065499</c:v>
                </c:pt>
                <c:pt idx="153">
                  <c:v>6.92677173398</c:v>
                </c:pt>
                <c:pt idx="154">
                  <c:v>6.92878123295</c:v>
                </c:pt>
                <c:pt idx="155">
                  <c:v>6.92889339435</c:v>
                </c:pt>
                <c:pt idx="156">
                  <c:v>6.93091608273</c:v>
                </c:pt>
                <c:pt idx="157">
                  <c:v>6.93102860515</c:v>
                </c:pt>
                <c:pt idx="158">
                  <c:v>6.93305287283</c:v>
                </c:pt>
                <c:pt idx="159">
                  <c:v>6.93316510094</c:v>
                </c:pt>
                <c:pt idx="160">
                  <c:v>6.93517938455</c:v>
                </c:pt>
                <c:pt idx="161">
                  <c:v>6.93529087062</c:v>
                </c:pt>
                <c:pt idx="162">
                  <c:v>6.93728858893</c:v>
                </c:pt>
                <c:pt idx="163">
                  <c:v>6.93739906738</c:v>
                </c:pt>
                <c:pt idx="164">
                  <c:v>6.93937398058</c:v>
                </c:pt>
                <c:pt idx="165">
                  <c:v>6.93948290284</c:v>
                </c:pt>
                <c:pt idx="166">
                  <c:v>6.94142450625</c:v>
                </c:pt>
                <c:pt idx="167">
                  <c:v>6.94153113132</c:v>
                </c:pt>
                <c:pt idx="168">
                  <c:v>6.94342823036</c:v>
                </c:pt>
                <c:pt idx="169">
                  <c:v>6.94353226031</c:v>
                </c:pt>
                <c:pt idx="170">
                  <c:v>6.94537693012</c:v>
                </c:pt>
                <c:pt idx="171">
                  <c:v>6.94547790462</c:v>
                </c:pt>
                <c:pt idx="172">
                  <c:v>6.94726562167</c:v>
                </c:pt>
                <c:pt idx="173">
                  <c:v>6.94736320005</c:v>
                </c:pt>
                <c:pt idx="174">
                  <c:v>6.94908568913</c:v>
                </c:pt>
                <c:pt idx="175">
                  <c:v>6.94917929813</c:v>
                </c:pt>
                <c:pt idx="176">
                  <c:v>6.95082472025</c:v>
                </c:pt>
                <c:pt idx="177">
                  <c:v>6.95091387472</c:v>
                </c:pt>
                <c:pt idx="178">
                  <c:v>6.95247526561</c:v>
                </c:pt>
                <c:pt idx="179">
                  <c:v>6.9525596718</c:v>
                </c:pt>
                <c:pt idx="180">
                  <c:v>6.95403384705</c:v>
                </c:pt>
                <c:pt idx="181">
                  <c:v>6.95411316602</c:v>
                </c:pt>
                <c:pt idx="182">
                  <c:v>6.95549360981</c:v>
                </c:pt>
                <c:pt idx="183">
                  <c:v>6.95556752701</c:v>
                </c:pt>
                <c:pt idx="184">
                  <c:v>6.95684591447</c:v>
                </c:pt>
                <c:pt idx="185">
                  <c:v>6.95691398297</c:v>
                </c:pt>
                <c:pt idx="186">
                  <c:v>6.95808277092</c:v>
                </c:pt>
                <c:pt idx="187">
                  <c:v>6.95814464821</c:v>
                </c:pt>
                <c:pt idx="188">
                  <c:v>6.95920250282</c:v>
                </c:pt>
                <c:pt idx="189">
                  <c:v>6.95925810306</c:v>
                </c:pt>
                <c:pt idx="190">
                  <c:v>6.96020194386</c:v>
                </c:pt>
                <c:pt idx="191">
                  <c:v>6.96025109601</c:v>
                </c:pt>
                <c:pt idx="192">
                  <c:v>6.96107422636</c:v>
                </c:pt>
                <c:pt idx="193">
                  <c:v>6.96111653921</c:v>
                </c:pt>
                <c:pt idx="194">
                  <c:v>6.96181360777</c:v>
                </c:pt>
                <c:pt idx="195">
                  <c:v>6.96184880119</c:v>
                </c:pt>
                <c:pt idx="196">
                  <c:v>6.9624193033</c:v>
                </c:pt>
                <c:pt idx="197">
                  <c:v>6.96244740278</c:v>
                </c:pt>
                <c:pt idx="198">
                  <c:v>6.96289141664</c:v>
                </c:pt>
                <c:pt idx="199">
                  <c:v>6.96291255676</c:v>
                </c:pt>
                <c:pt idx="200">
                  <c:v>6.96322715695</c:v>
                </c:pt>
                <c:pt idx="201">
                  <c:v>6.96324099124</c:v>
                </c:pt>
                <c:pt idx="202">
                  <c:v>6.96342180402</c:v>
                </c:pt>
                <c:pt idx="203">
                  <c:v>6.96342812168</c:v>
                </c:pt>
                <c:pt idx="204">
                  <c:v>6.96347205929</c:v>
                </c:pt>
                <c:pt idx="205">
                  <c:v>6.96347675507</c:v>
                </c:pt>
                <c:pt idx="206">
                  <c:v>6.96347598521</c:v>
                </c:pt>
                <c:pt idx="207">
                  <c:v>6.9634749836</c:v>
                </c:pt>
                <c:pt idx="208">
                  <c:v>6.96339350591</c:v>
                </c:pt>
                <c:pt idx="209">
                  <c:v>6.96338543058</c:v>
                </c:pt>
                <c:pt idx="210">
                  <c:v>6.96317422578</c:v>
                </c:pt>
                <c:pt idx="211">
                  <c:v>6.96315890059</c:v>
                </c:pt>
                <c:pt idx="212">
                  <c:v>6.96281684659</c:v>
                </c:pt>
                <c:pt idx="213">
                  <c:v>6.96279415727</c:v>
                </c:pt>
                <c:pt idx="214">
                  <c:v>6.96232254162</c:v>
                </c:pt>
                <c:pt idx="215">
                  <c:v>6.96229277463</c:v>
                </c:pt>
                <c:pt idx="216">
                  <c:v>6.96169694651</c:v>
                </c:pt>
                <c:pt idx="217">
                  <c:v>6.96166056668</c:v>
                </c:pt>
                <c:pt idx="218">
                  <c:v>6.96094548173</c:v>
                </c:pt>
                <c:pt idx="219">
                  <c:v>6.96090246502</c:v>
                </c:pt>
                <c:pt idx="220">
                  <c:v>6.96006764495</c:v>
                </c:pt>
                <c:pt idx="221">
                  <c:v>6.96001791768</c:v>
                </c:pt>
                <c:pt idx="222">
                  <c:v>6.95906663469</c:v>
                </c:pt>
                <c:pt idx="223">
                  <c:v>6.95901066261</c:v>
                </c:pt>
                <c:pt idx="224">
                  <c:v>6.95795032871</c:v>
                </c:pt>
                <c:pt idx="225">
                  <c:v>6.95788859792</c:v>
                </c:pt>
                <c:pt idx="226">
                  <c:v>6.9567261677</c:v>
                </c:pt>
                <c:pt idx="227">
                  <c:v>6.95665883587</c:v>
                </c:pt>
                <c:pt idx="228">
                  <c:v>6.95539796395</c:v>
                </c:pt>
                <c:pt idx="229">
                  <c:v>6.95532516075</c:v>
                </c:pt>
                <c:pt idx="230">
                  <c:v>6.95396844705</c:v>
                </c:pt>
                <c:pt idx="231">
                  <c:v>6.95389056036</c:v>
                </c:pt>
                <c:pt idx="232">
                  <c:v>6.95244739804</c:v>
                </c:pt>
                <c:pt idx="233">
                  <c:v>6.95236508974</c:v>
                </c:pt>
                <c:pt idx="234">
                  <c:v>6.95084444014</c:v>
                </c:pt>
                <c:pt idx="235">
                  <c:v>6.95075790572</c:v>
                </c:pt>
                <c:pt idx="236">
                  <c:v>6.94916526387</c:v>
                </c:pt>
                <c:pt idx="237">
                  <c:v>6.94907480402</c:v>
                </c:pt>
                <c:pt idx="238">
                  <c:v>6.94741515184</c:v>
                </c:pt>
                <c:pt idx="239">
                  <c:v>6.94732124064</c:v>
                </c:pt>
                <c:pt idx="240">
                  <c:v>6.94560285809</c:v>
                </c:pt>
                <c:pt idx="241">
                  <c:v>6.94550603024</c:v>
                </c:pt>
                <c:pt idx="242">
                  <c:v>6.94374082197</c:v>
                </c:pt>
                <c:pt idx="243">
                  <c:v>6.9436415987</c:v>
                </c:pt>
                <c:pt idx="244">
                  <c:v>6.94183746585</c:v>
                </c:pt>
                <c:pt idx="245">
                  <c:v>6.94173617005</c:v>
                </c:pt>
                <c:pt idx="246">
                  <c:v>6.93989835541</c:v>
                </c:pt>
                <c:pt idx="247">
                  <c:v>6.9397954982</c:v>
                </c:pt>
                <c:pt idx="248">
                  <c:v>6.93793253981</c:v>
                </c:pt>
                <c:pt idx="249">
                  <c:v>6.93782859866</c:v>
                </c:pt>
                <c:pt idx="250">
                  <c:v>6.93595225374</c:v>
                </c:pt>
                <c:pt idx="251">
                  <c:v>6.93584781196</c:v>
                </c:pt>
                <c:pt idx="252">
                  <c:v>6.93396823141</c:v>
                </c:pt>
                <c:pt idx="253">
                  <c:v>6.93386376665</c:v>
                </c:pt>
                <c:pt idx="254">
                  <c:v>6.93198595821</c:v>
                </c:pt>
                <c:pt idx="255">
                  <c:v>6.93188186313</c:v>
                </c:pt>
                <c:pt idx="256">
                  <c:v>6.93001413789</c:v>
                </c:pt>
                <c:pt idx="257">
                  <c:v>6.92991087319</c:v>
                </c:pt>
                <c:pt idx="258">
                  <c:v>6.9280642362</c:v>
                </c:pt>
                <c:pt idx="259">
                  <c:v>6.92796239274</c:v>
                </c:pt>
                <c:pt idx="260">
                  <c:v>6.92614748081</c:v>
                </c:pt>
                <c:pt idx="261">
                  <c:v>6.92604768485</c:v>
                </c:pt>
                <c:pt idx="262">
                  <c:v>6.92427113897</c:v>
                </c:pt>
                <c:pt idx="263">
                  <c:v>6.92417361761</c:v>
                </c:pt>
                <c:pt idx="264">
                  <c:v>6.92244002701</c:v>
                </c:pt>
                <c:pt idx="265">
                  <c:v>6.92234510752</c:v>
                </c:pt>
                <c:pt idx="266">
                  <c:v>6.92066580266</c:v>
                </c:pt>
                <c:pt idx="267">
                  <c:v>6.92057415834</c:v>
                </c:pt>
                <c:pt idx="268">
                  <c:v>6.91895933607</c:v>
                </c:pt>
                <c:pt idx="269">
                  <c:v>6.91887154292</c:v>
                </c:pt>
                <c:pt idx="270">
                  <c:v>6.91732631216</c:v>
                </c:pt>
                <c:pt idx="271">
                  <c:v>6.91724256743</c:v>
                </c:pt>
                <c:pt idx="272">
                  <c:v>6.91577252018</c:v>
                </c:pt>
                <c:pt idx="273">
                  <c:v>6.91569299736</c:v>
                </c:pt>
                <c:pt idx="274">
                  <c:v>6.91430476022</c:v>
                </c:pt>
                <c:pt idx="275">
                  <c:v>6.91423005988</c:v>
                </c:pt>
                <c:pt idx="276">
                  <c:v>6.91293371893</c:v>
                </c:pt>
                <c:pt idx="277">
                  <c:v>6.91286440853</c:v>
                </c:pt>
                <c:pt idx="278">
                  <c:v>6.9116649888</c:v>
                </c:pt>
                <c:pt idx="279">
                  <c:v>6.91160115054</c:v>
                </c:pt>
                <c:pt idx="280">
                  <c:v>6.91050109704</c:v>
                </c:pt>
                <c:pt idx="281">
                  <c:v>6.91044279641</c:v>
                </c:pt>
                <c:pt idx="282">
                  <c:v>6.90944705125</c:v>
                </c:pt>
                <c:pt idx="283">
                  <c:v>6.90939471341</c:v>
                </c:pt>
                <c:pt idx="284">
                  <c:v>6.90851047465</c:v>
                </c:pt>
                <c:pt idx="285">
                  <c:v>6.90846461898</c:v>
                </c:pt>
                <c:pt idx="286">
                  <c:v>6.90769721057</c:v>
                </c:pt>
                <c:pt idx="287">
                  <c:v>6.90765784712</c:v>
                </c:pt>
                <c:pt idx="288">
                  <c:v>6.90700706291</c:v>
                </c:pt>
                <c:pt idx="289">
                  <c:v>6.90697411963</c:v>
                </c:pt>
                <c:pt idx="290">
                  <c:v>6.90644193447</c:v>
                </c:pt>
                <c:pt idx="291">
                  <c:v>6.90641572804</c:v>
                </c:pt>
                <c:pt idx="292">
                  <c:v>6.90600682511</c:v>
                </c:pt>
                <c:pt idx="293">
                  <c:v>6.90598767795</c:v>
                </c:pt>
                <c:pt idx="294">
                  <c:v>6.90570583612</c:v>
                </c:pt>
                <c:pt idx="295">
                  <c:v>6.90569372083</c:v>
                </c:pt>
                <c:pt idx="296">
                  <c:v>6.90553783794</c:v>
                </c:pt>
                <c:pt idx="297">
                  <c:v>6.9055325311</c:v>
                </c:pt>
                <c:pt idx="298">
                  <c:v>6.90549713185</c:v>
                </c:pt>
                <c:pt idx="299">
                  <c:v>6.90550019293</c:v>
                </c:pt>
                <c:pt idx="300">
                  <c:v>6.90550187163</c:v>
                </c:pt>
                <c:pt idx="301">
                  <c:v>6.90559556319</c:v>
                </c:pt>
                <c:pt idx="302">
                  <c:v>6.90560438294</c:v>
                </c:pt>
                <c:pt idx="303">
                  <c:v>6.9058259201</c:v>
                </c:pt>
                <c:pt idx="304">
                  <c:v>6.90584173498</c:v>
                </c:pt>
                <c:pt idx="305">
                  <c:v>6.90618867805</c:v>
                </c:pt>
                <c:pt idx="306">
                  <c:v>6.90621128097</c:v>
                </c:pt>
                <c:pt idx="307">
                  <c:v>6.90667874977</c:v>
                </c:pt>
                <c:pt idx="308">
                  <c:v>6.90670803649</c:v>
                </c:pt>
                <c:pt idx="309">
                  <c:v>6.90729457207</c:v>
                </c:pt>
                <c:pt idx="310">
                  <c:v>6.90733053676</c:v>
                </c:pt>
                <c:pt idx="311">
                  <c:v>6.9080367092</c:v>
                </c:pt>
                <c:pt idx="312">
                  <c:v>6.90807919623</c:v>
                </c:pt>
                <c:pt idx="313">
                  <c:v>6.90890144343</c:v>
                </c:pt>
                <c:pt idx="314">
                  <c:v>6.90895014653</c:v>
                </c:pt>
                <c:pt idx="315">
                  <c:v>6.90988105515</c:v>
                </c:pt>
                <c:pt idx="316">
                  <c:v>6.90993573733</c:v>
                </c:pt>
                <c:pt idx="317">
                  <c:v>6.91097091342</c:v>
                </c:pt>
                <c:pt idx="318">
                  <c:v>6.91103132576</c:v>
                </c:pt>
                <c:pt idx="319">
                  <c:v>6.91216919941</c:v>
                </c:pt>
                <c:pt idx="320">
                  <c:v>6.91223517981</c:v>
                </c:pt>
                <c:pt idx="321">
                  <c:v>6.91347131604</c:v>
                </c:pt>
                <c:pt idx="322">
                  <c:v>6.91354252269</c:v>
                </c:pt>
                <c:pt idx="323">
                  <c:v>6.9148685069</c:v>
                </c:pt>
                <c:pt idx="324">
                  <c:v>6.91494455767</c:v>
                </c:pt>
                <c:pt idx="325">
                  <c:v>6.91635278739</c:v>
                </c:pt>
                <c:pt idx="326">
                  <c:v>6.91643325378</c:v>
                </c:pt>
                <c:pt idx="327">
                  <c:v>6.91792039025</c:v>
                </c:pt>
                <c:pt idx="328">
                  <c:v>6.91800508338</c:v>
                </c:pt>
                <c:pt idx="329">
                  <c:v>6.91956624241</c:v>
                </c:pt>
                <c:pt idx="330">
                  <c:v>6.91965484858</c:v>
                </c:pt>
                <c:pt idx="331">
                  <c:v>6.92128054405</c:v>
                </c:pt>
                <c:pt idx="332">
                  <c:v>6.92137251319</c:v>
                </c:pt>
                <c:pt idx="333">
                  <c:v>6.92305327074</c:v>
                </c:pt>
                <c:pt idx="334">
                  <c:v>6.92314806266</c:v>
                </c:pt>
                <c:pt idx="335">
                  <c:v>6.92487798589</c:v>
                </c:pt>
                <c:pt idx="336">
                  <c:v>6.92497531526</c:v>
                </c:pt>
                <c:pt idx="337">
                  <c:v>6.92674892312</c:v>
                </c:pt>
                <c:pt idx="338">
                  <c:v>6.92684853421</c:v>
                </c:pt>
                <c:pt idx="339">
                  <c:v>6.92865719545</c:v>
                </c:pt>
                <c:pt idx="340">
                  <c:v>6.92875845312</c:v>
                </c:pt>
                <c:pt idx="341">
                  <c:v>6.93058994071</c:v>
                </c:pt>
                <c:pt idx="342">
                  <c:v>6.93069214929</c:v>
                </c:pt>
                <c:pt idx="343">
                  <c:v>6.93253958698</c:v>
                </c:pt>
                <c:pt idx="344">
                  <c:v>6.93264254581</c:v>
                </c:pt>
                <c:pt idx="345">
                  <c:v>6.93450052416</c:v>
                </c:pt>
                <c:pt idx="346">
                  <c:v>6.93460390886</c:v>
                </c:pt>
                <c:pt idx="347">
                  <c:v>6.93646357237</c:v>
                </c:pt>
                <c:pt idx="348">
                  <c:v>6.93656677929</c:v>
                </c:pt>
                <c:pt idx="349">
                  <c:v>6.9384173212</c:v>
                </c:pt>
                <c:pt idx="350">
                  <c:v>6.93851961479</c:v>
                </c:pt>
                <c:pt idx="351">
                  <c:v>6.94035139792</c:v>
                </c:pt>
                <c:pt idx="352">
                  <c:v>6.94045252599</c:v>
                </c:pt>
                <c:pt idx="353">
                  <c:v>6.94226128752</c:v>
                </c:pt>
                <c:pt idx="354">
                  <c:v>6.94236110411</c:v>
                </c:pt>
                <c:pt idx="355">
                  <c:v>6.94413982664</c:v>
                </c:pt>
                <c:pt idx="356">
                  <c:v>6.94423758246</c:v>
                </c:pt>
                <c:pt idx="357">
                  <c:v>6.9459745083</c:v>
                </c:pt>
                <c:pt idx="358">
                  <c:v>6.94606963775</c:v>
                </c:pt>
                <c:pt idx="359">
                  <c:v>6.94775699995</c:v>
                </c:pt>
                <c:pt idx="360">
                  <c:v>6.94784922143</c:v>
                </c:pt>
                <c:pt idx="361">
                  <c:v>6.949481185</c:v>
                </c:pt>
                <c:pt idx="362">
                  <c:v>6.94957029959</c:v>
                </c:pt>
                <c:pt idx="363">
                  <c:v>6.95114197053</c:v>
                </c:pt>
                <c:pt idx="364">
                  <c:v>6.95122744732</c:v>
                </c:pt>
                <c:pt idx="365">
                  <c:v>6.95272969623</c:v>
                </c:pt>
                <c:pt idx="366">
                  <c:v>6.95281095359</c:v>
                </c:pt>
                <c:pt idx="367">
                  <c:v>6.95423429883</c:v>
                </c:pt>
                <c:pt idx="368">
                  <c:v>6.95431107323</c:v>
                </c:pt>
                <c:pt idx="369">
                  <c:v>6.95565107683</c:v>
                </c:pt>
                <c:pt idx="370">
                  <c:v>6.95572323157</c:v>
                </c:pt>
                <c:pt idx="371">
                  <c:v>6.9569769371</c:v>
                </c:pt>
                <c:pt idx="372">
                  <c:v>6.95704405609</c:v>
                </c:pt>
                <c:pt idx="373">
                  <c:v>6.95820452186</c:v>
                </c:pt>
                <c:pt idx="374">
                  <c:v>6.95826619991</c:v>
                </c:pt>
                <c:pt idx="375">
                  <c:v>6.95932584657</c:v>
                </c:pt>
                <c:pt idx="376">
                  <c:v>6.95938185728</c:v>
                </c:pt>
                <c:pt idx="377">
                  <c:v>6.96033663775</c:v>
                </c:pt>
                <c:pt idx="378">
                  <c:v>6.96038680037</c:v>
                </c:pt>
                <c:pt idx="379">
                  <c:v>6.96123568556</c:v>
                </c:pt>
                <c:pt idx="380">
                  <c:v>6.96127982228</c:v>
                </c:pt>
                <c:pt idx="381">
                  <c:v>6.96201974954</c:v>
                </c:pt>
                <c:pt idx="382">
                  <c:v>6.96205765292</c:v>
                </c:pt>
                <c:pt idx="383">
                  <c:v>6.96268143087</c:v>
                </c:pt>
                <c:pt idx="384">
                  <c:v>6.96271282661</c:v>
                </c:pt>
                <c:pt idx="385">
                  <c:v>6.96321825395</c:v>
                </c:pt>
                <c:pt idx="386">
                  <c:v>6.9632431291</c:v>
                </c:pt>
                <c:pt idx="387">
                  <c:v>6.96363117583</c:v>
                </c:pt>
                <c:pt idx="388">
                  <c:v>6.96364942291</c:v>
                </c:pt>
                <c:pt idx="389">
                  <c:v>6.96391947314</c:v>
                </c:pt>
                <c:pt idx="390">
                  <c:v>6.96393111966</c:v>
                </c:pt>
                <c:pt idx="391">
                  <c:v>6.9640800696</c:v>
                </c:pt>
                <c:pt idx="392">
                  <c:v>6.96408496423</c:v>
                </c:pt>
                <c:pt idx="393">
                  <c:v>6.96411060983</c:v>
                </c:pt>
                <c:pt idx="394">
                  <c:v>6.9641148996</c:v>
                </c:pt>
                <c:pt idx="395">
                  <c:v>6.96411029567</c:v>
                </c:pt>
                <c:pt idx="396">
                  <c:v>6.96410833809</c:v>
                </c:pt>
                <c:pt idx="397">
                  <c:v>6.96401332039</c:v>
                </c:pt>
                <c:pt idx="398">
                  <c:v>6.96400471461</c:v>
                </c:pt>
                <c:pt idx="399">
                  <c:v>6.9637920282</c:v>
                </c:pt>
                <c:pt idx="400">
                  <c:v>6.96377694163</c:v>
                </c:pt>
                <c:pt idx="401">
                  <c:v>6.96344522166</c:v>
                </c:pt>
                <c:pt idx="402">
                  <c:v>6.96342351815</c:v>
                </c:pt>
                <c:pt idx="403">
                  <c:v>6.96297291885</c:v>
                </c:pt>
                <c:pt idx="404">
                  <c:v>6.96294464746</c:v>
                </c:pt>
                <c:pt idx="405">
                  <c:v>6.96237895378</c:v>
                </c:pt>
                <c:pt idx="406">
                  <c:v>6.96234436709</c:v>
                </c:pt>
                <c:pt idx="407">
                  <c:v>6.96166917048</c:v>
                </c:pt>
                <c:pt idx="408">
                  <c:v>6.9616286982</c:v>
                </c:pt>
                <c:pt idx="409">
                  <c:v>6.96084633544</c:v>
                </c:pt>
                <c:pt idx="410">
                  <c:v>6.96079996682</c:v>
                </c:pt>
                <c:pt idx="411">
                  <c:v>6.9599112028</c:v>
                </c:pt>
                <c:pt idx="412">
                  <c:v>6.95985891687</c:v>
                </c:pt>
                <c:pt idx="413">
                  <c:v>6.95886887127</c:v>
                </c:pt>
                <c:pt idx="414">
                  <c:v>6.95881114201</c:v>
                </c:pt>
                <c:pt idx="415">
                  <c:v>6.95772778636</c:v>
                </c:pt>
                <c:pt idx="416">
                  <c:v>6.95766516641</c:v>
                </c:pt>
                <c:pt idx="417">
                  <c:v>6.95649341755</c:v>
                </c:pt>
                <c:pt idx="418">
                  <c:v>6.95642596365</c:v>
                </c:pt>
                <c:pt idx="419">
                  <c:v>6.9551685173</c:v>
                </c:pt>
                <c:pt idx="420">
                  <c:v>6.95509630878</c:v>
                </c:pt>
                <c:pt idx="421">
                  <c:v>6.95375838204</c:v>
                </c:pt>
                <c:pt idx="422">
                  <c:v>6.9536819509</c:v>
                </c:pt>
                <c:pt idx="423">
                  <c:v>6.95227316848</c:v>
                </c:pt>
                <c:pt idx="424">
                  <c:v>6.95219313085</c:v>
                </c:pt>
                <c:pt idx="425">
                  <c:v>6.95072055416</c:v>
                </c:pt>
                <c:pt idx="426">
                  <c:v>6.95063709373</c:v>
                </c:pt>
                <c:pt idx="427">
                  <c:v>6.94910515711</c:v>
                </c:pt>
                <c:pt idx="428">
                  <c:v>6.94901844754</c:v>
                </c:pt>
                <c:pt idx="429">
                  <c:v>6.9474329729</c:v>
                </c:pt>
                <c:pt idx="430">
                  <c:v>6.94734356118</c:v>
                </c:pt>
                <c:pt idx="431">
                  <c:v>6.94571475411</c:v>
                </c:pt>
                <c:pt idx="432">
                  <c:v>6.94562329114</c:v>
                </c:pt>
                <c:pt idx="433">
                  <c:v>6.94396057791</c:v>
                </c:pt>
                <c:pt idx="434">
                  <c:v>6.94386739006</c:v>
                </c:pt>
                <c:pt idx="435">
                  <c:v>6.94217665388</c:v>
                </c:pt>
                <c:pt idx="436">
                  <c:v>6.94208199116</c:v>
                </c:pt>
                <c:pt idx="437">
                  <c:v>6.94036900852</c:v>
                </c:pt>
                <c:pt idx="438">
                  <c:v>6.94027340573</c:v>
                </c:pt>
                <c:pt idx="439">
                  <c:v>6.93854771424</c:v>
                </c:pt>
                <c:pt idx="440">
                  <c:v>6.93845175047</c:v>
                </c:pt>
                <c:pt idx="441">
                  <c:v>6.93672423137</c:v>
                </c:pt>
                <c:pt idx="442">
                  <c:v>6.93662836678</c:v>
                </c:pt>
                <c:pt idx="443">
                  <c:v>6.9349066175</c:v>
                </c:pt>
                <c:pt idx="444">
                  <c:v>6.93481110909</c:v>
                </c:pt>
                <c:pt idx="445">
                  <c:v>6.93309956998</c:v>
                </c:pt>
                <c:pt idx="446">
                  <c:v>6.93300494926</c:v>
                </c:pt>
                <c:pt idx="447">
                  <c:v>6.93131246717</c:v>
                </c:pt>
                <c:pt idx="448">
                  <c:v>6.93121922409</c:v>
                </c:pt>
                <c:pt idx="449">
                  <c:v>6.9295566525</c:v>
                </c:pt>
                <c:pt idx="450">
                  <c:v>6.9294652497</c:v>
                </c:pt>
                <c:pt idx="451">
                  <c:v>6.92784003746</c:v>
                </c:pt>
                <c:pt idx="452">
                  <c:v>6.92775084962</c:v>
                </c:pt>
                <c:pt idx="453">
                  <c:v>6.92616775272</c:v>
                </c:pt>
                <c:pt idx="454">
                  <c:v>6.92608108915</c:v>
                </c:pt>
                <c:pt idx="455">
                  <c:v>6.92454657706</c:v>
                </c:pt>
                <c:pt idx="456">
                  <c:v>6.92446290748</c:v>
                </c:pt>
                <c:pt idx="457">
                  <c:v>6.92298773515</c:v>
                </c:pt>
                <c:pt idx="458">
                  <c:v>6.92290753841</c:v>
                </c:pt>
                <c:pt idx="459">
                  <c:v>6.92149901685</c:v>
                </c:pt>
                <c:pt idx="460">
                  <c:v>6.92142267383</c:v>
                </c:pt>
                <c:pt idx="461">
                  <c:v>6.92008476614</c:v>
                </c:pt>
                <c:pt idx="462">
                  <c:v>6.92001254026</c:v>
                </c:pt>
                <c:pt idx="463">
                  <c:v>6.91875016853</c:v>
                </c:pt>
                <c:pt idx="464">
                  <c:v>6.9186822683</c:v>
                </c:pt>
                <c:pt idx="465">
                  <c:v>6.91750291755</c:v>
                </c:pt>
                <c:pt idx="466">
                  <c:v>6.91743982347</c:v>
                </c:pt>
                <c:pt idx="467">
                  <c:v>6.91635168108</c:v>
                </c:pt>
                <c:pt idx="468">
                  <c:v>6.91629380099</c:v>
                </c:pt>
                <c:pt idx="469">
                  <c:v>6.91529882721</c:v>
                </c:pt>
                <c:pt idx="470">
                  <c:v>6.91524623888</c:v>
                </c:pt>
                <c:pt idx="471">
                  <c:v>6.91434729906</c:v>
                </c:pt>
                <c:pt idx="472">
                  <c:v>6.91430009692</c:v>
                </c:pt>
                <c:pt idx="473">
                  <c:v>6.91350270164</c:v>
                </c:pt>
                <c:pt idx="474">
                  <c:v>6.91346129968</c:v>
                </c:pt>
                <c:pt idx="475">
                  <c:v>6.91277133526</c:v>
                </c:pt>
                <c:pt idx="476">
                  <c:v>6.91273607927</c:v>
                </c:pt>
                <c:pt idx="477">
                  <c:v>6.91215617392</c:v>
                </c:pt>
                <c:pt idx="478">
                  <c:v>6.91212703665</c:v>
                </c:pt>
                <c:pt idx="479">
                  <c:v>6.91165597548</c:v>
                </c:pt>
                <c:pt idx="480">
                  <c:v>6.91163284172</c:v>
                </c:pt>
                <c:pt idx="481">
                  <c:v>6.91127400309</c:v>
                </c:pt>
                <c:pt idx="482">
                  <c:v>6.91125719654</c:v>
                </c:pt>
                <c:pt idx="483">
                  <c:v>6.91101448912</c:v>
                </c:pt>
                <c:pt idx="484">
                  <c:v>6.91100434067</c:v>
                </c:pt>
                <c:pt idx="485">
                  <c:v>6.91087908886</c:v>
                </c:pt>
                <c:pt idx="486">
                  <c:v>6.91087535927</c:v>
                </c:pt>
                <c:pt idx="487">
                  <c:v>6.91085589585</c:v>
                </c:pt>
                <c:pt idx="488">
                  <c:v>6.91086048724</c:v>
                </c:pt>
                <c:pt idx="489">
                  <c:v>6.91086464104</c:v>
                </c:pt>
                <c:pt idx="490">
                  <c:v>6.91086717263</c:v>
                </c:pt>
                <c:pt idx="491">
                  <c:v>6.91097079364</c:v>
                </c:pt>
                <c:pt idx="492">
                  <c:v>6.91097971123</c:v>
                </c:pt>
                <c:pt idx="493">
                  <c:v>6.91119944639</c:v>
                </c:pt>
                <c:pt idx="494">
                  <c:v>6.91121494095</c:v>
                </c:pt>
                <c:pt idx="495">
                  <c:v>6.91155049268</c:v>
                </c:pt>
                <c:pt idx="496">
                  <c:v>6.91157234784</c:v>
                </c:pt>
                <c:pt idx="497">
                  <c:v>6.9120204935</c:v>
                </c:pt>
                <c:pt idx="498">
                  <c:v>6.91204831871</c:v>
                </c:pt>
                <c:pt idx="499">
                  <c:v>6.91260374707</c:v>
                </c:pt>
                <c:pt idx="500">
                  <c:v>6.91263758217</c:v>
                </c:pt>
                <c:pt idx="501">
                  <c:v>6.91330135097</c:v>
                </c:pt>
                <c:pt idx="502">
                  <c:v>6.91334129904</c:v>
                </c:pt>
                <c:pt idx="503">
                  <c:v>6.91411194682</c:v>
                </c:pt>
                <c:pt idx="504">
                  <c:v>6.91415763835</c:v>
                </c:pt>
                <c:pt idx="505">
                  <c:v>6.91502924615</c:v>
                </c:pt>
                <c:pt idx="506">
                  <c:v>6.9150802738</c:v>
                </c:pt>
                <c:pt idx="507">
                  <c:v>6.91604684238</c:v>
                </c:pt>
                <c:pt idx="508">
                  <c:v>6.91610312178</c:v>
                </c:pt>
                <c:pt idx="509">
                  <c:v>6.91716138736</c:v>
                </c:pt>
                <c:pt idx="510">
                  <c:v>6.91722275298</c:v>
                </c:pt>
                <c:pt idx="511">
                  <c:v>6.9183704103</c:v>
                </c:pt>
                <c:pt idx="512">
                  <c:v>6.91843655486</c:v>
                </c:pt>
                <c:pt idx="513">
                  <c:v>6.91966783823</c:v>
                </c:pt>
                <c:pt idx="514">
                  <c:v>6.91973833823</c:v>
                </c:pt>
                <c:pt idx="515">
                  <c:v>6.92104504624</c:v>
                </c:pt>
                <c:pt idx="516">
                  <c:v>6.92111961793</c:v>
                </c:pt>
                <c:pt idx="517">
                  <c:v>6.92249544124</c:v>
                </c:pt>
                <c:pt idx="518">
                  <c:v>6.92257382419</c:v>
                </c:pt>
                <c:pt idx="519">
                  <c:v>6.92401678108</c:v>
                </c:pt>
                <c:pt idx="520">
                  <c:v>6.92409867102</c:v>
                </c:pt>
                <c:pt idx="521">
                  <c:v>6.92560139167</c:v>
                </c:pt>
                <c:pt idx="522">
                  <c:v>6.92568631092</c:v>
                </c:pt>
                <c:pt idx="523">
                  <c:v>6.92723910543</c:v>
                </c:pt>
                <c:pt idx="524">
                  <c:v>6.92732664091</c:v>
                </c:pt>
                <c:pt idx="525">
                  <c:v>6.92892225276</c:v>
                </c:pt>
                <c:pt idx="526">
                  <c:v>6.92901202867</c:v>
                </c:pt>
                <c:pt idx="527">
                  <c:v>6.9306454404</c:v>
                </c:pt>
                <c:pt idx="528">
                  <c:v>6.93073709885</c:v>
                </c:pt>
                <c:pt idx="529">
                  <c:v>6.93240264285</c:v>
                </c:pt>
                <c:pt idx="530">
                  <c:v>6.93249584168</c:v>
                </c:pt>
                <c:pt idx="531">
                  <c:v>6.93418290144</c:v>
                </c:pt>
                <c:pt idx="532">
                  <c:v>6.93427707251</c:v>
                </c:pt>
                <c:pt idx="533">
                  <c:v>6.93597622093</c:v>
                </c:pt>
                <c:pt idx="534">
                  <c:v>6.93607088067</c:v>
                </c:pt>
                <c:pt idx="535">
                  <c:v>6.93777752704</c:v>
                </c:pt>
                <c:pt idx="536">
                  <c:v>6.93787237723</c:v>
                </c:pt>
                <c:pt idx="537">
                  <c:v>6.93957985365</c:v>
                </c:pt>
                <c:pt idx="538">
                  <c:v>6.93967460566</c:v>
                </c:pt>
                <c:pt idx="539">
                  <c:v>6.94137407445</c:v>
                </c:pt>
                <c:pt idx="540">
                  <c:v>6.94146813283</c:v>
                </c:pt>
                <c:pt idx="541">
                  <c:v>6.9431496971</c:v>
                </c:pt>
                <c:pt idx="542">
                  <c:v>6.94324247184</c:v>
                </c:pt>
                <c:pt idx="543">
                  <c:v>6.94489972087</c:v>
                </c:pt>
                <c:pt idx="544">
                  <c:v>6.94499097475</c:v>
                </c:pt>
                <c:pt idx="545">
                  <c:v>6.94661923475</c:v>
                </c:pt>
                <c:pt idx="546">
                  <c:v>6.94670878282</c:v>
                </c:pt>
                <c:pt idx="547">
                  <c:v>6.94829990977</c:v>
                </c:pt>
                <c:pt idx="548">
                  <c:v>6.94838712025</c:v>
                </c:pt>
                <c:pt idx="549">
                  <c:v>6.94993077475</c:v>
                </c:pt>
                <c:pt idx="550">
                  <c:v>6.95001505683</c:v>
                </c:pt>
                <c:pt idx="551">
                  <c:v>6.95150529208</c:v>
                </c:pt>
                <c:pt idx="552">
                  <c:v>6.95158648942</c:v>
                </c:pt>
                <c:pt idx="553">
                  <c:v>6.95301964931</c:v>
                </c:pt>
                <c:pt idx="554">
                  <c:v>6.95309762969</c:v>
                </c:pt>
                <c:pt idx="555">
                  <c:v>6.95446700255</c:v>
                </c:pt>
                <c:pt idx="556">
                  <c:v>6.95454118341</c:v>
                </c:pt>
                <c:pt idx="557">
                  <c:v>6.9558385979</c:v>
                </c:pt>
                <c:pt idx="558">
                  <c:v>6.95590848923</c:v>
                </c:pt>
                <c:pt idx="559">
                  <c:v>6.95712707479</c:v>
                </c:pt>
                <c:pt idx="560">
                  <c:v>6.95719248491</c:v>
                </c:pt>
                <c:pt idx="561">
                  <c:v>6.95832967333</c:v>
                </c:pt>
                <c:pt idx="562">
                  <c:v>6.95839060217</c:v>
                </c:pt>
                <c:pt idx="563">
                  <c:v>6.95944294299</c:v>
                </c:pt>
                <c:pt idx="564">
                  <c:v>6.95949893696</c:v>
                </c:pt>
                <c:pt idx="565">
                  <c:v>6.96045911396</c:v>
                </c:pt>
                <c:pt idx="566">
                  <c:v>6.96050970173</c:v>
                </c:pt>
                <c:pt idx="567">
                  <c:v>6.96137225617</c:v>
                </c:pt>
                <c:pt idx="568">
                  <c:v>6.96141742597</c:v>
                </c:pt>
                <c:pt idx="569">
                  <c:v>6.96218065712</c:v>
                </c:pt>
                <c:pt idx="570">
                  <c:v>6.96222035539</c:v>
                </c:pt>
                <c:pt idx="571">
                  <c:v>6.96288311658</c:v>
                </c:pt>
                <c:pt idx="572">
                  <c:v>6.96291708258</c:v>
                </c:pt>
                <c:pt idx="573">
                  <c:v>6.96347514573</c:v>
                </c:pt>
                <c:pt idx="574">
                  <c:v>6.96350305107</c:v>
                </c:pt>
                <c:pt idx="575">
                  <c:v>6.96395156598</c:v>
                </c:pt>
                <c:pt idx="576">
                  <c:v>6.96397340965</c:v>
                </c:pt>
                <c:pt idx="577">
                  <c:v>6.96431189423</c:v>
                </c:pt>
                <c:pt idx="578">
                  <c:v>6.96432776432</c:v>
                </c:pt>
                <c:pt idx="579">
                  <c:v>6.96455796921</c:v>
                </c:pt>
                <c:pt idx="580">
                  <c:v>6.96456770758</c:v>
                </c:pt>
                <c:pt idx="581">
                  <c:v>6.96468798877</c:v>
                </c:pt>
                <c:pt idx="582">
                  <c:v>6.96469151526</c:v>
                </c:pt>
                <c:pt idx="583">
                  <c:v>6.96470455805</c:v>
                </c:pt>
                <c:pt idx="584">
                  <c:v>6.96470911747</c:v>
                </c:pt>
                <c:pt idx="585">
                  <c:v>6.96469895714</c:v>
                </c:pt>
                <c:pt idx="586">
                  <c:v>6.96469622005</c:v>
                </c:pt>
                <c:pt idx="587">
                  <c:v>6.96459099058</c:v>
                </c:pt>
                <c:pt idx="588">
                  <c:v>6.96458217095</c:v>
                </c:pt>
                <c:pt idx="589">
                  <c:v>6.96436864994</c:v>
                </c:pt>
                <c:pt idx="590">
                  <c:v>6.96435377687</c:v>
                </c:pt>
                <c:pt idx="591">
                  <c:v>6.96403297729</c:v>
                </c:pt>
                <c:pt idx="592">
                  <c:v>6.96401211584</c:v>
                </c:pt>
                <c:pt idx="593">
                  <c:v>6.96358282842</c:v>
                </c:pt>
                <c:pt idx="594">
                  <c:v>6.96355604425</c:v>
                </c:pt>
                <c:pt idx="595">
                  <c:v>6.96302044056</c:v>
                </c:pt>
                <c:pt idx="596">
                  <c:v>6.96298785949</c:v>
                </c:pt>
                <c:pt idx="597">
                  <c:v>6.96235057209</c:v>
                </c:pt>
                <c:pt idx="598">
                  <c:v>6.96231239413</c:v>
                </c:pt>
                <c:pt idx="599">
                  <c:v>6.96157851377</c:v>
                </c:pt>
                <c:pt idx="600">
                  <c:v>6.96153504494</c:v>
                </c:pt>
                <c:pt idx="601">
                  <c:v>6.9607054541</c:v>
                </c:pt>
                <c:pt idx="602">
                  <c:v>6.96065678209</c:v>
                </c:pt>
                <c:pt idx="603">
                  <c:v>6.95973382268</c:v>
                </c:pt>
                <c:pt idx="604">
                  <c:v>6.95968008231</c:v>
                </c:pt>
                <c:pt idx="605">
                  <c:v>6.95867069166</c:v>
                </c:pt>
                <c:pt idx="606">
                  <c:v>6.95861231107</c:v>
                </c:pt>
                <c:pt idx="607">
                  <c:v>6.9575231705</c:v>
                </c:pt>
                <c:pt idx="608">
                  <c:v>6.95746052017</c:v>
                </c:pt>
                <c:pt idx="609">
                  <c:v>6.95629502079</c:v>
                </c:pt>
                <c:pt idx="610">
                  <c:v>6.95622826083</c:v>
                </c:pt>
                <c:pt idx="611">
                  <c:v>6.95498945425</c:v>
                </c:pt>
                <c:pt idx="612">
                  <c:v>6.95491867453</c:v>
                </c:pt>
                <c:pt idx="613">
                  <c:v>6.95361360416</c:v>
                </c:pt>
                <c:pt idx="614">
                  <c:v>6.9535393773</c:v>
                </c:pt>
                <c:pt idx="615">
                  <c:v>6.95217729961</c:v>
                </c:pt>
                <c:pt idx="616">
                  <c:v>6.95210017532</c:v>
                </c:pt>
                <c:pt idx="617">
                  <c:v>6.95068602981</c:v>
                </c:pt>
                <c:pt idx="618">
                  <c:v>6.95060614779</c:v>
                </c:pt>
                <c:pt idx="619">
                  <c:v>6.94914465623</c:v>
                </c:pt>
                <c:pt idx="620">
                  <c:v>6.94906224438</c:v>
                </c:pt>
                <c:pt idx="621">
                  <c:v>6.94756018566</c:v>
                </c:pt>
                <c:pt idx="622">
                  <c:v>6.94747574419</c:v>
                </c:pt>
                <c:pt idx="623">
                  <c:v>6.94594293324</c:v>
                </c:pt>
                <c:pt idx="624">
                  <c:v>6.94585713829</c:v>
                </c:pt>
                <c:pt idx="625">
                  <c:v>6.94430169456</c:v>
                </c:pt>
                <c:pt idx="626">
                  <c:v>6.94421473696</c:v>
                </c:pt>
                <c:pt idx="627">
                  <c:v>6.94264030491</c:v>
                </c:pt>
                <c:pt idx="628">
                  <c:v>6.94255237825</c:v>
                </c:pt>
                <c:pt idx="629">
                  <c:v>6.94096648667</c:v>
                </c:pt>
                <c:pt idx="630">
                  <c:v>6.94087821721</c:v>
                </c:pt>
                <c:pt idx="631">
                  <c:v>6.93929099154</c:v>
                </c:pt>
                <c:pt idx="632">
                  <c:v>6.93920299276</c:v>
                </c:pt>
                <c:pt idx="633">
                  <c:v>6.93762288695</c:v>
                </c:pt>
                <c:pt idx="634">
                  <c:v>6.93753543026</c:v>
                </c:pt>
                <c:pt idx="635">
                  <c:v>6.93596769516</c:v>
                </c:pt>
                <c:pt idx="636">
                  <c:v>6.93588094834</c:v>
                </c:pt>
                <c:pt idx="637">
                  <c:v>6.93433102586</c:v>
                </c:pt>
                <c:pt idx="638">
                  <c:v>6.93424557327</c:v>
                </c:pt>
                <c:pt idx="639">
                  <c:v>6.9327223949</c:v>
                </c:pt>
                <c:pt idx="640">
                  <c:v>6.9326387324</c:v>
                </c:pt>
                <c:pt idx="641">
                  <c:v>6.93115134751</c:v>
                </c:pt>
                <c:pt idx="642">
                  <c:v>6.93106983047</c:v>
                </c:pt>
                <c:pt idx="643">
                  <c:v>6.9296238248</c:v>
                </c:pt>
                <c:pt idx="644">
                  <c:v>6.92954462505</c:v>
                </c:pt>
                <c:pt idx="645">
                  <c:v>6.92814349055</c:v>
                </c:pt>
                <c:pt idx="646">
                  <c:v>6.92806706085</c:v>
                </c:pt>
                <c:pt idx="647">
                  <c:v>6.92671951918</c:v>
                </c:pt>
                <c:pt idx="648">
                  <c:v>6.92664640428</c:v>
                </c:pt>
                <c:pt idx="649">
                  <c:v>6.92536135097</c:v>
                </c:pt>
                <c:pt idx="650">
                  <c:v>6.92529175561</c:v>
                </c:pt>
                <c:pt idx="651">
                  <c:v>6.92407370932</c:v>
                </c:pt>
                <c:pt idx="652">
                  <c:v>6.92400792474</c:v>
                </c:pt>
                <c:pt idx="653">
                  <c:v>6.92286068872</c:v>
                </c:pt>
                <c:pt idx="654">
                  <c:v>6.92279899878</c:v>
                </c:pt>
                <c:pt idx="655">
                  <c:v>6.92172715131</c:v>
                </c:pt>
                <c:pt idx="656">
                  <c:v>6.92166991487</c:v>
                </c:pt>
                <c:pt idx="657">
                  <c:v>6.92068171081</c:v>
                </c:pt>
                <c:pt idx="658">
                  <c:v>6.92062920518</c:v>
                </c:pt>
                <c:pt idx="659">
                  <c:v>6.91972918576</c:v>
                </c:pt>
                <c:pt idx="660">
                  <c:v>6.91968161659</c:v>
                </c:pt>
                <c:pt idx="661">
                  <c:v>6.91887119115</c:v>
                </c:pt>
                <c:pt idx="662">
                  <c:v>6.91882874963</c:v>
                </c:pt>
                <c:pt idx="663">
                  <c:v>6.91811063597</c:v>
                </c:pt>
                <c:pt idx="664">
                  <c:v>6.91807344309</c:v>
                </c:pt>
                <c:pt idx="665">
                  <c:v>6.91745352061</c:v>
                </c:pt>
                <c:pt idx="666">
                  <c:v>6.9174218558</c:v>
                </c:pt>
                <c:pt idx="667">
                  <c:v>6.91690432694</c:v>
                </c:pt>
                <c:pt idx="668">
                  <c:v>6.91687840347</c:v>
                </c:pt>
                <c:pt idx="669">
                  <c:v>6.91646267205</c:v>
                </c:pt>
                <c:pt idx="670">
                  <c:v>6.91644244583</c:v>
                </c:pt>
                <c:pt idx="671">
                  <c:v>6.9161289586</c:v>
                </c:pt>
                <c:pt idx="672">
                  <c:v>6.91611446825</c:v>
                </c:pt>
                <c:pt idx="673">
                  <c:v>6.915906534</c:v>
                </c:pt>
                <c:pt idx="674">
                  <c:v>6.91589792556</c:v>
                </c:pt>
                <c:pt idx="675">
                  <c:v>6.91579847287</c:v>
                </c:pt>
                <c:pt idx="676">
                  <c:v>6.91579594336</c:v>
                </c:pt>
                <c:pt idx="677">
                  <c:v>6.91578692442</c:v>
                </c:pt>
                <c:pt idx="678">
                  <c:v>6.91578982373</c:v>
                </c:pt>
                <c:pt idx="679">
                  <c:v>6.91580338487</c:v>
                </c:pt>
                <c:pt idx="680">
                  <c:v>6.91580676844</c:v>
                </c:pt>
                <c:pt idx="681">
                  <c:v>6.91591859724</c:v>
                </c:pt>
                <c:pt idx="682">
                  <c:v>6.91592769993</c:v>
                </c:pt>
                <c:pt idx="683">
                  <c:v>6.91614469337</c:v>
                </c:pt>
                <c:pt idx="684">
                  <c:v>6.9161596682</c:v>
                </c:pt>
                <c:pt idx="685">
                  <c:v>6.9164830478</c:v>
                </c:pt>
                <c:pt idx="686">
                  <c:v>6.91650396685</c:v>
                </c:pt>
                <c:pt idx="687">
                  <c:v>6.91693164187</c:v>
                </c:pt>
                <c:pt idx="688">
                  <c:v>6.9169582685</c:v>
                </c:pt>
                <c:pt idx="689">
                  <c:v>6.91748546143</c:v>
                </c:pt>
                <c:pt idx="690">
                  <c:v>6.91751741239</c:v>
                </c:pt>
                <c:pt idx="691">
                  <c:v>6.91814134409</c:v>
                </c:pt>
                <c:pt idx="692">
                  <c:v>6.91817866571</c:v>
                </c:pt>
                <c:pt idx="693">
                  <c:v>6.91889994068</c:v>
                </c:pt>
                <c:pt idx="694">
                  <c:v>6.91894271285</c:v>
                </c:pt>
                <c:pt idx="695">
                  <c:v>6.91975748985</c:v>
                </c:pt>
                <c:pt idx="696">
                  <c:v>6.91980527216</c:v>
                </c:pt>
                <c:pt idx="697">
                  <c:v>6.92070760012</c:v>
                </c:pt>
                <c:pt idx="698">
                  <c:v>6.9207599999</c:v>
                </c:pt>
                <c:pt idx="699">
                  <c:v>6.92174507575</c:v>
                </c:pt>
                <c:pt idx="700">
                  <c:v>6.92180202413</c:v>
                </c:pt>
                <c:pt idx="701">
                  <c:v>6.92286719836</c:v>
                </c:pt>
                <c:pt idx="702">
                  <c:v>6.92292863291</c:v>
                </c:pt>
                <c:pt idx="703">
                  <c:v>6.92407116705</c:v>
                </c:pt>
                <c:pt idx="704">
                  <c:v>6.92413666203</c:v>
                </c:pt>
                <c:pt idx="705">
                  <c:v>6.92534848537</c:v>
                </c:pt>
                <c:pt idx="706">
                  <c:v>6.92541752305</c:v>
                </c:pt>
                <c:pt idx="707">
                  <c:v>6.92669175785</c:v>
                </c:pt>
                <c:pt idx="708">
                  <c:v>6.92676419832</c:v>
                </c:pt>
                <c:pt idx="709">
                  <c:v>6.92809726115</c:v>
                </c:pt>
                <c:pt idx="710">
                  <c:v>6.9281729356</c:v>
                </c:pt>
                <c:pt idx="711">
                  <c:v>6.9295606533</c:v>
                </c:pt>
                <c:pt idx="712">
                  <c:v>6.92963913993</c:v>
                </c:pt>
                <c:pt idx="713">
                  <c:v>6.93107367414</c:v>
                </c:pt>
                <c:pt idx="714">
                  <c:v>6.93115442913</c:v>
                </c:pt>
                <c:pt idx="715">
                  <c:v>6.93262655318</c:v>
                </c:pt>
                <c:pt idx="716">
                  <c:v>6.93270930064</c:v>
                </c:pt>
                <c:pt idx="717">
                  <c:v>6.93421388049</c:v>
                </c:pt>
                <c:pt idx="718">
                  <c:v>6.93429836335</c:v>
                </c:pt>
                <c:pt idx="719">
                  <c:v>6.93583089197</c:v>
                </c:pt>
                <c:pt idx="720">
                  <c:v>6.93591664552</c:v>
                </c:pt>
                <c:pt idx="721">
                  <c:v>6.93746961127</c:v>
                </c:pt>
                <c:pt idx="722">
                  <c:v>6.93755622747</c:v>
                </c:pt>
                <c:pt idx="723">
                  <c:v>6.93912017401</c:v>
                </c:pt>
                <c:pt idx="724">
                  <c:v>6.93920724346</c:v>
                </c:pt>
                <c:pt idx="725">
                  <c:v>6.94077474812</c:v>
                </c:pt>
                <c:pt idx="726">
                  <c:v>6.94086191868</c:v>
                </c:pt>
                <c:pt idx="727">
                  <c:v>6.94242918466</c:v>
                </c:pt>
                <c:pt idx="728">
                  <c:v>6.94251611448</c:v>
                </c:pt>
                <c:pt idx="729">
                  <c:v>6.94407673441</c:v>
                </c:pt>
                <c:pt idx="730">
                  <c:v>6.94416298614</c:v>
                </c:pt>
                <c:pt idx="731">
                  <c:v>6.94570601324</c:v>
                </c:pt>
                <c:pt idx="732">
                  <c:v>6.94579114611</c:v>
                </c:pt>
                <c:pt idx="733">
                  <c:v>6.94730986439</c:v>
                </c:pt>
                <c:pt idx="734">
                  <c:v>6.94739352294</c:v>
                </c:pt>
                <c:pt idx="735">
                  <c:v>6.94888341785</c:v>
                </c:pt>
                <c:pt idx="736">
                  <c:v>6.94896524126</c:v>
                </c:pt>
                <c:pt idx="737">
                  <c:v>6.95042064865</c:v>
                </c:pt>
                <c:pt idx="738">
                  <c:v>6.95050037251</c:v>
                </c:pt>
                <c:pt idx="739">
                  <c:v>6.95191312985</c:v>
                </c:pt>
                <c:pt idx="740">
                  <c:v>6.95199031625</c:v>
                </c:pt>
                <c:pt idx="741">
                  <c:v>6.95335213789</c:v>
                </c:pt>
                <c:pt idx="742">
                  <c:v>6.95342629003</c:v>
                </c:pt>
                <c:pt idx="743">
                  <c:v>6.95473302052</c:v>
                </c:pt>
                <c:pt idx="744">
                  <c:v>6.95480398808</c:v>
                </c:pt>
                <c:pt idx="745">
                  <c:v>6.95605188044</c:v>
                </c:pt>
                <c:pt idx="746">
                  <c:v>6.95611943969</c:v>
                </c:pt>
                <c:pt idx="747">
                  <c:v>6.95730164637</c:v>
                </c:pt>
                <c:pt idx="748">
                  <c:v>6.95736541773</c:v>
                </c:pt>
                <c:pt idx="749">
                  <c:v>6.95847448562</c:v>
                </c:pt>
                <c:pt idx="750">
                  <c:v>6.95853396228</c:v>
                </c:pt>
                <c:pt idx="751">
                  <c:v>6.95956576929</c:v>
                </c:pt>
                <c:pt idx="752">
                  <c:v>6.95962086287</c:v>
                </c:pt>
                <c:pt idx="753">
                  <c:v>6.96057376087</c:v>
                </c:pt>
                <c:pt idx="754">
                  <c:v>6.96062448518</c:v>
                </c:pt>
                <c:pt idx="755">
                  <c:v>6.96149405217</c:v>
                </c:pt>
                <c:pt idx="756">
                  <c:v>6.96153994939</c:v>
                </c:pt>
                <c:pt idx="757">
                  <c:v>6.96231912737</c:v>
                </c:pt>
                <c:pt idx="758">
                  <c:v>6.9623598121</c:v>
                </c:pt>
                <c:pt idx="759">
                  <c:v>6.96304651813</c:v>
                </c:pt>
                <c:pt idx="760">
                  <c:v>6.96308203469</c:v>
                </c:pt>
                <c:pt idx="761">
                  <c:v>6.9636750828</c:v>
                </c:pt>
                <c:pt idx="762">
                  <c:v>6.96370545396</c:v>
                </c:pt>
                <c:pt idx="763">
                  <c:v>6.9642031077</c:v>
                </c:pt>
                <c:pt idx="764">
                  <c:v>6.96422809101</c:v>
                </c:pt>
                <c:pt idx="765">
                  <c:v>6.96462609931</c:v>
                </c:pt>
                <c:pt idx="766">
                  <c:v>6.96464530893</c:v>
                </c:pt>
                <c:pt idx="767">
                  <c:v>6.96494055512</c:v>
                </c:pt>
                <c:pt idx="768">
                  <c:v>6.96495410852</c:v>
                </c:pt>
                <c:pt idx="769">
                  <c:v>6.96514897497</c:v>
                </c:pt>
                <c:pt idx="770">
                  <c:v>6.96515709274</c:v>
                </c:pt>
                <c:pt idx="771">
                  <c:v>6.96525156869</c:v>
                </c:pt>
                <c:pt idx="772">
                  <c:v>6.9652539949</c:v>
                </c:pt>
                <c:pt idx="773">
                  <c:v>6.96525607799</c:v>
                </c:pt>
                <c:pt idx="774">
                  <c:v>6.96526245015</c:v>
                </c:pt>
                <c:pt idx="775">
                  <c:v>6.96524609439</c:v>
                </c:pt>
                <c:pt idx="776">
                  <c:v>6.96524274169</c:v>
                </c:pt>
                <c:pt idx="777">
                  <c:v>6.96513131027</c:v>
                </c:pt>
                <c:pt idx="778">
                  <c:v>6.9651222581</c:v>
                </c:pt>
                <c:pt idx="779">
                  <c:v>6.96490936213</c:v>
                </c:pt>
                <c:pt idx="780">
                  <c:v>6.96489487122</c:v>
                </c:pt>
                <c:pt idx="781">
                  <c:v>6.96458447113</c:v>
                </c:pt>
                <c:pt idx="782">
                  <c:v>6.96456454653</c:v>
                </c:pt>
                <c:pt idx="783">
                  <c:v>6.96415639302</c:v>
                </c:pt>
                <c:pt idx="784">
                  <c:v>6.96413090952</c:v>
                </c:pt>
                <c:pt idx="785">
                  <c:v>6.96362485062</c:v>
                </c:pt>
                <c:pt idx="786">
                  <c:v>6.96359408074</c:v>
                </c:pt>
                <c:pt idx="787">
                  <c:v>6.96299409169</c:v>
                </c:pt>
                <c:pt idx="788">
                  <c:v>6.96295828535</c:v>
                </c:pt>
                <c:pt idx="789">
                  <c:v>6.96226902943</c:v>
                </c:pt>
                <c:pt idx="790">
                  <c:v>6.96222834736</c:v>
                </c:pt>
                <c:pt idx="791">
                  <c:v>6.96145404503</c:v>
                </c:pt>
                <c:pt idx="792">
                  <c:v>6.96140862188</c:v>
                </c:pt>
                <c:pt idx="793">
                  <c:v>6.96054918837</c:v>
                </c:pt>
                <c:pt idx="794">
                  <c:v>6.96049919301</c:v>
                </c:pt>
                <c:pt idx="795">
                  <c:v>6.95955956252</c:v>
                </c:pt>
                <c:pt idx="796">
                  <c:v>6.9595053158</c:v>
                </c:pt>
                <c:pt idx="797">
                  <c:v>6.95849258369</c:v>
                </c:pt>
                <c:pt idx="798">
                  <c:v>6.95843433668</c:v>
                </c:pt>
                <c:pt idx="799">
                  <c:v>6.95735351736</c:v>
                </c:pt>
                <c:pt idx="800">
                  <c:v>6.95729160068</c:v>
                </c:pt>
                <c:pt idx="801">
                  <c:v>6.95614557102</c:v>
                </c:pt>
                <c:pt idx="802">
                  <c:v>6.95608019128</c:v>
                </c:pt>
                <c:pt idx="803">
                  <c:v>6.95487293396</c:v>
                </c:pt>
                <c:pt idx="804">
                  <c:v>6.95480433555</c:v>
                </c:pt>
                <c:pt idx="805">
                  <c:v>6.95354434081</c:v>
                </c:pt>
                <c:pt idx="806">
                  <c:v>6.95347299542</c:v>
                </c:pt>
                <c:pt idx="807">
                  <c:v>6.95216744684</c:v>
                </c:pt>
                <c:pt idx="808">
                  <c:v>6.95209369548</c:v>
                </c:pt>
                <c:pt idx="809">
                  <c:v>6.950746391</c:v>
                </c:pt>
                <c:pt idx="810">
                  <c:v>6.95067052674</c:v>
                </c:pt>
                <c:pt idx="811">
                  <c:v>6.94928643114</c:v>
                </c:pt>
                <c:pt idx="812">
                  <c:v>6.94920865156</c:v>
                </c:pt>
                <c:pt idx="813">
                  <c:v>6.94779590339</c:v>
                </c:pt>
                <c:pt idx="814">
                  <c:v>6.94771675394</c:v>
                </c:pt>
                <c:pt idx="815">
                  <c:v>6.94628482031</c:v>
                </c:pt>
                <c:pt idx="816">
                  <c:v>6.94620484144</c:v>
                </c:pt>
                <c:pt idx="817">
                  <c:v>6.94475827953</c:v>
                </c:pt>
                <c:pt idx="818">
                  <c:v>6.94467763</c:v>
                </c:pt>
                <c:pt idx="819">
                  <c:v>6.94322124038</c:v>
                </c:pt>
                <c:pt idx="820">
                  <c:v>6.94314021308</c:v>
                </c:pt>
                <c:pt idx="821">
                  <c:v>6.94168244274</c:v>
                </c:pt>
                <c:pt idx="822">
                  <c:v>6.94160150975</c:v>
                </c:pt>
                <c:pt idx="823">
                  <c:v>6.94015016366</c:v>
                </c:pt>
                <c:pt idx="824">
                  <c:v>6.9400699111</c:v>
                </c:pt>
                <c:pt idx="825">
                  <c:v>6.93863271326</c:v>
                </c:pt>
                <c:pt idx="826">
                  <c:v>6.93855338246</c:v>
                </c:pt>
                <c:pt idx="827">
                  <c:v>6.93713365251</c:v>
                </c:pt>
                <c:pt idx="828">
                  <c:v>6.93705531785</c:v>
                </c:pt>
                <c:pt idx="829">
                  <c:v>6.93565966114</c:v>
                </c:pt>
                <c:pt idx="830">
                  <c:v>6.93558294686</c:v>
                </c:pt>
                <c:pt idx="831">
                  <c:v>6.93422139203</c:v>
                </c:pt>
                <c:pt idx="832">
                  <c:v>6.93414685654</c:v>
                </c:pt>
                <c:pt idx="833">
                  <c:v>6.93282495934</c:v>
                </c:pt>
                <c:pt idx="834">
                  <c:v>6.93275274091</c:v>
                </c:pt>
                <c:pt idx="835">
                  <c:v>6.93147486639</c:v>
                </c:pt>
                <c:pt idx="836">
                  <c:v>6.93140514665</c:v>
                </c:pt>
                <c:pt idx="837">
                  <c:v>6.93017603553</c:v>
                </c:pt>
                <c:pt idx="838">
                  <c:v>6.93010923036</c:v>
                </c:pt>
                <c:pt idx="839">
                  <c:v>6.9289367161</c:v>
                </c:pt>
                <c:pt idx="840">
                  <c:v>6.92887335664</c:v>
                </c:pt>
                <c:pt idx="841">
                  <c:v>6.92776466291</c:v>
                </c:pt>
                <c:pt idx="842">
                  <c:v>6.92770489597</c:v>
                </c:pt>
                <c:pt idx="843">
                  <c:v>6.92666243245</c:v>
                </c:pt>
                <c:pt idx="844">
                  <c:v>6.92660634899</c:v>
                </c:pt>
                <c:pt idx="845">
                  <c:v>6.92563379928</c:v>
                </c:pt>
                <c:pt idx="846">
                  <c:v>6.92558179745</c:v>
                </c:pt>
                <c:pt idx="847">
                  <c:v>6.92468474415</c:v>
                </c:pt>
                <c:pt idx="848">
                  <c:v>6.92463721717</c:v>
                </c:pt>
                <c:pt idx="849">
                  <c:v>6.92382213823</c:v>
                </c:pt>
                <c:pt idx="850">
                  <c:v>6.92377918944</c:v>
                </c:pt>
                <c:pt idx="851">
                  <c:v>6.92304883072</c:v>
                </c:pt>
                <c:pt idx="852">
                  <c:v>6.92301053108</c:v>
                </c:pt>
                <c:pt idx="853">
                  <c:v>6.92236500301</c:v>
                </c:pt>
                <c:pt idx="854">
                  <c:v>6.92233158072</c:v>
                </c:pt>
                <c:pt idx="855">
                  <c:v>6.92177541328</c:v>
                </c:pt>
                <c:pt idx="856">
                  <c:v>6.92174714019</c:v>
                </c:pt>
                <c:pt idx="857">
                  <c:v>6.92128495379</c:v>
                </c:pt>
                <c:pt idx="858">
                  <c:v>6.92126190076</c:v>
                </c:pt>
                <c:pt idx="859">
                  <c:v>6.92089489509</c:v>
                </c:pt>
                <c:pt idx="860">
                  <c:v>6.92087709076</c:v>
                </c:pt>
                <c:pt idx="861">
                  <c:v>6.92060506079</c:v>
                </c:pt>
                <c:pt idx="862">
                  <c:v>6.92059258987</c:v>
                </c:pt>
                <c:pt idx="863">
                  <c:v>6.92041597385</c:v>
                </c:pt>
                <c:pt idx="864">
                  <c:v>6.92040893819</c:v>
                </c:pt>
                <c:pt idx="865">
                  <c:v>6.92033117549</c:v>
                </c:pt>
                <c:pt idx="866">
                  <c:v>6.92032959829</c:v>
                </c:pt>
                <c:pt idx="867">
                  <c:v>6.92032635567</c:v>
                </c:pt>
                <c:pt idx="868">
                  <c:v>6.92032898861</c:v>
                </c:pt>
                <c:pt idx="869">
                  <c:v>6.92035177528</c:v>
                </c:pt>
                <c:pt idx="870">
                  <c:v>6.9203556878</c:v>
                </c:pt>
                <c:pt idx="871">
                  <c:v>6.9204746941</c:v>
                </c:pt>
                <c:pt idx="872">
                  <c:v>6.92048400627</c:v>
                </c:pt>
                <c:pt idx="873">
                  <c:v>6.92069800016</c:v>
                </c:pt>
                <c:pt idx="874">
                  <c:v>6.92071255618</c:v>
                </c:pt>
                <c:pt idx="875">
                  <c:v>6.92102328321</c:v>
                </c:pt>
                <c:pt idx="876">
                  <c:v>6.92104319686</c:v>
                </c:pt>
                <c:pt idx="877">
                  <c:v>6.92145006308</c:v>
                </c:pt>
                <c:pt idx="878">
                  <c:v>6.92147524966</c:v>
                </c:pt>
                <c:pt idx="879">
                  <c:v>6.92197431156</c:v>
                </c:pt>
                <c:pt idx="880">
                  <c:v>6.92200457582</c:v>
                </c:pt>
                <c:pt idx="881">
                  <c:v>6.92259205548</c:v>
                </c:pt>
                <c:pt idx="882">
                  <c:v>6.92262715001</c:v>
                </c:pt>
                <c:pt idx="883">
                  <c:v>6.92330168069</c:v>
                </c:pt>
                <c:pt idx="884">
                  <c:v>6.92334150445</c:v>
                </c:pt>
                <c:pt idx="885">
                  <c:v>6.92410248837</c:v>
                </c:pt>
                <c:pt idx="886">
                  <c:v>6.92414711139</c:v>
                </c:pt>
                <c:pt idx="887">
                  <c:v>6.92498921759</c:v>
                </c:pt>
                <c:pt idx="888">
                  <c:v>6.92503818492</c:v>
                </c:pt>
                <c:pt idx="889">
                  <c:v>6.92595518957</c:v>
                </c:pt>
                <c:pt idx="890">
                  <c:v>6.92600812932</c:v>
                </c:pt>
                <c:pt idx="891">
                  <c:v>6.92699713318</c:v>
                </c:pt>
                <c:pt idx="892">
                  <c:v>6.9270539961</c:v>
                </c:pt>
                <c:pt idx="893">
                  <c:v>6.9281127375</c:v>
                </c:pt>
                <c:pt idx="894">
                  <c:v>6.92817343286</c:v>
                </c:pt>
                <c:pt idx="895">
                  <c:v>6.92929668871</c:v>
                </c:pt>
                <c:pt idx="896">
                  <c:v>6.92936081584</c:v>
                </c:pt>
                <c:pt idx="897">
                  <c:v>6.93054128747</c:v>
                </c:pt>
                <c:pt idx="898">
                  <c:v>6.9306083037</c:v>
                </c:pt>
                <c:pt idx="899">
                  <c:v>6.93184055728</c:v>
                </c:pt>
                <c:pt idx="900">
                  <c:v>6.93191034929</c:v>
                </c:pt>
                <c:pt idx="901">
                  <c:v>6.93319115223</c:v>
                </c:pt>
                <c:pt idx="902">
                  <c:v>6.93326361915</c:v>
                </c:pt>
                <c:pt idx="903">
                  <c:v>6.93458771339</c:v>
                </c:pt>
                <c:pt idx="904">
                  <c:v>6.93466236696</c:v>
                </c:pt>
                <c:pt idx="905">
                  <c:v>6.93602126817</c:v>
                </c:pt>
                <c:pt idx="906">
                  <c:v>6.9360975246</c:v>
                </c:pt>
                <c:pt idx="907">
                  <c:v>6.93748422845</c:v>
                </c:pt>
                <c:pt idx="908">
                  <c:v>6.93756191726</c:v>
                </c:pt>
                <c:pt idx="909">
                  <c:v>6.93897215891</c:v>
                </c:pt>
                <c:pt idx="910">
                  <c:v>6.9390511354</c:v>
                </c:pt>
                <c:pt idx="911">
                  <c:v>6.94047990331</c:v>
                </c:pt>
                <c:pt idx="912">
                  <c:v>6.9405596626</c:v>
                </c:pt>
                <c:pt idx="913">
                  <c:v>6.94199875931</c:v>
                </c:pt>
                <c:pt idx="914">
                  <c:v>6.94207874361</c:v>
                </c:pt>
                <c:pt idx="915">
                  <c:v>6.94351915342</c:v>
                </c:pt>
                <c:pt idx="916">
                  <c:v>6.94359912373</c:v>
                </c:pt>
                <c:pt idx="917">
                  <c:v>6.94503682067</c:v>
                </c:pt>
                <c:pt idx="918">
                  <c:v>6.94511655843</c:v>
                </c:pt>
                <c:pt idx="919">
                  <c:v>6.94654637642</c:v>
                </c:pt>
                <c:pt idx="920">
                  <c:v>6.94662546839</c:v>
                </c:pt>
                <c:pt idx="921">
                  <c:v>6.94804041205</c:v>
                </c:pt>
                <c:pt idx="922">
                  <c:v>6.94811837215</c:v>
                </c:pt>
                <c:pt idx="923">
                  <c:v>6.94950983801</c:v>
                </c:pt>
                <c:pt idx="924">
                  <c:v>6.94958638933</c:v>
                </c:pt>
                <c:pt idx="925">
                  <c:v>6.95094868902</c:v>
                </c:pt>
                <c:pt idx="926">
                  <c:v>6.95102357519</c:v>
                </c:pt>
                <c:pt idx="927">
                  <c:v>6.95235405506</c:v>
                </c:pt>
                <c:pt idx="928">
                  <c:v>6.95242694233</c:v>
                </c:pt>
                <c:pt idx="929">
                  <c:v>6.95371868563</c:v>
                </c:pt>
                <c:pt idx="930">
                  <c:v>6.95378917463</c:v>
                </c:pt>
                <c:pt idx="931">
                  <c:v>6.95503387996</c:v>
                </c:pt>
                <c:pt idx="932">
                  <c:v>6.95510164657</c:v>
                </c:pt>
                <c:pt idx="933">
                  <c:v>6.95629373614</c:v>
                </c:pt>
                <c:pt idx="934">
                  <c:v>6.95635848945</c:v>
                </c:pt>
                <c:pt idx="935">
                  <c:v>6.95749499894</c:v>
                </c:pt>
                <c:pt idx="936">
                  <c:v>6.95755648522</c:v>
                </c:pt>
                <c:pt idx="937">
                  <c:v>6.95863324473</c:v>
                </c:pt>
                <c:pt idx="938">
                  <c:v>6.95869123039</c:v>
                </c:pt>
                <c:pt idx="939">
                  <c:v>6.95970093399</c:v>
                </c:pt>
                <c:pt idx="940">
                  <c:v>6.95975510496</c:v>
                </c:pt>
                <c:pt idx="941">
                  <c:v>6.96069256903</c:v>
                </c:pt>
                <c:pt idx="942">
                  <c:v>6.96074260665</c:v>
                </c:pt>
                <c:pt idx="943">
                  <c:v>6.96160575957</c:v>
                </c:pt>
                <c:pt idx="944">
                  <c:v>6.96165157432</c:v>
                </c:pt>
                <c:pt idx="945">
                  <c:v>6.96243824159</c:v>
                </c:pt>
                <c:pt idx="946">
                  <c:v>6.96247969795</c:v>
                </c:pt>
                <c:pt idx="947">
                  <c:v>6.96318425128</c:v>
                </c:pt>
                <c:pt idx="948">
                  <c:v>6.96322109134</c:v>
                </c:pt>
                <c:pt idx="949">
                  <c:v>6.96383933669</c:v>
                </c:pt>
                <c:pt idx="950">
                  <c:v>6.96387124603</c:v>
                </c:pt>
                <c:pt idx="951">
                  <c:v>6.96440191235</c:v>
                </c:pt>
                <c:pt idx="952">
                  <c:v>6.96442891623</c:v>
                </c:pt>
                <c:pt idx="953">
                  <c:v>6.96487214433</c:v>
                </c:pt>
                <c:pt idx="954">
                  <c:v>6.9648942919</c:v>
                </c:pt>
                <c:pt idx="955">
                  <c:v>6.96524677601</c:v>
                </c:pt>
                <c:pt idx="956">
                  <c:v>6.96526381134</c:v>
                </c:pt>
                <c:pt idx="957">
                  <c:v>6.96552217389</c:v>
                </c:pt>
                <c:pt idx="958">
                  <c:v>6.9655338774</c:v>
                </c:pt>
                <c:pt idx="959">
                  <c:v>6.96569813285</c:v>
                </c:pt>
                <c:pt idx="960">
                  <c:v>6.96570462791</c:v>
                </c:pt>
                <c:pt idx="961">
                  <c:v>6.9657745471</c:v>
                </c:pt>
                <c:pt idx="962">
                  <c:v>6.96577620796</c:v>
                </c:pt>
                <c:pt idx="963">
                  <c:v>6.96577766402</c:v>
                </c:pt>
                <c:pt idx="964">
                  <c:v>6.96578080304</c:v>
                </c:pt>
                <c:pt idx="965">
                  <c:v>6.96575720585</c:v>
                </c:pt>
                <c:pt idx="966">
                  <c:v>6.96575350681</c:v>
                </c:pt>
                <c:pt idx="967">
                  <c:v>6.96563790223</c:v>
                </c:pt>
                <c:pt idx="968">
                  <c:v>6.96562878419</c:v>
                </c:pt>
                <c:pt idx="969">
                  <c:v>6.96541929422</c:v>
                </c:pt>
                <c:pt idx="970">
                  <c:v>6.96540509615</c:v>
                </c:pt>
                <c:pt idx="971">
                  <c:v>6.96510523848</c:v>
                </c:pt>
                <c:pt idx="972">
                  <c:v>6.96508615028</c:v>
                </c:pt>
                <c:pt idx="973">
                  <c:v>6.96469742579</c:v>
                </c:pt>
                <c:pt idx="974">
                  <c:v>6.96467343128</c:v>
                </c:pt>
                <c:pt idx="975">
                  <c:v>6.96419711686</c:v>
                </c:pt>
                <c:pt idx="976">
                  <c:v>6.96416815719</c:v>
                </c:pt>
                <c:pt idx="977">
                  <c:v>6.96360393414</c:v>
                </c:pt>
                <c:pt idx="978">
                  <c:v>6.96357021366</c:v>
                </c:pt>
                <c:pt idx="979">
                  <c:v>6.9629240128</c:v>
                </c:pt>
                <c:pt idx="980">
                  <c:v>6.96288603687</c:v>
                </c:pt>
                <c:pt idx="981">
                  <c:v>6.96216275384</c:v>
                </c:pt>
                <c:pt idx="982">
                  <c:v>6.9621204479</c:v>
                </c:pt>
                <c:pt idx="983">
                  <c:v>6.96132070493</c:v>
                </c:pt>
                <c:pt idx="984">
                  <c:v>6.96127412656</c:v>
                </c:pt>
                <c:pt idx="985">
                  <c:v>6.96040134136</c:v>
                </c:pt>
                <c:pt idx="986">
                  <c:v>6.96035088416</c:v>
                </c:pt>
                <c:pt idx="987">
                  <c:v>6.9594094097</c:v>
                </c:pt>
                <c:pt idx="988">
                  <c:v>6.95935540004</c:v>
                </c:pt>
                <c:pt idx="989">
                  <c:v>6.95835264869</c:v>
                </c:pt>
                <c:pt idx="990">
                  <c:v>6.95829533637</c:v>
                </c:pt>
                <c:pt idx="991">
                  <c:v>6.95723489626</c:v>
                </c:pt>
                <c:pt idx="992">
                  <c:v>6.95717434147</c:v>
                </c:pt>
                <c:pt idx="993">
                  <c:v>6.95605823932</c:v>
                </c:pt>
                <c:pt idx="994">
                  <c:v>6.95599483781</c:v>
                </c:pt>
                <c:pt idx="995">
                  <c:v>6.95483014025</c:v>
                </c:pt>
                <c:pt idx="996">
                  <c:v>6.95476425847</c:v>
                </c:pt>
                <c:pt idx="997">
                  <c:v>6.95355779484</c:v>
                </c:pt>
                <c:pt idx="998">
                  <c:v>6.95348970348</c:v>
                </c:pt>
                <c:pt idx="999">
                  <c:v>6.95224756659</c:v>
                </c:pt>
                <c:pt idx="1000">
                  <c:v>6.95217758933</c:v>
                </c:pt>
                <c:pt idx="1001">
                  <c:v>6.95090339883</c:v>
                </c:pt>
                <c:pt idx="1002">
                  <c:v>6.95083184098</c:v>
                </c:pt>
                <c:pt idx="1003">
                  <c:v>6.94953071603</c:v>
                </c:pt>
                <c:pt idx="1004">
                  <c:v>6.94945792334</c:v>
                </c:pt>
                <c:pt idx="1005">
                  <c:v>6.94813930782</c:v>
                </c:pt>
                <c:pt idx="1006">
                  <c:v>6.94806565427</c:v>
                </c:pt>
                <c:pt idx="1007">
                  <c:v>6.94673568724</c:v>
                </c:pt>
                <c:pt idx="1008">
                  <c:v>6.94666152492</c:v>
                </c:pt>
                <c:pt idx="1009">
                  <c:v>6.94532433211</c:v>
                </c:pt>
                <c:pt idx="1010">
                  <c:v>6.94524999</c:v>
                </c:pt>
                <c:pt idx="1011">
                  <c:v>6.94391091554</c:v>
                </c:pt>
                <c:pt idx="1012">
                  <c:v>6.94383664115</c:v>
                </c:pt>
                <c:pt idx="1013">
                  <c:v>6.9425040895</c:v>
                </c:pt>
                <c:pt idx="1014">
                  <c:v>6.94243034975</c:v>
                </c:pt>
                <c:pt idx="1015">
                  <c:v>6.94111225524</c:v>
                </c:pt>
                <c:pt idx="1016">
                  <c:v>6.94103950289</c:v>
                </c:pt>
                <c:pt idx="1017">
                  <c:v>6.93973967939</c:v>
                </c:pt>
                <c:pt idx="1018">
                  <c:v>6.93966809498</c:v>
                </c:pt>
                <c:pt idx="1019">
                  <c:v>6.93839119161</c:v>
                </c:pt>
                <c:pt idx="1020">
                  <c:v>6.9383210268</c:v>
                </c:pt>
                <c:pt idx="1021">
                  <c:v>6.93707420291</c:v>
                </c:pt>
                <c:pt idx="1022">
                  <c:v>6.93700586215</c:v>
                </c:pt>
                <c:pt idx="1023">
                  <c:v>6.93579676443</c:v>
                </c:pt>
                <c:pt idx="1024">
                  <c:v>6.93573077196</c:v>
                </c:pt>
                <c:pt idx="1025">
                  <c:v>6.93456471058</c:v>
                </c:pt>
                <c:pt idx="1026">
                  <c:v>6.93450120516</c:v>
                </c:pt>
                <c:pt idx="1027">
                  <c:v>6.93338042712</c:v>
                </c:pt>
                <c:pt idx="1028">
                  <c:v>6.93331950161</c:v>
                </c:pt>
                <c:pt idx="1029">
                  <c:v>6.93225057394</c:v>
                </c:pt>
                <c:pt idx="1030">
                  <c:v>6.93219271846</c:v>
                </c:pt>
                <c:pt idx="1031">
                  <c:v>6.93118267792</c:v>
                </c:pt>
                <c:pt idx="1032">
                  <c:v>6.93112831949</c:v>
                </c:pt>
                <c:pt idx="1033">
                  <c:v>6.93018121861</c:v>
                </c:pt>
                <c:pt idx="1034">
                  <c:v>6.93013044434</c:v>
                </c:pt>
                <c:pt idx="1035">
                  <c:v>6.92924899887</c:v>
                </c:pt>
                <c:pt idx="1036">
                  <c:v>6.92920184156</c:v>
                </c:pt>
                <c:pt idx="1037">
                  <c:v>6.92838876682</c:v>
                </c:pt>
                <c:pt idx="1038">
                  <c:v>6.92834559333</c:v>
                </c:pt>
                <c:pt idx="1039">
                  <c:v>6.92760796101</c:v>
                </c:pt>
                <c:pt idx="1040">
                  <c:v>6.92756920607</c:v>
                </c:pt>
                <c:pt idx="1041">
                  <c:v>6.92691012165</c:v>
                </c:pt>
                <c:pt idx="1042">
                  <c:v>6.92687574851</c:v>
                </c:pt>
                <c:pt idx="1043">
                  <c:v>6.92629674071</c:v>
                </c:pt>
                <c:pt idx="1044">
                  <c:v>6.92626675362</c:v>
                </c:pt>
                <c:pt idx="1045">
                  <c:v>6.92576894146</c:v>
                </c:pt>
                <c:pt idx="1046">
                  <c:v>6.92574358801</c:v>
                </c:pt>
                <c:pt idx="1047">
                  <c:v>6.92533099318</c:v>
                </c:pt>
                <c:pt idx="1048">
                  <c:v>6.92531057591</c:v>
                </c:pt>
                <c:pt idx="1049">
                  <c:v>6.92498680928</c:v>
                </c:pt>
                <c:pt idx="1050">
                  <c:v>6.92497131975</c:v>
                </c:pt>
                <c:pt idx="1051">
                  <c:v>6.92473563624</c:v>
                </c:pt>
                <c:pt idx="1052">
                  <c:v>6.92472490232</c:v>
                </c:pt>
                <c:pt idx="1053">
                  <c:v>6.92457703443</c:v>
                </c:pt>
                <c:pt idx="1054">
                  <c:v>6.92457129163</c:v>
                </c:pt>
                <c:pt idx="1055">
                  <c:v>6.92451298468</c:v>
                </c:pt>
                <c:pt idx="1056">
                  <c:v>6.92451232879</c:v>
                </c:pt>
                <c:pt idx="1057">
                  <c:v>6.92451170551</c:v>
                </c:pt>
                <c:pt idx="1058">
                  <c:v>6.92451370848</c:v>
                </c:pt>
                <c:pt idx="1059">
                  <c:v>6.92454551325</c:v>
                </c:pt>
                <c:pt idx="1060">
                  <c:v>6.92454988451</c:v>
                </c:pt>
                <c:pt idx="1061">
                  <c:v>6.92467380422</c:v>
                </c:pt>
                <c:pt idx="1062">
                  <c:v>6.92468305953</c:v>
                </c:pt>
                <c:pt idx="1063">
                  <c:v>6.9248938207</c:v>
                </c:pt>
                <c:pt idx="1064">
                  <c:v>6.92490795131</c:v>
                </c:pt>
                <c:pt idx="1065">
                  <c:v>6.92520602176</c:v>
                </c:pt>
                <c:pt idx="1066">
                  <c:v>6.92522507108</c:v>
                </c:pt>
                <c:pt idx="1067">
                  <c:v>6.92561067679</c:v>
                </c:pt>
                <c:pt idx="1068">
                  <c:v>6.92563447082</c:v>
                </c:pt>
                <c:pt idx="1069">
                  <c:v>6.92610639268</c:v>
                </c:pt>
                <c:pt idx="1070">
                  <c:v>6.92613488633</c:v>
                </c:pt>
                <c:pt idx="1071">
                  <c:v>6.92668835916</c:v>
                </c:pt>
                <c:pt idx="1072">
                  <c:v>6.92672131844</c:v>
                </c:pt>
                <c:pt idx="1073">
                  <c:v>6.92735252999</c:v>
                </c:pt>
                <c:pt idx="1074">
                  <c:v>6.9273898222</c:v>
                </c:pt>
                <c:pt idx="1075">
                  <c:v>6.92809972464</c:v>
                </c:pt>
                <c:pt idx="1076">
                  <c:v>6.92814126249</c:v>
                </c:pt>
                <c:pt idx="1077">
                  <c:v>6.92892595107</c:v>
                </c:pt>
                <c:pt idx="1078">
                  <c:v>6.92897145136</c:v>
                </c:pt>
                <c:pt idx="1079">
                  <c:v>6.92982538018</c:v>
                </c:pt>
                <c:pt idx="1080">
                  <c:v>6.929874727</c:v>
                </c:pt>
                <c:pt idx="1081">
                  <c:v>6.93079359296</c:v>
                </c:pt>
                <c:pt idx="1082">
                  <c:v>6.93084638199</c:v>
                </c:pt>
                <c:pt idx="1083">
                  <c:v>6.93182691191</c:v>
                </c:pt>
                <c:pt idx="1084">
                  <c:v>6.93188302424</c:v>
                </c:pt>
                <c:pt idx="1085">
                  <c:v>6.93292353866</c:v>
                </c:pt>
                <c:pt idx="1086">
                  <c:v>6.93298289227</c:v>
                </c:pt>
                <c:pt idx="1087">
                  <c:v>6.93407627103</c:v>
                </c:pt>
                <c:pt idx="1088">
                  <c:v>6.93413837917</c:v>
                </c:pt>
                <c:pt idx="1089">
                  <c:v>6.93527795018</c:v>
                </c:pt>
                <c:pt idx="1090">
                  <c:v>6.93534247691</c:v>
                </c:pt>
                <c:pt idx="1091">
                  <c:v>6.93652481798</c:v>
                </c:pt>
                <c:pt idx="1092">
                  <c:v>6.9365915648</c:v>
                </c:pt>
                <c:pt idx="1093">
                  <c:v>6.9378127194</c:v>
                </c:pt>
                <c:pt idx="1094">
                  <c:v>6.93788154507</c:v>
                </c:pt>
                <c:pt idx="1095">
                  <c:v>6.93913520285</c:v>
                </c:pt>
                <c:pt idx="1096">
                  <c:v>6.9392056685</c:v>
                </c:pt>
                <c:pt idx="1097">
                  <c:v>6.94048422981</c:v>
                </c:pt>
                <c:pt idx="1098">
                  <c:v>6.94055578621</c:v>
                </c:pt>
                <c:pt idx="1099">
                  <c:v>6.94185339305</c:v>
                </c:pt>
                <c:pt idx="1100">
                  <c:v>6.94192590162</c:v>
                </c:pt>
                <c:pt idx="1101">
                  <c:v>6.94323934968</c:v>
                </c:pt>
                <c:pt idx="1102">
                  <c:v>6.94331270128</c:v>
                </c:pt>
                <c:pt idx="1103">
                  <c:v>6.94463597848</c:v>
                </c:pt>
                <c:pt idx="1104">
                  <c:v>6.944709655</c:v>
                </c:pt>
                <c:pt idx="1105">
                  <c:v>6.94603402279</c:v>
                </c:pt>
                <c:pt idx="1106">
                  <c:v>6.94610744368</c:v>
                </c:pt>
                <c:pt idx="1107">
                  <c:v>6.94742718425</c:v>
                </c:pt>
                <c:pt idx="1108">
                  <c:v>6.9475002761</c:v>
                </c:pt>
                <c:pt idx="1109">
                  <c:v>6.94881183279</c:v>
                </c:pt>
                <c:pt idx="1110">
                  <c:v>6.94888441941</c:v>
                </c:pt>
                <c:pt idx="1111">
                  <c:v>6.95018211496</c:v>
                </c:pt>
                <c:pt idx="1112">
                  <c:v>6.95025371442</c:v>
                </c:pt>
                <c:pt idx="1113">
                  <c:v>6.95153007909</c:v>
                </c:pt>
                <c:pt idx="1114">
                  <c:v>6.9516002146</c:v>
                </c:pt>
                <c:pt idx="1115">
                  <c:v>6.95284845534</c:v>
                </c:pt>
                <c:pt idx="1116">
                  <c:v>6.95291689721</c:v>
                </c:pt>
                <c:pt idx="1117">
                  <c:v>6.95413280178</c:v>
                </c:pt>
                <c:pt idx="1118">
                  <c:v>6.95419946795</c:v>
                </c:pt>
                <c:pt idx="1119">
                  <c:v>6.95538005284</c:v>
                </c:pt>
                <c:pt idx="1120">
                  <c:v>6.95544453756</c:v>
                </c:pt>
                <c:pt idx="1121">
                  <c:v>6.95658173396</c:v>
                </c:pt>
                <c:pt idx="1122">
                  <c:v>6.95664352312</c:v>
                </c:pt>
                <c:pt idx="1123">
                  <c:v>6.95773179835</c:v>
                </c:pt>
                <c:pt idx="1124">
                  <c:v>6.95779083563</c:v>
                </c:pt>
                <c:pt idx="1125">
                  <c:v>6.95882627887</c:v>
                </c:pt>
                <c:pt idx="1126">
                  <c:v>6.95888232105</c:v>
                </c:pt>
                <c:pt idx="1127">
                  <c:v>6.95986174703</c:v>
                </c:pt>
                <c:pt idx="1128">
                  <c:v>6.95991451949</c:v>
                </c:pt>
                <c:pt idx="1129">
                  <c:v>6.96083395716</c:v>
                </c:pt>
                <c:pt idx="1130">
                  <c:v>6.96088317289</c:v>
                </c:pt>
                <c:pt idx="1131">
                  <c:v>6.96173495385</c:v>
                </c:pt>
                <c:pt idx="1132">
                  <c:v>6.96178034408</c:v>
                </c:pt>
                <c:pt idx="1133">
                  <c:v>6.96256192325</c:v>
                </c:pt>
                <c:pt idx="1134">
                  <c:v>6.96260345514</c:v>
                </c:pt>
                <c:pt idx="1135">
                  <c:v>6.96331420792</c:v>
                </c:pt>
                <c:pt idx="1136">
                  <c:v>6.96335160869</c:v>
                </c:pt>
                <c:pt idx="1137">
                  <c:v>6.96398746517</c:v>
                </c:pt>
                <c:pt idx="1138">
                  <c:v>6.96402058781</c:v>
                </c:pt>
                <c:pt idx="1139">
                  <c:v>6.9645775256</c:v>
                </c:pt>
                <c:pt idx="1140">
                  <c:v>6.96460624483</c:v>
                </c:pt>
                <c:pt idx="1141">
                  <c:v>6.96508108627</c:v>
                </c:pt>
                <c:pt idx="1142">
                  <c:v>6.96510521893</c:v>
                </c:pt>
                <c:pt idx="1143">
                  <c:v>6.96549821129</c:v>
                </c:pt>
                <c:pt idx="1144">
                  <c:v>6.96551776904</c:v>
                </c:pt>
                <c:pt idx="1145">
                  <c:v>6.96582868147</c:v>
                </c:pt>
                <c:pt idx="1146">
                  <c:v>6.96584357658</c:v>
                </c:pt>
                <c:pt idx="1147">
                  <c:v>6.96606904389</c:v>
                </c:pt>
                <c:pt idx="1148">
                  <c:v>6.96607918604</c:v>
                </c:pt>
                <c:pt idx="1149">
                  <c:v>6.96621694579</c:v>
                </c:pt>
                <c:pt idx="1150">
                  <c:v>6.9662222125</c:v>
                </c:pt>
                <c:pt idx="1151">
                  <c:v>6.96626950975</c:v>
                </c:pt>
                <c:pt idx="1152">
                  <c:v>6.96627416845</c:v>
                </c:pt>
                <c:pt idx="1153">
                  <c:v>6.9662746626</c:v>
                </c:pt>
                <c:pt idx="1154">
                  <c:v>6.96627501726</c:v>
                </c:pt>
                <c:pt idx="1155">
                  <c:v>6.96624215223</c:v>
                </c:pt>
                <c:pt idx="1156">
                  <c:v>6.9662379999</c:v>
                </c:pt>
                <c:pt idx="1157">
                  <c:v>6.96611995798</c:v>
                </c:pt>
                <c:pt idx="1158">
                  <c:v>6.96611104631</c:v>
                </c:pt>
                <c:pt idx="1159">
                  <c:v>6.96590623917</c:v>
                </c:pt>
                <c:pt idx="1160">
                  <c:v>6.96589247762</c:v>
                </c:pt>
                <c:pt idx="1161">
                  <c:v>6.96560358322</c:v>
                </c:pt>
                <c:pt idx="1162">
                  <c:v>6.96558520119</c:v>
                </c:pt>
                <c:pt idx="1163">
                  <c:v>6.96521543588</c:v>
                </c:pt>
                <c:pt idx="1164">
                  <c:v>6.96519269082</c:v>
                </c:pt>
                <c:pt idx="1165">
                  <c:v>6.96474320496</c:v>
                </c:pt>
                <c:pt idx="1166">
                  <c:v>6.96471609285</c:v>
                </c:pt>
                <c:pt idx="1167">
                  <c:v>6.96418717625</c:v>
                </c:pt>
                <c:pt idx="1168">
                  <c:v>6.96415559027</c:v>
                </c:pt>
                <c:pt idx="1169">
                  <c:v>6.96355042072</c:v>
                </c:pt>
                <c:pt idx="1170">
                  <c:v>6.9635147337</c:v>
                </c:pt>
                <c:pt idx="1171">
                  <c:v>6.96283848735</c:v>
                </c:pt>
                <c:pt idx="1172">
                  <c:v>6.96279904785</c:v>
                </c:pt>
                <c:pt idx="1173">
                  <c:v>6.96205488927</c:v>
                </c:pt>
                <c:pt idx="1174">
                  <c:v>6.962011724</c:v>
                </c:pt>
                <c:pt idx="1175">
                  <c:v>6.96120098799</c:v>
                </c:pt>
                <c:pt idx="1176">
                  <c:v>6.96115413509</c:v>
                </c:pt>
                <c:pt idx="1177">
                  <c:v>6.9602805711</c:v>
                </c:pt>
                <c:pt idx="1178">
                  <c:v>6.96023035904</c:v>
                </c:pt>
                <c:pt idx="1179">
                  <c:v>6.95929986486</c:v>
                </c:pt>
                <c:pt idx="1180">
                  <c:v>6.95924676012</c:v>
                </c:pt>
                <c:pt idx="1181">
                  <c:v>6.95826501875</c:v>
                </c:pt>
                <c:pt idx="1182">
                  <c:v>6.95820912679</c:v>
                </c:pt>
                <c:pt idx="1183">
                  <c:v>6.9571782765</c:v>
                </c:pt>
                <c:pt idx="1184">
                  <c:v>6.95711962074</c:v>
                </c:pt>
                <c:pt idx="1185">
                  <c:v>6.9560433389</c:v>
                </c:pt>
                <c:pt idx="1186">
                  <c:v>6.95598241898</c:v>
                </c:pt>
                <c:pt idx="1187">
                  <c:v>6.95486828655</c:v>
                </c:pt>
                <c:pt idx="1188">
                  <c:v>6.95480549643</c:v>
                </c:pt>
                <c:pt idx="1189">
                  <c:v>6.95365920146</c:v>
                </c:pt>
                <c:pt idx="1190">
                  <c:v>6.95359476253</c:v>
                </c:pt>
                <c:pt idx="1191">
                  <c:v>6.95242116878</c:v>
                </c:pt>
                <c:pt idx="1192">
                  <c:v>6.95235522073</c:v>
                </c:pt>
                <c:pt idx="1193">
                  <c:v>6.95115820212</c:v>
                </c:pt>
                <c:pt idx="1194">
                  <c:v>6.951091156</c:v>
                </c:pt>
                <c:pt idx="1195">
                  <c:v>6.94987703521</c:v>
                </c:pt>
                <c:pt idx="1196">
                  <c:v>6.94980931254</c:v>
                </c:pt>
                <c:pt idx="1197">
                  <c:v>6.94858627837</c:v>
                </c:pt>
                <c:pt idx="1198">
                  <c:v>6.94851817576</c:v>
                </c:pt>
                <c:pt idx="1199">
                  <c:v>6.94729098362</c:v>
                </c:pt>
                <c:pt idx="1200">
                  <c:v>6.94722272005</c:v>
                </c:pt>
                <c:pt idx="1201">
                  <c:v>6.94599526009</c:v>
                </c:pt>
                <c:pt idx="1202">
                  <c:v>6.9459271698</c:v>
                </c:pt>
                <c:pt idx="1203">
                  <c:v>6.94470499282</c:v>
                </c:pt>
                <c:pt idx="1204">
                  <c:v>6.94463745492</c:v>
                </c:pt>
                <c:pt idx="1205">
                  <c:v>6.94342933787</c:v>
                </c:pt>
                <c:pt idx="1206">
                  <c:v>6.94336268023</c:v>
                </c:pt>
                <c:pt idx="1207">
                  <c:v>6.94217368066</c:v>
                </c:pt>
                <c:pt idx="1208">
                  <c:v>6.94210813621</c:v>
                </c:pt>
                <c:pt idx="1209">
                  <c:v>6.94094097614</c:v>
                </c:pt>
                <c:pt idx="1210">
                  <c:v>6.94087688282</c:v>
                </c:pt>
                <c:pt idx="1211">
                  <c:v>6.93973740278</c:v>
                </c:pt>
                <c:pt idx="1212">
                  <c:v>6.93967501836</c:v>
                </c:pt>
                <c:pt idx="1213">
                  <c:v>6.93856958872</c:v>
                </c:pt>
                <c:pt idx="1214">
                  <c:v>6.93850920679</c:v>
                </c:pt>
                <c:pt idx="1215">
                  <c:v>6.93744440537</c:v>
                </c:pt>
                <c:pt idx="1216">
                  <c:v>6.93738642399</c:v>
                </c:pt>
                <c:pt idx="1217">
                  <c:v>6.93636550482</c:v>
                </c:pt>
                <c:pt idx="1218">
                  <c:v>6.93631009561</c:v>
                </c:pt>
                <c:pt idx="1219">
                  <c:v>6.93533574914</c:v>
                </c:pt>
                <c:pt idx="1220">
                  <c:v>6.93528303917</c:v>
                </c:pt>
                <c:pt idx="1221">
                  <c:v>6.93436246389</c:v>
                </c:pt>
                <c:pt idx="1222">
                  <c:v>6.93431289577</c:v>
                </c:pt>
                <c:pt idx="1223">
                  <c:v>6.93345185618</c:v>
                </c:pt>
                <c:pt idx="1224">
                  <c:v>6.93340569615</c:v>
                </c:pt>
                <c:pt idx="1225">
                  <c:v>6.93260571967</c:v>
                </c:pt>
                <c:pt idx="1226">
                  <c:v>6.93256308365</c:v>
                </c:pt>
                <c:pt idx="1227">
                  <c:v>6.93182715487</c:v>
                </c:pt>
                <c:pt idx="1228">
                  <c:v>6.93178809627</c:v>
                </c:pt>
                <c:pt idx="1229">
                  <c:v>6.9311199307</c:v>
                </c:pt>
                <c:pt idx="1230">
                  <c:v>6.93108474524</c:v>
                </c:pt>
                <c:pt idx="1231">
                  <c:v>6.93048982452</c:v>
                </c:pt>
                <c:pt idx="1232">
                  <c:v>6.93045887491</c:v>
                </c:pt>
                <c:pt idx="1233">
                  <c:v>6.92993896625</c:v>
                </c:pt>
                <c:pt idx="1234">
                  <c:v>6.92991219447</c:v>
                </c:pt>
                <c:pt idx="1235">
                  <c:v>6.92946694373</c:v>
                </c:pt>
                <c:pt idx="1236">
                  <c:v>6.92944431232</c:v>
                </c:pt>
                <c:pt idx="1237">
                  <c:v>6.9290772408</c:v>
                </c:pt>
                <c:pt idx="1238">
                  <c:v>6.92905901525</c:v>
                </c:pt>
                <c:pt idx="1239">
                  <c:v>6.9287725521</c:v>
                </c:pt>
                <c:pt idx="1240">
                  <c:v>6.92875895931</c:v>
                </c:pt>
                <c:pt idx="1241">
                  <c:v>6.92855511613</c:v>
                </c:pt>
                <c:pt idx="1242">
                  <c:v>6.92854613106</c:v>
                </c:pt>
                <c:pt idx="1243">
                  <c:v>6.92842392182</c:v>
                </c:pt>
                <c:pt idx="1244">
                  <c:v>6.92841930309</c:v>
                </c:pt>
                <c:pt idx="1245">
                  <c:v>6.92837743093</c:v>
                </c:pt>
                <c:pt idx="1246">
                  <c:v>6.92837736744</c:v>
                </c:pt>
                <c:pt idx="1247">
                  <c:v>6.92837806454</c:v>
                </c:pt>
                <c:pt idx="1248">
                  <c:v>6.92841967803</c:v>
                </c:pt>
                <c:pt idx="1249">
                  <c:v>6.92842442075</c:v>
                </c:pt>
                <c:pt idx="1250">
                  <c:v>6.92854995825</c:v>
                </c:pt>
                <c:pt idx="1251">
                  <c:v>6.92855924048</c:v>
                </c:pt>
                <c:pt idx="1252">
                  <c:v>6.92876635201</c:v>
                </c:pt>
                <c:pt idx="1253">
                  <c:v>6.92878001265</c:v>
                </c:pt>
                <c:pt idx="1254">
                  <c:v>6.92906618731</c:v>
                </c:pt>
                <c:pt idx="1255">
                  <c:v>6.92908426735</c:v>
                </c:pt>
                <c:pt idx="1256">
                  <c:v>6.92944925899</c:v>
                </c:pt>
                <c:pt idx="1257">
                  <c:v>6.92947181945</c:v>
                </c:pt>
                <c:pt idx="1258">
                  <c:v>6.92991645957</c:v>
                </c:pt>
                <c:pt idx="1259">
                  <c:v>6.92994332059</c:v>
                </c:pt>
                <c:pt idx="1260">
                  <c:v>6.93046328862</c:v>
                </c:pt>
                <c:pt idx="1261">
                  <c:v>6.93049410357</c:v>
                </c:pt>
                <c:pt idx="1262">
                  <c:v>6.93108554532</c:v>
                </c:pt>
                <c:pt idx="1263">
                  <c:v>6.93112037232</c:v>
                </c:pt>
                <c:pt idx="1264">
                  <c:v>6.93178205587</c:v>
                </c:pt>
                <c:pt idx="1265">
                  <c:v>6.93182078595</c:v>
                </c:pt>
                <c:pt idx="1266">
                  <c:v>6.93255057957</c:v>
                </c:pt>
                <c:pt idx="1267">
                  <c:v>6.93259297171</c:v>
                </c:pt>
                <c:pt idx="1268">
                  <c:v>6.93338793489</c:v>
                </c:pt>
                <c:pt idx="1269">
                  <c:v>6.93343373694</c:v>
                </c:pt>
                <c:pt idx="1270">
                  <c:v>6.93428738926</c:v>
                </c:pt>
                <c:pt idx="1271">
                  <c:v>6.9343363799</c:v>
                </c:pt>
                <c:pt idx="1272">
                  <c:v>6.93524528792</c:v>
                </c:pt>
                <c:pt idx="1273">
                  <c:v>6.93529734681</c:v>
                </c:pt>
                <c:pt idx="1274">
                  <c:v>6.93626020975</c:v>
                </c:pt>
                <c:pt idx="1275">
                  <c:v>6.93631509516</c:v>
                </c:pt>
                <c:pt idx="1276">
                  <c:v>6.9373267366</c:v>
                </c:pt>
                <c:pt idx="1277">
                  <c:v>6.93738416155</c:v>
                </c:pt>
                <c:pt idx="1278">
                  <c:v>6.93843865647</c:v>
                </c:pt>
                <c:pt idx="1279">
                  <c:v>6.93849836682</c:v>
                </c:pt>
                <c:pt idx="1280">
                  <c:v>6.93959005329</c:v>
                </c:pt>
                <c:pt idx="1281">
                  <c:v>6.93965167773</c:v>
                </c:pt>
                <c:pt idx="1282">
                  <c:v>6.9407775145</c:v>
                </c:pt>
                <c:pt idx="1283">
                  <c:v>6.94084090485</c:v>
                </c:pt>
                <c:pt idx="1284">
                  <c:v>6.94199695616</c:v>
                </c:pt>
                <c:pt idx="1285">
                  <c:v>6.94206183862</c:v>
                </c:pt>
                <c:pt idx="1286">
                  <c:v>6.94323975875</c:v>
                </c:pt>
                <c:pt idx="1287">
                  <c:v>6.94330579826</c:v>
                </c:pt>
                <c:pt idx="1288">
                  <c:v>6.94450074137</c:v>
                </c:pt>
                <c:pt idx="1289">
                  <c:v>6.94456749929</c:v>
                </c:pt>
                <c:pt idx="1290">
                  <c:v>6.9456395136</c:v>
                </c:pt>
                <c:pt idx="1291">
                  <c:v>6.94570669118</c:v>
                </c:pt>
                <c:pt idx="1292">
                  <c:v>6.94577400912</c:v>
                </c:pt>
              </c:numCache>
            </c:numRef>
          </c:yVal>
        </c:ser>
        <c:ser>
          <c:idx val="1"/>
          <c:order val="1"/>
          <c:tx>
            <c:v>Gefiltert</c:v>
          </c:tx>
          <c:spPr>
            <a:solidFill xmlns:a="http://schemas.openxmlformats.org/drawingml/2006/main">
              <a:srgbClr val="BD6A2A"/>
            </a:solidFill>
            <a:ln xmlns:a="http://schemas.openxmlformats.org/drawingml/2006/main" w="22860">
              <a:solidFill>
                <a:srgbClr val="BD6A2A"/>
              </a:solidFill>
              <a:prstDash val="solid"/>
            </a:ln>
          </c:spPr>
          <c:marker>
            <c:symbol val="none"/>
            <c:size val="5"/>
            <c:spPr>
              <a:solidFill xmlns:a="http://schemas.openxmlformats.org/drawingml/2006/main">
                <a:srgbClr val="BD6A2A"/>
              </a:solidFill>
            </c:spPr>
          </c:marker>
          <c:xVal>
            <c:numRef>
              <c:f>'Chart Data'!$C$2:$C$1294</c:f>
              <c:numCache>
                <c:formatCode>General</c:formatCode>
                <c:ptCount val="1293"/>
                <c:pt idx="0">
                  <c:v>4.00000000002</c:v>
                </c:pt>
                <c:pt idx="1">
                  <c:v>4.00025000002</c:v>
                </c:pt>
                <c:pt idx="2">
                  <c:v>4.00050000002</c:v>
                </c:pt>
                <c:pt idx="3">
                  <c:v>4.00275000002</c:v>
                </c:pt>
                <c:pt idx="4">
                  <c:v>4.00300000002</c:v>
                </c:pt>
                <c:pt idx="5">
                  <c:v>4.00750000002</c:v>
                </c:pt>
                <c:pt idx="6">
                  <c:v>4.00775000002</c:v>
                </c:pt>
                <c:pt idx="7">
                  <c:v>4.01225000002</c:v>
                </c:pt>
                <c:pt idx="8">
                  <c:v>4.01250000002</c:v>
                </c:pt>
                <c:pt idx="9">
                  <c:v>4.01700000002</c:v>
                </c:pt>
                <c:pt idx="10">
                  <c:v>4.01725000002</c:v>
                </c:pt>
                <c:pt idx="11">
                  <c:v>4.02175000002</c:v>
                </c:pt>
                <c:pt idx="12">
                  <c:v>4.02200000002</c:v>
                </c:pt>
                <c:pt idx="13">
                  <c:v>4.02650000002</c:v>
                </c:pt>
                <c:pt idx="14">
                  <c:v>4.02675000002</c:v>
                </c:pt>
                <c:pt idx="15">
                  <c:v>4.03025000002</c:v>
                </c:pt>
                <c:pt idx="16">
                  <c:v>4.03125000002</c:v>
                </c:pt>
                <c:pt idx="17">
                  <c:v>4.03150000002</c:v>
                </c:pt>
                <c:pt idx="18">
                  <c:v>4.03600000002</c:v>
                </c:pt>
                <c:pt idx="19">
                  <c:v>4.03625000002</c:v>
                </c:pt>
                <c:pt idx="20">
                  <c:v>4.04075000002</c:v>
                </c:pt>
                <c:pt idx="21">
                  <c:v>4.04100000002</c:v>
                </c:pt>
                <c:pt idx="22">
                  <c:v>4.04550000002</c:v>
                </c:pt>
                <c:pt idx="23">
                  <c:v>4.04575000002</c:v>
                </c:pt>
                <c:pt idx="24">
                  <c:v>4.05025000002</c:v>
                </c:pt>
                <c:pt idx="25">
                  <c:v>4.05050000002</c:v>
                </c:pt>
                <c:pt idx="26">
                  <c:v>4.05500000002</c:v>
                </c:pt>
                <c:pt idx="27">
                  <c:v>4.05525000002</c:v>
                </c:pt>
                <c:pt idx="28">
                  <c:v>4.05975000002</c:v>
                </c:pt>
                <c:pt idx="29">
                  <c:v>4.06000000002</c:v>
                </c:pt>
                <c:pt idx="30">
                  <c:v>4.06450000002</c:v>
                </c:pt>
                <c:pt idx="31">
                  <c:v>4.06475000002</c:v>
                </c:pt>
                <c:pt idx="32">
                  <c:v>4.06925000002</c:v>
                </c:pt>
                <c:pt idx="33">
                  <c:v>4.06950000002</c:v>
                </c:pt>
                <c:pt idx="34">
                  <c:v>4.07400000002</c:v>
                </c:pt>
                <c:pt idx="35">
                  <c:v>4.07425000002</c:v>
                </c:pt>
                <c:pt idx="36">
                  <c:v>4.07875000002</c:v>
                </c:pt>
                <c:pt idx="37">
                  <c:v>4.07900000002</c:v>
                </c:pt>
                <c:pt idx="38">
                  <c:v>4.08350000002</c:v>
                </c:pt>
                <c:pt idx="39">
                  <c:v>4.08375000002</c:v>
                </c:pt>
                <c:pt idx="40">
                  <c:v>4.08825000002</c:v>
                </c:pt>
                <c:pt idx="41">
                  <c:v>4.08850000002</c:v>
                </c:pt>
                <c:pt idx="42">
                  <c:v>4.09300000002</c:v>
                </c:pt>
                <c:pt idx="43">
                  <c:v>4.09325000002</c:v>
                </c:pt>
                <c:pt idx="44">
                  <c:v>4.09775000002</c:v>
                </c:pt>
                <c:pt idx="45">
                  <c:v>4.09800000002</c:v>
                </c:pt>
                <c:pt idx="46">
                  <c:v>4.10250000002</c:v>
                </c:pt>
                <c:pt idx="47">
                  <c:v>4.10275000002</c:v>
                </c:pt>
                <c:pt idx="48">
                  <c:v>4.10725000002</c:v>
                </c:pt>
                <c:pt idx="49">
                  <c:v>4.10750000002</c:v>
                </c:pt>
                <c:pt idx="50">
                  <c:v>4.11200000002</c:v>
                </c:pt>
                <c:pt idx="51">
                  <c:v>4.11225000002</c:v>
                </c:pt>
                <c:pt idx="52">
                  <c:v>4.11675000002</c:v>
                </c:pt>
                <c:pt idx="53">
                  <c:v>4.11700000002</c:v>
                </c:pt>
                <c:pt idx="54">
                  <c:v>4.12150000002</c:v>
                </c:pt>
                <c:pt idx="55">
                  <c:v>4.12175000002</c:v>
                </c:pt>
                <c:pt idx="56">
                  <c:v>4.12625000002</c:v>
                </c:pt>
                <c:pt idx="57">
                  <c:v>4.12650000002</c:v>
                </c:pt>
                <c:pt idx="58">
                  <c:v>4.13100000002</c:v>
                </c:pt>
                <c:pt idx="59">
                  <c:v>4.13125000002</c:v>
                </c:pt>
                <c:pt idx="60">
                  <c:v>4.13575000002</c:v>
                </c:pt>
                <c:pt idx="61">
                  <c:v>4.13600000002</c:v>
                </c:pt>
                <c:pt idx="62">
                  <c:v>4.14050000002</c:v>
                </c:pt>
                <c:pt idx="63">
                  <c:v>4.14075000002</c:v>
                </c:pt>
                <c:pt idx="64">
                  <c:v>4.14525000002</c:v>
                </c:pt>
                <c:pt idx="65">
                  <c:v>4.14550000002</c:v>
                </c:pt>
                <c:pt idx="66">
                  <c:v>4.15000000002</c:v>
                </c:pt>
                <c:pt idx="67">
                  <c:v>4.15025000002</c:v>
                </c:pt>
                <c:pt idx="68">
                  <c:v>4.15475000002</c:v>
                </c:pt>
                <c:pt idx="69">
                  <c:v>4.15500000002</c:v>
                </c:pt>
                <c:pt idx="70">
                  <c:v>4.15950000002</c:v>
                </c:pt>
                <c:pt idx="71">
                  <c:v>4.15975000002</c:v>
                </c:pt>
                <c:pt idx="72">
                  <c:v>4.16425000002</c:v>
                </c:pt>
                <c:pt idx="73">
                  <c:v>4.16450000002</c:v>
                </c:pt>
                <c:pt idx="74">
                  <c:v>4.16900000002</c:v>
                </c:pt>
                <c:pt idx="75">
                  <c:v>4.16925000002</c:v>
                </c:pt>
                <c:pt idx="76">
                  <c:v>4.17375000002</c:v>
                </c:pt>
                <c:pt idx="77">
                  <c:v>4.17400000002</c:v>
                </c:pt>
                <c:pt idx="78">
                  <c:v>4.17850000002</c:v>
                </c:pt>
                <c:pt idx="79">
                  <c:v>4.17875000002</c:v>
                </c:pt>
                <c:pt idx="80">
                  <c:v>4.18325000002</c:v>
                </c:pt>
                <c:pt idx="81">
                  <c:v>4.18350000002</c:v>
                </c:pt>
                <c:pt idx="82">
                  <c:v>4.18800000002</c:v>
                </c:pt>
                <c:pt idx="83">
                  <c:v>4.18825000002</c:v>
                </c:pt>
                <c:pt idx="84">
                  <c:v>4.19275000002</c:v>
                </c:pt>
                <c:pt idx="85">
                  <c:v>4.19300000002</c:v>
                </c:pt>
                <c:pt idx="86">
                  <c:v>4.19750000002</c:v>
                </c:pt>
                <c:pt idx="87">
                  <c:v>4.19775000002</c:v>
                </c:pt>
                <c:pt idx="88">
                  <c:v>4.20225000002</c:v>
                </c:pt>
                <c:pt idx="89">
                  <c:v>4.20250000002</c:v>
                </c:pt>
                <c:pt idx="90">
                  <c:v>4.20700000002</c:v>
                </c:pt>
                <c:pt idx="91">
                  <c:v>4.20725000002</c:v>
                </c:pt>
                <c:pt idx="92">
                  <c:v>4.21175000002</c:v>
                </c:pt>
                <c:pt idx="93">
                  <c:v>4.21200000002</c:v>
                </c:pt>
                <c:pt idx="94">
                  <c:v>4.21650000002</c:v>
                </c:pt>
                <c:pt idx="95">
                  <c:v>4.21675000002</c:v>
                </c:pt>
                <c:pt idx="96">
                  <c:v>4.22125000002</c:v>
                </c:pt>
                <c:pt idx="97">
                  <c:v>4.22150000002</c:v>
                </c:pt>
                <c:pt idx="98">
                  <c:v>4.22600000002</c:v>
                </c:pt>
                <c:pt idx="99">
                  <c:v>4.22625000002</c:v>
                </c:pt>
                <c:pt idx="100">
                  <c:v>4.23075000002</c:v>
                </c:pt>
                <c:pt idx="101">
                  <c:v>4.23100000002</c:v>
                </c:pt>
                <c:pt idx="102">
                  <c:v>4.23550000002</c:v>
                </c:pt>
                <c:pt idx="103">
                  <c:v>4.23575000002</c:v>
                </c:pt>
                <c:pt idx="104">
                  <c:v>4.24025000002</c:v>
                </c:pt>
                <c:pt idx="105">
                  <c:v>4.24050000002</c:v>
                </c:pt>
                <c:pt idx="106">
                  <c:v>4.24500000002</c:v>
                </c:pt>
                <c:pt idx="107">
                  <c:v>4.24525000002</c:v>
                </c:pt>
                <c:pt idx="108">
                  <c:v>4.24950000002</c:v>
                </c:pt>
                <c:pt idx="109">
                  <c:v>4.24975000002</c:v>
                </c:pt>
                <c:pt idx="110">
                  <c:v>4.25000000002</c:v>
                </c:pt>
                <c:pt idx="111">
                  <c:v>4.25075000002</c:v>
                </c:pt>
                <c:pt idx="112">
                  <c:v>4.25450000002</c:v>
                </c:pt>
                <c:pt idx="113">
                  <c:v>4.25475000002</c:v>
                </c:pt>
                <c:pt idx="114">
                  <c:v>4.25925000002</c:v>
                </c:pt>
                <c:pt idx="115">
                  <c:v>4.25950000002</c:v>
                </c:pt>
                <c:pt idx="116">
                  <c:v>4.26400000002</c:v>
                </c:pt>
                <c:pt idx="117">
                  <c:v>4.26425000002</c:v>
                </c:pt>
                <c:pt idx="118">
                  <c:v>4.26875000002</c:v>
                </c:pt>
                <c:pt idx="119">
                  <c:v>4.26900000002</c:v>
                </c:pt>
                <c:pt idx="120">
                  <c:v>4.27350000002</c:v>
                </c:pt>
                <c:pt idx="121">
                  <c:v>4.27375000002</c:v>
                </c:pt>
                <c:pt idx="122">
                  <c:v>4.27825000002</c:v>
                </c:pt>
                <c:pt idx="123">
                  <c:v>4.27850000002</c:v>
                </c:pt>
                <c:pt idx="124">
                  <c:v>4.28300000002</c:v>
                </c:pt>
                <c:pt idx="125">
                  <c:v>4.28325000002</c:v>
                </c:pt>
                <c:pt idx="126">
                  <c:v>4.28775000002</c:v>
                </c:pt>
                <c:pt idx="127">
                  <c:v>4.28800000002</c:v>
                </c:pt>
                <c:pt idx="128">
                  <c:v>4.29250000002</c:v>
                </c:pt>
                <c:pt idx="129">
                  <c:v>4.29275000002</c:v>
                </c:pt>
                <c:pt idx="130">
                  <c:v>4.29725000002</c:v>
                </c:pt>
                <c:pt idx="131">
                  <c:v>4.29750000002</c:v>
                </c:pt>
                <c:pt idx="132">
                  <c:v>4.30200000002</c:v>
                </c:pt>
                <c:pt idx="133">
                  <c:v>4.30225000002</c:v>
                </c:pt>
                <c:pt idx="134">
                  <c:v>4.30675000002</c:v>
                </c:pt>
                <c:pt idx="135">
                  <c:v>4.30700000002</c:v>
                </c:pt>
                <c:pt idx="136">
                  <c:v>4.31150000002</c:v>
                </c:pt>
                <c:pt idx="137">
                  <c:v>4.31175000002</c:v>
                </c:pt>
                <c:pt idx="138">
                  <c:v>4.31625000002</c:v>
                </c:pt>
                <c:pt idx="139">
                  <c:v>4.31650000002</c:v>
                </c:pt>
                <c:pt idx="140">
                  <c:v>4.32100000002</c:v>
                </c:pt>
                <c:pt idx="141">
                  <c:v>4.32125000002</c:v>
                </c:pt>
                <c:pt idx="142">
                  <c:v>4.32575000002</c:v>
                </c:pt>
                <c:pt idx="143">
                  <c:v>4.32600000002</c:v>
                </c:pt>
                <c:pt idx="144">
                  <c:v>4.33050000002</c:v>
                </c:pt>
                <c:pt idx="145">
                  <c:v>4.33075000002</c:v>
                </c:pt>
                <c:pt idx="146">
                  <c:v>4.33525000002</c:v>
                </c:pt>
                <c:pt idx="147">
                  <c:v>4.33550000002</c:v>
                </c:pt>
                <c:pt idx="148">
                  <c:v>4.34000000002</c:v>
                </c:pt>
                <c:pt idx="149">
                  <c:v>4.34025000002</c:v>
                </c:pt>
                <c:pt idx="150">
                  <c:v>4.34475000002</c:v>
                </c:pt>
                <c:pt idx="151">
                  <c:v>4.34500000002</c:v>
                </c:pt>
                <c:pt idx="152">
                  <c:v>4.34950000002</c:v>
                </c:pt>
                <c:pt idx="153">
                  <c:v>4.34975000002</c:v>
                </c:pt>
                <c:pt idx="154">
                  <c:v>4.35425000002</c:v>
                </c:pt>
                <c:pt idx="155">
                  <c:v>4.35450000002</c:v>
                </c:pt>
                <c:pt idx="156">
                  <c:v>4.35900000002</c:v>
                </c:pt>
                <c:pt idx="157">
                  <c:v>4.35925000002</c:v>
                </c:pt>
                <c:pt idx="158">
                  <c:v>4.36375000002</c:v>
                </c:pt>
                <c:pt idx="159">
                  <c:v>4.36400000002</c:v>
                </c:pt>
                <c:pt idx="160">
                  <c:v>4.36850000002</c:v>
                </c:pt>
                <c:pt idx="161">
                  <c:v>4.36875000002</c:v>
                </c:pt>
                <c:pt idx="162">
                  <c:v>4.37325000002</c:v>
                </c:pt>
                <c:pt idx="163">
                  <c:v>4.37350000002</c:v>
                </c:pt>
                <c:pt idx="164">
                  <c:v>4.37800000002</c:v>
                </c:pt>
                <c:pt idx="165">
                  <c:v>4.37825000002</c:v>
                </c:pt>
                <c:pt idx="166">
                  <c:v>4.38275000002</c:v>
                </c:pt>
                <c:pt idx="167">
                  <c:v>4.38300000002</c:v>
                </c:pt>
                <c:pt idx="168">
                  <c:v>4.38750000002</c:v>
                </c:pt>
                <c:pt idx="169">
                  <c:v>4.38775000002</c:v>
                </c:pt>
                <c:pt idx="170">
                  <c:v>4.39225000002</c:v>
                </c:pt>
                <c:pt idx="171">
                  <c:v>4.39250000002</c:v>
                </c:pt>
                <c:pt idx="172">
                  <c:v>4.39700000002</c:v>
                </c:pt>
                <c:pt idx="173">
                  <c:v>4.39725000002</c:v>
                </c:pt>
                <c:pt idx="174">
                  <c:v>4.40175000002</c:v>
                </c:pt>
                <c:pt idx="175">
                  <c:v>4.40200000002</c:v>
                </c:pt>
                <c:pt idx="176">
                  <c:v>4.40650000002</c:v>
                </c:pt>
                <c:pt idx="177">
                  <c:v>4.40675000002</c:v>
                </c:pt>
                <c:pt idx="178">
                  <c:v>4.41125000002</c:v>
                </c:pt>
                <c:pt idx="179">
                  <c:v>4.41150000002</c:v>
                </c:pt>
                <c:pt idx="180">
                  <c:v>4.41600000002</c:v>
                </c:pt>
                <c:pt idx="181">
                  <c:v>4.41625000002</c:v>
                </c:pt>
                <c:pt idx="182">
                  <c:v>4.42075000002</c:v>
                </c:pt>
                <c:pt idx="183">
                  <c:v>4.42100000002</c:v>
                </c:pt>
                <c:pt idx="184">
                  <c:v>4.42550000002</c:v>
                </c:pt>
                <c:pt idx="185">
                  <c:v>4.42575000002</c:v>
                </c:pt>
                <c:pt idx="186">
                  <c:v>4.43025000002</c:v>
                </c:pt>
                <c:pt idx="187">
                  <c:v>4.43050000002</c:v>
                </c:pt>
                <c:pt idx="188">
                  <c:v>4.43500000002</c:v>
                </c:pt>
                <c:pt idx="189">
                  <c:v>4.43525000002</c:v>
                </c:pt>
                <c:pt idx="190">
                  <c:v>4.43975000002</c:v>
                </c:pt>
                <c:pt idx="191">
                  <c:v>4.44000000002</c:v>
                </c:pt>
                <c:pt idx="192">
                  <c:v>4.44450000002</c:v>
                </c:pt>
                <c:pt idx="193">
                  <c:v>4.44475000002</c:v>
                </c:pt>
                <c:pt idx="194">
                  <c:v>4.44925000002</c:v>
                </c:pt>
                <c:pt idx="195">
                  <c:v>4.44950000002</c:v>
                </c:pt>
                <c:pt idx="196">
                  <c:v>4.45400000002</c:v>
                </c:pt>
                <c:pt idx="197">
                  <c:v>4.45425000002</c:v>
                </c:pt>
                <c:pt idx="198">
                  <c:v>4.45875000002</c:v>
                </c:pt>
                <c:pt idx="199">
                  <c:v>4.45900000002</c:v>
                </c:pt>
                <c:pt idx="200">
                  <c:v>4.46350000002</c:v>
                </c:pt>
                <c:pt idx="201">
                  <c:v>4.46375000002</c:v>
                </c:pt>
                <c:pt idx="202">
                  <c:v>4.46825000002</c:v>
                </c:pt>
                <c:pt idx="203">
                  <c:v>4.46850000002</c:v>
                </c:pt>
                <c:pt idx="204">
                  <c:v>4.47125000002</c:v>
                </c:pt>
                <c:pt idx="205">
                  <c:v>4.47250000002</c:v>
                </c:pt>
                <c:pt idx="206">
                  <c:v>4.47300000002</c:v>
                </c:pt>
                <c:pt idx="207">
                  <c:v>4.47325000002</c:v>
                </c:pt>
                <c:pt idx="208">
                  <c:v>4.47775000002</c:v>
                </c:pt>
                <c:pt idx="209">
                  <c:v>4.47800000002</c:v>
                </c:pt>
                <c:pt idx="210">
                  <c:v>4.48250000002</c:v>
                </c:pt>
                <c:pt idx="211">
                  <c:v>4.48275000002</c:v>
                </c:pt>
                <c:pt idx="212">
                  <c:v>4.48725000002</c:v>
                </c:pt>
                <c:pt idx="213">
                  <c:v>4.48750000002</c:v>
                </c:pt>
                <c:pt idx="214">
                  <c:v>4.49200000002</c:v>
                </c:pt>
                <c:pt idx="215">
                  <c:v>4.49225000002</c:v>
                </c:pt>
                <c:pt idx="216">
                  <c:v>4.49675000002</c:v>
                </c:pt>
                <c:pt idx="217">
                  <c:v>4.49700000002</c:v>
                </c:pt>
                <c:pt idx="218">
                  <c:v>4.50150000002</c:v>
                </c:pt>
                <c:pt idx="219">
                  <c:v>4.50175000002</c:v>
                </c:pt>
                <c:pt idx="220">
                  <c:v>4.50625000002</c:v>
                </c:pt>
                <c:pt idx="221">
                  <c:v>4.50650000002</c:v>
                </c:pt>
                <c:pt idx="222">
                  <c:v>4.51100000002</c:v>
                </c:pt>
                <c:pt idx="223">
                  <c:v>4.51125000002</c:v>
                </c:pt>
                <c:pt idx="224">
                  <c:v>4.51575000002</c:v>
                </c:pt>
                <c:pt idx="225">
                  <c:v>4.51600000002</c:v>
                </c:pt>
                <c:pt idx="226">
                  <c:v>4.52050000002</c:v>
                </c:pt>
                <c:pt idx="227">
                  <c:v>4.52075000002</c:v>
                </c:pt>
                <c:pt idx="228">
                  <c:v>4.52525000002</c:v>
                </c:pt>
                <c:pt idx="229">
                  <c:v>4.52550000002</c:v>
                </c:pt>
                <c:pt idx="230">
                  <c:v>4.53000000002</c:v>
                </c:pt>
                <c:pt idx="231">
                  <c:v>4.53025000002</c:v>
                </c:pt>
                <c:pt idx="232">
                  <c:v>4.53475000002</c:v>
                </c:pt>
                <c:pt idx="233">
                  <c:v>4.53500000002</c:v>
                </c:pt>
                <c:pt idx="234">
                  <c:v>4.53950000002</c:v>
                </c:pt>
                <c:pt idx="235">
                  <c:v>4.53975000002</c:v>
                </c:pt>
                <c:pt idx="236">
                  <c:v>4.54425000002</c:v>
                </c:pt>
                <c:pt idx="237">
                  <c:v>4.54450000002</c:v>
                </c:pt>
                <c:pt idx="238">
                  <c:v>4.54900000002</c:v>
                </c:pt>
                <c:pt idx="239">
                  <c:v>4.54925000002</c:v>
                </c:pt>
                <c:pt idx="240">
                  <c:v>4.55375000002</c:v>
                </c:pt>
                <c:pt idx="241">
                  <c:v>4.55400000002</c:v>
                </c:pt>
                <c:pt idx="242">
                  <c:v>4.55850000002</c:v>
                </c:pt>
                <c:pt idx="243">
                  <c:v>4.55875000002</c:v>
                </c:pt>
                <c:pt idx="244">
                  <c:v>4.56325000002</c:v>
                </c:pt>
                <c:pt idx="245">
                  <c:v>4.56350000002</c:v>
                </c:pt>
                <c:pt idx="246">
                  <c:v>4.56800000002</c:v>
                </c:pt>
                <c:pt idx="247">
                  <c:v>4.56825000002</c:v>
                </c:pt>
                <c:pt idx="248">
                  <c:v>4.57275000002</c:v>
                </c:pt>
                <c:pt idx="249">
                  <c:v>4.57300000002</c:v>
                </c:pt>
                <c:pt idx="250">
                  <c:v>4.57750000002</c:v>
                </c:pt>
                <c:pt idx="251">
                  <c:v>4.57775000002</c:v>
                </c:pt>
                <c:pt idx="252">
                  <c:v>4.58225000002</c:v>
                </c:pt>
                <c:pt idx="253">
                  <c:v>4.58250000002</c:v>
                </c:pt>
                <c:pt idx="254">
                  <c:v>4.58700000002</c:v>
                </c:pt>
                <c:pt idx="255">
                  <c:v>4.58725000002</c:v>
                </c:pt>
                <c:pt idx="256">
                  <c:v>4.59175000002</c:v>
                </c:pt>
                <c:pt idx="257">
                  <c:v>4.59200000002</c:v>
                </c:pt>
                <c:pt idx="258">
                  <c:v>4.59650000002</c:v>
                </c:pt>
                <c:pt idx="259">
                  <c:v>4.59675000002</c:v>
                </c:pt>
                <c:pt idx="260">
                  <c:v>4.60125000002</c:v>
                </c:pt>
                <c:pt idx="261">
                  <c:v>4.60150000002</c:v>
                </c:pt>
                <c:pt idx="262">
                  <c:v>4.60600000002</c:v>
                </c:pt>
                <c:pt idx="263">
                  <c:v>4.60625000002</c:v>
                </c:pt>
                <c:pt idx="264">
                  <c:v>4.61075000002</c:v>
                </c:pt>
                <c:pt idx="265">
                  <c:v>4.61100000002</c:v>
                </c:pt>
                <c:pt idx="266">
                  <c:v>4.61550000002</c:v>
                </c:pt>
                <c:pt idx="267">
                  <c:v>4.61575000002</c:v>
                </c:pt>
                <c:pt idx="268">
                  <c:v>4.62025000002</c:v>
                </c:pt>
                <c:pt idx="269">
                  <c:v>4.62050000002</c:v>
                </c:pt>
                <c:pt idx="270">
                  <c:v>4.62500000002</c:v>
                </c:pt>
                <c:pt idx="271">
                  <c:v>4.62525000002</c:v>
                </c:pt>
                <c:pt idx="272">
                  <c:v>4.62975000002</c:v>
                </c:pt>
                <c:pt idx="273">
                  <c:v>4.63000000002</c:v>
                </c:pt>
                <c:pt idx="274">
                  <c:v>4.63450000002</c:v>
                </c:pt>
                <c:pt idx="275">
                  <c:v>4.63475000002</c:v>
                </c:pt>
                <c:pt idx="276">
                  <c:v>4.63925000002</c:v>
                </c:pt>
                <c:pt idx="277">
                  <c:v>4.63950000002</c:v>
                </c:pt>
                <c:pt idx="278">
                  <c:v>4.64400000002</c:v>
                </c:pt>
                <c:pt idx="279">
                  <c:v>4.64425000002</c:v>
                </c:pt>
                <c:pt idx="280">
                  <c:v>4.64875000002</c:v>
                </c:pt>
                <c:pt idx="281">
                  <c:v>4.64900000002</c:v>
                </c:pt>
                <c:pt idx="282">
                  <c:v>4.65350000002</c:v>
                </c:pt>
                <c:pt idx="283">
                  <c:v>4.65375000002</c:v>
                </c:pt>
                <c:pt idx="284">
                  <c:v>4.65825000002</c:v>
                </c:pt>
                <c:pt idx="285">
                  <c:v>4.65850000002</c:v>
                </c:pt>
                <c:pt idx="286">
                  <c:v>4.66300000002</c:v>
                </c:pt>
                <c:pt idx="287">
                  <c:v>4.66325000002</c:v>
                </c:pt>
                <c:pt idx="288">
                  <c:v>4.66775000002</c:v>
                </c:pt>
                <c:pt idx="289">
                  <c:v>4.66800000002</c:v>
                </c:pt>
                <c:pt idx="290">
                  <c:v>4.67250000002</c:v>
                </c:pt>
                <c:pt idx="291">
                  <c:v>4.67275000002</c:v>
                </c:pt>
                <c:pt idx="292">
                  <c:v>4.67725000002</c:v>
                </c:pt>
                <c:pt idx="293">
                  <c:v>4.67750000002</c:v>
                </c:pt>
                <c:pt idx="294">
                  <c:v>4.68200000002</c:v>
                </c:pt>
                <c:pt idx="295">
                  <c:v>4.68225000002</c:v>
                </c:pt>
                <c:pt idx="296">
                  <c:v>4.68675000002</c:v>
                </c:pt>
                <c:pt idx="297">
                  <c:v>4.68700000002</c:v>
                </c:pt>
                <c:pt idx="298">
                  <c:v>4.69050000002</c:v>
                </c:pt>
                <c:pt idx="299">
                  <c:v>4.69150000002</c:v>
                </c:pt>
                <c:pt idx="300">
                  <c:v>4.69175000002</c:v>
                </c:pt>
                <c:pt idx="301">
                  <c:v>4.69625000002</c:v>
                </c:pt>
                <c:pt idx="302">
                  <c:v>4.69650000002</c:v>
                </c:pt>
                <c:pt idx="303">
                  <c:v>4.70100000002</c:v>
                </c:pt>
                <c:pt idx="304">
                  <c:v>4.70125000002</c:v>
                </c:pt>
                <c:pt idx="305">
                  <c:v>4.70575000002</c:v>
                </c:pt>
                <c:pt idx="306">
                  <c:v>4.70600000002</c:v>
                </c:pt>
                <c:pt idx="307">
                  <c:v>4.71050000002</c:v>
                </c:pt>
                <c:pt idx="308">
                  <c:v>4.71075000002</c:v>
                </c:pt>
                <c:pt idx="309">
                  <c:v>4.71525000002</c:v>
                </c:pt>
                <c:pt idx="310">
                  <c:v>4.71550000002</c:v>
                </c:pt>
                <c:pt idx="311">
                  <c:v>4.72000000002</c:v>
                </c:pt>
                <c:pt idx="312">
                  <c:v>4.72025000002</c:v>
                </c:pt>
                <c:pt idx="313">
                  <c:v>4.72475000002</c:v>
                </c:pt>
                <c:pt idx="314">
                  <c:v>4.72500000002</c:v>
                </c:pt>
                <c:pt idx="315">
                  <c:v>4.72950000002</c:v>
                </c:pt>
                <c:pt idx="316">
                  <c:v>4.72975000002</c:v>
                </c:pt>
                <c:pt idx="317">
                  <c:v>4.73425000002</c:v>
                </c:pt>
                <c:pt idx="318">
                  <c:v>4.73450000002</c:v>
                </c:pt>
                <c:pt idx="319">
                  <c:v>4.73900000002</c:v>
                </c:pt>
                <c:pt idx="320">
                  <c:v>4.73925000002</c:v>
                </c:pt>
                <c:pt idx="321">
                  <c:v>4.74375000002</c:v>
                </c:pt>
                <c:pt idx="322">
                  <c:v>4.74400000002</c:v>
                </c:pt>
                <c:pt idx="323">
                  <c:v>4.74850000002</c:v>
                </c:pt>
                <c:pt idx="324">
                  <c:v>4.74875000002</c:v>
                </c:pt>
                <c:pt idx="325">
                  <c:v>4.75325000002</c:v>
                </c:pt>
                <c:pt idx="326">
                  <c:v>4.75350000002</c:v>
                </c:pt>
                <c:pt idx="327">
                  <c:v>4.75800000002</c:v>
                </c:pt>
                <c:pt idx="328">
                  <c:v>4.75825000002</c:v>
                </c:pt>
                <c:pt idx="329">
                  <c:v>4.76275000002</c:v>
                </c:pt>
                <c:pt idx="330">
                  <c:v>4.76300000002</c:v>
                </c:pt>
                <c:pt idx="331">
                  <c:v>4.76750000002</c:v>
                </c:pt>
                <c:pt idx="332">
                  <c:v>4.76775000002</c:v>
                </c:pt>
                <c:pt idx="333">
                  <c:v>4.77225000002</c:v>
                </c:pt>
                <c:pt idx="334">
                  <c:v>4.77250000002</c:v>
                </c:pt>
                <c:pt idx="335">
                  <c:v>4.77700000002</c:v>
                </c:pt>
                <c:pt idx="336">
                  <c:v>4.77725000002</c:v>
                </c:pt>
                <c:pt idx="337">
                  <c:v>4.78175000002</c:v>
                </c:pt>
                <c:pt idx="338">
                  <c:v>4.78200000002</c:v>
                </c:pt>
                <c:pt idx="339">
                  <c:v>4.78650000002</c:v>
                </c:pt>
                <c:pt idx="340">
                  <c:v>4.78675000002</c:v>
                </c:pt>
                <c:pt idx="341">
                  <c:v>4.79125000002</c:v>
                </c:pt>
                <c:pt idx="342">
                  <c:v>4.79150000002</c:v>
                </c:pt>
                <c:pt idx="343">
                  <c:v>4.79600000002</c:v>
                </c:pt>
                <c:pt idx="344">
                  <c:v>4.79625000002</c:v>
                </c:pt>
                <c:pt idx="345">
                  <c:v>4.80075000002</c:v>
                </c:pt>
                <c:pt idx="346">
                  <c:v>4.80100000002</c:v>
                </c:pt>
                <c:pt idx="347">
                  <c:v>4.80550000002</c:v>
                </c:pt>
                <c:pt idx="348">
                  <c:v>4.80575000002</c:v>
                </c:pt>
                <c:pt idx="349">
                  <c:v>4.81025000002</c:v>
                </c:pt>
                <c:pt idx="350">
                  <c:v>4.81050000002</c:v>
                </c:pt>
                <c:pt idx="351">
                  <c:v>4.81500000002</c:v>
                </c:pt>
                <c:pt idx="352">
                  <c:v>4.81525000002</c:v>
                </c:pt>
                <c:pt idx="353">
                  <c:v>4.81975000002</c:v>
                </c:pt>
                <c:pt idx="354">
                  <c:v>4.82000000002</c:v>
                </c:pt>
                <c:pt idx="355">
                  <c:v>4.82450000002</c:v>
                </c:pt>
                <c:pt idx="356">
                  <c:v>4.82475000002</c:v>
                </c:pt>
                <c:pt idx="357">
                  <c:v>4.82925000002</c:v>
                </c:pt>
                <c:pt idx="358">
                  <c:v>4.82950000002</c:v>
                </c:pt>
                <c:pt idx="359">
                  <c:v>4.83400000002</c:v>
                </c:pt>
                <c:pt idx="360">
                  <c:v>4.83425000002</c:v>
                </c:pt>
                <c:pt idx="361">
                  <c:v>4.83875000002</c:v>
                </c:pt>
                <c:pt idx="362">
                  <c:v>4.83900000002</c:v>
                </c:pt>
                <c:pt idx="363">
                  <c:v>4.84350000002</c:v>
                </c:pt>
                <c:pt idx="364">
                  <c:v>4.84375000002</c:v>
                </c:pt>
                <c:pt idx="365">
                  <c:v>4.84825000002</c:v>
                </c:pt>
                <c:pt idx="366">
                  <c:v>4.84850000002</c:v>
                </c:pt>
                <c:pt idx="367">
                  <c:v>4.85300000002</c:v>
                </c:pt>
                <c:pt idx="368">
                  <c:v>4.85325000002</c:v>
                </c:pt>
                <c:pt idx="369">
                  <c:v>4.85775000002</c:v>
                </c:pt>
                <c:pt idx="370">
                  <c:v>4.85800000002</c:v>
                </c:pt>
                <c:pt idx="371">
                  <c:v>4.86250000002</c:v>
                </c:pt>
                <c:pt idx="372">
                  <c:v>4.86275000002</c:v>
                </c:pt>
                <c:pt idx="373">
                  <c:v>4.86725000002</c:v>
                </c:pt>
                <c:pt idx="374">
                  <c:v>4.86750000002</c:v>
                </c:pt>
                <c:pt idx="375">
                  <c:v>4.87200000002</c:v>
                </c:pt>
                <c:pt idx="376">
                  <c:v>4.87225000002</c:v>
                </c:pt>
                <c:pt idx="377">
                  <c:v>4.87675000002</c:v>
                </c:pt>
                <c:pt idx="378">
                  <c:v>4.87700000002</c:v>
                </c:pt>
                <c:pt idx="379">
                  <c:v>4.88150000002</c:v>
                </c:pt>
                <c:pt idx="380">
                  <c:v>4.88175000002</c:v>
                </c:pt>
                <c:pt idx="381">
                  <c:v>4.88625000002</c:v>
                </c:pt>
                <c:pt idx="382">
                  <c:v>4.88650000002</c:v>
                </c:pt>
                <c:pt idx="383">
                  <c:v>4.89100000002</c:v>
                </c:pt>
                <c:pt idx="384">
                  <c:v>4.89125000002</c:v>
                </c:pt>
                <c:pt idx="385">
                  <c:v>4.89575000002</c:v>
                </c:pt>
                <c:pt idx="386">
                  <c:v>4.89600000002</c:v>
                </c:pt>
                <c:pt idx="387">
                  <c:v>4.90050000002</c:v>
                </c:pt>
                <c:pt idx="388">
                  <c:v>4.90075000002</c:v>
                </c:pt>
                <c:pt idx="389">
                  <c:v>4.90525000002</c:v>
                </c:pt>
                <c:pt idx="390">
                  <c:v>4.90550000002</c:v>
                </c:pt>
                <c:pt idx="391">
                  <c:v>4.91000000002</c:v>
                </c:pt>
                <c:pt idx="392">
                  <c:v>4.91025000002</c:v>
                </c:pt>
                <c:pt idx="393">
                  <c:v>4.91225000002</c:v>
                </c:pt>
                <c:pt idx="394">
                  <c:v>4.91350000002</c:v>
                </c:pt>
                <c:pt idx="395">
                  <c:v>4.91475000002</c:v>
                </c:pt>
                <c:pt idx="396">
                  <c:v>4.91500000002</c:v>
                </c:pt>
                <c:pt idx="397">
                  <c:v>4.91950000002</c:v>
                </c:pt>
                <c:pt idx="398">
                  <c:v>4.91975000002</c:v>
                </c:pt>
                <c:pt idx="399">
                  <c:v>4.92425000002</c:v>
                </c:pt>
                <c:pt idx="400">
                  <c:v>4.92450000002</c:v>
                </c:pt>
                <c:pt idx="401">
                  <c:v>4.92900000002</c:v>
                </c:pt>
                <c:pt idx="402">
                  <c:v>4.92925000002</c:v>
                </c:pt>
                <c:pt idx="403">
                  <c:v>4.93375000002</c:v>
                </c:pt>
                <c:pt idx="404">
                  <c:v>4.93400000002</c:v>
                </c:pt>
                <c:pt idx="405">
                  <c:v>4.93850000002</c:v>
                </c:pt>
                <c:pt idx="406">
                  <c:v>4.93875000002</c:v>
                </c:pt>
                <c:pt idx="407">
                  <c:v>4.94325000002</c:v>
                </c:pt>
                <c:pt idx="408">
                  <c:v>4.94350000002</c:v>
                </c:pt>
                <c:pt idx="409">
                  <c:v>4.94800000002</c:v>
                </c:pt>
                <c:pt idx="410">
                  <c:v>4.94825000002</c:v>
                </c:pt>
                <c:pt idx="411">
                  <c:v>4.95275000002</c:v>
                </c:pt>
                <c:pt idx="412">
                  <c:v>4.95300000002</c:v>
                </c:pt>
                <c:pt idx="413">
                  <c:v>4.95750000002</c:v>
                </c:pt>
                <c:pt idx="414">
                  <c:v>4.95775000002</c:v>
                </c:pt>
                <c:pt idx="415">
                  <c:v>4.96225000002</c:v>
                </c:pt>
                <c:pt idx="416">
                  <c:v>4.96250000002</c:v>
                </c:pt>
                <c:pt idx="417">
                  <c:v>4.96700000002</c:v>
                </c:pt>
                <c:pt idx="418">
                  <c:v>4.96725000002</c:v>
                </c:pt>
                <c:pt idx="419">
                  <c:v>4.97175000002</c:v>
                </c:pt>
                <c:pt idx="420">
                  <c:v>4.97200000002</c:v>
                </c:pt>
                <c:pt idx="421">
                  <c:v>4.97650000002</c:v>
                </c:pt>
                <c:pt idx="422">
                  <c:v>4.97675000002</c:v>
                </c:pt>
                <c:pt idx="423">
                  <c:v>4.98125000002</c:v>
                </c:pt>
                <c:pt idx="424">
                  <c:v>4.98150000002</c:v>
                </c:pt>
                <c:pt idx="425">
                  <c:v>4.98600000002</c:v>
                </c:pt>
                <c:pt idx="426">
                  <c:v>4.98625000002</c:v>
                </c:pt>
                <c:pt idx="427">
                  <c:v>4.99075000002</c:v>
                </c:pt>
                <c:pt idx="428">
                  <c:v>4.99100000002</c:v>
                </c:pt>
                <c:pt idx="429">
                  <c:v>4.99550000002</c:v>
                </c:pt>
                <c:pt idx="430">
                  <c:v>4.99575000002</c:v>
                </c:pt>
                <c:pt idx="431">
                  <c:v>5.00025000002</c:v>
                </c:pt>
                <c:pt idx="432">
                  <c:v>5.00050000002</c:v>
                </c:pt>
                <c:pt idx="433">
                  <c:v>5.00500000002</c:v>
                </c:pt>
                <c:pt idx="434">
                  <c:v>5.00525000002</c:v>
                </c:pt>
                <c:pt idx="435">
                  <c:v>5.00975000002</c:v>
                </c:pt>
                <c:pt idx="436">
                  <c:v>5.01000000002</c:v>
                </c:pt>
                <c:pt idx="437">
                  <c:v>5.01450000002</c:v>
                </c:pt>
                <c:pt idx="438">
                  <c:v>5.01475000002</c:v>
                </c:pt>
                <c:pt idx="439">
                  <c:v>5.01925000002</c:v>
                </c:pt>
                <c:pt idx="440">
                  <c:v>5.01950000002</c:v>
                </c:pt>
                <c:pt idx="441">
                  <c:v>5.02400000002</c:v>
                </c:pt>
                <c:pt idx="442">
                  <c:v>5.02425000002</c:v>
                </c:pt>
                <c:pt idx="443">
                  <c:v>5.02875000002</c:v>
                </c:pt>
                <c:pt idx="444">
                  <c:v>5.02900000002</c:v>
                </c:pt>
                <c:pt idx="445">
                  <c:v>5.03350000002</c:v>
                </c:pt>
                <c:pt idx="446">
                  <c:v>5.03375000002</c:v>
                </c:pt>
                <c:pt idx="447">
                  <c:v>5.03825000002</c:v>
                </c:pt>
                <c:pt idx="448">
                  <c:v>5.03850000002</c:v>
                </c:pt>
                <c:pt idx="449">
                  <c:v>5.04300000002</c:v>
                </c:pt>
                <c:pt idx="450">
                  <c:v>5.04325000002</c:v>
                </c:pt>
                <c:pt idx="451">
                  <c:v>5.04775000002</c:v>
                </c:pt>
                <c:pt idx="452">
                  <c:v>5.04800000002</c:v>
                </c:pt>
                <c:pt idx="453">
                  <c:v>5.05250000002</c:v>
                </c:pt>
                <c:pt idx="454">
                  <c:v>5.05275000002</c:v>
                </c:pt>
                <c:pt idx="455">
                  <c:v>5.05725000002</c:v>
                </c:pt>
                <c:pt idx="456">
                  <c:v>5.05750000002</c:v>
                </c:pt>
                <c:pt idx="457">
                  <c:v>5.06200000002</c:v>
                </c:pt>
                <c:pt idx="458">
                  <c:v>5.06225000002</c:v>
                </c:pt>
                <c:pt idx="459">
                  <c:v>5.06675000002</c:v>
                </c:pt>
                <c:pt idx="460">
                  <c:v>5.06700000002</c:v>
                </c:pt>
                <c:pt idx="461">
                  <c:v>5.07150000002</c:v>
                </c:pt>
                <c:pt idx="462">
                  <c:v>5.07175000002</c:v>
                </c:pt>
                <c:pt idx="463">
                  <c:v>5.07625000002</c:v>
                </c:pt>
                <c:pt idx="464">
                  <c:v>5.07650000002</c:v>
                </c:pt>
                <c:pt idx="465">
                  <c:v>5.08100000002</c:v>
                </c:pt>
                <c:pt idx="466">
                  <c:v>5.08125000002</c:v>
                </c:pt>
                <c:pt idx="467">
                  <c:v>5.08575000002</c:v>
                </c:pt>
                <c:pt idx="468">
                  <c:v>5.08600000002</c:v>
                </c:pt>
                <c:pt idx="469">
                  <c:v>5.09050000002</c:v>
                </c:pt>
                <c:pt idx="470">
                  <c:v>5.09075000002</c:v>
                </c:pt>
                <c:pt idx="471">
                  <c:v>5.09525000002</c:v>
                </c:pt>
                <c:pt idx="472">
                  <c:v>5.09550000002</c:v>
                </c:pt>
                <c:pt idx="473">
                  <c:v>5.10000000002</c:v>
                </c:pt>
                <c:pt idx="474">
                  <c:v>5.10025000002</c:v>
                </c:pt>
                <c:pt idx="475">
                  <c:v>5.10475000002</c:v>
                </c:pt>
                <c:pt idx="476">
                  <c:v>5.10500000002</c:v>
                </c:pt>
                <c:pt idx="477">
                  <c:v>5.10950000002</c:v>
                </c:pt>
                <c:pt idx="478">
                  <c:v>5.10975000002</c:v>
                </c:pt>
                <c:pt idx="479">
                  <c:v>5.11425000002</c:v>
                </c:pt>
                <c:pt idx="480">
                  <c:v>5.11450000002</c:v>
                </c:pt>
                <c:pt idx="481">
                  <c:v>5.11900000002</c:v>
                </c:pt>
                <c:pt idx="482">
                  <c:v>5.11925000002</c:v>
                </c:pt>
                <c:pt idx="483">
                  <c:v>5.12375000002</c:v>
                </c:pt>
                <c:pt idx="484">
                  <c:v>5.12400000002</c:v>
                </c:pt>
                <c:pt idx="485">
                  <c:v>5.12850000002</c:v>
                </c:pt>
                <c:pt idx="486">
                  <c:v>5.12875000002</c:v>
                </c:pt>
                <c:pt idx="487">
                  <c:v>5.13150000002</c:v>
                </c:pt>
                <c:pt idx="488">
                  <c:v>5.13275000002</c:v>
                </c:pt>
                <c:pt idx="489">
                  <c:v>5.13325000002</c:v>
                </c:pt>
                <c:pt idx="490">
                  <c:v>5.13350000002</c:v>
                </c:pt>
                <c:pt idx="491">
                  <c:v>5.13800000002</c:v>
                </c:pt>
                <c:pt idx="492">
                  <c:v>5.13825000002</c:v>
                </c:pt>
                <c:pt idx="493">
                  <c:v>5.14275000002</c:v>
                </c:pt>
                <c:pt idx="494">
                  <c:v>5.14300000002</c:v>
                </c:pt>
                <c:pt idx="495">
                  <c:v>5.14750000002</c:v>
                </c:pt>
                <c:pt idx="496">
                  <c:v>5.14775000002</c:v>
                </c:pt>
                <c:pt idx="497">
                  <c:v>5.15225000002</c:v>
                </c:pt>
                <c:pt idx="498">
                  <c:v>5.15250000002</c:v>
                </c:pt>
                <c:pt idx="499">
                  <c:v>5.15700000002</c:v>
                </c:pt>
                <c:pt idx="500">
                  <c:v>5.15725000002</c:v>
                </c:pt>
                <c:pt idx="501">
                  <c:v>5.16175000002</c:v>
                </c:pt>
                <c:pt idx="502">
                  <c:v>5.16200000002</c:v>
                </c:pt>
                <c:pt idx="503">
                  <c:v>5.16650000002</c:v>
                </c:pt>
                <c:pt idx="504">
                  <c:v>5.16675000002</c:v>
                </c:pt>
                <c:pt idx="505">
                  <c:v>5.17125000002</c:v>
                </c:pt>
                <c:pt idx="506">
                  <c:v>5.17150000002</c:v>
                </c:pt>
                <c:pt idx="507">
                  <c:v>5.17600000002</c:v>
                </c:pt>
                <c:pt idx="508">
                  <c:v>5.17625000002</c:v>
                </c:pt>
                <c:pt idx="509">
                  <c:v>5.18075000002</c:v>
                </c:pt>
                <c:pt idx="510">
                  <c:v>5.18100000002</c:v>
                </c:pt>
                <c:pt idx="511">
                  <c:v>5.18550000002</c:v>
                </c:pt>
                <c:pt idx="512">
                  <c:v>5.18575000002</c:v>
                </c:pt>
                <c:pt idx="513">
                  <c:v>5.19025000002</c:v>
                </c:pt>
                <c:pt idx="514">
                  <c:v>5.19050000002</c:v>
                </c:pt>
                <c:pt idx="515">
                  <c:v>5.19500000002</c:v>
                </c:pt>
                <c:pt idx="516">
                  <c:v>5.19525000002</c:v>
                </c:pt>
                <c:pt idx="517">
                  <c:v>5.19975000002</c:v>
                </c:pt>
                <c:pt idx="518">
                  <c:v>5.20000000002</c:v>
                </c:pt>
                <c:pt idx="519">
                  <c:v>5.20450000002</c:v>
                </c:pt>
                <c:pt idx="520">
                  <c:v>5.20475000002</c:v>
                </c:pt>
                <c:pt idx="521">
                  <c:v>5.20925000002</c:v>
                </c:pt>
                <c:pt idx="522">
                  <c:v>5.20950000002</c:v>
                </c:pt>
                <c:pt idx="523">
                  <c:v>5.21400000002</c:v>
                </c:pt>
                <c:pt idx="524">
                  <c:v>5.21425000002</c:v>
                </c:pt>
                <c:pt idx="525">
                  <c:v>5.21875000002</c:v>
                </c:pt>
                <c:pt idx="526">
                  <c:v>5.21900000002</c:v>
                </c:pt>
                <c:pt idx="527">
                  <c:v>5.22350000002</c:v>
                </c:pt>
                <c:pt idx="528">
                  <c:v>5.22375000002</c:v>
                </c:pt>
                <c:pt idx="529">
                  <c:v>5.22825000002</c:v>
                </c:pt>
                <c:pt idx="530">
                  <c:v>5.22850000002</c:v>
                </c:pt>
                <c:pt idx="531">
                  <c:v>5.23300000002</c:v>
                </c:pt>
                <c:pt idx="532">
                  <c:v>5.23325000002</c:v>
                </c:pt>
                <c:pt idx="533">
                  <c:v>5.23775000003</c:v>
                </c:pt>
                <c:pt idx="534">
                  <c:v>5.23800000003</c:v>
                </c:pt>
                <c:pt idx="535">
                  <c:v>5.24250000003</c:v>
                </c:pt>
                <c:pt idx="536">
                  <c:v>5.24275000003</c:v>
                </c:pt>
                <c:pt idx="537">
                  <c:v>5.24725000003</c:v>
                </c:pt>
                <c:pt idx="538">
                  <c:v>5.24750000003</c:v>
                </c:pt>
                <c:pt idx="539">
                  <c:v>5.25200000003</c:v>
                </c:pt>
                <c:pt idx="540">
                  <c:v>5.25225000003</c:v>
                </c:pt>
                <c:pt idx="541">
                  <c:v>5.25675000003</c:v>
                </c:pt>
                <c:pt idx="542">
                  <c:v>5.25700000003</c:v>
                </c:pt>
                <c:pt idx="543">
                  <c:v>5.26150000003</c:v>
                </c:pt>
                <c:pt idx="544">
                  <c:v>5.26175000003</c:v>
                </c:pt>
                <c:pt idx="545">
                  <c:v>5.26625000003</c:v>
                </c:pt>
                <c:pt idx="546">
                  <c:v>5.26650000003</c:v>
                </c:pt>
                <c:pt idx="547">
                  <c:v>5.27100000003</c:v>
                </c:pt>
                <c:pt idx="548">
                  <c:v>5.27125000003</c:v>
                </c:pt>
                <c:pt idx="549">
                  <c:v>5.27575000003</c:v>
                </c:pt>
                <c:pt idx="550">
                  <c:v>5.27600000003</c:v>
                </c:pt>
                <c:pt idx="551">
                  <c:v>5.28050000003</c:v>
                </c:pt>
                <c:pt idx="552">
                  <c:v>5.28075000003</c:v>
                </c:pt>
                <c:pt idx="553">
                  <c:v>5.28525000003</c:v>
                </c:pt>
                <c:pt idx="554">
                  <c:v>5.28550000003</c:v>
                </c:pt>
                <c:pt idx="555">
                  <c:v>5.29000000003</c:v>
                </c:pt>
                <c:pt idx="556">
                  <c:v>5.29025000003</c:v>
                </c:pt>
                <c:pt idx="557">
                  <c:v>5.29475000003</c:v>
                </c:pt>
                <c:pt idx="558">
                  <c:v>5.29500000003</c:v>
                </c:pt>
                <c:pt idx="559">
                  <c:v>5.29950000003</c:v>
                </c:pt>
                <c:pt idx="560">
                  <c:v>5.29975000003</c:v>
                </c:pt>
                <c:pt idx="561">
                  <c:v>5.30425000003</c:v>
                </c:pt>
                <c:pt idx="562">
                  <c:v>5.30450000003</c:v>
                </c:pt>
                <c:pt idx="563">
                  <c:v>5.30900000003</c:v>
                </c:pt>
                <c:pt idx="564">
                  <c:v>5.30925000003</c:v>
                </c:pt>
                <c:pt idx="565">
                  <c:v>5.31375000003</c:v>
                </c:pt>
                <c:pt idx="566">
                  <c:v>5.31400000003</c:v>
                </c:pt>
                <c:pt idx="567">
                  <c:v>5.31850000003</c:v>
                </c:pt>
                <c:pt idx="568">
                  <c:v>5.31875000003</c:v>
                </c:pt>
                <c:pt idx="569">
                  <c:v>5.32325000003</c:v>
                </c:pt>
                <c:pt idx="570">
                  <c:v>5.32350000003</c:v>
                </c:pt>
                <c:pt idx="571">
                  <c:v>5.32800000003</c:v>
                </c:pt>
                <c:pt idx="572">
                  <c:v>5.32825000003</c:v>
                </c:pt>
                <c:pt idx="573">
                  <c:v>5.33275000003</c:v>
                </c:pt>
                <c:pt idx="574">
                  <c:v>5.33300000003</c:v>
                </c:pt>
                <c:pt idx="575">
                  <c:v>5.33750000003</c:v>
                </c:pt>
                <c:pt idx="576">
                  <c:v>5.33775000003</c:v>
                </c:pt>
                <c:pt idx="577">
                  <c:v>5.34225000003</c:v>
                </c:pt>
                <c:pt idx="578">
                  <c:v>5.34250000003</c:v>
                </c:pt>
                <c:pt idx="579">
                  <c:v>5.34700000003</c:v>
                </c:pt>
                <c:pt idx="580">
                  <c:v>5.34725000003</c:v>
                </c:pt>
                <c:pt idx="581">
                  <c:v>5.35175000003</c:v>
                </c:pt>
                <c:pt idx="582">
                  <c:v>5.35200000003</c:v>
                </c:pt>
                <c:pt idx="583">
                  <c:v>5.35325000003</c:v>
                </c:pt>
                <c:pt idx="584">
                  <c:v>5.35450000003</c:v>
                </c:pt>
                <c:pt idx="585">
                  <c:v>5.35650000003</c:v>
                </c:pt>
                <c:pt idx="586">
                  <c:v>5.35675000003</c:v>
                </c:pt>
                <c:pt idx="587">
                  <c:v>5.36125000003</c:v>
                </c:pt>
                <c:pt idx="588">
                  <c:v>5.36150000003</c:v>
                </c:pt>
                <c:pt idx="589">
                  <c:v>5.36600000003</c:v>
                </c:pt>
                <c:pt idx="590">
                  <c:v>5.36625000003</c:v>
                </c:pt>
                <c:pt idx="591">
                  <c:v>5.37075000003</c:v>
                </c:pt>
                <c:pt idx="592">
                  <c:v>5.37100000003</c:v>
                </c:pt>
                <c:pt idx="593">
                  <c:v>5.37550000003</c:v>
                </c:pt>
                <c:pt idx="594">
                  <c:v>5.37575000003</c:v>
                </c:pt>
                <c:pt idx="595">
                  <c:v>5.38025000003</c:v>
                </c:pt>
                <c:pt idx="596">
                  <c:v>5.38050000003</c:v>
                </c:pt>
                <c:pt idx="597">
                  <c:v>5.38500000003</c:v>
                </c:pt>
                <c:pt idx="598">
                  <c:v>5.38525000003</c:v>
                </c:pt>
                <c:pt idx="599">
                  <c:v>5.38975000003</c:v>
                </c:pt>
                <c:pt idx="600">
                  <c:v>5.39000000003</c:v>
                </c:pt>
                <c:pt idx="601">
                  <c:v>5.39450000003</c:v>
                </c:pt>
                <c:pt idx="602">
                  <c:v>5.39475000003</c:v>
                </c:pt>
                <c:pt idx="603">
                  <c:v>5.39925000003</c:v>
                </c:pt>
                <c:pt idx="604">
                  <c:v>5.39950000003</c:v>
                </c:pt>
                <c:pt idx="605">
                  <c:v>5.40400000003</c:v>
                </c:pt>
                <c:pt idx="606">
                  <c:v>5.40425000003</c:v>
                </c:pt>
                <c:pt idx="607">
                  <c:v>5.40875000003</c:v>
                </c:pt>
                <c:pt idx="608">
                  <c:v>5.40900000003</c:v>
                </c:pt>
                <c:pt idx="609">
                  <c:v>5.41350000003</c:v>
                </c:pt>
                <c:pt idx="610">
                  <c:v>5.41375000003</c:v>
                </c:pt>
                <c:pt idx="611">
                  <c:v>5.41825000003</c:v>
                </c:pt>
                <c:pt idx="612">
                  <c:v>5.41850000003</c:v>
                </c:pt>
                <c:pt idx="613">
                  <c:v>5.42300000003</c:v>
                </c:pt>
                <c:pt idx="614">
                  <c:v>5.42325000003</c:v>
                </c:pt>
                <c:pt idx="615">
                  <c:v>5.42775000003</c:v>
                </c:pt>
                <c:pt idx="616">
                  <c:v>5.42800000003</c:v>
                </c:pt>
                <c:pt idx="617">
                  <c:v>5.43250000003</c:v>
                </c:pt>
                <c:pt idx="618">
                  <c:v>5.43275000003</c:v>
                </c:pt>
                <c:pt idx="619">
                  <c:v>5.43725000003</c:v>
                </c:pt>
                <c:pt idx="620">
                  <c:v>5.43750000003</c:v>
                </c:pt>
                <c:pt idx="621">
                  <c:v>5.44200000003</c:v>
                </c:pt>
                <c:pt idx="622">
                  <c:v>5.44225000003</c:v>
                </c:pt>
                <c:pt idx="623">
                  <c:v>5.44675000003</c:v>
                </c:pt>
                <c:pt idx="624">
                  <c:v>5.44700000003</c:v>
                </c:pt>
                <c:pt idx="625">
                  <c:v>5.45150000003</c:v>
                </c:pt>
                <c:pt idx="626">
                  <c:v>5.45175000003</c:v>
                </c:pt>
                <c:pt idx="627">
                  <c:v>5.45625000003</c:v>
                </c:pt>
                <c:pt idx="628">
                  <c:v>5.45650000003</c:v>
                </c:pt>
                <c:pt idx="629">
                  <c:v>5.46100000003</c:v>
                </c:pt>
                <c:pt idx="630">
                  <c:v>5.46125000003</c:v>
                </c:pt>
                <c:pt idx="631">
                  <c:v>5.46575000003</c:v>
                </c:pt>
                <c:pt idx="632">
                  <c:v>5.46600000003</c:v>
                </c:pt>
                <c:pt idx="633">
                  <c:v>5.47050000003</c:v>
                </c:pt>
                <c:pt idx="634">
                  <c:v>5.47075000003</c:v>
                </c:pt>
                <c:pt idx="635">
                  <c:v>5.47525000003</c:v>
                </c:pt>
                <c:pt idx="636">
                  <c:v>5.47550000003</c:v>
                </c:pt>
                <c:pt idx="637">
                  <c:v>5.48000000003</c:v>
                </c:pt>
                <c:pt idx="638">
                  <c:v>5.48025000003</c:v>
                </c:pt>
                <c:pt idx="639">
                  <c:v>5.48475000003</c:v>
                </c:pt>
                <c:pt idx="640">
                  <c:v>5.48500000003</c:v>
                </c:pt>
                <c:pt idx="641">
                  <c:v>5.48950000003</c:v>
                </c:pt>
                <c:pt idx="642">
                  <c:v>5.48975000003</c:v>
                </c:pt>
                <c:pt idx="643">
                  <c:v>5.49425000003</c:v>
                </c:pt>
                <c:pt idx="644">
                  <c:v>5.49450000003</c:v>
                </c:pt>
                <c:pt idx="645">
                  <c:v>5.49900000003</c:v>
                </c:pt>
                <c:pt idx="646">
                  <c:v>5.49925000003</c:v>
                </c:pt>
                <c:pt idx="647">
                  <c:v>5.50375000003</c:v>
                </c:pt>
                <c:pt idx="648">
                  <c:v>5.50400000003</c:v>
                </c:pt>
                <c:pt idx="649">
                  <c:v>5.50850000003</c:v>
                </c:pt>
                <c:pt idx="650">
                  <c:v>5.50875000003</c:v>
                </c:pt>
                <c:pt idx="651">
                  <c:v>5.51325000003</c:v>
                </c:pt>
                <c:pt idx="652">
                  <c:v>5.51350000003</c:v>
                </c:pt>
                <c:pt idx="653">
                  <c:v>5.51800000003</c:v>
                </c:pt>
                <c:pt idx="654">
                  <c:v>5.51825000003</c:v>
                </c:pt>
                <c:pt idx="655">
                  <c:v>5.52275000003</c:v>
                </c:pt>
                <c:pt idx="656">
                  <c:v>5.52300000003</c:v>
                </c:pt>
                <c:pt idx="657">
                  <c:v>5.52750000003</c:v>
                </c:pt>
                <c:pt idx="658">
                  <c:v>5.52775000003</c:v>
                </c:pt>
                <c:pt idx="659">
                  <c:v>5.53225000003</c:v>
                </c:pt>
                <c:pt idx="660">
                  <c:v>5.53250000003</c:v>
                </c:pt>
                <c:pt idx="661">
                  <c:v>5.53700000003</c:v>
                </c:pt>
                <c:pt idx="662">
                  <c:v>5.53725000003</c:v>
                </c:pt>
                <c:pt idx="663">
                  <c:v>5.54175000003</c:v>
                </c:pt>
                <c:pt idx="664">
                  <c:v>5.54200000003</c:v>
                </c:pt>
                <c:pt idx="665">
                  <c:v>5.54650000003</c:v>
                </c:pt>
                <c:pt idx="666">
                  <c:v>5.54675000003</c:v>
                </c:pt>
                <c:pt idx="667">
                  <c:v>5.55125000003</c:v>
                </c:pt>
                <c:pt idx="668">
                  <c:v>5.55150000003</c:v>
                </c:pt>
                <c:pt idx="669">
                  <c:v>5.55600000003</c:v>
                </c:pt>
                <c:pt idx="670">
                  <c:v>5.55625000003</c:v>
                </c:pt>
                <c:pt idx="671">
                  <c:v>5.56075000003</c:v>
                </c:pt>
                <c:pt idx="672">
                  <c:v>5.56100000003</c:v>
                </c:pt>
                <c:pt idx="673">
                  <c:v>5.56550000003</c:v>
                </c:pt>
                <c:pt idx="674">
                  <c:v>5.56575000003</c:v>
                </c:pt>
                <c:pt idx="675">
                  <c:v>5.57025000003</c:v>
                </c:pt>
                <c:pt idx="676">
                  <c:v>5.57050000003</c:v>
                </c:pt>
                <c:pt idx="677">
                  <c:v>5.57250000003</c:v>
                </c:pt>
                <c:pt idx="678">
                  <c:v>5.57350000003</c:v>
                </c:pt>
                <c:pt idx="679">
                  <c:v>5.57500000003</c:v>
                </c:pt>
                <c:pt idx="680">
                  <c:v>5.57525000003</c:v>
                </c:pt>
                <c:pt idx="681">
                  <c:v>5.57975000003</c:v>
                </c:pt>
                <c:pt idx="682">
                  <c:v>5.58000000003</c:v>
                </c:pt>
                <c:pt idx="683">
                  <c:v>5.58450000003</c:v>
                </c:pt>
                <c:pt idx="684">
                  <c:v>5.58475000003</c:v>
                </c:pt>
                <c:pt idx="685">
                  <c:v>5.58925000003</c:v>
                </c:pt>
                <c:pt idx="686">
                  <c:v>5.58950000003</c:v>
                </c:pt>
                <c:pt idx="687">
                  <c:v>5.59400000003</c:v>
                </c:pt>
                <c:pt idx="688">
                  <c:v>5.59425000003</c:v>
                </c:pt>
                <c:pt idx="689">
                  <c:v>5.59875000003</c:v>
                </c:pt>
                <c:pt idx="690">
                  <c:v>5.59900000003</c:v>
                </c:pt>
                <c:pt idx="691">
                  <c:v>5.60350000003</c:v>
                </c:pt>
                <c:pt idx="692">
                  <c:v>5.60375000003</c:v>
                </c:pt>
                <c:pt idx="693">
                  <c:v>5.60825000003</c:v>
                </c:pt>
                <c:pt idx="694">
                  <c:v>5.60850000003</c:v>
                </c:pt>
                <c:pt idx="695">
                  <c:v>5.61300000003</c:v>
                </c:pt>
                <c:pt idx="696">
                  <c:v>5.61325000003</c:v>
                </c:pt>
                <c:pt idx="697">
                  <c:v>5.61775000003</c:v>
                </c:pt>
                <c:pt idx="698">
                  <c:v>5.61800000003</c:v>
                </c:pt>
                <c:pt idx="699">
                  <c:v>5.62250000003</c:v>
                </c:pt>
                <c:pt idx="700">
                  <c:v>5.62275000003</c:v>
                </c:pt>
                <c:pt idx="701">
                  <c:v>5.62725000003</c:v>
                </c:pt>
                <c:pt idx="702">
                  <c:v>5.62750000003</c:v>
                </c:pt>
                <c:pt idx="703">
                  <c:v>5.63200000003</c:v>
                </c:pt>
                <c:pt idx="704">
                  <c:v>5.63225000003</c:v>
                </c:pt>
                <c:pt idx="705">
                  <c:v>5.63675000003</c:v>
                </c:pt>
                <c:pt idx="706">
                  <c:v>5.63700000003</c:v>
                </c:pt>
                <c:pt idx="707">
                  <c:v>5.64150000003</c:v>
                </c:pt>
                <c:pt idx="708">
                  <c:v>5.64175000003</c:v>
                </c:pt>
                <c:pt idx="709">
                  <c:v>5.64625000003</c:v>
                </c:pt>
                <c:pt idx="710">
                  <c:v>5.64650000003</c:v>
                </c:pt>
                <c:pt idx="711">
                  <c:v>5.65100000003</c:v>
                </c:pt>
                <c:pt idx="712">
                  <c:v>5.65125000003</c:v>
                </c:pt>
                <c:pt idx="713">
                  <c:v>5.65575000003</c:v>
                </c:pt>
                <c:pt idx="714">
                  <c:v>5.65600000003</c:v>
                </c:pt>
                <c:pt idx="715">
                  <c:v>5.66050000003</c:v>
                </c:pt>
                <c:pt idx="716">
                  <c:v>5.66075000003</c:v>
                </c:pt>
                <c:pt idx="717">
                  <c:v>5.66525000003</c:v>
                </c:pt>
                <c:pt idx="718">
                  <c:v>5.66550000003</c:v>
                </c:pt>
                <c:pt idx="719">
                  <c:v>5.67000000003</c:v>
                </c:pt>
                <c:pt idx="720">
                  <c:v>5.67025000003</c:v>
                </c:pt>
                <c:pt idx="721">
                  <c:v>5.67475000003</c:v>
                </c:pt>
                <c:pt idx="722">
                  <c:v>5.67500000003</c:v>
                </c:pt>
                <c:pt idx="723">
                  <c:v>5.67950000003</c:v>
                </c:pt>
                <c:pt idx="724">
                  <c:v>5.67975000003</c:v>
                </c:pt>
                <c:pt idx="725">
                  <c:v>5.68425000003</c:v>
                </c:pt>
                <c:pt idx="726">
                  <c:v>5.68450000003</c:v>
                </c:pt>
                <c:pt idx="727">
                  <c:v>5.68900000003</c:v>
                </c:pt>
                <c:pt idx="728">
                  <c:v>5.68925000003</c:v>
                </c:pt>
                <c:pt idx="729">
                  <c:v>5.69375000003</c:v>
                </c:pt>
                <c:pt idx="730">
                  <c:v>5.69400000003</c:v>
                </c:pt>
                <c:pt idx="731">
                  <c:v>5.69850000003</c:v>
                </c:pt>
                <c:pt idx="732">
                  <c:v>5.69875000003</c:v>
                </c:pt>
                <c:pt idx="733">
                  <c:v>5.70325000003</c:v>
                </c:pt>
                <c:pt idx="734">
                  <c:v>5.70350000003</c:v>
                </c:pt>
                <c:pt idx="735">
                  <c:v>5.70800000003</c:v>
                </c:pt>
                <c:pt idx="736">
                  <c:v>5.70825000003</c:v>
                </c:pt>
                <c:pt idx="737">
                  <c:v>5.71275000003</c:v>
                </c:pt>
                <c:pt idx="738">
                  <c:v>5.71300000003</c:v>
                </c:pt>
                <c:pt idx="739">
                  <c:v>5.71750000003</c:v>
                </c:pt>
                <c:pt idx="740">
                  <c:v>5.71775000003</c:v>
                </c:pt>
                <c:pt idx="741">
                  <c:v>5.72225000003</c:v>
                </c:pt>
                <c:pt idx="742">
                  <c:v>5.72250000003</c:v>
                </c:pt>
                <c:pt idx="743">
                  <c:v>5.72700000003</c:v>
                </c:pt>
                <c:pt idx="744">
                  <c:v>5.72725000003</c:v>
                </c:pt>
                <c:pt idx="745">
                  <c:v>5.73175000003</c:v>
                </c:pt>
                <c:pt idx="746">
                  <c:v>5.73200000003</c:v>
                </c:pt>
                <c:pt idx="747">
                  <c:v>5.73650000003</c:v>
                </c:pt>
                <c:pt idx="748">
                  <c:v>5.73675000003</c:v>
                </c:pt>
                <c:pt idx="749">
                  <c:v>5.74125000003</c:v>
                </c:pt>
                <c:pt idx="750">
                  <c:v>5.74150000003</c:v>
                </c:pt>
                <c:pt idx="751">
                  <c:v>5.74600000003</c:v>
                </c:pt>
                <c:pt idx="752">
                  <c:v>5.74625000003</c:v>
                </c:pt>
                <c:pt idx="753">
                  <c:v>5.75075000003</c:v>
                </c:pt>
                <c:pt idx="754">
                  <c:v>5.75100000003</c:v>
                </c:pt>
                <c:pt idx="755">
                  <c:v>5.75550000003</c:v>
                </c:pt>
                <c:pt idx="756">
                  <c:v>5.75575000003</c:v>
                </c:pt>
                <c:pt idx="757">
                  <c:v>5.76025000003</c:v>
                </c:pt>
                <c:pt idx="758">
                  <c:v>5.76050000003</c:v>
                </c:pt>
                <c:pt idx="759">
                  <c:v>5.76500000003</c:v>
                </c:pt>
                <c:pt idx="760">
                  <c:v>5.76525000003</c:v>
                </c:pt>
                <c:pt idx="761">
                  <c:v>5.76975000003</c:v>
                </c:pt>
                <c:pt idx="762">
                  <c:v>5.77000000003</c:v>
                </c:pt>
                <c:pt idx="763">
                  <c:v>5.77450000003</c:v>
                </c:pt>
                <c:pt idx="764">
                  <c:v>5.77475000003</c:v>
                </c:pt>
                <c:pt idx="765">
                  <c:v>5.77925000003</c:v>
                </c:pt>
                <c:pt idx="766">
                  <c:v>5.77950000003</c:v>
                </c:pt>
                <c:pt idx="767">
                  <c:v>5.78400000003</c:v>
                </c:pt>
                <c:pt idx="768">
                  <c:v>5.78425000003</c:v>
                </c:pt>
                <c:pt idx="769">
                  <c:v>5.78875000003</c:v>
                </c:pt>
                <c:pt idx="770">
                  <c:v>5.78900000003</c:v>
                </c:pt>
                <c:pt idx="771">
                  <c:v>5.79350000003</c:v>
                </c:pt>
                <c:pt idx="772">
                  <c:v>5.79375000003</c:v>
                </c:pt>
                <c:pt idx="773">
                  <c:v>5.79400000003</c:v>
                </c:pt>
                <c:pt idx="774">
                  <c:v>5.79575000003</c:v>
                </c:pt>
                <c:pt idx="775">
                  <c:v>5.79825000003</c:v>
                </c:pt>
                <c:pt idx="776">
                  <c:v>5.79850000003</c:v>
                </c:pt>
                <c:pt idx="777">
                  <c:v>5.80300000003</c:v>
                </c:pt>
                <c:pt idx="778">
                  <c:v>5.80325000003</c:v>
                </c:pt>
                <c:pt idx="779">
                  <c:v>5.80775000003</c:v>
                </c:pt>
                <c:pt idx="780">
                  <c:v>5.80800000003</c:v>
                </c:pt>
                <c:pt idx="781">
                  <c:v>5.81250000003</c:v>
                </c:pt>
                <c:pt idx="782">
                  <c:v>5.81275000003</c:v>
                </c:pt>
                <c:pt idx="783">
                  <c:v>5.81725000003</c:v>
                </c:pt>
                <c:pt idx="784">
                  <c:v>5.81750000003</c:v>
                </c:pt>
                <c:pt idx="785">
                  <c:v>5.82200000003</c:v>
                </c:pt>
                <c:pt idx="786">
                  <c:v>5.82225000003</c:v>
                </c:pt>
                <c:pt idx="787">
                  <c:v>5.82675000003</c:v>
                </c:pt>
                <c:pt idx="788">
                  <c:v>5.82700000003</c:v>
                </c:pt>
                <c:pt idx="789">
                  <c:v>5.83150000003</c:v>
                </c:pt>
                <c:pt idx="790">
                  <c:v>5.83175000003</c:v>
                </c:pt>
                <c:pt idx="791">
                  <c:v>5.83625000003</c:v>
                </c:pt>
                <c:pt idx="792">
                  <c:v>5.83650000003</c:v>
                </c:pt>
                <c:pt idx="793">
                  <c:v>5.84100000003</c:v>
                </c:pt>
                <c:pt idx="794">
                  <c:v>5.84125000003</c:v>
                </c:pt>
                <c:pt idx="795">
                  <c:v>5.84575000003</c:v>
                </c:pt>
                <c:pt idx="796">
                  <c:v>5.84600000003</c:v>
                </c:pt>
                <c:pt idx="797">
                  <c:v>5.85050000003</c:v>
                </c:pt>
                <c:pt idx="798">
                  <c:v>5.85075000003</c:v>
                </c:pt>
                <c:pt idx="799">
                  <c:v>5.85525000003</c:v>
                </c:pt>
                <c:pt idx="800">
                  <c:v>5.85550000003</c:v>
                </c:pt>
                <c:pt idx="801">
                  <c:v>5.86000000003</c:v>
                </c:pt>
                <c:pt idx="802">
                  <c:v>5.86025000003</c:v>
                </c:pt>
                <c:pt idx="803">
                  <c:v>5.86475000003</c:v>
                </c:pt>
                <c:pt idx="804">
                  <c:v>5.86500000003</c:v>
                </c:pt>
                <c:pt idx="805">
                  <c:v>5.86950000003</c:v>
                </c:pt>
                <c:pt idx="806">
                  <c:v>5.86975000003</c:v>
                </c:pt>
                <c:pt idx="807">
                  <c:v>5.87425000003</c:v>
                </c:pt>
                <c:pt idx="808">
                  <c:v>5.87450000003</c:v>
                </c:pt>
                <c:pt idx="809">
                  <c:v>5.87900000003</c:v>
                </c:pt>
                <c:pt idx="810">
                  <c:v>5.87925000003</c:v>
                </c:pt>
                <c:pt idx="811">
                  <c:v>5.88375000003</c:v>
                </c:pt>
                <c:pt idx="812">
                  <c:v>5.88400000003</c:v>
                </c:pt>
                <c:pt idx="813">
                  <c:v>5.88850000003</c:v>
                </c:pt>
                <c:pt idx="814">
                  <c:v>5.88875000003</c:v>
                </c:pt>
                <c:pt idx="815">
                  <c:v>5.89325000003</c:v>
                </c:pt>
                <c:pt idx="816">
                  <c:v>5.89350000003</c:v>
                </c:pt>
                <c:pt idx="817">
                  <c:v>5.89800000003</c:v>
                </c:pt>
                <c:pt idx="818">
                  <c:v>5.89825000003</c:v>
                </c:pt>
                <c:pt idx="819">
                  <c:v>5.90275000003</c:v>
                </c:pt>
                <c:pt idx="820">
                  <c:v>5.90300000003</c:v>
                </c:pt>
                <c:pt idx="821">
                  <c:v>5.90750000003</c:v>
                </c:pt>
                <c:pt idx="822">
                  <c:v>5.90775000003</c:v>
                </c:pt>
                <c:pt idx="823">
                  <c:v>5.91225000003</c:v>
                </c:pt>
                <c:pt idx="824">
                  <c:v>5.91250000003</c:v>
                </c:pt>
                <c:pt idx="825">
                  <c:v>5.91700000003</c:v>
                </c:pt>
                <c:pt idx="826">
                  <c:v>5.91725000003</c:v>
                </c:pt>
                <c:pt idx="827">
                  <c:v>5.92175000003</c:v>
                </c:pt>
                <c:pt idx="828">
                  <c:v>5.92200000003</c:v>
                </c:pt>
                <c:pt idx="829">
                  <c:v>5.92650000003</c:v>
                </c:pt>
                <c:pt idx="830">
                  <c:v>5.92675000003</c:v>
                </c:pt>
                <c:pt idx="831">
                  <c:v>5.93125000003</c:v>
                </c:pt>
                <c:pt idx="832">
                  <c:v>5.93150000003</c:v>
                </c:pt>
                <c:pt idx="833">
                  <c:v>5.93600000003</c:v>
                </c:pt>
                <c:pt idx="834">
                  <c:v>5.93625000003</c:v>
                </c:pt>
                <c:pt idx="835">
                  <c:v>5.94075000003</c:v>
                </c:pt>
                <c:pt idx="836">
                  <c:v>5.94100000003</c:v>
                </c:pt>
                <c:pt idx="837">
                  <c:v>5.94550000003</c:v>
                </c:pt>
                <c:pt idx="838">
                  <c:v>5.94575000003</c:v>
                </c:pt>
                <c:pt idx="839">
                  <c:v>5.95025000003</c:v>
                </c:pt>
                <c:pt idx="840">
                  <c:v>5.95050000003</c:v>
                </c:pt>
                <c:pt idx="841">
                  <c:v>5.95500000003</c:v>
                </c:pt>
                <c:pt idx="842">
                  <c:v>5.95525000003</c:v>
                </c:pt>
                <c:pt idx="843">
                  <c:v>5.95975000003</c:v>
                </c:pt>
                <c:pt idx="844">
                  <c:v>5.96000000003</c:v>
                </c:pt>
                <c:pt idx="845">
                  <c:v>5.96450000003</c:v>
                </c:pt>
                <c:pt idx="846">
                  <c:v>5.96475000003</c:v>
                </c:pt>
                <c:pt idx="847">
                  <c:v>5.96925000003</c:v>
                </c:pt>
                <c:pt idx="848">
                  <c:v>5.96950000003</c:v>
                </c:pt>
                <c:pt idx="849">
                  <c:v>5.97400000003</c:v>
                </c:pt>
                <c:pt idx="850">
                  <c:v>5.97425000003</c:v>
                </c:pt>
                <c:pt idx="851">
                  <c:v>5.97875000003</c:v>
                </c:pt>
                <c:pt idx="852">
                  <c:v>5.97900000003</c:v>
                </c:pt>
                <c:pt idx="853">
                  <c:v>5.98350000003</c:v>
                </c:pt>
                <c:pt idx="854">
                  <c:v>5.98375000003</c:v>
                </c:pt>
                <c:pt idx="855">
                  <c:v>5.98825000003</c:v>
                </c:pt>
                <c:pt idx="856">
                  <c:v>5.98850000003</c:v>
                </c:pt>
                <c:pt idx="857">
                  <c:v>5.99300000003</c:v>
                </c:pt>
                <c:pt idx="858">
                  <c:v>5.99325000003</c:v>
                </c:pt>
                <c:pt idx="859">
                  <c:v>5.99775000003</c:v>
                </c:pt>
                <c:pt idx="860">
                  <c:v>5.99800000003</c:v>
                </c:pt>
                <c:pt idx="861">
                  <c:v>6.00250000003</c:v>
                </c:pt>
                <c:pt idx="862">
                  <c:v>6.00275000003</c:v>
                </c:pt>
                <c:pt idx="863">
                  <c:v>6.00725000003</c:v>
                </c:pt>
                <c:pt idx="864">
                  <c:v>6.00750000003</c:v>
                </c:pt>
                <c:pt idx="865">
                  <c:v>6.01200000003</c:v>
                </c:pt>
                <c:pt idx="866">
                  <c:v>6.01225000003</c:v>
                </c:pt>
                <c:pt idx="867">
                  <c:v>6.01350000003</c:v>
                </c:pt>
                <c:pt idx="868">
                  <c:v>6.01450000003</c:v>
                </c:pt>
                <c:pt idx="869">
                  <c:v>6.01675000003</c:v>
                </c:pt>
                <c:pt idx="870">
                  <c:v>6.01700000003</c:v>
                </c:pt>
                <c:pt idx="871">
                  <c:v>6.02150000003</c:v>
                </c:pt>
                <c:pt idx="872">
                  <c:v>6.02175000003</c:v>
                </c:pt>
                <c:pt idx="873">
                  <c:v>6.02625000003</c:v>
                </c:pt>
                <c:pt idx="874">
                  <c:v>6.02650000003</c:v>
                </c:pt>
                <c:pt idx="875">
                  <c:v>6.03100000003</c:v>
                </c:pt>
                <c:pt idx="876">
                  <c:v>6.03125000003</c:v>
                </c:pt>
                <c:pt idx="877">
                  <c:v>6.03575000003</c:v>
                </c:pt>
                <c:pt idx="878">
                  <c:v>6.03600000003</c:v>
                </c:pt>
                <c:pt idx="879">
                  <c:v>6.04050000003</c:v>
                </c:pt>
                <c:pt idx="880">
                  <c:v>6.04075000003</c:v>
                </c:pt>
                <c:pt idx="881">
                  <c:v>6.04525000003</c:v>
                </c:pt>
                <c:pt idx="882">
                  <c:v>6.04550000003</c:v>
                </c:pt>
                <c:pt idx="883">
                  <c:v>6.05000000003</c:v>
                </c:pt>
                <c:pt idx="884">
                  <c:v>6.05025000003</c:v>
                </c:pt>
                <c:pt idx="885">
                  <c:v>6.05475000003</c:v>
                </c:pt>
                <c:pt idx="886">
                  <c:v>6.05500000003</c:v>
                </c:pt>
                <c:pt idx="887">
                  <c:v>6.05950000003</c:v>
                </c:pt>
                <c:pt idx="888">
                  <c:v>6.05975000003</c:v>
                </c:pt>
                <c:pt idx="889">
                  <c:v>6.06425000003</c:v>
                </c:pt>
                <c:pt idx="890">
                  <c:v>6.06450000003</c:v>
                </c:pt>
                <c:pt idx="891">
                  <c:v>6.06900000003</c:v>
                </c:pt>
                <c:pt idx="892">
                  <c:v>6.06925000003</c:v>
                </c:pt>
                <c:pt idx="893">
                  <c:v>6.07375000003</c:v>
                </c:pt>
                <c:pt idx="894">
                  <c:v>6.07400000003</c:v>
                </c:pt>
                <c:pt idx="895">
                  <c:v>6.07850000003</c:v>
                </c:pt>
                <c:pt idx="896">
                  <c:v>6.07875000003</c:v>
                </c:pt>
                <c:pt idx="897">
                  <c:v>6.08325000003</c:v>
                </c:pt>
                <c:pt idx="898">
                  <c:v>6.08350000003</c:v>
                </c:pt>
                <c:pt idx="899">
                  <c:v>6.08800000003</c:v>
                </c:pt>
                <c:pt idx="900">
                  <c:v>6.08825000003</c:v>
                </c:pt>
                <c:pt idx="901">
                  <c:v>6.09275000003</c:v>
                </c:pt>
                <c:pt idx="902">
                  <c:v>6.09300000003</c:v>
                </c:pt>
                <c:pt idx="903">
                  <c:v>6.09750000003</c:v>
                </c:pt>
                <c:pt idx="904">
                  <c:v>6.09775000003</c:v>
                </c:pt>
                <c:pt idx="905">
                  <c:v>6.10225000003</c:v>
                </c:pt>
                <c:pt idx="906">
                  <c:v>6.10250000003</c:v>
                </c:pt>
                <c:pt idx="907">
                  <c:v>6.10700000003</c:v>
                </c:pt>
                <c:pt idx="908">
                  <c:v>6.10725000003</c:v>
                </c:pt>
                <c:pt idx="909">
                  <c:v>6.11175000003</c:v>
                </c:pt>
                <c:pt idx="910">
                  <c:v>6.11200000003</c:v>
                </c:pt>
                <c:pt idx="911">
                  <c:v>6.11650000003</c:v>
                </c:pt>
                <c:pt idx="912">
                  <c:v>6.11675000003</c:v>
                </c:pt>
                <c:pt idx="913">
                  <c:v>6.12125000003</c:v>
                </c:pt>
                <c:pt idx="914">
                  <c:v>6.12150000003</c:v>
                </c:pt>
                <c:pt idx="915">
                  <c:v>6.12600000003</c:v>
                </c:pt>
                <c:pt idx="916">
                  <c:v>6.12625000003</c:v>
                </c:pt>
                <c:pt idx="917">
                  <c:v>6.13075000003</c:v>
                </c:pt>
                <c:pt idx="918">
                  <c:v>6.13100000003</c:v>
                </c:pt>
                <c:pt idx="919">
                  <c:v>6.13550000003</c:v>
                </c:pt>
                <c:pt idx="920">
                  <c:v>6.13575000003</c:v>
                </c:pt>
                <c:pt idx="921">
                  <c:v>6.14025000003</c:v>
                </c:pt>
                <c:pt idx="922">
                  <c:v>6.14050000003</c:v>
                </c:pt>
                <c:pt idx="923">
                  <c:v>6.14500000003</c:v>
                </c:pt>
                <c:pt idx="924">
                  <c:v>6.14525000003</c:v>
                </c:pt>
                <c:pt idx="925">
                  <c:v>6.14975000003</c:v>
                </c:pt>
                <c:pt idx="926">
                  <c:v>6.15000000003</c:v>
                </c:pt>
                <c:pt idx="927">
                  <c:v>6.15450000003</c:v>
                </c:pt>
                <c:pt idx="928">
                  <c:v>6.15475000003</c:v>
                </c:pt>
                <c:pt idx="929">
                  <c:v>6.15925000003</c:v>
                </c:pt>
                <c:pt idx="930">
                  <c:v>6.15950000003</c:v>
                </c:pt>
                <c:pt idx="931">
                  <c:v>6.16400000003</c:v>
                </c:pt>
                <c:pt idx="932">
                  <c:v>6.16425000003</c:v>
                </c:pt>
                <c:pt idx="933">
                  <c:v>6.16875000003</c:v>
                </c:pt>
                <c:pt idx="934">
                  <c:v>6.16900000003</c:v>
                </c:pt>
                <c:pt idx="935">
                  <c:v>6.17350000003</c:v>
                </c:pt>
                <c:pt idx="936">
                  <c:v>6.17375000003</c:v>
                </c:pt>
                <c:pt idx="937">
                  <c:v>6.17825000003</c:v>
                </c:pt>
                <c:pt idx="938">
                  <c:v>6.17850000003</c:v>
                </c:pt>
                <c:pt idx="939">
                  <c:v>6.18300000003</c:v>
                </c:pt>
                <c:pt idx="940">
                  <c:v>6.18325000003</c:v>
                </c:pt>
                <c:pt idx="941">
                  <c:v>6.18775000003</c:v>
                </c:pt>
                <c:pt idx="942">
                  <c:v>6.18800000003</c:v>
                </c:pt>
                <c:pt idx="943">
                  <c:v>6.19250000003</c:v>
                </c:pt>
                <c:pt idx="944">
                  <c:v>6.19275000003</c:v>
                </c:pt>
                <c:pt idx="945">
                  <c:v>6.19725000003</c:v>
                </c:pt>
                <c:pt idx="946">
                  <c:v>6.19750000003</c:v>
                </c:pt>
                <c:pt idx="947">
                  <c:v>6.20200000003</c:v>
                </c:pt>
                <c:pt idx="948">
                  <c:v>6.20225000003</c:v>
                </c:pt>
                <c:pt idx="949">
                  <c:v>6.20675000003</c:v>
                </c:pt>
                <c:pt idx="950">
                  <c:v>6.20700000003</c:v>
                </c:pt>
                <c:pt idx="951">
                  <c:v>6.21150000003</c:v>
                </c:pt>
                <c:pt idx="952">
                  <c:v>6.21175000003</c:v>
                </c:pt>
                <c:pt idx="953">
                  <c:v>6.21625000003</c:v>
                </c:pt>
                <c:pt idx="954">
                  <c:v>6.21650000003</c:v>
                </c:pt>
                <c:pt idx="955">
                  <c:v>6.22100000003</c:v>
                </c:pt>
                <c:pt idx="956">
                  <c:v>6.22125000003</c:v>
                </c:pt>
                <c:pt idx="957">
                  <c:v>6.22575000003</c:v>
                </c:pt>
                <c:pt idx="958">
                  <c:v>6.22600000003</c:v>
                </c:pt>
                <c:pt idx="959">
                  <c:v>6.23050000003</c:v>
                </c:pt>
                <c:pt idx="960">
                  <c:v>6.23075000003</c:v>
                </c:pt>
                <c:pt idx="961">
                  <c:v>6.23500000003</c:v>
                </c:pt>
                <c:pt idx="962">
                  <c:v>6.23525000003</c:v>
                </c:pt>
                <c:pt idx="963">
                  <c:v>6.23550000003</c:v>
                </c:pt>
                <c:pt idx="964">
                  <c:v>6.23675000003</c:v>
                </c:pt>
                <c:pt idx="965">
                  <c:v>6.24000000003</c:v>
                </c:pt>
                <c:pt idx="966">
                  <c:v>6.24025000003</c:v>
                </c:pt>
                <c:pt idx="967">
                  <c:v>6.24475000003</c:v>
                </c:pt>
                <c:pt idx="968">
                  <c:v>6.24500000003</c:v>
                </c:pt>
                <c:pt idx="969">
                  <c:v>6.24950000003</c:v>
                </c:pt>
                <c:pt idx="970">
                  <c:v>6.24975000003</c:v>
                </c:pt>
                <c:pt idx="971">
                  <c:v>6.25425000003</c:v>
                </c:pt>
                <c:pt idx="972">
                  <c:v>6.25450000003</c:v>
                </c:pt>
                <c:pt idx="973">
                  <c:v>6.25900000003</c:v>
                </c:pt>
                <c:pt idx="974">
                  <c:v>6.25925000003</c:v>
                </c:pt>
                <c:pt idx="975">
                  <c:v>6.26375000003</c:v>
                </c:pt>
                <c:pt idx="976">
                  <c:v>6.26400000003</c:v>
                </c:pt>
                <c:pt idx="977">
                  <c:v>6.26850000003</c:v>
                </c:pt>
                <c:pt idx="978">
                  <c:v>6.26875000003</c:v>
                </c:pt>
                <c:pt idx="979">
                  <c:v>6.27325000003</c:v>
                </c:pt>
                <c:pt idx="980">
                  <c:v>6.27350000003</c:v>
                </c:pt>
                <c:pt idx="981">
                  <c:v>6.27800000003</c:v>
                </c:pt>
                <c:pt idx="982">
                  <c:v>6.27825000003</c:v>
                </c:pt>
                <c:pt idx="983">
                  <c:v>6.28275000003</c:v>
                </c:pt>
                <c:pt idx="984">
                  <c:v>6.28300000003</c:v>
                </c:pt>
                <c:pt idx="985">
                  <c:v>6.28750000003</c:v>
                </c:pt>
                <c:pt idx="986">
                  <c:v>6.28775000003</c:v>
                </c:pt>
                <c:pt idx="987">
                  <c:v>6.29225000003</c:v>
                </c:pt>
                <c:pt idx="988">
                  <c:v>6.29250000003</c:v>
                </c:pt>
                <c:pt idx="989">
                  <c:v>6.29700000003</c:v>
                </c:pt>
                <c:pt idx="990">
                  <c:v>6.29725000003</c:v>
                </c:pt>
                <c:pt idx="991">
                  <c:v>6.30175000003</c:v>
                </c:pt>
                <c:pt idx="992">
                  <c:v>6.30200000003</c:v>
                </c:pt>
                <c:pt idx="993">
                  <c:v>6.30650000003</c:v>
                </c:pt>
                <c:pt idx="994">
                  <c:v>6.30675000003</c:v>
                </c:pt>
                <c:pt idx="995">
                  <c:v>6.31125000003</c:v>
                </c:pt>
                <c:pt idx="996">
                  <c:v>6.31150000003</c:v>
                </c:pt>
                <c:pt idx="997">
                  <c:v>6.31600000003</c:v>
                </c:pt>
                <c:pt idx="998">
                  <c:v>6.31625000003</c:v>
                </c:pt>
                <c:pt idx="999">
                  <c:v>6.32075000003</c:v>
                </c:pt>
                <c:pt idx="1000">
                  <c:v>6.32100000003</c:v>
                </c:pt>
                <c:pt idx="1001">
                  <c:v>6.32550000003</c:v>
                </c:pt>
                <c:pt idx="1002">
                  <c:v>6.32575000003</c:v>
                </c:pt>
                <c:pt idx="1003">
                  <c:v>6.33025000003</c:v>
                </c:pt>
                <c:pt idx="1004">
                  <c:v>6.33050000003</c:v>
                </c:pt>
                <c:pt idx="1005">
                  <c:v>6.33500000003</c:v>
                </c:pt>
                <c:pt idx="1006">
                  <c:v>6.33525000003</c:v>
                </c:pt>
                <c:pt idx="1007">
                  <c:v>6.33975000003</c:v>
                </c:pt>
                <c:pt idx="1008">
                  <c:v>6.34000000003</c:v>
                </c:pt>
                <c:pt idx="1009">
                  <c:v>6.34450000003</c:v>
                </c:pt>
                <c:pt idx="1010">
                  <c:v>6.34475000003</c:v>
                </c:pt>
                <c:pt idx="1011">
                  <c:v>6.34925000003</c:v>
                </c:pt>
                <c:pt idx="1012">
                  <c:v>6.34950000003</c:v>
                </c:pt>
                <c:pt idx="1013">
                  <c:v>6.35400000003</c:v>
                </c:pt>
                <c:pt idx="1014">
                  <c:v>6.35425000003</c:v>
                </c:pt>
                <c:pt idx="1015">
                  <c:v>6.35875000003</c:v>
                </c:pt>
                <c:pt idx="1016">
                  <c:v>6.35900000003</c:v>
                </c:pt>
                <c:pt idx="1017">
                  <c:v>6.36350000003</c:v>
                </c:pt>
                <c:pt idx="1018">
                  <c:v>6.36375000003</c:v>
                </c:pt>
                <c:pt idx="1019">
                  <c:v>6.36825000003</c:v>
                </c:pt>
                <c:pt idx="1020">
                  <c:v>6.36850000003</c:v>
                </c:pt>
                <c:pt idx="1021">
                  <c:v>6.37300000003</c:v>
                </c:pt>
                <c:pt idx="1022">
                  <c:v>6.37325000003</c:v>
                </c:pt>
                <c:pt idx="1023">
                  <c:v>6.37775000003</c:v>
                </c:pt>
                <c:pt idx="1024">
                  <c:v>6.37800000003</c:v>
                </c:pt>
                <c:pt idx="1025">
                  <c:v>6.38250000003</c:v>
                </c:pt>
                <c:pt idx="1026">
                  <c:v>6.38275000003</c:v>
                </c:pt>
                <c:pt idx="1027">
                  <c:v>6.38725000003</c:v>
                </c:pt>
                <c:pt idx="1028">
                  <c:v>6.38750000003</c:v>
                </c:pt>
                <c:pt idx="1029">
                  <c:v>6.39200000003</c:v>
                </c:pt>
                <c:pt idx="1030">
                  <c:v>6.39225000003</c:v>
                </c:pt>
                <c:pt idx="1031">
                  <c:v>6.39675000003</c:v>
                </c:pt>
                <c:pt idx="1032">
                  <c:v>6.39700000003</c:v>
                </c:pt>
                <c:pt idx="1033">
                  <c:v>6.40150000003</c:v>
                </c:pt>
                <c:pt idx="1034">
                  <c:v>6.40175000003</c:v>
                </c:pt>
                <c:pt idx="1035">
                  <c:v>6.40625000003</c:v>
                </c:pt>
                <c:pt idx="1036">
                  <c:v>6.40650000003</c:v>
                </c:pt>
                <c:pt idx="1037">
                  <c:v>6.41100000003</c:v>
                </c:pt>
                <c:pt idx="1038">
                  <c:v>6.41125000003</c:v>
                </c:pt>
                <c:pt idx="1039">
                  <c:v>6.41575000003</c:v>
                </c:pt>
                <c:pt idx="1040">
                  <c:v>6.41600000003</c:v>
                </c:pt>
                <c:pt idx="1041">
                  <c:v>6.42050000003</c:v>
                </c:pt>
                <c:pt idx="1042">
                  <c:v>6.42075000003</c:v>
                </c:pt>
                <c:pt idx="1043">
                  <c:v>6.42525000003</c:v>
                </c:pt>
                <c:pt idx="1044">
                  <c:v>6.42550000003</c:v>
                </c:pt>
                <c:pt idx="1045">
                  <c:v>6.43000000003</c:v>
                </c:pt>
                <c:pt idx="1046">
                  <c:v>6.43025000003</c:v>
                </c:pt>
                <c:pt idx="1047">
                  <c:v>6.43475000003</c:v>
                </c:pt>
                <c:pt idx="1048">
                  <c:v>6.43500000003</c:v>
                </c:pt>
                <c:pt idx="1049">
                  <c:v>6.43950000003</c:v>
                </c:pt>
                <c:pt idx="1050">
                  <c:v>6.43975000003</c:v>
                </c:pt>
                <c:pt idx="1051">
                  <c:v>6.44425000003</c:v>
                </c:pt>
                <c:pt idx="1052">
                  <c:v>6.44450000003</c:v>
                </c:pt>
                <c:pt idx="1053">
                  <c:v>6.44900000003</c:v>
                </c:pt>
                <c:pt idx="1054">
                  <c:v>6.44925000003</c:v>
                </c:pt>
                <c:pt idx="1055">
                  <c:v>6.45375000003</c:v>
                </c:pt>
                <c:pt idx="1056">
                  <c:v>6.45400000003</c:v>
                </c:pt>
                <c:pt idx="1057">
                  <c:v>6.45450000003</c:v>
                </c:pt>
                <c:pt idx="1058">
                  <c:v>6.45550000003</c:v>
                </c:pt>
                <c:pt idx="1059">
                  <c:v>6.45850000003</c:v>
                </c:pt>
                <c:pt idx="1060">
                  <c:v>6.45875000003</c:v>
                </c:pt>
                <c:pt idx="1061">
                  <c:v>6.46325000003</c:v>
                </c:pt>
                <c:pt idx="1062">
                  <c:v>6.46350000003</c:v>
                </c:pt>
                <c:pt idx="1063">
                  <c:v>6.46800000003</c:v>
                </c:pt>
                <c:pt idx="1064">
                  <c:v>6.46825000003</c:v>
                </c:pt>
                <c:pt idx="1065">
                  <c:v>6.47275000003</c:v>
                </c:pt>
                <c:pt idx="1066">
                  <c:v>6.47300000003</c:v>
                </c:pt>
                <c:pt idx="1067">
                  <c:v>6.47750000003</c:v>
                </c:pt>
                <c:pt idx="1068">
                  <c:v>6.47775000003</c:v>
                </c:pt>
                <c:pt idx="1069">
                  <c:v>6.48225000003</c:v>
                </c:pt>
                <c:pt idx="1070">
                  <c:v>6.48250000003</c:v>
                </c:pt>
                <c:pt idx="1071">
                  <c:v>6.48700000003</c:v>
                </c:pt>
                <c:pt idx="1072">
                  <c:v>6.48725000003</c:v>
                </c:pt>
                <c:pt idx="1073">
                  <c:v>6.49175000003</c:v>
                </c:pt>
                <c:pt idx="1074">
                  <c:v>6.49200000003</c:v>
                </c:pt>
                <c:pt idx="1075">
                  <c:v>6.49650000003</c:v>
                </c:pt>
                <c:pt idx="1076">
                  <c:v>6.49675000003</c:v>
                </c:pt>
                <c:pt idx="1077">
                  <c:v>6.50125000003</c:v>
                </c:pt>
                <c:pt idx="1078">
                  <c:v>6.50150000003</c:v>
                </c:pt>
                <c:pt idx="1079">
                  <c:v>6.50600000003</c:v>
                </c:pt>
                <c:pt idx="1080">
                  <c:v>6.50625000003</c:v>
                </c:pt>
                <c:pt idx="1081">
                  <c:v>6.51075000003</c:v>
                </c:pt>
                <c:pt idx="1082">
                  <c:v>6.51100000003</c:v>
                </c:pt>
                <c:pt idx="1083">
                  <c:v>6.51550000003</c:v>
                </c:pt>
                <c:pt idx="1084">
                  <c:v>6.51575000003</c:v>
                </c:pt>
                <c:pt idx="1085">
                  <c:v>6.52025000003</c:v>
                </c:pt>
                <c:pt idx="1086">
                  <c:v>6.52050000003</c:v>
                </c:pt>
                <c:pt idx="1087">
                  <c:v>6.52500000003</c:v>
                </c:pt>
                <c:pt idx="1088">
                  <c:v>6.52525000003</c:v>
                </c:pt>
                <c:pt idx="1089">
                  <c:v>6.52975000003</c:v>
                </c:pt>
                <c:pt idx="1090">
                  <c:v>6.53000000003</c:v>
                </c:pt>
                <c:pt idx="1091">
                  <c:v>6.53450000003</c:v>
                </c:pt>
                <c:pt idx="1092">
                  <c:v>6.53475000003</c:v>
                </c:pt>
                <c:pt idx="1093">
                  <c:v>6.53925000003</c:v>
                </c:pt>
                <c:pt idx="1094">
                  <c:v>6.53950000003</c:v>
                </c:pt>
                <c:pt idx="1095">
                  <c:v>6.54400000003</c:v>
                </c:pt>
                <c:pt idx="1096">
                  <c:v>6.54425000003</c:v>
                </c:pt>
                <c:pt idx="1097">
                  <c:v>6.54875000003</c:v>
                </c:pt>
                <c:pt idx="1098">
                  <c:v>6.54900000003</c:v>
                </c:pt>
                <c:pt idx="1099">
                  <c:v>6.55350000003</c:v>
                </c:pt>
                <c:pt idx="1100">
                  <c:v>6.55375000003</c:v>
                </c:pt>
                <c:pt idx="1101">
                  <c:v>6.55825000003</c:v>
                </c:pt>
                <c:pt idx="1102">
                  <c:v>6.55850000003</c:v>
                </c:pt>
                <c:pt idx="1103">
                  <c:v>6.56300000003</c:v>
                </c:pt>
                <c:pt idx="1104">
                  <c:v>6.56325000003</c:v>
                </c:pt>
                <c:pt idx="1105">
                  <c:v>6.56775000003</c:v>
                </c:pt>
                <c:pt idx="1106">
                  <c:v>6.56800000003</c:v>
                </c:pt>
                <c:pt idx="1107">
                  <c:v>6.57250000003</c:v>
                </c:pt>
                <c:pt idx="1108">
                  <c:v>6.57275000003</c:v>
                </c:pt>
                <c:pt idx="1109">
                  <c:v>6.57725000003</c:v>
                </c:pt>
                <c:pt idx="1110">
                  <c:v>6.57750000003</c:v>
                </c:pt>
                <c:pt idx="1111">
                  <c:v>6.58200000003</c:v>
                </c:pt>
                <c:pt idx="1112">
                  <c:v>6.58225000003</c:v>
                </c:pt>
                <c:pt idx="1113">
                  <c:v>6.58675000003</c:v>
                </c:pt>
                <c:pt idx="1114">
                  <c:v>6.58700000003</c:v>
                </c:pt>
                <c:pt idx="1115">
                  <c:v>6.59150000003</c:v>
                </c:pt>
                <c:pt idx="1116">
                  <c:v>6.59175000003</c:v>
                </c:pt>
                <c:pt idx="1117">
                  <c:v>6.59625000003</c:v>
                </c:pt>
                <c:pt idx="1118">
                  <c:v>6.59650000003</c:v>
                </c:pt>
                <c:pt idx="1119">
                  <c:v>6.60100000003</c:v>
                </c:pt>
                <c:pt idx="1120">
                  <c:v>6.60125000003</c:v>
                </c:pt>
                <c:pt idx="1121">
                  <c:v>6.60575000003</c:v>
                </c:pt>
                <c:pt idx="1122">
                  <c:v>6.60600000003</c:v>
                </c:pt>
                <c:pt idx="1123">
                  <c:v>6.61050000003</c:v>
                </c:pt>
                <c:pt idx="1124">
                  <c:v>6.61075000003</c:v>
                </c:pt>
                <c:pt idx="1125">
                  <c:v>6.61525000003</c:v>
                </c:pt>
                <c:pt idx="1126">
                  <c:v>6.61550000003</c:v>
                </c:pt>
                <c:pt idx="1127">
                  <c:v>6.62000000003</c:v>
                </c:pt>
                <c:pt idx="1128">
                  <c:v>6.62025000003</c:v>
                </c:pt>
                <c:pt idx="1129">
                  <c:v>6.62475000003</c:v>
                </c:pt>
                <c:pt idx="1130">
                  <c:v>6.62500000003</c:v>
                </c:pt>
                <c:pt idx="1131">
                  <c:v>6.62950000003</c:v>
                </c:pt>
                <c:pt idx="1132">
                  <c:v>6.62975000003</c:v>
                </c:pt>
                <c:pt idx="1133">
                  <c:v>6.63425000003</c:v>
                </c:pt>
                <c:pt idx="1134">
                  <c:v>6.63450000003</c:v>
                </c:pt>
                <c:pt idx="1135">
                  <c:v>6.63900000003</c:v>
                </c:pt>
                <c:pt idx="1136">
                  <c:v>6.63925000003</c:v>
                </c:pt>
                <c:pt idx="1137">
                  <c:v>6.64375000003</c:v>
                </c:pt>
                <c:pt idx="1138">
                  <c:v>6.64400000003</c:v>
                </c:pt>
                <c:pt idx="1139">
                  <c:v>6.64850000003</c:v>
                </c:pt>
                <c:pt idx="1140">
                  <c:v>6.64875000003</c:v>
                </c:pt>
                <c:pt idx="1141">
                  <c:v>6.65325000003</c:v>
                </c:pt>
                <c:pt idx="1142">
                  <c:v>6.65350000003</c:v>
                </c:pt>
                <c:pt idx="1143">
                  <c:v>6.65800000003</c:v>
                </c:pt>
                <c:pt idx="1144">
                  <c:v>6.65825000003</c:v>
                </c:pt>
                <c:pt idx="1145">
                  <c:v>6.66275000003</c:v>
                </c:pt>
                <c:pt idx="1146">
                  <c:v>6.66300000003</c:v>
                </c:pt>
                <c:pt idx="1147">
                  <c:v>6.66750000003</c:v>
                </c:pt>
                <c:pt idx="1148">
                  <c:v>6.66775000003</c:v>
                </c:pt>
                <c:pt idx="1149">
                  <c:v>6.67225000003</c:v>
                </c:pt>
                <c:pt idx="1150">
                  <c:v>6.67250000003</c:v>
                </c:pt>
                <c:pt idx="1151">
                  <c:v>6.67600000003</c:v>
                </c:pt>
                <c:pt idx="1152">
                  <c:v>6.67700000003</c:v>
                </c:pt>
                <c:pt idx="1153">
                  <c:v>6.67725000003</c:v>
                </c:pt>
                <c:pt idx="1154">
                  <c:v>6.67750000003</c:v>
                </c:pt>
                <c:pt idx="1155">
                  <c:v>6.68175000003</c:v>
                </c:pt>
                <c:pt idx="1156">
                  <c:v>6.68200000003</c:v>
                </c:pt>
                <c:pt idx="1157">
                  <c:v>6.68650000003</c:v>
                </c:pt>
                <c:pt idx="1158">
                  <c:v>6.68675000003</c:v>
                </c:pt>
                <c:pt idx="1159">
                  <c:v>6.69125000003</c:v>
                </c:pt>
                <c:pt idx="1160">
                  <c:v>6.69150000003</c:v>
                </c:pt>
                <c:pt idx="1161">
                  <c:v>6.69600000003</c:v>
                </c:pt>
                <c:pt idx="1162">
                  <c:v>6.69625000003</c:v>
                </c:pt>
                <c:pt idx="1163">
                  <c:v>6.70075000003</c:v>
                </c:pt>
                <c:pt idx="1164">
                  <c:v>6.70100000003</c:v>
                </c:pt>
                <c:pt idx="1165">
                  <c:v>6.70550000003</c:v>
                </c:pt>
                <c:pt idx="1166">
                  <c:v>6.70575000003</c:v>
                </c:pt>
                <c:pt idx="1167">
                  <c:v>6.71025000003</c:v>
                </c:pt>
                <c:pt idx="1168">
                  <c:v>6.71050000003</c:v>
                </c:pt>
                <c:pt idx="1169">
                  <c:v>6.71500000003</c:v>
                </c:pt>
                <c:pt idx="1170">
                  <c:v>6.71525000003</c:v>
                </c:pt>
                <c:pt idx="1171">
                  <c:v>6.71975000003</c:v>
                </c:pt>
                <c:pt idx="1172">
                  <c:v>6.72000000003</c:v>
                </c:pt>
                <c:pt idx="1173">
                  <c:v>6.72450000003</c:v>
                </c:pt>
                <c:pt idx="1174">
                  <c:v>6.72475000003</c:v>
                </c:pt>
                <c:pt idx="1175">
                  <c:v>6.72925000003</c:v>
                </c:pt>
                <c:pt idx="1176">
                  <c:v>6.72950000003</c:v>
                </c:pt>
                <c:pt idx="1177">
                  <c:v>6.73400000003</c:v>
                </c:pt>
                <c:pt idx="1178">
                  <c:v>6.73425000003</c:v>
                </c:pt>
                <c:pt idx="1179">
                  <c:v>6.73875000003</c:v>
                </c:pt>
                <c:pt idx="1180">
                  <c:v>6.73900000003</c:v>
                </c:pt>
                <c:pt idx="1181">
                  <c:v>6.74350000003</c:v>
                </c:pt>
                <c:pt idx="1182">
                  <c:v>6.74375000003</c:v>
                </c:pt>
                <c:pt idx="1183">
                  <c:v>6.74825000003</c:v>
                </c:pt>
                <c:pt idx="1184">
                  <c:v>6.74850000003</c:v>
                </c:pt>
                <c:pt idx="1185">
                  <c:v>6.75300000003</c:v>
                </c:pt>
                <c:pt idx="1186">
                  <c:v>6.75325000003</c:v>
                </c:pt>
                <c:pt idx="1187">
                  <c:v>6.75775000003</c:v>
                </c:pt>
                <c:pt idx="1188">
                  <c:v>6.75800000003</c:v>
                </c:pt>
                <c:pt idx="1189">
                  <c:v>6.76250000003</c:v>
                </c:pt>
                <c:pt idx="1190">
                  <c:v>6.76275000003</c:v>
                </c:pt>
                <c:pt idx="1191">
                  <c:v>6.76725000003</c:v>
                </c:pt>
                <c:pt idx="1192">
                  <c:v>6.76750000003</c:v>
                </c:pt>
                <c:pt idx="1193">
                  <c:v>6.77200000003</c:v>
                </c:pt>
                <c:pt idx="1194">
                  <c:v>6.77225000003</c:v>
                </c:pt>
                <c:pt idx="1195">
                  <c:v>6.77675000003</c:v>
                </c:pt>
                <c:pt idx="1196">
                  <c:v>6.77700000003</c:v>
                </c:pt>
                <c:pt idx="1197">
                  <c:v>6.78150000003</c:v>
                </c:pt>
                <c:pt idx="1198">
                  <c:v>6.78175000003</c:v>
                </c:pt>
                <c:pt idx="1199">
                  <c:v>6.78625000003</c:v>
                </c:pt>
                <c:pt idx="1200">
                  <c:v>6.78650000003</c:v>
                </c:pt>
                <c:pt idx="1201">
                  <c:v>6.79100000003</c:v>
                </c:pt>
                <c:pt idx="1202">
                  <c:v>6.79125000003</c:v>
                </c:pt>
                <c:pt idx="1203">
                  <c:v>6.79575000003</c:v>
                </c:pt>
                <c:pt idx="1204">
                  <c:v>6.79600000003</c:v>
                </c:pt>
                <c:pt idx="1205">
                  <c:v>6.80050000003</c:v>
                </c:pt>
                <c:pt idx="1206">
                  <c:v>6.80075000003</c:v>
                </c:pt>
                <c:pt idx="1207">
                  <c:v>6.80525000003</c:v>
                </c:pt>
                <c:pt idx="1208">
                  <c:v>6.80550000003</c:v>
                </c:pt>
                <c:pt idx="1209">
                  <c:v>6.81000000003</c:v>
                </c:pt>
                <c:pt idx="1210">
                  <c:v>6.81025000003</c:v>
                </c:pt>
                <c:pt idx="1211">
                  <c:v>6.81475000003</c:v>
                </c:pt>
                <c:pt idx="1212">
                  <c:v>6.81500000003</c:v>
                </c:pt>
                <c:pt idx="1213">
                  <c:v>6.81950000003</c:v>
                </c:pt>
                <c:pt idx="1214">
                  <c:v>6.81975000003</c:v>
                </c:pt>
                <c:pt idx="1215">
                  <c:v>6.82425000003</c:v>
                </c:pt>
                <c:pt idx="1216">
                  <c:v>6.82450000003</c:v>
                </c:pt>
                <c:pt idx="1217">
                  <c:v>6.82900000003</c:v>
                </c:pt>
                <c:pt idx="1218">
                  <c:v>6.82925000003</c:v>
                </c:pt>
                <c:pt idx="1219">
                  <c:v>6.83375000003</c:v>
                </c:pt>
                <c:pt idx="1220">
                  <c:v>6.83400000003</c:v>
                </c:pt>
                <c:pt idx="1221">
                  <c:v>6.83850000003</c:v>
                </c:pt>
                <c:pt idx="1222">
                  <c:v>6.83875000003</c:v>
                </c:pt>
                <c:pt idx="1223">
                  <c:v>6.84325000003</c:v>
                </c:pt>
                <c:pt idx="1224">
                  <c:v>6.84350000003</c:v>
                </c:pt>
                <c:pt idx="1225">
                  <c:v>6.84800000003</c:v>
                </c:pt>
                <c:pt idx="1226">
                  <c:v>6.84825000003</c:v>
                </c:pt>
                <c:pt idx="1227">
                  <c:v>6.85275000003</c:v>
                </c:pt>
                <c:pt idx="1228">
                  <c:v>6.85300000003</c:v>
                </c:pt>
                <c:pt idx="1229">
                  <c:v>6.85750000003</c:v>
                </c:pt>
                <c:pt idx="1230">
                  <c:v>6.85775000003</c:v>
                </c:pt>
                <c:pt idx="1231">
                  <c:v>6.86225000003</c:v>
                </c:pt>
                <c:pt idx="1232">
                  <c:v>6.86250000003</c:v>
                </c:pt>
                <c:pt idx="1233">
                  <c:v>6.86700000003</c:v>
                </c:pt>
                <c:pt idx="1234">
                  <c:v>6.86725000003</c:v>
                </c:pt>
                <c:pt idx="1235">
                  <c:v>6.87175000003</c:v>
                </c:pt>
                <c:pt idx="1236">
                  <c:v>6.87200000003</c:v>
                </c:pt>
                <c:pt idx="1237">
                  <c:v>6.87650000003</c:v>
                </c:pt>
                <c:pt idx="1238">
                  <c:v>6.87675000003</c:v>
                </c:pt>
                <c:pt idx="1239">
                  <c:v>6.88125000003</c:v>
                </c:pt>
                <c:pt idx="1240">
                  <c:v>6.88150000003</c:v>
                </c:pt>
                <c:pt idx="1241">
                  <c:v>6.88600000003</c:v>
                </c:pt>
                <c:pt idx="1242">
                  <c:v>6.88625000003</c:v>
                </c:pt>
                <c:pt idx="1243">
                  <c:v>6.89075000003</c:v>
                </c:pt>
                <c:pt idx="1244">
                  <c:v>6.89100000003</c:v>
                </c:pt>
                <c:pt idx="1245">
                  <c:v>6.89550000003</c:v>
                </c:pt>
                <c:pt idx="1246">
                  <c:v>6.89575000003</c:v>
                </c:pt>
                <c:pt idx="1247">
                  <c:v>6.89625000003</c:v>
                </c:pt>
                <c:pt idx="1248">
                  <c:v>6.90025000003</c:v>
                </c:pt>
                <c:pt idx="1249">
                  <c:v>6.90050000003</c:v>
                </c:pt>
                <c:pt idx="1250">
                  <c:v>6.90500000003</c:v>
                </c:pt>
                <c:pt idx="1251">
                  <c:v>6.90525000003</c:v>
                </c:pt>
                <c:pt idx="1252">
                  <c:v>6.90975000003</c:v>
                </c:pt>
                <c:pt idx="1253">
                  <c:v>6.91000000003</c:v>
                </c:pt>
                <c:pt idx="1254">
                  <c:v>6.91450000003</c:v>
                </c:pt>
                <c:pt idx="1255">
                  <c:v>6.91475000003</c:v>
                </c:pt>
                <c:pt idx="1256">
                  <c:v>6.91925000003</c:v>
                </c:pt>
                <c:pt idx="1257">
                  <c:v>6.91950000003</c:v>
                </c:pt>
                <c:pt idx="1258">
                  <c:v>6.92400000003</c:v>
                </c:pt>
                <c:pt idx="1259">
                  <c:v>6.92425000003</c:v>
                </c:pt>
                <c:pt idx="1260">
                  <c:v>6.92875000003</c:v>
                </c:pt>
                <c:pt idx="1261">
                  <c:v>6.92900000003</c:v>
                </c:pt>
                <c:pt idx="1262">
                  <c:v>6.93350000003</c:v>
                </c:pt>
                <c:pt idx="1263">
                  <c:v>6.93375000003</c:v>
                </c:pt>
                <c:pt idx="1264">
                  <c:v>6.93825000003</c:v>
                </c:pt>
                <c:pt idx="1265">
                  <c:v>6.93850000003</c:v>
                </c:pt>
                <c:pt idx="1266">
                  <c:v>6.94300000003</c:v>
                </c:pt>
                <c:pt idx="1267">
                  <c:v>6.94325000003</c:v>
                </c:pt>
                <c:pt idx="1268">
                  <c:v>6.94775000003</c:v>
                </c:pt>
                <c:pt idx="1269">
                  <c:v>6.94800000003</c:v>
                </c:pt>
                <c:pt idx="1270">
                  <c:v>6.95250000003</c:v>
                </c:pt>
                <c:pt idx="1271">
                  <c:v>6.95275000003</c:v>
                </c:pt>
                <c:pt idx="1272">
                  <c:v>6.95725000003</c:v>
                </c:pt>
                <c:pt idx="1273">
                  <c:v>6.95750000003</c:v>
                </c:pt>
                <c:pt idx="1274">
                  <c:v>6.96200000003</c:v>
                </c:pt>
                <c:pt idx="1275">
                  <c:v>6.96225000003</c:v>
                </c:pt>
                <c:pt idx="1276">
                  <c:v>6.96675000003</c:v>
                </c:pt>
                <c:pt idx="1277">
                  <c:v>6.96700000003</c:v>
                </c:pt>
                <c:pt idx="1278">
                  <c:v>6.97150000003</c:v>
                </c:pt>
                <c:pt idx="1279">
                  <c:v>6.97175000003</c:v>
                </c:pt>
                <c:pt idx="1280">
                  <c:v>6.97625000003</c:v>
                </c:pt>
                <c:pt idx="1281">
                  <c:v>6.97650000003</c:v>
                </c:pt>
                <c:pt idx="1282">
                  <c:v>6.98100000003</c:v>
                </c:pt>
                <c:pt idx="1283">
                  <c:v>6.98125000003</c:v>
                </c:pt>
                <c:pt idx="1284">
                  <c:v>6.98575000003</c:v>
                </c:pt>
                <c:pt idx="1285">
                  <c:v>6.98600000003</c:v>
                </c:pt>
                <c:pt idx="1286">
                  <c:v>6.99050000003</c:v>
                </c:pt>
                <c:pt idx="1287">
                  <c:v>6.99075000003</c:v>
                </c:pt>
                <c:pt idx="1288">
                  <c:v>6.99525000003</c:v>
                </c:pt>
                <c:pt idx="1289">
                  <c:v>6.99550000003</c:v>
                </c:pt>
                <c:pt idx="1290">
                  <c:v>6.99950000003</c:v>
                </c:pt>
                <c:pt idx="1291">
                  <c:v>6.99975000003</c:v>
                </c:pt>
                <c:pt idx="1292">
                  <c:v>7.00000000003</c:v>
                </c:pt>
              </c:numCache>
            </c:numRef>
          </c:xVal>
          <c:yVal>
            <c:numRef>
              <c:f>'Chart Data'!$D$2:$D$1294</c:f>
              <c:numCache>
                <c:formatCode>0.00</c:formatCode>
                <c:ptCount val="1293"/>
                <c:pt idx="0">
                  <c:v>6.92948603621</c:v>
                </c:pt>
                <c:pt idx="1">
                  <c:v>6.92948801587</c:v>
                </c:pt>
                <c:pt idx="2">
                  <c:v>6.92948986918</c:v>
                </c:pt>
                <c:pt idx="3">
                  <c:v>6.92950661407</c:v>
                </c:pt>
                <c:pt idx="4">
                  <c:v>6.92950839389</c:v>
                </c:pt>
                <c:pt idx="5">
                  <c:v>6.9295409302</c:v>
                </c:pt>
                <c:pt idx="6">
                  <c:v>6.92954271188</c:v>
                </c:pt>
                <c:pt idx="7">
                  <c:v>6.92957681459</c:v>
                </c:pt>
                <c:pt idx="8">
                  <c:v>6.92957883126</c:v>
                </c:pt>
                <c:pt idx="9">
                  <c:v>6.92961516997</c:v>
                </c:pt>
                <c:pt idx="10">
                  <c:v>6.92961723712</c:v>
                </c:pt>
                <c:pt idx="11">
                  <c:v>6.92965253249</c:v>
                </c:pt>
                <c:pt idx="12">
                  <c:v>6.92965435884</c:v>
                </c:pt>
                <c:pt idx="13">
                  <c:v>6.92968695756</c:v>
                </c:pt>
                <c:pt idx="14">
                  <c:v>6.92968873932</c:v>
                </c:pt>
                <c:pt idx="15">
                  <c:v>6.92971503159</c:v>
                </c:pt>
                <c:pt idx="16">
                  <c:v>6.92972288891</c:v>
                </c:pt>
                <c:pt idx="17">
                  <c:v>6.92972492182</c:v>
                </c:pt>
                <c:pt idx="18">
                  <c:v>6.92976134237</c:v>
                </c:pt>
                <c:pt idx="19">
                  <c:v>6.92976342479</c:v>
                </c:pt>
                <c:pt idx="20">
                  <c:v>6.92979990237</c:v>
                </c:pt>
                <c:pt idx="21">
                  <c:v>6.92980180101</c:v>
                </c:pt>
                <c:pt idx="22">
                  <c:v>6.92983564581</c:v>
                </c:pt>
                <c:pt idx="23">
                  <c:v>6.92983747902</c:v>
                </c:pt>
                <c:pt idx="24">
                  <c:v>6.92987093004</c:v>
                </c:pt>
                <c:pt idx="25">
                  <c:v>6.92987290229</c:v>
                </c:pt>
                <c:pt idx="26">
                  <c:v>6.92990931316</c:v>
                </c:pt>
                <c:pt idx="27">
                  <c:v>6.9299113928</c:v>
                </c:pt>
                <c:pt idx="28">
                  <c:v>6.92994832262</c:v>
                </c:pt>
                <c:pt idx="29">
                  <c:v>6.92995025282</c:v>
                </c:pt>
                <c:pt idx="30">
                  <c:v>6.92998468914</c:v>
                </c:pt>
                <c:pt idx="31">
                  <c:v>6.92998652801</c:v>
                </c:pt>
                <c:pt idx="32">
                  <c:v>6.93001956702</c:v>
                </c:pt>
                <c:pt idx="33">
                  <c:v>6.93002150737</c:v>
                </c:pt>
                <c:pt idx="34">
                  <c:v>6.9300571822</c:v>
                </c:pt>
                <c:pt idx="35">
                  <c:v>6.93005922284</c:v>
                </c:pt>
                <c:pt idx="36">
                  <c:v>6.93009618713</c:v>
                </c:pt>
                <c:pt idx="37">
                  <c:v>6.93009814064</c:v>
                </c:pt>
                <c:pt idx="38">
                  <c:v>6.93013269904</c:v>
                </c:pt>
                <c:pt idx="39">
                  <c:v>6.93013459152</c:v>
                </c:pt>
                <c:pt idx="40">
                  <c:v>6.93016734305</c:v>
                </c:pt>
                <c:pt idx="41">
                  <c:v>6.93016920517</c:v>
                </c:pt>
                <c:pt idx="42">
                  <c:v>6.9302028457</c:v>
                </c:pt>
                <c:pt idx="43">
                  <c:v>6.93020472133</c:v>
                </c:pt>
                <c:pt idx="44">
                  <c:v>6.93024003999</c:v>
                </c:pt>
                <c:pt idx="45">
                  <c:v>6.93024194929</c:v>
                </c:pt>
                <c:pt idx="46">
                  <c:v>6.93027510176</c:v>
                </c:pt>
                <c:pt idx="47">
                  <c:v>6.93027686946</c:v>
                </c:pt>
                <c:pt idx="48">
                  <c:v>6.93030627517</c:v>
                </c:pt>
                <c:pt idx="49">
                  <c:v>6.93030790661</c:v>
                </c:pt>
                <c:pt idx="50">
                  <c:v>6.93033757653</c:v>
                </c:pt>
                <c:pt idx="51">
                  <c:v>6.9303392162</c:v>
                </c:pt>
                <c:pt idx="52">
                  <c:v>6.93037048029</c:v>
                </c:pt>
                <c:pt idx="53">
                  <c:v>6.93037220067</c:v>
                </c:pt>
                <c:pt idx="54">
                  <c:v>6.9304023527</c:v>
                </c:pt>
                <c:pt idx="55">
                  <c:v>6.930404013</c:v>
                </c:pt>
                <c:pt idx="56">
                  <c:v>6.93043120612</c:v>
                </c:pt>
                <c:pt idx="57">
                  <c:v>6.93043268231</c:v>
                </c:pt>
                <c:pt idx="58">
                  <c:v>6.93045950832</c:v>
                </c:pt>
                <c:pt idx="59">
                  <c:v>6.93046098421</c:v>
                </c:pt>
                <c:pt idx="60">
                  <c:v>6.93049012137</c:v>
                </c:pt>
                <c:pt idx="61">
                  <c:v>6.93049179465</c:v>
                </c:pt>
                <c:pt idx="62">
                  <c:v>6.93052155028</c:v>
                </c:pt>
                <c:pt idx="63">
                  <c:v>6.93052319864</c:v>
                </c:pt>
                <c:pt idx="64">
                  <c:v>6.93055028875</c:v>
                </c:pt>
                <c:pt idx="65">
                  <c:v>6.93055173908</c:v>
                </c:pt>
                <c:pt idx="66">
                  <c:v>6.93057790652</c:v>
                </c:pt>
                <c:pt idx="67">
                  <c:v>6.93057937207</c:v>
                </c:pt>
                <c:pt idx="68">
                  <c:v>6.93060816642</c:v>
                </c:pt>
                <c:pt idx="69">
                  <c:v>6.93060987248</c:v>
                </c:pt>
                <c:pt idx="70">
                  <c:v>6.93064052786</c:v>
                </c:pt>
                <c:pt idx="71">
                  <c:v>6.93064226248</c:v>
                </c:pt>
                <c:pt idx="72">
                  <c:v>6.9306715007</c:v>
                </c:pt>
                <c:pt idx="73">
                  <c:v>6.93067302514</c:v>
                </c:pt>
                <c:pt idx="74">
                  <c:v>6.93070124175</c:v>
                </c:pt>
                <c:pt idx="75">
                  <c:v>6.93070281371</c:v>
                </c:pt>
                <c:pt idx="76">
                  <c:v>6.93073324549</c:v>
                </c:pt>
                <c:pt idx="77">
                  <c:v>6.93073507658</c:v>
                </c:pt>
                <c:pt idx="78">
                  <c:v>6.93076861036</c:v>
                </c:pt>
                <c:pt idx="79">
                  <c:v>6.93077056215</c:v>
                </c:pt>
                <c:pt idx="80">
                  <c:v>6.93080412235</c:v>
                </c:pt>
                <c:pt idx="81">
                  <c:v>6.93080584939</c:v>
                </c:pt>
                <c:pt idx="82">
                  <c:v>6.93083736994</c:v>
                </c:pt>
                <c:pt idx="83">
                  <c:v>6.93083913304</c:v>
                </c:pt>
                <c:pt idx="84">
                  <c:v>6.93087295057</c:v>
                </c:pt>
                <c:pt idx="85">
                  <c:v>6.9308749892</c:v>
                </c:pt>
                <c:pt idx="86">
                  <c:v>6.93091223031</c:v>
                </c:pt>
                <c:pt idx="87">
                  <c:v>6.93091436254</c:v>
                </c:pt>
                <c:pt idx="88">
                  <c:v>6.93095177219</c:v>
                </c:pt>
                <c:pt idx="89">
                  <c:v>6.93095375814</c:v>
                </c:pt>
                <c:pt idx="90">
                  <c:v>6.93099041748</c:v>
                </c:pt>
                <c:pt idx="91">
                  <c:v>6.93099241837</c:v>
                </c:pt>
                <c:pt idx="92">
                  <c:v>6.93102897402</c:v>
                </c:pt>
                <c:pt idx="93">
                  <c:v>6.93103115881</c:v>
                </c:pt>
                <c:pt idx="94">
                  <c:v>6.93107136204</c:v>
                </c:pt>
                <c:pt idx="95">
                  <c:v>6.93107368782</c:v>
                </c:pt>
                <c:pt idx="96">
                  <c:v>6.93111539492</c:v>
                </c:pt>
                <c:pt idx="97">
                  <c:v>6.93111760598</c:v>
                </c:pt>
                <c:pt idx="98">
                  <c:v>6.93115718169</c:v>
                </c:pt>
                <c:pt idx="99">
                  <c:v>6.93115934441</c:v>
                </c:pt>
                <c:pt idx="100">
                  <c:v>6.93119862055</c:v>
                </c:pt>
                <c:pt idx="101">
                  <c:v>6.93120090947</c:v>
                </c:pt>
                <c:pt idx="102">
                  <c:v>6.9312427081</c:v>
                </c:pt>
                <c:pt idx="103">
                  <c:v>6.93124508163</c:v>
                </c:pt>
                <c:pt idx="104">
                  <c:v>6.93128885876</c:v>
                </c:pt>
                <c:pt idx="105">
                  <c:v>6.93129121989</c:v>
                </c:pt>
                <c:pt idx="106">
                  <c:v>6.93133341354</c:v>
                </c:pt>
                <c:pt idx="107">
                  <c:v>6.93133569919</c:v>
                </c:pt>
                <c:pt idx="108">
                  <c:v>6.93137323688</c:v>
                </c:pt>
                <c:pt idx="109">
                  <c:v>6.93137541372</c:v>
                </c:pt>
                <c:pt idx="110">
                  <c:v>6.93137768146</c:v>
                </c:pt>
                <c:pt idx="111">
                  <c:v>6.93138438562</c:v>
                </c:pt>
                <c:pt idx="112">
                  <c:v>6.93141916322</c:v>
                </c:pt>
                <c:pt idx="113">
                  <c:v>6.93142149868</c:v>
                </c:pt>
                <c:pt idx="114">
                  <c:v>6.93146478618</c:v>
                </c:pt>
                <c:pt idx="115">
                  <c:v>6.93146713608</c:v>
                </c:pt>
                <c:pt idx="116">
                  <c:v>6.9315085615</c:v>
                </c:pt>
                <c:pt idx="117">
                  <c:v>6.93151080851</c:v>
                </c:pt>
                <c:pt idx="118">
                  <c:v>6.93154933801</c:v>
                </c:pt>
                <c:pt idx="119">
                  <c:v>6.93155150053</c:v>
                </c:pt>
                <c:pt idx="120">
                  <c:v>6.93159052182</c:v>
                </c:pt>
                <c:pt idx="121">
                  <c:v>6.9315926703</c:v>
                </c:pt>
                <c:pt idx="122">
                  <c:v>6.93163291558</c:v>
                </c:pt>
                <c:pt idx="123">
                  <c:v>6.93163516104</c:v>
                </c:pt>
                <c:pt idx="124">
                  <c:v>6.93167489025</c:v>
                </c:pt>
                <c:pt idx="125">
                  <c:v>6.93167706387</c:v>
                </c:pt>
                <c:pt idx="126">
                  <c:v>6.93171321591</c:v>
                </c:pt>
                <c:pt idx="127">
                  <c:v>6.93171515922</c:v>
                </c:pt>
                <c:pt idx="128">
                  <c:v>6.9317500257</c:v>
                </c:pt>
                <c:pt idx="129">
                  <c:v>6.93175195898</c:v>
                </c:pt>
                <c:pt idx="130">
                  <c:v>6.93178905846</c:v>
                </c:pt>
                <c:pt idx="131">
                  <c:v>6.9317911195</c:v>
                </c:pt>
                <c:pt idx="132">
                  <c:v>6.93182735219</c:v>
                </c:pt>
                <c:pt idx="133">
                  <c:v>6.93182935861</c:v>
                </c:pt>
                <c:pt idx="134">
                  <c:v>6.93186296877</c:v>
                </c:pt>
                <c:pt idx="135">
                  <c:v>6.9318647355</c:v>
                </c:pt>
                <c:pt idx="136">
                  <c:v>6.93189632493</c:v>
                </c:pt>
                <c:pt idx="137">
                  <c:v>6.93189804021</c:v>
                </c:pt>
                <c:pt idx="138">
                  <c:v>6.93193159015</c:v>
                </c:pt>
                <c:pt idx="139">
                  <c:v>6.93193355973</c:v>
                </c:pt>
                <c:pt idx="140">
                  <c:v>6.93196893976</c:v>
                </c:pt>
                <c:pt idx="141">
                  <c:v>6.9319708986</c:v>
                </c:pt>
                <c:pt idx="142">
                  <c:v>6.93200387713</c:v>
                </c:pt>
                <c:pt idx="143">
                  <c:v>6.93200560902</c:v>
                </c:pt>
                <c:pt idx="144">
                  <c:v>6.93203726599</c:v>
                </c:pt>
                <c:pt idx="145">
                  <c:v>6.9320390052</c:v>
                </c:pt>
                <c:pt idx="146">
                  <c:v>6.93207192847</c:v>
                </c:pt>
                <c:pt idx="147">
                  <c:v>6.93207386007</c:v>
                </c:pt>
                <c:pt idx="148">
                  <c:v>6.93210888663</c:v>
                </c:pt>
                <c:pt idx="149">
                  <c:v>6.9321108927</c:v>
                </c:pt>
                <c:pt idx="150">
                  <c:v>6.93214492847</c:v>
                </c:pt>
                <c:pt idx="151">
                  <c:v>6.93214666273</c:v>
                </c:pt>
                <c:pt idx="152">
                  <c:v>6.93217779991</c:v>
                </c:pt>
                <c:pt idx="153">
                  <c:v>6.93217949952</c:v>
                </c:pt>
                <c:pt idx="154">
                  <c:v>6.93221157878</c:v>
                </c:pt>
                <c:pt idx="155">
                  <c:v>6.93221349486</c:v>
                </c:pt>
                <c:pt idx="156">
                  <c:v>6.93224772848</c:v>
                </c:pt>
                <c:pt idx="157">
                  <c:v>6.93224964574</c:v>
                </c:pt>
                <c:pt idx="158">
                  <c:v>6.93228354405</c:v>
                </c:pt>
                <c:pt idx="159">
                  <c:v>6.93228531402</c:v>
                </c:pt>
                <c:pt idx="160">
                  <c:v>6.93231642623</c:v>
                </c:pt>
                <c:pt idx="161">
                  <c:v>6.93231810644</c:v>
                </c:pt>
                <c:pt idx="162">
                  <c:v>6.93234891437</c:v>
                </c:pt>
                <c:pt idx="163">
                  <c:v>6.93235074057</c:v>
                </c:pt>
                <c:pt idx="164">
                  <c:v>6.93238397656</c:v>
                </c:pt>
                <c:pt idx="165">
                  <c:v>6.93238589535</c:v>
                </c:pt>
                <c:pt idx="166">
                  <c:v>6.93241989503</c:v>
                </c:pt>
                <c:pt idx="167">
                  <c:v>6.93242165211</c:v>
                </c:pt>
                <c:pt idx="168">
                  <c:v>6.93245388921</c:v>
                </c:pt>
                <c:pt idx="169">
                  <c:v>6.93245566272</c:v>
                </c:pt>
                <c:pt idx="170">
                  <c:v>6.93248666926</c:v>
                </c:pt>
                <c:pt idx="171">
                  <c:v>6.93248846209</c:v>
                </c:pt>
                <c:pt idx="172">
                  <c:v>6.93252192177</c:v>
                </c:pt>
                <c:pt idx="173">
                  <c:v>6.93252384156</c:v>
                </c:pt>
                <c:pt idx="174">
                  <c:v>6.93255939953</c:v>
                </c:pt>
                <c:pt idx="175">
                  <c:v>6.93256130442</c:v>
                </c:pt>
                <c:pt idx="176">
                  <c:v>6.93259471954</c:v>
                </c:pt>
                <c:pt idx="177">
                  <c:v>6.93259653685</c:v>
                </c:pt>
                <c:pt idx="178">
                  <c:v>6.93262808599</c:v>
                </c:pt>
                <c:pt idx="179">
                  <c:v>6.93262991373</c:v>
                </c:pt>
                <c:pt idx="180">
                  <c:v>6.93266326434</c:v>
                </c:pt>
                <c:pt idx="181">
                  <c:v>6.93266513285</c:v>
                </c:pt>
                <c:pt idx="182">
                  <c:v>6.93270020118</c:v>
                </c:pt>
                <c:pt idx="183">
                  <c:v>6.93270214102</c:v>
                </c:pt>
                <c:pt idx="184">
                  <c:v>6.93273658568</c:v>
                </c:pt>
                <c:pt idx="185">
                  <c:v>6.93273846938</c:v>
                </c:pt>
                <c:pt idx="186">
                  <c:v>6.93277025558</c:v>
                </c:pt>
                <c:pt idx="187">
                  <c:v>6.93277203299</c:v>
                </c:pt>
                <c:pt idx="188">
                  <c:v>6.93280483584</c:v>
                </c:pt>
                <c:pt idx="189">
                  <c:v>6.93280668508</c:v>
                </c:pt>
                <c:pt idx="190">
                  <c:v>6.93284191159</c:v>
                </c:pt>
                <c:pt idx="191">
                  <c:v>6.93284389606</c:v>
                </c:pt>
                <c:pt idx="192">
                  <c:v>6.932878796</c:v>
                </c:pt>
                <c:pt idx="193">
                  <c:v>6.93288072841</c:v>
                </c:pt>
                <c:pt idx="194">
                  <c:v>6.93291333872</c:v>
                </c:pt>
                <c:pt idx="195">
                  <c:v>6.93291511135</c:v>
                </c:pt>
                <c:pt idx="196">
                  <c:v>6.93294774307</c:v>
                </c:pt>
                <c:pt idx="197">
                  <c:v>6.93294952171</c:v>
                </c:pt>
                <c:pt idx="198">
                  <c:v>6.9329844842</c:v>
                </c:pt>
                <c:pt idx="199">
                  <c:v>6.93298651097</c:v>
                </c:pt>
                <c:pt idx="200">
                  <c:v>6.93302251643</c:v>
                </c:pt>
                <c:pt idx="201">
                  <c:v>6.93302451921</c:v>
                </c:pt>
                <c:pt idx="202">
                  <c:v>6.93305823146</c:v>
                </c:pt>
                <c:pt idx="203">
                  <c:v>6.93306004035</c:v>
                </c:pt>
                <c:pt idx="204">
                  <c:v>6.93307985207</c:v>
                </c:pt>
                <c:pt idx="205">
                  <c:v>6.93308901508</c:v>
                </c:pt>
                <c:pt idx="206">
                  <c:v>6.9330927314</c:v>
                </c:pt>
                <c:pt idx="207">
                  <c:v>6.93309455106</c:v>
                </c:pt>
                <c:pt idx="208">
                  <c:v>6.93312965829</c:v>
                </c:pt>
                <c:pt idx="209">
                  <c:v>6.93313170803</c:v>
                </c:pt>
                <c:pt idx="210">
                  <c:v>6.93316807213</c:v>
                </c:pt>
                <c:pt idx="211">
                  <c:v>6.93317011617</c:v>
                </c:pt>
                <c:pt idx="212">
                  <c:v>6.93320524365</c:v>
                </c:pt>
                <c:pt idx="213">
                  <c:v>6.93320707503</c:v>
                </c:pt>
                <c:pt idx="214">
                  <c:v>6.93324029132</c:v>
                </c:pt>
                <c:pt idx="215">
                  <c:v>6.93324207127</c:v>
                </c:pt>
                <c:pt idx="216">
                  <c:v>6.93327618279</c:v>
                </c:pt>
                <c:pt idx="217">
                  <c:v>6.93327821898</c:v>
                </c:pt>
                <c:pt idx="218">
                  <c:v>6.93331507069</c:v>
                </c:pt>
                <c:pt idx="219">
                  <c:v>6.93331715076</c:v>
                </c:pt>
                <c:pt idx="220">
                  <c:v>6.933352601</c:v>
                </c:pt>
                <c:pt idx="221">
                  <c:v>6.93335443272</c:v>
                </c:pt>
                <c:pt idx="222">
                  <c:v>6.93338755545</c:v>
                </c:pt>
                <c:pt idx="223">
                  <c:v>6.93338935685</c:v>
                </c:pt>
                <c:pt idx="224">
                  <c:v>6.93342285111</c:v>
                </c:pt>
                <c:pt idx="225">
                  <c:v>6.93342483256</c:v>
                </c:pt>
                <c:pt idx="226">
                  <c:v>6.93346044779</c:v>
                </c:pt>
                <c:pt idx="227">
                  <c:v>6.93346246457</c:v>
                </c:pt>
                <c:pt idx="228">
                  <c:v>6.93349818272</c:v>
                </c:pt>
                <c:pt idx="229">
                  <c:v>6.93350003686</c:v>
                </c:pt>
                <c:pt idx="230">
                  <c:v>6.93353234455</c:v>
                </c:pt>
                <c:pt idx="231">
                  <c:v>6.9335340726</c:v>
                </c:pt>
                <c:pt idx="232">
                  <c:v>6.93356583776</c:v>
                </c:pt>
                <c:pt idx="233">
                  <c:v>6.93356772821</c:v>
                </c:pt>
                <c:pt idx="234">
                  <c:v>6.93360100568</c:v>
                </c:pt>
                <c:pt idx="235">
                  <c:v>6.93360286033</c:v>
                </c:pt>
                <c:pt idx="236">
                  <c:v>6.93363588968</c:v>
                </c:pt>
                <c:pt idx="237">
                  <c:v>6.93363759707</c:v>
                </c:pt>
                <c:pt idx="238">
                  <c:v>6.9336677896</c:v>
                </c:pt>
                <c:pt idx="239">
                  <c:v>6.93366939512</c:v>
                </c:pt>
                <c:pt idx="240">
                  <c:v>6.93369718027</c:v>
                </c:pt>
                <c:pt idx="241">
                  <c:v>6.93369877539</c:v>
                </c:pt>
                <c:pt idx="242">
                  <c:v>6.93372796381</c:v>
                </c:pt>
                <c:pt idx="243">
                  <c:v>6.93372961403</c:v>
                </c:pt>
                <c:pt idx="244">
                  <c:v>6.93375980684</c:v>
                </c:pt>
                <c:pt idx="245">
                  <c:v>6.93376136894</c:v>
                </c:pt>
                <c:pt idx="246">
                  <c:v>6.93378934131</c:v>
                </c:pt>
                <c:pt idx="247">
                  <c:v>6.93379085206</c:v>
                </c:pt>
                <c:pt idx="248">
                  <c:v>6.93381654583</c:v>
                </c:pt>
                <c:pt idx="249">
                  <c:v>6.93381800229</c:v>
                </c:pt>
                <c:pt idx="250">
                  <c:v>6.9338444895</c:v>
                </c:pt>
                <c:pt idx="251">
                  <c:v>6.93384599075</c:v>
                </c:pt>
                <c:pt idx="252">
                  <c:v>6.933874688</c:v>
                </c:pt>
                <c:pt idx="253">
                  <c:v>6.93387622583</c:v>
                </c:pt>
                <c:pt idx="254">
                  <c:v>6.93390339755</c:v>
                </c:pt>
                <c:pt idx="255">
                  <c:v>6.9339048794</c:v>
                </c:pt>
                <c:pt idx="256">
                  <c:v>6.93393012437</c:v>
                </c:pt>
                <c:pt idx="257">
                  <c:v>6.93393152852</c:v>
                </c:pt>
                <c:pt idx="258">
                  <c:v>6.93395721032</c:v>
                </c:pt>
                <c:pt idx="259">
                  <c:v>6.93395865025</c:v>
                </c:pt>
                <c:pt idx="260">
                  <c:v>6.93398687446</c:v>
                </c:pt>
                <c:pt idx="261">
                  <c:v>6.93398850628</c:v>
                </c:pt>
                <c:pt idx="262">
                  <c:v>6.93401753169</c:v>
                </c:pt>
                <c:pt idx="263">
                  <c:v>6.93401912168</c:v>
                </c:pt>
                <c:pt idx="264">
                  <c:v>6.93404534258</c:v>
                </c:pt>
                <c:pt idx="265">
                  <c:v>6.93404676864</c:v>
                </c:pt>
                <c:pt idx="266">
                  <c:v>6.93407354482</c:v>
                </c:pt>
                <c:pt idx="267">
                  <c:v>6.93407504434</c:v>
                </c:pt>
                <c:pt idx="268">
                  <c:v>6.93410486245</c:v>
                </c:pt>
                <c:pt idx="269">
                  <c:v>6.93410659098</c:v>
                </c:pt>
                <c:pt idx="270">
                  <c:v>6.93413714491</c:v>
                </c:pt>
                <c:pt idx="271">
                  <c:v>6.93413889659</c:v>
                </c:pt>
                <c:pt idx="272">
                  <c:v>6.93416869196</c:v>
                </c:pt>
                <c:pt idx="273">
                  <c:v>6.93417025633</c:v>
                </c:pt>
                <c:pt idx="274">
                  <c:v>6.93419919381</c:v>
                </c:pt>
                <c:pt idx="275">
                  <c:v>6.93420080834</c:v>
                </c:pt>
                <c:pt idx="276">
                  <c:v>6.93423263866</c:v>
                </c:pt>
                <c:pt idx="277">
                  <c:v>6.93423453026</c:v>
                </c:pt>
                <c:pt idx="278">
                  <c:v>6.93426836193</c:v>
                </c:pt>
                <c:pt idx="279">
                  <c:v>6.93427029625</c:v>
                </c:pt>
                <c:pt idx="280">
                  <c:v>6.93430310298</c:v>
                </c:pt>
                <c:pt idx="281">
                  <c:v>6.93430485436</c:v>
                </c:pt>
                <c:pt idx="282">
                  <c:v>6.93433657636</c:v>
                </c:pt>
                <c:pt idx="283">
                  <c:v>6.93433830554</c:v>
                </c:pt>
                <c:pt idx="284">
                  <c:v>6.93437163041</c:v>
                </c:pt>
                <c:pt idx="285">
                  <c:v>6.93437362022</c:v>
                </c:pt>
                <c:pt idx="286">
                  <c:v>6.93440987264</c:v>
                </c:pt>
                <c:pt idx="287">
                  <c:v>6.9344119255</c:v>
                </c:pt>
                <c:pt idx="288">
                  <c:v>6.9344474286</c:v>
                </c:pt>
                <c:pt idx="289">
                  <c:v>6.93444929461</c:v>
                </c:pt>
                <c:pt idx="290">
                  <c:v>6.93448309604</c:v>
                </c:pt>
                <c:pt idx="291">
                  <c:v>6.93448494459</c:v>
                </c:pt>
                <c:pt idx="292">
                  <c:v>6.9345193562</c:v>
                </c:pt>
                <c:pt idx="293">
                  <c:v>6.93452139362</c:v>
                </c:pt>
                <c:pt idx="294">
                  <c:v>6.93455838871</c:v>
                </c:pt>
                <c:pt idx="295">
                  <c:v>6.93456050313</c:v>
                </c:pt>
                <c:pt idx="296">
                  <c:v>6.93459774691</c:v>
                </c:pt>
                <c:pt idx="297">
                  <c:v>6.93459966247</c:v>
                </c:pt>
                <c:pt idx="298">
                  <c:v>6.93462654658</c:v>
                </c:pt>
                <c:pt idx="299">
                  <c:v>6.93463408567</c:v>
                </c:pt>
                <c:pt idx="300">
                  <c:v>6.93463595915</c:v>
                </c:pt>
                <c:pt idx="301">
                  <c:v>6.93466997124</c:v>
                </c:pt>
                <c:pt idx="302">
                  <c:v>6.93467197005</c:v>
                </c:pt>
                <c:pt idx="303">
                  <c:v>6.93470789018</c:v>
                </c:pt>
                <c:pt idx="304">
                  <c:v>6.93470991239</c:v>
                </c:pt>
                <c:pt idx="305">
                  <c:v>6.93474637957</c:v>
                </c:pt>
                <c:pt idx="306">
                  <c:v>6.93474829391</c:v>
                </c:pt>
                <c:pt idx="307">
                  <c:v>6.93478207616</c:v>
                </c:pt>
                <c:pt idx="308">
                  <c:v>6.93478388561</c:v>
                </c:pt>
                <c:pt idx="309">
                  <c:v>6.93481573304</c:v>
                </c:pt>
                <c:pt idx="310">
                  <c:v>6.93481756989</c:v>
                </c:pt>
                <c:pt idx="311">
                  <c:v>6.93485081139</c:v>
                </c:pt>
                <c:pt idx="312">
                  <c:v>6.93485268829</c:v>
                </c:pt>
                <c:pt idx="313">
                  <c:v>6.93488705673</c:v>
                </c:pt>
                <c:pt idx="314">
                  <c:v>6.93488886507</c:v>
                </c:pt>
                <c:pt idx="315">
                  <c:v>6.9349207621</c:v>
                </c:pt>
                <c:pt idx="316">
                  <c:v>6.93492249095</c:v>
                </c:pt>
                <c:pt idx="317">
                  <c:v>6.93495183933</c:v>
                </c:pt>
                <c:pt idx="318">
                  <c:v>6.93495349315</c:v>
                </c:pt>
                <c:pt idx="319">
                  <c:v>6.93498352062</c:v>
                </c:pt>
                <c:pt idx="320">
                  <c:v>6.93498521677</c:v>
                </c:pt>
                <c:pt idx="321">
                  <c:v>6.93501674422</c:v>
                </c:pt>
                <c:pt idx="322">
                  <c:v>6.93501844517</c:v>
                </c:pt>
                <c:pt idx="323">
                  <c:v>6.9350487471</c:v>
                </c:pt>
                <c:pt idx="324">
                  <c:v>6.93505039831</c:v>
                </c:pt>
                <c:pt idx="325">
                  <c:v>6.93507796783</c:v>
                </c:pt>
                <c:pt idx="326">
                  <c:v>6.93507949021</c:v>
                </c:pt>
                <c:pt idx="327">
                  <c:v>6.93510746194</c:v>
                </c:pt>
                <c:pt idx="328">
                  <c:v>6.93510903617</c:v>
                </c:pt>
                <c:pt idx="329">
                  <c:v>6.93513934681</c:v>
                </c:pt>
                <c:pt idx="330">
                  <c:v>6.9351410472</c:v>
                </c:pt>
                <c:pt idx="331">
                  <c:v>6.93517134716</c:v>
                </c:pt>
                <c:pt idx="332">
                  <c:v>6.93517302825</c:v>
                </c:pt>
                <c:pt idx="333">
                  <c:v>6.93520126212</c:v>
                </c:pt>
                <c:pt idx="334">
                  <c:v>6.9352028031</c:v>
                </c:pt>
                <c:pt idx="335">
                  <c:v>6.93523074139</c:v>
                </c:pt>
                <c:pt idx="336">
                  <c:v>6.93523228908</c:v>
                </c:pt>
                <c:pt idx="337">
                  <c:v>6.93526233004</c:v>
                </c:pt>
                <c:pt idx="338">
                  <c:v>6.93526407168</c:v>
                </c:pt>
                <c:pt idx="339">
                  <c:v>6.93529563932</c:v>
                </c:pt>
                <c:pt idx="340">
                  <c:v>6.93529739149</c:v>
                </c:pt>
                <c:pt idx="341">
                  <c:v>6.93532645284</c:v>
                </c:pt>
                <c:pt idx="342">
                  <c:v>6.93532797823</c:v>
                </c:pt>
                <c:pt idx="343">
                  <c:v>6.93535595211</c:v>
                </c:pt>
                <c:pt idx="344">
                  <c:v>6.93535751298</c:v>
                </c:pt>
                <c:pt idx="345">
                  <c:v>6.93538734789</c:v>
                </c:pt>
                <c:pt idx="346">
                  <c:v>6.93538908524</c:v>
                </c:pt>
                <c:pt idx="347">
                  <c:v>6.93542030814</c:v>
                </c:pt>
                <c:pt idx="348">
                  <c:v>6.93542208395</c:v>
                </c:pt>
                <c:pt idx="349">
                  <c:v>6.93545225664</c:v>
                </c:pt>
                <c:pt idx="350">
                  <c:v>6.93545379918</c:v>
                </c:pt>
                <c:pt idx="351">
                  <c:v>6.93548160086</c:v>
                </c:pt>
                <c:pt idx="352">
                  <c:v>6.93548311781</c:v>
                </c:pt>
                <c:pt idx="353">
                  <c:v>6.93551251192</c:v>
                </c:pt>
                <c:pt idx="354">
                  <c:v>6.9355143111</c:v>
                </c:pt>
                <c:pt idx="355">
                  <c:v>6.93554637887</c:v>
                </c:pt>
                <c:pt idx="356">
                  <c:v>6.9355481567</c:v>
                </c:pt>
                <c:pt idx="357">
                  <c:v>6.93557907459</c:v>
                </c:pt>
                <c:pt idx="358">
                  <c:v>6.935580701</c:v>
                </c:pt>
                <c:pt idx="359">
                  <c:v>6.9356104358</c:v>
                </c:pt>
                <c:pt idx="360">
                  <c:v>6.9356120526</c:v>
                </c:pt>
                <c:pt idx="361">
                  <c:v>6.93564226752</c:v>
                </c:pt>
                <c:pt idx="362">
                  <c:v>6.93564408519</c:v>
                </c:pt>
                <c:pt idx="363">
                  <c:v>6.93567711507</c:v>
                </c:pt>
                <c:pt idx="364">
                  <c:v>6.9356789962</c:v>
                </c:pt>
                <c:pt idx="365">
                  <c:v>6.93571263849</c:v>
                </c:pt>
                <c:pt idx="366">
                  <c:v>6.93571437729</c:v>
                </c:pt>
                <c:pt idx="367">
                  <c:v>6.9357457441</c:v>
                </c:pt>
                <c:pt idx="368">
                  <c:v>6.93574743353</c:v>
                </c:pt>
                <c:pt idx="369">
                  <c:v>6.93577831792</c:v>
                </c:pt>
                <c:pt idx="370">
                  <c:v>6.93578015687</c:v>
                </c:pt>
                <c:pt idx="371">
                  <c:v>6.93581344288</c:v>
                </c:pt>
                <c:pt idx="372">
                  <c:v>6.93581532837</c:v>
                </c:pt>
                <c:pt idx="373">
                  <c:v>6.93584949822</c:v>
                </c:pt>
                <c:pt idx="374">
                  <c:v>6.93585131437</c:v>
                </c:pt>
                <c:pt idx="375">
                  <c:v>6.93588377199</c:v>
                </c:pt>
                <c:pt idx="376">
                  <c:v>6.93588555657</c:v>
                </c:pt>
                <c:pt idx="377">
                  <c:v>6.93591677551</c:v>
                </c:pt>
                <c:pt idx="378">
                  <c:v>6.93591858569</c:v>
                </c:pt>
                <c:pt idx="379">
                  <c:v>6.93595157501</c:v>
                </c:pt>
                <c:pt idx="380">
                  <c:v>6.93595344357</c:v>
                </c:pt>
                <c:pt idx="381">
                  <c:v>6.93598867866</c:v>
                </c:pt>
                <c:pt idx="382">
                  <c:v>6.93599058054</c:v>
                </c:pt>
                <c:pt idx="383">
                  <c:v>6.93602389269</c:v>
                </c:pt>
                <c:pt idx="384">
                  <c:v>6.93602570695</c:v>
                </c:pt>
                <c:pt idx="385">
                  <c:v>6.93605738928</c:v>
                </c:pt>
                <c:pt idx="386">
                  <c:v>6.93605922666</c:v>
                </c:pt>
                <c:pt idx="387">
                  <c:v>6.93609220486</c:v>
                </c:pt>
                <c:pt idx="388">
                  <c:v>6.9360940514</c:v>
                </c:pt>
                <c:pt idx="389">
                  <c:v>6.93612911857</c:v>
                </c:pt>
                <c:pt idx="390">
                  <c:v>6.93613106476</c:v>
                </c:pt>
                <c:pt idx="391">
                  <c:v>6.93616597396</c:v>
                </c:pt>
                <c:pt idx="392">
                  <c:v>6.93616790067</c:v>
                </c:pt>
                <c:pt idx="393">
                  <c:v>6.93618256947</c:v>
                </c:pt>
                <c:pt idx="394">
                  <c:v>6.9361915209</c:v>
                </c:pt>
                <c:pt idx="395">
                  <c:v>6.93620043547</c:v>
                </c:pt>
                <c:pt idx="396">
                  <c:v>6.93620224371</c:v>
                </c:pt>
                <c:pt idx="397">
                  <c:v>6.93623541983</c:v>
                </c:pt>
                <c:pt idx="398">
                  <c:v>6.93623728411</c:v>
                </c:pt>
                <c:pt idx="399">
                  <c:v>6.93627297505</c:v>
                </c:pt>
                <c:pt idx="400">
                  <c:v>6.93627500268</c:v>
                </c:pt>
                <c:pt idx="401">
                  <c:v>6.93631048813</c:v>
                </c:pt>
                <c:pt idx="402">
                  <c:v>6.93631245253</c:v>
                </c:pt>
                <c:pt idx="403">
                  <c:v>6.93634598988</c:v>
                </c:pt>
                <c:pt idx="404">
                  <c:v>6.93634781987</c:v>
                </c:pt>
                <c:pt idx="405">
                  <c:v>6.93638076556</c:v>
                </c:pt>
                <c:pt idx="406">
                  <c:v>6.93638256423</c:v>
                </c:pt>
                <c:pt idx="407">
                  <c:v>6.93641756156</c:v>
                </c:pt>
                <c:pt idx="408">
                  <c:v>6.93641958068</c:v>
                </c:pt>
                <c:pt idx="409">
                  <c:v>6.93645551313</c:v>
                </c:pt>
                <c:pt idx="410">
                  <c:v>6.93645753636</c:v>
                </c:pt>
                <c:pt idx="411">
                  <c:v>6.93649122705</c:v>
                </c:pt>
                <c:pt idx="412">
                  <c:v>6.93649300122</c:v>
                </c:pt>
                <c:pt idx="413">
                  <c:v>6.93652515856</c:v>
                </c:pt>
                <c:pt idx="414">
                  <c:v>6.93652689991</c:v>
                </c:pt>
                <c:pt idx="415">
                  <c:v>6.93656063566</c:v>
                </c:pt>
                <c:pt idx="416">
                  <c:v>6.93656261482</c:v>
                </c:pt>
                <c:pt idx="417">
                  <c:v>6.93659756066</c:v>
                </c:pt>
                <c:pt idx="418">
                  <c:v>6.93659952939</c:v>
                </c:pt>
                <c:pt idx="419">
                  <c:v>6.93663269539</c:v>
                </c:pt>
                <c:pt idx="420">
                  <c:v>6.93663440652</c:v>
                </c:pt>
                <c:pt idx="421">
                  <c:v>6.93666495044</c:v>
                </c:pt>
                <c:pt idx="422">
                  <c:v>6.93666658948</c:v>
                </c:pt>
                <c:pt idx="423">
                  <c:v>6.9366977314</c:v>
                </c:pt>
                <c:pt idx="424">
                  <c:v>6.93669954965</c:v>
                </c:pt>
                <c:pt idx="425">
                  <c:v>6.93673163098</c:v>
                </c:pt>
                <c:pt idx="426">
                  <c:v>6.93673343059</c:v>
                </c:pt>
                <c:pt idx="427">
                  <c:v>6.93676388165</c:v>
                </c:pt>
                <c:pt idx="428">
                  <c:v>6.93676543991</c:v>
                </c:pt>
                <c:pt idx="429">
                  <c:v>6.93679282712</c:v>
                </c:pt>
                <c:pt idx="430">
                  <c:v>6.93679428157</c:v>
                </c:pt>
                <c:pt idx="431">
                  <c:v>6.93682133725</c:v>
                </c:pt>
                <c:pt idx="432">
                  <c:v>6.9368229182</c:v>
                </c:pt>
                <c:pt idx="433">
                  <c:v>6.93685141217</c:v>
                </c:pt>
                <c:pt idx="434">
                  <c:v>6.93685301621</c:v>
                </c:pt>
                <c:pt idx="435">
                  <c:v>6.93688102736</c:v>
                </c:pt>
                <c:pt idx="436">
                  <c:v>6.93688246749</c:v>
                </c:pt>
                <c:pt idx="437">
                  <c:v>6.93690785621</c:v>
                </c:pt>
                <c:pt idx="438">
                  <c:v>6.93690922502</c:v>
                </c:pt>
                <c:pt idx="439">
                  <c:v>6.93693353739</c:v>
                </c:pt>
                <c:pt idx="440">
                  <c:v>6.93693496859</c:v>
                </c:pt>
                <c:pt idx="441">
                  <c:v>6.93696105563</c:v>
                </c:pt>
                <c:pt idx="442">
                  <c:v>6.93696256288</c:v>
                </c:pt>
                <c:pt idx="443">
                  <c:v>6.93698998993</c:v>
                </c:pt>
                <c:pt idx="444">
                  <c:v>6.93699138463</c:v>
                </c:pt>
                <c:pt idx="445">
                  <c:v>6.93701659486</c:v>
                </c:pt>
                <c:pt idx="446">
                  <c:v>6.93701796589</c:v>
                </c:pt>
                <c:pt idx="447">
                  <c:v>6.93704188037</c:v>
                </c:pt>
                <c:pt idx="448">
                  <c:v>6.93704328002</c:v>
                </c:pt>
                <c:pt idx="449">
                  <c:v>6.93706893403</c:v>
                </c:pt>
                <c:pt idx="450">
                  <c:v>6.93707039428</c:v>
                </c:pt>
                <c:pt idx="451">
                  <c:v>6.93709756165</c:v>
                </c:pt>
                <c:pt idx="452">
                  <c:v>6.9370990354</c:v>
                </c:pt>
                <c:pt idx="453">
                  <c:v>6.9371249751</c:v>
                </c:pt>
                <c:pt idx="454">
                  <c:v>6.93712636075</c:v>
                </c:pt>
                <c:pt idx="455">
                  <c:v>6.93715025724</c:v>
                </c:pt>
                <c:pt idx="456">
                  <c:v>6.9371516263</c:v>
                </c:pt>
                <c:pt idx="457">
                  <c:v>6.9371771945</c:v>
                </c:pt>
                <c:pt idx="458">
                  <c:v>6.93717864211</c:v>
                </c:pt>
                <c:pt idx="459">
                  <c:v>6.93720642972</c:v>
                </c:pt>
                <c:pt idx="460">
                  <c:v>6.9372079693</c:v>
                </c:pt>
                <c:pt idx="461">
                  <c:v>6.93723548329</c:v>
                </c:pt>
                <c:pt idx="462">
                  <c:v>6.93723702866</c:v>
                </c:pt>
                <c:pt idx="463">
                  <c:v>6.9372630712</c:v>
                </c:pt>
                <c:pt idx="464">
                  <c:v>6.93726450073</c:v>
                </c:pt>
                <c:pt idx="465">
                  <c:v>6.93729080044</c:v>
                </c:pt>
                <c:pt idx="466">
                  <c:v>6.93729228542</c:v>
                </c:pt>
                <c:pt idx="467">
                  <c:v>6.93732166257</c:v>
                </c:pt>
                <c:pt idx="468">
                  <c:v>6.93732332394</c:v>
                </c:pt>
                <c:pt idx="469">
                  <c:v>6.93735278476</c:v>
                </c:pt>
                <c:pt idx="470">
                  <c:v>6.93735443696</c:v>
                </c:pt>
                <c:pt idx="471">
                  <c:v>6.93738232782</c:v>
                </c:pt>
                <c:pt idx="472">
                  <c:v>6.9373838267</c:v>
                </c:pt>
                <c:pt idx="473">
                  <c:v>6.93741159411</c:v>
                </c:pt>
                <c:pt idx="474">
                  <c:v>6.93741314085</c:v>
                </c:pt>
                <c:pt idx="475">
                  <c:v>6.93744307975</c:v>
                </c:pt>
                <c:pt idx="476">
                  <c:v>6.93744483406</c:v>
                </c:pt>
                <c:pt idx="477">
                  <c:v>6.93747646955</c:v>
                </c:pt>
                <c:pt idx="478">
                  <c:v>6.9374782456</c:v>
                </c:pt>
                <c:pt idx="479">
                  <c:v>6.93750776125</c:v>
                </c:pt>
                <c:pt idx="480">
                  <c:v>6.93750931345</c:v>
                </c:pt>
                <c:pt idx="481">
                  <c:v>6.93753799867</c:v>
                </c:pt>
                <c:pt idx="482">
                  <c:v>6.93753954908</c:v>
                </c:pt>
                <c:pt idx="483">
                  <c:v>6.93756974477</c:v>
                </c:pt>
                <c:pt idx="484">
                  <c:v>6.93757155178</c:v>
                </c:pt>
                <c:pt idx="485">
                  <c:v>6.93760354201</c:v>
                </c:pt>
                <c:pt idx="486">
                  <c:v>6.93760532333</c:v>
                </c:pt>
                <c:pt idx="487">
                  <c:v>6.93762404664</c:v>
                </c:pt>
                <c:pt idx="488">
                  <c:v>6.93763239811</c:v>
                </c:pt>
                <c:pt idx="489">
                  <c:v>6.93763567694</c:v>
                </c:pt>
                <c:pt idx="490">
                  <c:v>6.93763726139</c:v>
                </c:pt>
                <c:pt idx="491">
                  <c:v>6.93766580753</c:v>
                </c:pt>
                <c:pt idx="492">
                  <c:v>6.93766733601</c:v>
                </c:pt>
                <c:pt idx="493">
                  <c:v>6.93769640459</c:v>
                </c:pt>
                <c:pt idx="494">
                  <c:v>6.93769811363</c:v>
                </c:pt>
                <c:pt idx="495">
                  <c:v>6.93772849004</c:v>
                </c:pt>
                <c:pt idx="496">
                  <c:v>6.93773023801</c:v>
                </c:pt>
                <c:pt idx="497">
                  <c:v>6.93776030471</c:v>
                </c:pt>
                <c:pt idx="498">
                  <c:v>6.93776180456</c:v>
                </c:pt>
                <c:pt idx="499">
                  <c:v>6.93778836921</c:v>
                </c:pt>
                <c:pt idx="500">
                  <c:v>6.9377897926</c:v>
                </c:pt>
                <c:pt idx="501">
                  <c:v>6.93781653495</c:v>
                </c:pt>
                <c:pt idx="502">
                  <c:v>6.93781814436</c:v>
                </c:pt>
                <c:pt idx="503">
                  <c:v>6.93784671525</c:v>
                </c:pt>
                <c:pt idx="504">
                  <c:v>6.93784832743</c:v>
                </c:pt>
                <c:pt idx="505">
                  <c:v>6.93787639526</c:v>
                </c:pt>
                <c:pt idx="506">
                  <c:v>6.93787781505</c:v>
                </c:pt>
                <c:pt idx="507">
                  <c:v>6.93790342582</c:v>
                </c:pt>
                <c:pt idx="508">
                  <c:v>6.93790480595</c:v>
                </c:pt>
                <c:pt idx="509">
                  <c:v>6.93792917955</c:v>
                </c:pt>
                <c:pt idx="510">
                  <c:v>6.93793061536</c:v>
                </c:pt>
                <c:pt idx="511">
                  <c:v>6.9379563474</c:v>
                </c:pt>
                <c:pt idx="512">
                  <c:v>6.93795781503</c:v>
                </c:pt>
                <c:pt idx="513">
                  <c:v>6.93798443464</c:v>
                </c:pt>
                <c:pt idx="514">
                  <c:v>6.93798581526</c:v>
                </c:pt>
                <c:pt idx="515">
                  <c:v>6.93801078485</c:v>
                </c:pt>
                <c:pt idx="516">
                  <c:v>6.93801211911</c:v>
                </c:pt>
                <c:pt idx="517">
                  <c:v>6.93803513565</c:v>
                </c:pt>
                <c:pt idx="518">
                  <c:v>6.93803650579</c:v>
                </c:pt>
                <c:pt idx="519">
                  <c:v>6.93806190812</c:v>
                </c:pt>
                <c:pt idx="520">
                  <c:v>6.93806336921</c:v>
                </c:pt>
                <c:pt idx="521">
                  <c:v>6.93809039295</c:v>
                </c:pt>
                <c:pt idx="522">
                  <c:v>6.9380918416</c:v>
                </c:pt>
                <c:pt idx="523">
                  <c:v>6.93811765631</c:v>
                </c:pt>
                <c:pt idx="524">
                  <c:v>6.93811906701</c:v>
                </c:pt>
                <c:pt idx="525">
                  <c:v>6.93814349787</c:v>
                </c:pt>
                <c:pt idx="526">
                  <c:v>6.9381448938</c:v>
                </c:pt>
                <c:pt idx="527">
                  <c:v>6.93817019447</c:v>
                </c:pt>
                <c:pt idx="528">
                  <c:v>6.93817162631</c:v>
                </c:pt>
                <c:pt idx="529">
                  <c:v>6.93819955603</c:v>
                </c:pt>
                <c:pt idx="530">
                  <c:v>6.93820109793</c:v>
                </c:pt>
                <c:pt idx="531">
                  <c:v>6.9382285886</c:v>
                </c:pt>
                <c:pt idx="532">
                  <c:v>6.93823009448</c:v>
                </c:pt>
                <c:pt idx="533">
                  <c:v>6.93825535411</c:v>
                </c:pt>
                <c:pt idx="534">
                  <c:v>6.93825676634</c:v>
                </c:pt>
                <c:pt idx="535">
                  <c:v>6.93828289097</c:v>
                </c:pt>
                <c:pt idx="536">
                  <c:v>6.93828433915</c:v>
                </c:pt>
                <c:pt idx="537">
                  <c:v>6.93831236403</c:v>
                </c:pt>
                <c:pt idx="538">
                  <c:v>6.93831398726</c:v>
                </c:pt>
                <c:pt idx="539">
                  <c:v>6.9383427589</c:v>
                </c:pt>
                <c:pt idx="540">
                  <c:v>6.93834438746</c:v>
                </c:pt>
                <c:pt idx="541">
                  <c:v>6.93837163913</c:v>
                </c:pt>
                <c:pt idx="542">
                  <c:v>6.93837310473</c:v>
                </c:pt>
                <c:pt idx="543">
                  <c:v>6.93839996701</c:v>
                </c:pt>
                <c:pt idx="544">
                  <c:v>6.93840144829</c:v>
                </c:pt>
                <c:pt idx="545">
                  <c:v>6.93843066543</c:v>
                </c:pt>
                <c:pt idx="546">
                  <c:v>6.93843238548</c:v>
                </c:pt>
                <c:pt idx="547">
                  <c:v>6.93846307458</c:v>
                </c:pt>
                <c:pt idx="548">
                  <c:v>6.93846480005</c:v>
                </c:pt>
                <c:pt idx="549">
                  <c:v>6.93849369291</c:v>
                </c:pt>
                <c:pt idx="550">
                  <c:v>6.93849521995</c:v>
                </c:pt>
                <c:pt idx="551">
                  <c:v>6.93852321908</c:v>
                </c:pt>
                <c:pt idx="552">
                  <c:v>6.9385247651</c:v>
                </c:pt>
                <c:pt idx="553">
                  <c:v>6.93855481083</c:v>
                </c:pt>
                <c:pt idx="554">
                  <c:v>6.93855660252</c:v>
                </c:pt>
                <c:pt idx="555">
                  <c:v>6.93858829705</c:v>
                </c:pt>
                <c:pt idx="556">
                  <c:v>6.93859009422</c:v>
                </c:pt>
                <c:pt idx="557">
                  <c:v>6.93862126911</c:v>
                </c:pt>
                <c:pt idx="558">
                  <c:v>6.93862290607</c:v>
                </c:pt>
                <c:pt idx="559">
                  <c:v>6.93865235579</c:v>
                </c:pt>
                <c:pt idx="560">
                  <c:v>6.93865394575</c:v>
                </c:pt>
                <c:pt idx="561">
                  <c:v>6.93868440391</c:v>
                </c:pt>
                <c:pt idx="562">
                  <c:v>6.93868623081</c:v>
                </c:pt>
                <c:pt idx="563">
                  <c:v>6.93871916202</c:v>
                </c:pt>
                <c:pt idx="564">
                  <c:v>6.93872103414</c:v>
                </c:pt>
                <c:pt idx="565">
                  <c:v>6.93875362866</c:v>
                </c:pt>
                <c:pt idx="566">
                  <c:v>6.93875531332</c:v>
                </c:pt>
                <c:pt idx="567">
                  <c:v>6.93878619044</c:v>
                </c:pt>
                <c:pt idx="568">
                  <c:v>6.93878789017</c:v>
                </c:pt>
                <c:pt idx="569">
                  <c:v>6.93881898084</c:v>
                </c:pt>
                <c:pt idx="570">
                  <c:v>6.93882083114</c:v>
                </c:pt>
                <c:pt idx="571">
                  <c:v>6.93885415822</c:v>
                </c:pt>
                <c:pt idx="572">
                  <c:v>6.93885606132</c:v>
                </c:pt>
                <c:pt idx="573">
                  <c:v>6.93889009044</c:v>
                </c:pt>
                <c:pt idx="574">
                  <c:v>6.93889185418</c:v>
                </c:pt>
                <c:pt idx="575">
                  <c:v>6.9389239416</c:v>
                </c:pt>
                <c:pt idx="576">
                  <c:v>6.93892567382</c:v>
                </c:pt>
                <c:pt idx="577">
                  <c:v>6.93895704739</c:v>
                </c:pt>
                <c:pt idx="578">
                  <c:v>6.93895891725</c:v>
                </c:pt>
                <c:pt idx="579">
                  <c:v>6.93899253417</c:v>
                </c:pt>
                <c:pt idx="580">
                  <c:v>6.93899443647</c:v>
                </c:pt>
                <c:pt idx="581">
                  <c:v>6.93902935126</c:v>
                </c:pt>
                <c:pt idx="582">
                  <c:v>6.9390312305</c:v>
                </c:pt>
                <c:pt idx="583">
                  <c:v>6.93904092473</c:v>
                </c:pt>
                <c:pt idx="584">
                  <c:v>6.93905027934</c:v>
                </c:pt>
                <c:pt idx="585">
                  <c:v>6.93906471578</c:v>
                </c:pt>
                <c:pt idx="586">
                  <c:v>6.93906651653</c:v>
                </c:pt>
                <c:pt idx="587">
                  <c:v>6.93909841832</c:v>
                </c:pt>
                <c:pt idx="588">
                  <c:v>6.93910028957</c:v>
                </c:pt>
                <c:pt idx="589">
                  <c:v>6.93913415788</c:v>
                </c:pt>
                <c:pt idx="590">
                  <c:v>6.93913606863</c:v>
                </c:pt>
                <c:pt idx="591">
                  <c:v>6.93917158353</c:v>
                </c:pt>
                <c:pt idx="592">
                  <c:v>6.93917351092</c:v>
                </c:pt>
                <c:pt idx="593">
                  <c:v>6.9392076342</c:v>
                </c:pt>
                <c:pt idx="594">
                  <c:v>6.93920952868</c:v>
                </c:pt>
                <c:pt idx="595">
                  <c:v>6.93924211611</c:v>
                </c:pt>
                <c:pt idx="596">
                  <c:v>6.93924396153</c:v>
                </c:pt>
                <c:pt idx="597">
                  <c:v>6.9392768546</c:v>
                </c:pt>
                <c:pt idx="598">
                  <c:v>6.93927868293</c:v>
                </c:pt>
                <c:pt idx="599">
                  <c:v>6.93931371962</c:v>
                </c:pt>
                <c:pt idx="600">
                  <c:v>6.93931564364</c:v>
                </c:pt>
                <c:pt idx="601">
                  <c:v>6.93935000769</c:v>
                </c:pt>
                <c:pt idx="602">
                  <c:v>6.93935189755</c:v>
                </c:pt>
                <c:pt idx="603">
                  <c:v>6.93938380391</c:v>
                </c:pt>
                <c:pt idx="604">
                  <c:v>6.93938555364</c:v>
                </c:pt>
                <c:pt idx="605">
                  <c:v>6.93941740415</c:v>
                </c:pt>
                <c:pt idx="606">
                  <c:v>6.93941917893</c:v>
                </c:pt>
                <c:pt idx="607">
                  <c:v>6.93945273238</c:v>
                </c:pt>
                <c:pt idx="608">
                  <c:v>6.9394546189</c:v>
                </c:pt>
                <c:pt idx="609">
                  <c:v>6.93948798002</c:v>
                </c:pt>
                <c:pt idx="610">
                  <c:v>6.93948983507</c:v>
                </c:pt>
                <c:pt idx="611">
                  <c:v>6.93952043014</c:v>
                </c:pt>
                <c:pt idx="612">
                  <c:v>6.93952202213</c:v>
                </c:pt>
                <c:pt idx="613">
                  <c:v>6.93955095666</c:v>
                </c:pt>
                <c:pt idx="614">
                  <c:v>6.93955252016</c:v>
                </c:pt>
                <c:pt idx="615">
                  <c:v>6.93958282783</c:v>
                </c:pt>
                <c:pt idx="616">
                  <c:v>6.93958455948</c:v>
                </c:pt>
                <c:pt idx="617">
                  <c:v>6.93961470115</c:v>
                </c:pt>
                <c:pt idx="618">
                  <c:v>6.93961637417</c:v>
                </c:pt>
                <c:pt idx="619">
                  <c:v>6.93964436724</c:v>
                </c:pt>
                <c:pt idx="620">
                  <c:v>6.93964583138</c:v>
                </c:pt>
                <c:pt idx="621">
                  <c:v>6.93967155572</c:v>
                </c:pt>
                <c:pt idx="622">
                  <c:v>6.93967292308</c:v>
                </c:pt>
                <c:pt idx="623">
                  <c:v>6.93969913188</c:v>
                </c:pt>
                <c:pt idx="624">
                  <c:v>6.93970068239</c:v>
                </c:pt>
                <c:pt idx="625">
                  <c:v>6.93972830326</c:v>
                </c:pt>
                <c:pt idx="626">
                  <c:v>6.9397298252</c:v>
                </c:pt>
                <c:pt idx="627">
                  <c:v>6.93975521379</c:v>
                </c:pt>
                <c:pt idx="628">
                  <c:v>6.93975649375</c:v>
                </c:pt>
                <c:pt idx="629">
                  <c:v>6.93977982665</c:v>
                </c:pt>
                <c:pt idx="630">
                  <c:v>6.9397810813</c:v>
                </c:pt>
                <c:pt idx="631">
                  <c:v>6.93980510207</c:v>
                </c:pt>
                <c:pt idx="632">
                  <c:v>6.93980653461</c:v>
                </c:pt>
                <c:pt idx="633">
                  <c:v>6.93983231951</c:v>
                </c:pt>
                <c:pt idx="634">
                  <c:v>6.93983379223</c:v>
                </c:pt>
                <c:pt idx="635">
                  <c:v>6.93985925235</c:v>
                </c:pt>
                <c:pt idx="636">
                  <c:v>6.93986052694</c:v>
                </c:pt>
                <c:pt idx="637">
                  <c:v>6.93988383591</c:v>
                </c:pt>
                <c:pt idx="638">
                  <c:v>6.93988509556</c:v>
                </c:pt>
                <c:pt idx="639">
                  <c:v>6.93990802117</c:v>
                </c:pt>
                <c:pt idx="640">
                  <c:v>6.93990936725</c:v>
                </c:pt>
                <c:pt idx="641">
                  <c:v>6.93993393239</c:v>
                </c:pt>
                <c:pt idx="642">
                  <c:v>6.93993533435</c:v>
                </c:pt>
                <c:pt idx="643">
                  <c:v>6.93996026732</c:v>
                </c:pt>
                <c:pt idx="644">
                  <c:v>6.9399615213</c:v>
                </c:pt>
                <c:pt idx="645">
                  <c:v>6.93998365684</c:v>
                </c:pt>
                <c:pt idx="646">
                  <c:v>6.93998485187</c:v>
                </c:pt>
                <c:pt idx="647">
                  <c:v>6.94000648469</c:v>
                </c:pt>
                <c:pt idx="648">
                  <c:v>6.94000781542</c:v>
                </c:pt>
                <c:pt idx="649">
                  <c:v>6.94003167335</c:v>
                </c:pt>
                <c:pt idx="650">
                  <c:v>6.94003300961</c:v>
                </c:pt>
                <c:pt idx="651">
                  <c:v>6.94005773065</c:v>
                </c:pt>
                <c:pt idx="652">
                  <c:v>6.94005904545</c:v>
                </c:pt>
                <c:pt idx="653">
                  <c:v>6.94008286563</c:v>
                </c:pt>
                <c:pt idx="654">
                  <c:v>6.94008414269</c:v>
                </c:pt>
                <c:pt idx="655">
                  <c:v>6.94010641136</c:v>
                </c:pt>
                <c:pt idx="656">
                  <c:v>6.94010772892</c:v>
                </c:pt>
                <c:pt idx="657">
                  <c:v>6.94013183367</c:v>
                </c:pt>
                <c:pt idx="658">
                  <c:v>6.94013320908</c:v>
                </c:pt>
                <c:pt idx="659">
                  <c:v>6.94015920712</c:v>
                </c:pt>
                <c:pt idx="660">
                  <c:v>6.94016060795</c:v>
                </c:pt>
                <c:pt idx="661">
                  <c:v>6.94018582768</c:v>
                </c:pt>
                <c:pt idx="662">
                  <c:v>6.94018722994</c:v>
                </c:pt>
                <c:pt idx="663">
                  <c:v>6.94021072925</c:v>
                </c:pt>
                <c:pt idx="664">
                  <c:v>6.94021206261</c:v>
                </c:pt>
                <c:pt idx="665">
                  <c:v>6.94023649801</c:v>
                </c:pt>
                <c:pt idx="666">
                  <c:v>6.94023787525</c:v>
                </c:pt>
                <c:pt idx="667">
                  <c:v>6.94026467722</c:v>
                </c:pt>
                <c:pt idx="668">
                  <c:v>6.94026617038</c:v>
                </c:pt>
                <c:pt idx="669">
                  <c:v>6.94029243364</c:v>
                </c:pt>
                <c:pt idx="670">
                  <c:v>6.94029388339</c:v>
                </c:pt>
                <c:pt idx="671">
                  <c:v>6.94031821812</c:v>
                </c:pt>
                <c:pt idx="672">
                  <c:v>6.94031957434</c:v>
                </c:pt>
                <c:pt idx="673">
                  <c:v>6.94034393287</c:v>
                </c:pt>
                <c:pt idx="674">
                  <c:v>6.94034527966</c:v>
                </c:pt>
                <c:pt idx="675">
                  <c:v>6.94037171955</c:v>
                </c:pt>
                <c:pt idx="676">
                  <c:v>6.94037321912</c:v>
                </c:pt>
                <c:pt idx="677">
                  <c:v>6.94038518722</c:v>
                </c:pt>
                <c:pt idx="678">
                  <c:v>6.94039108291</c:v>
                </c:pt>
                <c:pt idx="679">
                  <c:v>6.94039977049</c:v>
                </c:pt>
                <c:pt idx="680">
                  <c:v>6.94040124935</c:v>
                </c:pt>
                <c:pt idx="681">
                  <c:v>6.94042551221</c:v>
                </c:pt>
                <c:pt idx="682">
                  <c:v>6.94042679588</c:v>
                </c:pt>
                <c:pt idx="683">
                  <c:v>6.94045014251</c:v>
                </c:pt>
                <c:pt idx="684">
                  <c:v>6.94045143057</c:v>
                </c:pt>
                <c:pt idx="685">
                  <c:v>6.9404761618</c:v>
                </c:pt>
                <c:pt idx="686">
                  <c:v>6.94047759965</c:v>
                </c:pt>
                <c:pt idx="687">
                  <c:v>6.94050318266</c:v>
                </c:pt>
                <c:pt idx="688">
                  <c:v>6.94050463337</c:v>
                </c:pt>
                <c:pt idx="689">
                  <c:v>6.94052831912</c:v>
                </c:pt>
                <c:pt idx="690">
                  <c:v>6.94052952503</c:v>
                </c:pt>
                <c:pt idx="691">
                  <c:v>6.94055102333</c:v>
                </c:pt>
                <c:pt idx="692">
                  <c:v>6.9405521816</c:v>
                </c:pt>
                <c:pt idx="693">
                  <c:v>6.9405750341</c:v>
                </c:pt>
                <c:pt idx="694">
                  <c:v>6.9405764</c:v>
                </c:pt>
                <c:pt idx="695">
                  <c:v>6.94060013657</c:v>
                </c:pt>
                <c:pt idx="696">
                  <c:v>6.94060146871</c:v>
                </c:pt>
                <c:pt idx="697">
                  <c:v>6.94062392712</c:v>
                </c:pt>
                <c:pt idx="698">
                  <c:v>6.94062505462</c:v>
                </c:pt>
                <c:pt idx="699">
                  <c:v>6.94064562027</c:v>
                </c:pt>
                <c:pt idx="700">
                  <c:v>6.94064671768</c:v>
                </c:pt>
                <c:pt idx="701">
                  <c:v>6.94066730929</c:v>
                </c:pt>
                <c:pt idx="702">
                  <c:v>6.94066857811</c:v>
                </c:pt>
                <c:pt idx="703">
                  <c:v>6.94069138359</c:v>
                </c:pt>
                <c:pt idx="704">
                  <c:v>6.9406926813</c:v>
                </c:pt>
                <c:pt idx="705">
                  <c:v>6.94071489124</c:v>
                </c:pt>
                <c:pt idx="706">
                  <c:v>6.94071600124</c:v>
                </c:pt>
                <c:pt idx="707">
                  <c:v>6.94073630947</c:v>
                </c:pt>
                <c:pt idx="708">
                  <c:v>6.94073740953</c:v>
                </c:pt>
                <c:pt idx="709">
                  <c:v>6.94075808839</c:v>
                </c:pt>
                <c:pt idx="710">
                  <c:v>6.9407593424</c:v>
                </c:pt>
                <c:pt idx="711">
                  <c:v>6.94078233135</c:v>
                </c:pt>
                <c:pt idx="712">
                  <c:v>6.94078366372</c:v>
                </c:pt>
                <c:pt idx="713">
                  <c:v>6.9408074655</c:v>
                </c:pt>
                <c:pt idx="714">
                  <c:v>6.94080869047</c:v>
                </c:pt>
                <c:pt idx="715">
                  <c:v>6.94083061847</c:v>
                </c:pt>
                <c:pt idx="716">
                  <c:v>6.94083182847</c:v>
                </c:pt>
                <c:pt idx="717">
                  <c:v>6.94085345743</c:v>
                </c:pt>
                <c:pt idx="718">
                  <c:v>6.94085477219</c:v>
                </c:pt>
                <c:pt idx="719">
                  <c:v>6.94087844156</c:v>
                </c:pt>
                <c:pt idx="720">
                  <c:v>6.94087977996</c:v>
                </c:pt>
                <c:pt idx="721">
                  <c:v>6.94090493067</c:v>
                </c:pt>
                <c:pt idx="722">
                  <c:v>6.9409062733</c:v>
                </c:pt>
                <c:pt idx="723">
                  <c:v>6.9409304757</c:v>
                </c:pt>
                <c:pt idx="724">
                  <c:v>6.94093180496</c:v>
                </c:pt>
                <c:pt idx="725">
                  <c:v>6.94095470486</c:v>
                </c:pt>
                <c:pt idx="726">
                  <c:v>6.94095606187</c:v>
                </c:pt>
                <c:pt idx="727">
                  <c:v>6.94098094034</c:v>
                </c:pt>
                <c:pt idx="728">
                  <c:v>6.94098237611</c:v>
                </c:pt>
                <c:pt idx="729">
                  <c:v>6.9410098806</c:v>
                </c:pt>
                <c:pt idx="730">
                  <c:v>6.94101134847</c:v>
                </c:pt>
                <c:pt idx="731">
                  <c:v>6.94103753178</c:v>
                </c:pt>
                <c:pt idx="732">
                  <c:v>6.94103897771</c:v>
                </c:pt>
                <c:pt idx="733">
                  <c:v>6.94106403619</c:v>
                </c:pt>
                <c:pt idx="734">
                  <c:v>6.94106548572</c:v>
                </c:pt>
                <c:pt idx="735">
                  <c:v>6.94109169849</c:v>
                </c:pt>
                <c:pt idx="736">
                  <c:v>6.94109316435</c:v>
                </c:pt>
                <c:pt idx="737">
                  <c:v>6.94112151137</c:v>
                </c:pt>
                <c:pt idx="738">
                  <c:v>6.94112309354</c:v>
                </c:pt>
                <c:pt idx="739">
                  <c:v>6.94115187667</c:v>
                </c:pt>
                <c:pt idx="740">
                  <c:v>6.94115349084</c:v>
                </c:pt>
                <c:pt idx="741">
                  <c:v>6.94118067989</c:v>
                </c:pt>
                <c:pt idx="742">
                  <c:v>6.94118217043</c:v>
                </c:pt>
                <c:pt idx="743">
                  <c:v>6.94120962822</c:v>
                </c:pt>
                <c:pt idx="744">
                  <c:v>6.94121117207</c:v>
                </c:pt>
                <c:pt idx="745">
                  <c:v>6.94124090554</c:v>
                </c:pt>
                <c:pt idx="746">
                  <c:v>6.94124259079</c:v>
                </c:pt>
                <c:pt idx="747">
                  <c:v>6.94127321618</c:v>
                </c:pt>
                <c:pt idx="748">
                  <c:v>6.94127495827</c:v>
                </c:pt>
                <c:pt idx="749">
                  <c:v>6.94130417159</c:v>
                </c:pt>
                <c:pt idx="750">
                  <c:v>6.94130574059</c:v>
                </c:pt>
                <c:pt idx="751">
                  <c:v>6.94133423126</c:v>
                </c:pt>
                <c:pt idx="752">
                  <c:v>6.9413357963</c:v>
                </c:pt>
                <c:pt idx="753">
                  <c:v>6.94136636862</c:v>
                </c:pt>
                <c:pt idx="754">
                  <c:v>6.94136818055</c:v>
                </c:pt>
                <c:pt idx="755">
                  <c:v>6.94140048622</c:v>
                </c:pt>
                <c:pt idx="756">
                  <c:v>6.94140230264</c:v>
                </c:pt>
                <c:pt idx="757">
                  <c:v>6.94143296063</c:v>
                </c:pt>
                <c:pt idx="758">
                  <c:v>6.9414345891</c:v>
                </c:pt>
                <c:pt idx="759">
                  <c:v>6.94146478061</c:v>
                </c:pt>
                <c:pt idx="760">
                  <c:v>6.94146643504</c:v>
                </c:pt>
                <c:pt idx="761">
                  <c:v>6.94149781124</c:v>
                </c:pt>
                <c:pt idx="762">
                  <c:v>6.94149965992</c:v>
                </c:pt>
                <c:pt idx="763">
                  <c:v>6.94153288227</c:v>
                </c:pt>
                <c:pt idx="764">
                  <c:v>6.94153480357</c:v>
                </c:pt>
                <c:pt idx="765">
                  <c:v>6.94156756951</c:v>
                </c:pt>
                <c:pt idx="766">
                  <c:v>6.9415692732</c:v>
                </c:pt>
                <c:pt idx="767">
                  <c:v>6.9415999571</c:v>
                </c:pt>
                <c:pt idx="768">
                  <c:v>6.94160163064</c:v>
                </c:pt>
                <c:pt idx="769">
                  <c:v>6.9416336424</c:v>
                </c:pt>
                <c:pt idx="770">
                  <c:v>6.94163555052</c:v>
                </c:pt>
                <c:pt idx="771">
                  <c:v>6.94166943958</c:v>
                </c:pt>
                <c:pt idx="772">
                  <c:v>6.94167134445</c:v>
                </c:pt>
                <c:pt idx="773">
                  <c:v>6.94167320559</c:v>
                </c:pt>
                <c:pt idx="774">
                  <c:v>6.94168640441</c:v>
                </c:pt>
                <c:pt idx="775">
                  <c:v>6.94170521598</c:v>
                </c:pt>
                <c:pt idx="776">
                  <c:v>6.94170702228</c:v>
                </c:pt>
                <c:pt idx="777">
                  <c:v>6.94173934435</c:v>
                </c:pt>
                <c:pt idx="778">
                  <c:v>6.94174109757</c:v>
                </c:pt>
                <c:pt idx="779">
                  <c:v>6.94177309303</c:v>
                </c:pt>
                <c:pt idx="780">
                  <c:v>6.94177499416</c:v>
                </c:pt>
                <c:pt idx="781">
                  <c:v>6.94180931858</c:v>
                </c:pt>
                <c:pt idx="782">
                  <c:v>6.94181128751</c:v>
                </c:pt>
                <c:pt idx="783">
                  <c:v>6.94184593221</c:v>
                </c:pt>
                <c:pt idx="784">
                  <c:v>6.94184773349</c:v>
                </c:pt>
                <c:pt idx="785">
                  <c:v>6.9418803415</c:v>
                </c:pt>
                <c:pt idx="786">
                  <c:v>6.94188211298</c:v>
                </c:pt>
                <c:pt idx="787">
                  <c:v>6.94191401979</c:v>
                </c:pt>
                <c:pt idx="788">
                  <c:v>6.94191585288</c:v>
                </c:pt>
                <c:pt idx="789">
                  <c:v>6.94194866015</c:v>
                </c:pt>
                <c:pt idx="790">
                  <c:v>6.94195053405</c:v>
                </c:pt>
                <c:pt idx="791">
                  <c:v>6.94198499352</c:v>
                </c:pt>
                <c:pt idx="792">
                  <c:v>6.94198683918</c:v>
                </c:pt>
                <c:pt idx="793">
                  <c:v>6.94201900692</c:v>
                </c:pt>
                <c:pt idx="794">
                  <c:v>6.9420207683</c:v>
                </c:pt>
                <c:pt idx="795">
                  <c:v>6.94205134724</c:v>
                </c:pt>
                <c:pt idx="796">
                  <c:v>6.94205310014</c:v>
                </c:pt>
                <c:pt idx="797">
                  <c:v>6.94208460232</c:v>
                </c:pt>
                <c:pt idx="798">
                  <c:v>6.94208633381</c:v>
                </c:pt>
                <c:pt idx="799">
                  <c:v>6.94211885985</c:v>
                </c:pt>
                <c:pt idx="800">
                  <c:v>6.94212061881</c:v>
                </c:pt>
                <c:pt idx="801">
                  <c:v>6.94215182449</c:v>
                </c:pt>
                <c:pt idx="802">
                  <c:v>6.94215351938</c:v>
                </c:pt>
                <c:pt idx="803">
                  <c:v>6.94218188337</c:v>
                </c:pt>
                <c:pt idx="804">
                  <c:v>6.94218344541</c:v>
                </c:pt>
                <c:pt idx="805">
                  <c:v>6.94221169675</c:v>
                </c:pt>
                <c:pt idx="806">
                  <c:v>6.94221327094</c:v>
                </c:pt>
                <c:pt idx="807">
                  <c:v>6.94224260164</c:v>
                </c:pt>
                <c:pt idx="808">
                  <c:v>6.94224419023</c:v>
                </c:pt>
                <c:pt idx="809">
                  <c:v>6.94227220418</c:v>
                </c:pt>
                <c:pt idx="810">
                  <c:v>6.94227375103</c:v>
                </c:pt>
                <c:pt idx="811">
                  <c:v>6.94229904513</c:v>
                </c:pt>
                <c:pt idx="812">
                  <c:v>6.94230038979</c:v>
                </c:pt>
                <c:pt idx="813">
                  <c:v>6.94232459037</c:v>
                </c:pt>
                <c:pt idx="814">
                  <c:v>6.94232591304</c:v>
                </c:pt>
                <c:pt idx="815">
                  <c:v>6.94235186074</c:v>
                </c:pt>
                <c:pt idx="816">
                  <c:v>6.94235333114</c:v>
                </c:pt>
                <c:pt idx="817">
                  <c:v>6.94237887292</c:v>
                </c:pt>
                <c:pt idx="818">
                  <c:v>6.94238027526</c:v>
                </c:pt>
                <c:pt idx="819">
                  <c:v>6.94240344859</c:v>
                </c:pt>
                <c:pt idx="820">
                  <c:v>6.94240469915</c:v>
                </c:pt>
                <c:pt idx="821">
                  <c:v>6.9424271661</c:v>
                </c:pt>
                <c:pt idx="822">
                  <c:v>6.94242835999</c:v>
                </c:pt>
                <c:pt idx="823">
                  <c:v>6.94245114986</c:v>
                </c:pt>
                <c:pt idx="824">
                  <c:v>6.94245249763</c:v>
                </c:pt>
                <c:pt idx="825">
                  <c:v>6.94247659901</c:v>
                </c:pt>
                <c:pt idx="826">
                  <c:v>6.94247796948</c:v>
                </c:pt>
                <c:pt idx="827">
                  <c:v>6.94250003763</c:v>
                </c:pt>
                <c:pt idx="828">
                  <c:v>6.94250113749</c:v>
                </c:pt>
                <c:pt idx="829">
                  <c:v>6.94252121473</c:v>
                </c:pt>
                <c:pt idx="830">
                  <c:v>6.94252230699</c:v>
                </c:pt>
                <c:pt idx="831">
                  <c:v>6.94254399016</c:v>
                </c:pt>
                <c:pt idx="832">
                  <c:v>6.94254528009</c:v>
                </c:pt>
                <c:pt idx="833">
                  <c:v>6.9425678536</c:v>
                </c:pt>
                <c:pt idx="834">
                  <c:v>6.94256913608</c:v>
                </c:pt>
                <c:pt idx="835">
                  <c:v>6.94259088243</c:v>
                </c:pt>
                <c:pt idx="836">
                  <c:v>6.94259200692</c:v>
                </c:pt>
                <c:pt idx="837">
                  <c:v>6.94261180066</c:v>
                </c:pt>
                <c:pt idx="838">
                  <c:v>6.94261286364</c:v>
                </c:pt>
                <c:pt idx="839">
                  <c:v>6.9426329148</c:v>
                </c:pt>
                <c:pt idx="840">
                  <c:v>6.94263414224</c:v>
                </c:pt>
                <c:pt idx="841">
                  <c:v>6.94265631918</c:v>
                </c:pt>
                <c:pt idx="842">
                  <c:v>6.94265756827</c:v>
                </c:pt>
                <c:pt idx="843">
                  <c:v>6.94267921742</c:v>
                </c:pt>
                <c:pt idx="844">
                  <c:v>6.94268030637</c:v>
                </c:pt>
                <c:pt idx="845">
                  <c:v>6.94270036283</c:v>
                </c:pt>
                <c:pt idx="846">
                  <c:v>6.94270143514</c:v>
                </c:pt>
                <c:pt idx="847">
                  <c:v>6.94272106892</c:v>
                </c:pt>
                <c:pt idx="848">
                  <c:v>6.94272228236</c:v>
                </c:pt>
                <c:pt idx="849">
                  <c:v>6.9427439143</c:v>
                </c:pt>
                <c:pt idx="850">
                  <c:v>6.94274515704</c:v>
                </c:pt>
                <c:pt idx="851">
                  <c:v>6.94276784929</c:v>
                </c:pt>
                <c:pt idx="852">
                  <c:v>6.94276899833</c:v>
                </c:pt>
                <c:pt idx="853">
                  <c:v>6.94278956718</c:v>
                </c:pt>
                <c:pt idx="854">
                  <c:v>6.94279067881</c:v>
                </c:pt>
                <c:pt idx="855">
                  <c:v>6.94281076406</c:v>
                </c:pt>
                <c:pt idx="856">
                  <c:v>6.94281196101</c:v>
                </c:pt>
                <c:pt idx="857">
                  <c:v>6.94283370934</c:v>
                </c:pt>
                <c:pt idx="858">
                  <c:v>6.94283493683</c:v>
                </c:pt>
                <c:pt idx="859">
                  <c:v>6.94285750119</c:v>
                </c:pt>
                <c:pt idx="860">
                  <c:v>6.94285868619</c:v>
                </c:pt>
                <c:pt idx="861">
                  <c:v>6.9428802504</c:v>
                </c:pt>
                <c:pt idx="862">
                  <c:v>6.94288140033</c:v>
                </c:pt>
                <c:pt idx="863">
                  <c:v>6.94290123367</c:v>
                </c:pt>
                <c:pt idx="864">
                  <c:v>6.94290239783</c:v>
                </c:pt>
                <c:pt idx="865">
                  <c:v>6.94292321742</c:v>
                </c:pt>
                <c:pt idx="866">
                  <c:v>6.94292439133</c:v>
                </c:pt>
                <c:pt idx="867">
                  <c:v>6.94293059827</c:v>
                </c:pt>
                <c:pt idx="868">
                  <c:v>6.94293562401</c:v>
                </c:pt>
                <c:pt idx="869">
                  <c:v>6.94294701052</c:v>
                </c:pt>
                <c:pt idx="870">
                  <c:v>6.94294822278</c:v>
                </c:pt>
                <c:pt idx="871">
                  <c:v>6.94296970778</c:v>
                </c:pt>
                <c:pt idx="872">
                  <c:v>6.94297089059</c:v>
                </c:pt>
                <c:pt idx="873">
                  <c:v>6.94299002431</c:v>
                </c:pt>
                <c:pt idx="874">
                  <c:v>6.94299106897</c:v>
                </c:pt>
                <c:pt idx="875">
                  <c:v>6.94301066592</c:v>
                </c:pt>
                <c:pt idx="876">
                  <c:v>6.94301175784</c:v>
                </c:pt>
                <c:pt idx="877">
                  <c:v>6.94303273167</c:v>
                </c:pt>
                <c:pt idx="878">
                  <c:v>6.94303388195</c:v>
                </c:pt>
                <c:pt idx="879">
                  <c:v>6.94305422772</c:v>
                </c:pt>
                <c:pt idx="880">
                  <c:v>6.9430553606</c:v>
                </c:pt>
                <c:pt idx="881">
                  <c:v>6.94307366022</c:v>
                </c:pt>
                <c:pt idx="882">
                  <c:v>6.94307467089</c:v>
                </c:pt>
                <c:pt idx="883">
                  <c:v>6.94309232717</c:v>
                </c:pt>
                <c:pt idx="884">
                  <c:v>6.94309327961</c:v>
                </c:pt>
                <c:pt idx="885">
                  <c:v>6.94311286064</c:v>
                </c:pt>
                <c:pt idx="886">
                  <c:v>6.94311401146</c:v>
                </c:pt>
                <c:pt idx="887">
                  <c:v>6.94313373324</c:v>
                </c:pt>
                <c:pt idx="888">
                  <c:v>6.94313483484</c:v>
                </c:pt>
                <c:pt idx="889">
                  <c:v>6.94315238463</c:v>
                </c:pt>
                <c:pt idx="890">
                  <c:v>6.94315329218</c:v>
                </c:pt>
                <c:pt idx="891">
                  <c:v>6.94317002746</c:v>
                </c:pt>
                <c:pt idx="892">
                  <c:v>6.94317093741</c:v>
                </c:pt>
                <c:pt idx="893">
                  <c:v>6.94318917872</c:v>
                </c:pt>
                <c:pt idx="894">
                  <c:v>6.94319026356</c:v>
                </c:pt>
                <c:pt idx="895">
                  <c:v>6.94320967393</c:v>
                </c:pt>
                <c:pt idx="896">
                  <c:v>6.94321081246</c:v>
                </c:pt>
                <c:pt idx="897">
                  <c:v>6.94322926037</c:v>
                </c:pt>
                <c:pt idx="898">
                  <c:v>6.94323020434</c:v>
                </c:pt>
                <c:pt idx="899">
                  <c:v>6.94324767997</c:v>
                </c:pt>
                <c:pt idx="900">
                  <c:v>6.94324862405</c:v>
                </c:pt>
                <c:pt idx="901">
                  <c:v>6.94326755034</c:v>
                </c:pt>
                <c:pt idx="902">
                  <c:v>6.94326871382</c:v>
                </c:pt>
                <c:pt idx="903">
                  <c:v>6.94328969353</c:v>
                </c:pt>
                <c:pt idx="904">
                  <c:v>6.94329091892</c:v>
                </c:pt>
                <c:pt idx="905">
                  <c:v>6.94331150662</c:v>
                </c:pt>
                <c:pt idx="906">
                  <c:v>6.94331255006</c:v>
                </c:pt>
                <c:pt idx="907">
                  <c:v>6.94333193037</c:v>
                </c:pt>
                <c:pt idx="908">
                  <c:v>6.94333296885</c:v>
                </c:pt>
                <c:pt idx="909">
                  <c:v>6.94335318741</c:v>
                </c:pt>
                <c:pt idx="910">
                  <c:v>6.94335442966</c:v>
                </c:pt>
                <c:pt idx="911">
                  <c:v>6.94337687781</c:v>
                </c:pt>
                <c:pt idx="912">
                  <c:v>6.94337817665</c:v>
                </c:pt>
                <c:pt idx="913">
                  <c:v>6.94340112275</c:v>
                </c:pt>
                <c:pt idx="914">
                  <c:v>6.9434022808</c:v>
                </c:pt>
                <c:pt idx="915">
                  <c:v>6.94342320817</c:v>
                </c:pt>
                <c:pt idx="916">
                  <c:v>6.94342434786</c:v>
                </c:pt>
                <c:pt idx="917">
                  <c:v>6.94344573297</c:v>
                </c:pt>
                <c:pt idx="918">
                  <c:v>6.94344699653</c:v>
                </c:pt>
                <c:pt idx="919">
                  <c:v>6.94347014942</c:v>
                </c:pt>
                <c:pt idx="920">
                  <c:v>6.94347148208</c:v>
                </c:pt>
                <c:pt idx="921">
                  <c:v>6.94349582753</c:v>
                </c:pt>
                <c:pt idx="922">
                  <c:v>6.9434970978</c:v>
                </c:pt>
                <c:pt idx="923">
                  <c:v>6.94352036729</c:v>
                </c:pt>
                <c:pt idx="924">
                  <c:v>6.94352164728</c:v>
                </c:pt>
                <c:pt idx="925">
                  <c:v>6.94354437334</c:v>
                </c:pt>
                <c:pt idx="926">
                  <c:v>6.94354574859</c:v>
                </c:pt>
                <c:pt idx="927">
                  <c:v>6.94357135614</c:v>
                </c:pt>
                <c:pt idx="928">
                  <c:v>6.94357282613</c:v>
                </c:pt>
                <c:pt idx="929">
                  <c:v>6.94360030712</c:v>
                </c:pt>
                <c:pt idx="930">
                  <c:v>6.9436017955</c:v>
                </c:pt>
                <c:pt idx="931">
                  <c:v>6.94362856063</c:v>
                </c:pt>
                <c:pt idx="932">
                  <c:v>6.94363005468</c:v>
                </c:pt>
                <c:pt idx="933">
                  <c:v>6.94365601584</c:v>
                </c:pt>
                <c:pt idx="934">
                  <c:v>6.943657523</c:v>
                </c:pt>
                <c:pt idx="935">
                  <c:v>6.94368495847</c:v>
                </c:pt>
                <c:pt idx="936">
                  <c:v>6.94368650893</c:v>
                </c:pt>
                <c:pt idx="937">
                  <c:v>6.94371622071</c:v>
                </c:pt>
                <c:pt idx="938">
                  <c:v>6.94371784918</c:v>
                </c:pt>
                <c:pt idx="939">
                  <c:v>6.94374721037</c:v>
                </c:pt>
                <c:pt idx="940">
                  <c:v>6.94374885417</c:v>
                </c:pt>
                <c:pt idx="941">
                  <c:v>6.94377704635</c:v>
                </c:pt>
                <c:pt idx="942">
                  <c:v>6.94377862025</c:v>
                </c:pt>
                <c:pt idx="943">
                  <c:v>6.94380760381</c:v>
                </c:pt>
                <c:pt idx="944">
                  <c:v>6.94380923269</c:v>
                </c:pt>
                <c:pt idx="945">
                  <c:v>6.94384051408</c:v>
                </c:pt>
                <c:pt idx="946">
                  <c:v>6.94384225686</c:v>
                </c:pt>
                <c:pt idx="947">
                  <c:v>6.94387352148</c:v>
                </c:pt>
                <c:pt idx="948">
                  <c:v>6.94387529385</c:v>
                </c:pt>
                <c:pt idx="949">
                  <c:v>6.94390527959</c:v>
                </c:pt>
                <c:pt idx="950">
                  <c:v>6.94390691917</c:v>
                </c:pt>
                <c:pt idx="951">
                  <c:v>6.94393689245</c:v>
                </c:pt>
                <c:pt idx="952">
                  <c:v>6.94393855431</c:v>
                </c:pt>
                <c:pt idx="953">
                  <c:v>6.943970788</c:v>
                </c:pt>
                <c:pt idx="954">
                  <c:v>6.94397262829</c:v>
                </c:pt>
                <c:pt idx="955">
                  <c:v>6.94400553433</c:v>
                </c:pt>
                <c:pt idx="956">
                  <c:v>6.94400738089</c:v>
                </c:pt>
                <c:pt idx="957">
                  <c:v>6.94403887788</c:v>
                </c:pt>
                <c:pt idx="958">
                  <c:v>6.94404057134</c:v>
                </c:pt>
                <c:pt idx="959">
                  <c:v>6.94407154326</c:v>
                </c:pt>
                <c:pt idx="960">
                  <c:v>6.94407324337</c:v>
                </c:pt>
                <c:pt idx="961">
                  <c:v>6.94410374316</c:v>
                </c:pt>
                <c:pt idx="962">
                  <c:v>6.94410556157</c:v>
                </c:pt>
                <c:pt idx="963">
                  <c:v>6.94410745023</c:v>
                </c:pt>
                <c:pt idx="964">
                  <c:v>6.94411687688</c:v>
                </c:pt>
                <c:pt idx="965">
                  <c:v>6.94414176044</c:v>
                </c:pt>
                <c:pt idx="966">
                  <c:v>6.94414371007</c:v>
                </c:pt>
                <c:pt idx="967">
                  <c:v>6.94417648231</c:v>
                </c:pt>
                <c:pt idx="968">
                  <c:v>6.94417819363</c:v>
                </c:pt>
                <c:pt idx="969">
                  <c:v>6.94420983947</c:v>
                </c:pt>
                <c:pt idx="970">
                  <c:v>6.9442115925</c:v>
                </c:pt>
                <c:pt idx="971">
                  <c:v>6.94424435722</c:v>
                </c:pt>
                <c:pt idx="972">
                  <c:v>6.9442462595</c:v>
                </c:pt>
                <c:pt idx="973">
                  <c:v>6.94427995519</c:v>
                </c:pt>
                <c:pt idx="974">
                  <c:v>6.94428188532</c:v>
                </c:pt>
                <c:pt idx="975">
                  <c:v>6.94431569217</c:v>
                </c:pt>
                <c:pt idx="976">
                  <c:v>6.94431746368</c:v>
                </c:pt>
                <c:pt idx="977">
                  <c:v>6.94434856875</c:v>
                </c:pt>
                <c:pt idx="978">
                  <c:v>6.94435023659</c:v>
                </c:pt>
                <c:pt idx="979">
                  <c:v>6.94438169104</c:v>
                </c:pt>
                <c:pt idx="980">
                  <c:v>6.94438359013</c:v>
                </c:pt>
                <c:pt idx="981">
                  <c:v>6.94441703842</c:v>
                </c:pt>
                <c:pt idx="982">
                  <c:v>6.94441890354</c:v>
                </c:pt>
                <c:pt idx="983">
                  <c:v>6.94445136071</c:v>
                </c:pt>
                <c:pt idx="984">
                  <c:v>6.94445303948</c:v>
                </c:pt>
                <c:pt idx="985">
                  <c:v>6.94448397724</c:v>
                </c:pt>
                <c:pt idx="986">
                  <c:v>6.94448563496</c:v>
                </c:pt>
                <c:pt idx="987">
                  <c:v>6.94451514013</c:v>
                </c:pt>
                <c:pt idx="988">
                  <c:v>6.94451685765</c:v>
                </c:pt>
                <c:pt idx="989">
                  <c:v>6.94454777641</c:v>
                </c:pt>
                <c:pt idx="990">
                  <c:v>6.94454954191</c:v>
                </c:pt>
                <c:pt idx="991">
                  <c:v>6.9445806176</c:v>
                </c:pt>
                <c:pt idx="992">
                  <c:v>6.94458221479</c:v>
                </c:pt>
                <c:pt idx="993">
                  <c:v>6.94461037343</c:v>
                </c:pt>
                <c:pt idx="994">
                  <c:v>6.94461190803</c:v>
                </c:pt>
                <c:pt idx="995">
                  <c:v>6.94463888344</c:v>
                </c:pt>
                <c:pt idx="996">
                  <c:v>6.94464041964</c:v>
                </c:pt>
                <c:pt idx="997">
                  <c:v>6.94466750107</c:v>
                </c:pt>
                <c:pt idx="998">
                  <c:v>6.94466899649</c:v>
                </c:pt>
                <c:pt idx="999">
                  <c:v>6.94469655511</c:v>
                </c:pt>
                <c:pt idx="1000">
                  <c:v>6.94469801103</c:v>
                </c:pt>
                <c:pt idx="1001">
                  <c:v>6.94472378981</c:v>
                </c:pt>
                <c:pt idx="1002">
                  <c:v>6.94472518125</c:v>
                </c:pt>
                <c:pt idx="1003">
                  <c:v>6.94474829483</c:v>
                </c:pt>
                <c:pt idx="1004">
                  <c:v>6.94474963093</c:v>
                </c:pt>
                <c:pt idx="1005">
                  <c:v>6.94477341852</c:v>
                </c:pt>
                <c:pt idx="1006">
                  <c:v>6.94477473185</c:v>
                </c:pt>
                <c:pt idx="1007">
                  <c:v>6.94479915583</c:v>
                </c:pt>
                <c:pt idx="1008">
                  <c:v>6.94480045386</c:v>
                </c:pt>
                <c:pt idx="1009">
                  <c:v>6.94482341964</c:v>
                </c:pt>
                <c:pt idx="1010">
                  <c:v>6.9448246851</c:v>
                </c:pt>
                <c:pt idx="1011">
                  <c:v>6.94484530145</c:v>
                </c:pt>
                <c:pt idx="1012">
                  <c:v>6.94484643557</c:v>
                </c:pt>
                <c:pt idx="1013">
                  <c:v>6.94486688503</c:v>
                </c:pt>
                <c:pt idx="1014">
                  <c:v>6.94486800997</c:v>
                </c:pt>
                <c:pt idx="1015">
                  <c:v>6.94489004694</c:v>
                </c:pt>
                <c:pt idx="1016">
                  <c:v>6.94489127382</c:v>
                </c:pt>
                <c:pt idx="1017">
                  <c:v>6.94491260237</c:v>
                </c:pt>
                <c:pt idx="1018">
                  <c:v>6.94491377477</c:v>
                </c:pt>
                <c:pt idx="1019">
                  <c:v>6.94493303218</c:v>
                </c:pt>
                <c:pt idx="1020">
                  <c:v>6.94493407102</c:v>
                </c:pt>
                <c:pt idx="1021">
                  <c:v>6.94495253013</c:v>
                </c:pt>
                <c:pt idx="1022">
                  <c:v>6.94495351682</c:v>
                </c:pt>
                <c:pt idx="1023">
                  <c:v>6.94497308986</c:v>
                </c:pt>
                <c:pt idx="1024">
                  <c:v>6.94497423475</c:v>
                </c:pt>
                <c:pt idx="1025">
                  <c:v>6.94499467542</c:v>
                </c:pt>
                <c:pt idx="1026">
                  <c:v>6.94499581401</c:v>
                </c:pt>
                <c:pt idx="1027">
                  <c:v>6.94501401592</c:v>
                </c:pt>
                <c:pt idx="1028">
                  <c:v>6.94501494975</c:v>
                </c:pt>
                <c:pt idx="1029">
                  <c:v>6.94503235379</c:v>
                </c:pt>
                <c:pt idx="1030">
                  <c:v>6.94503329495</c:v>
                </c:pt>
                <c:pt idx="1031">
                  <c:v>6.94505206202</c:v>
                </c:pt>
                <c:pt idx="1032">
                  <c:v>6.94505317402</c:v>
                </c:pt>
                <c:pt idx="1033">
                  <c:v>6.94507275291</c:v>
                </c:pt>
                <c:pt idx="1034">
                  <c:v>6.94507387505</c:v>
                </c:pt>
                <c:pt idx="1035">
                  <c:v>6.94509267052</c:v>
                </c:pt>
                <c:pt idx="1036">
                  <c:v>6.94509360458</c:v>
                </c:pt>
                <c:pt idx="1037">
                  <c:v>6.94511033284</c:v>
                </c:pt>
                <c:pt idx="1038">
                  <c:v>6.94511123253</c:v>
                </c:pt>
                <c:pt idx="1039">
                  <c:v>6.9451292958</c:v>
                </c:pt>
                <c:pt idx="1040">
                  <c:v>6.94513040146</c:v>
                </c:pt>
                <c:pt idx="1041">
                  <c:v>6.9451495816</c:v>
                </c:pt>
                <c:pt idx="1042">
                  <c:v>6.9451506817</c:v>
                </c:pt>
                <c:pt idx="1043">
                  <c:v>6.94516954426</c:v>
                </c:pt>
                <c:pt idx="1044">
                  <c:v>6.94517048871</c:v>
                </c:pt>
                <c:pt idx="1045">
                  <c:v>6.9451875628</c:v>
                </c:pt>
                <c:pt idx="1046">
                  <c:v>6.94518846588</c:v>
                </c:pt>
                <c:pt idx="1047">
                  <c:v>6.94520556783</c:v>
                </c:pt>
                <c:pt idx="1048">
                  <c:v>6.94520662045</c:v>
                </c:pt>
                <c:pt idx="1049">
                  <c:v>6.94522554963</c:v>
                </c:pt>
                <c:pt idx="1050">
                  <c:v>6.94522665377</c:v>
                </c:pt>
                <c:pt idx="1051">
                  <c:v>6.94524525509</c:v>
                </c:pt>
                <c:pt idx="1052">
                  <c:v>6.94524617158</c:v>
                </c:pt>
                <c:pt idx="1053">
                  <c:v>6.94526317469</c:v>
                </c:pt>
                <c:pt idx="1054">
                  <c:v>6.94526409471</c:v>
                </c:pt>
                <c:pt idx="1055">
                  <c:v>6.94528065314</c:v>
                </c:pt>
                <c:pt idx="1056">
                  <c:v>6.94528165106</c:v>
                </c:pt>
                <c:pt idx="1057">
                  <c:v>6.94528354404</c:v>
                </c:pt>
                <c:pt idx="1058">
                  <c:v>6.94528741443</c:v>
                </c:pt>
                <c:pt idx="1059">
                  <c:v>6.94529951648</c:v>
                </c:pt>
                <c:pt idx="1060">
                  <c:v>6.94530053409</c:v>
                </c:pt>
                <c:pt idx="1061">
                  <c:v>6.94531918458</c:v>
                </c:pt>
                <c:pt idx="1062">
                  <c:v>6.94532010325</c:v>
                </c:pt>
                <c:pt idx="1063">
                  <c:v>6.94533629053</c:v>
                </c:pt>
                <c:pt idx="1064">
                  <c:v>6.94533714873</c:v>
                </c:pt>
                <c:pt idx="1065">
                  <c:v>6.94535239365</c:v>
                </c:pt>
                <c:pt idx="1066">
                  <c:v>6.94535330452</c:v>
                </c:pt>
                <c:pt idx="1067">
                  <c:v>6.94536928806</c:v>
                </c:pt>
                <c:pt idx="1068">
                  <c:v>6.94537016946</c:v>
                </c:pt>
                <c:pt idx="1069">
                  <c:v>6.94538752211</c:v>
                </c:pt>
                <c:pt idx="1070">
                  <c:v>6.9453884425</c:v>
                </c:pt>
                <c:pt idx="1071">
                  <c:v>6.94540463407</c:v>
                </c:pt>
                <c:pt idx="1072">
                  <c:v>6.94540549414</c:v>
                </c:pt>
                <c:pt idx="1073">
                  <c:v>6.94541932185</c:v>
                </c:pt>
                <c:pt idx="1074">
                  <c:v>6.94542014404</c:v>
                </c:pt>
                <c:pt idx="1075">
                  <c:v>6.94543553135</c:v>
                </c:pt>
                <c:pt idx="1076">
                  <c:v>6.94543640323</c:v>
                </c:pt>
                <c:pt idx="1077">
                  <c:v>6.94545276432</c:v>
                </c:pt>
                <c:pt idx="1078">
                  <c:v>6.94545359644</c:v>
                </c:pt>
                <c:pt idx="1079">
                  <c:v>6.94546903604</c:v>
                </c:pt>
                <c:pt idx="1080">
                  <c:v>6.94546992422</c:v>
                </c:pt>
                <c:pt idx="1081">
                  <c:v>6.94548410437</c:v>
                </c:pt>
                <c:pt idx="1082">
                  <c:v>6.94548487295</c:v>
                </c:pt>
                <c:pt idx="1083">
                  <c:v>6.94549878134</c:v>
                </c:pt>
                <c:pt idx="1084">
                  <c:v>6.94549955596</c:v>
                </c:pt>
                <c:pt idx="1085">
                  <c:v>6.94551604968</c:v>
                </c:pt>
                <c:pt idx="1086">
                  <c:v>6.94551700763</c:v>
                </c:pt>
                <c:pt idx="1087">
                  <c:v>6.94553375751</c:v>
                </c:pt>
                <c:pt idx="1088">
                  <c:v>6.94553468486</c:v>
                </c:pt>
                <c:pt idx="1089">
                  <c:v>6.94555004186</c:v>
                </c:pt>
                <c:pt idx="1090">
                  <c:v>6.94555088772</c:v>
                </c:pt>
                <c:pt idx="1091">
                  <c:v>6.94556666132</c:v>
                </c:pt>
                <c:pt idx="1092">
                  <c:v>6.94556752321</c:v>
                </c:pt>
                <c:pt idx="1093">
                  <c:v>6.94558517286</c:v>
                </c:pt>
                <c:pt idx="1094">
                  <c:v>6.94558621506</c:v>
                </c:pt>
                <c:pt idx="1095">
                  <c:v>6.9456050056</c:v>
                </c:pt>
                <c:pt idx="1096">
                  <c:v>6.94560610291</c:v>
                </c:pt>
                <c:pt idx="1097">
                  <c:v>6.94562414325</c:v>
                </c:pt>
                <c:pt idx="1098">
                  <c:v>6.94562506681</c:v>
                </c:pt>
                <c:pt idx="1099">
                  <c:v>6.94564231452</c:v>
                </c:pt>
                <c:pt idx="1100">
                  <c:v>6.9456432513</c:v>
                </c:pt>
                <c:pt idx="1101">
                  <c:v>6.94566239786</c:v>
                </c:pt>
                <c:pt idx="1102">
                  <c:v>6.94566356798</c:v>
                </c:pt>
                <c:pt idx="1103">
                  <c:v>6.94568455016</c:v>
                </c:pt>
                <c:pt idx="1104">
                  <c:v>6.94568576698</c:v>
                </c:pt>
                <c:pt idx="1105">
                  <c:v>6.94570582085</c:v>
                </c:pt>
                <c:pt idx="1106">
                  <c:v>6.94570683593</c:v>
                </c:pt>
                <c:pt idx="1107">
                  <c:v>6.94572621667</c:v>
                </c:pt>
                <c:pt idx="1108">
                  <c:v>6.94572728786</c:v>
                </c:pt>
                <c:pt idx="1109">
                  <c:v>6.94574838282</c:v>
                </c:pt>
                <c:pt idx="1110">
                  <c:v>6.94574966287</c:v>
                </c:pt>
                <c:pt idx="1111">
                  <c:v>6.94577268267</c:v>
                </c:pt>
                <c:pt idx="1112">
                  <c:v>6.94577401467</c:v>
                </c:pt>
                <c:pt idx="1113">
                  <c:v>6.94579729452</c:v>
                </c:pt>
                <c:pt idx="1114">
                  <c:v>6.94579852138</c:v>
                </c:pt>
                <c:pt idx="1115">
                  <c:v>6.94582096378</c:v>
                </c:pt>
                <c:pt idx="1116">
                  <c:v>6.9458221687</c:v>
                </c:pt>
                <c:pt idx="1117">
                  <c:v>6.94584512171</c:v>
                </c:pt>
                <c:pt idx="1118">
                  <c:v>6.9458465273</c:v>
                </c:pt>
                <c:pt idx="1119">
                  <c:v>6.94587240727</c:v>
                </c:pt>
                <c:pt idx="1120">
                  <c:v>6.94587390287</c:v>
                </c:pt>
                <c:pt idx="1121">
                  <c:v>6.94589985598</c:v>
                </c:pt>
                <c:pt idx="1122">
                  <c:v>6.94590121161</c:v>
                </c:pt>
                <c:pt idx="1123">
                  <c:v>6.94592671178</c:v>
                </c:pt>
                <c:pt idx="1124">
                  <c:v>6.94592814304</c:v>
                </c:pt>
                <c:pt idx="1125">
                  <c:v>6.94595405512</c:v>
                </c:pt>
                <c:pt idx="1126">
                  <c:v>6.94595557729</c:v>
                </c:pt>
                <c:pt idx="1127">
                  <c:v>6.9459832393</c:v>
                </c:pt>
                <c:pt idx="1128">
                  <c:v>6.94598482166</c:v>
                </c:pt>
                <c:pt idx="1129">
                  <c:v>6.94601451323</c:v>
                </c:pt>
                <c:pt idx="1130">
                  <c:v>6.94601609698</c:v>
                </c:pt>
                <c:pt idx="1131">
                  <c:v>6.94604410884</c:v>
                </c:pt>
                <c:pt idx="1132">
                  <c:v>6.94604563674</c:v>
                </c:pt>
                <c:pt idx="1133">
                  <c:v>6.94607307375</c:v>
                </c:pt>
                <c:pt idx="1134">
                  <c:v>6.94607470682</c:v>
                </c:pt>
                <c:pt idx="1135">
                  <c:v>6.94610426907</c:v>
                </c:pt>
                <c:pt idx="1136">
                  <c:v>6.94610590993</c:v>
                </c:pt>
                <c:pt idx="1137">
                  <c:v>6.94613651225</c:v>
                </c:pt>
                <c:pt idx="1138">
                  <c:v>6.94613817</c:v>
                </c:pt>
                <c:pt idx="1139">
                  <c:v>6.94616842177</c:v>
                </c:pt>
                <c:pt idx="1140">
                  <c:v>6.94617010733</c:v>
                </c:pt>
                <c:pt idx="1141">
                  <c:v>6.94619909832</c:v>
                </c:pt>
                <c:pt idx="1142">
                  <c:v>6.94620074418</c:v>
                </c:pt>
                <c:pt idx="1143">
                  <c:v>6.946230615</c:v>
                </c:pt>
                <c:pt idx="1144">
                  <c:v>6.94623232746</c:v>
                </c:pt>
                <c:pt idx="1145">
                  <c:v>6.94626435853</c:v>
                </c:pt>
                <c:pt idx="1146">
                  <c:v>6.94626612308</c:v>
                </c:pt>
                <c:pt idx="1147">
                  <c:v>6.94629807222</c:v>
                </c:pt>
                <c:pt idx="1148">
                  <c:v>6.94629985004</c:v>
                </c:pt>
                <c:pt idx="1149">
                  <c:v>6.94633018508</c:v>
                </c:pt>
                <c:pt idx="1150">
                  <c:v>6.9463318833</c:v>
                </c:pt>
                <c:pt idx="1151">
                  <c:v>6.9463557712</c:v>
                </c:pt>
                <c:pt idx="1152">
                  <c:v>6.94636284294</c:v>
                </c:pt>
                <c:pt idx="1153">
                  <c:v>6.94636457206</c:v>
                </c:pt>
                <c:pt idx="1154">
                  <c:v>6.94636641429</c:v>
                </c:pt>
                <c:pt idx="1155">
                  <c:v>6.94639743255</c:v>
                </c:pt>
                <c:pt idx="1156">
                  <c:v>6.94639930424</c:v>
                </c:pt>
                <c:pt idx="1157">
                  <c:v>6.94643254398</c:v>
                </c:pt>
                <c:pt idx="1158">
                  <c:v>6.94643440909</c:v>
                </c:pt>
                <c:pt idx="1159">
                  <c:v>6.94646594569</c:v>
                </c:pt>
                <c:pt idx="1160">
                  <c:v>6.94646765572</c:v>
                </c:pt>
                <c:pt idx="1161">
                  <c:v>6.94649893066</c:v>
                </c:pt>
                <c:pt idx="1162">
                  <c:v>6.94650063565</c:v>
                </c:pt>
                <c:pt idx="1163">
                  <c:v>6.94653324743</c:v>
                </c:pt>
                <c:pt idx="1164">
                  <c:v>6.94653510449</c:v>
                </c:pt>
                <c:pt idx="1165">
                  <c:v>6.94656821232</c:v>
                </c:pt>
                <c:pt idx="1166">
                  <c:v>6.94657009664</c:v>
                </c:pt>
                <c:pt idx="1167">
                  <c:v>6.94660163569</c:v>
                </c:pt>
                <c:pt idx="1168">
                  <c:v>6.94660329973</c:v>
                </c:pt>
                <c:pt idx="1169">
                  <c:v>6.9466337411</c:v>
                </c:pt>
                <c:pt idx="1170">
                  <c:v>6.94663539779</c:v>
                </c:pt>
                <c:pt idx="1171">
                  <c:v>6.9466668719</c:v>
                </c:pt>
                <c:pt idx="1172">
                  <c:v>6.94666869144</c:v>
                </c:pt>
                <c:pt idx="1173">
                  <c:v>6.94670099266</c:v>
                </c:pt>
                <c:pt idx="1174">
                  <c:v>6.94670280581</c:v>
                </c:pt>
                <c:pt idx="1175">
                  <c:v>6.94673359031</c:v>
                </c:pt>
                <c:pt idx="1176">
                  <c:v>6.94673522256</c:v>
                </c:pt>
                <c:pt idx="1177">
                  <c:v>6.94676427007</c:v>
                </c:pt>
                <c:pt idx="1178">
                  <c:v>6.94676582166</c:v>
                </c:pt>
                <c:pt idx="1179">
                  <c:v>6.94679478789</c:v>
                </c:pt>
                <c:pt idx="1180">
                  <c:v>6.9467964824</c:v>
                </c:pt>
                <c:pt idx="1181">
                  <c:v>6.94682655582</c:v>
                </c:pt>
                <c:pt idx="1182">
                  <c:v>6.94682824239</c:v>
                </c:pt>
                <c:pt idx="1183">
                  <c:v>6.94685683534</c:v>
                </c:pt>
                <c:pt idx="1184">
                  <c:v>6.94685826883</c:v>
                </c:pt>
                <c:pt idx="1185">
                  <c:v>6.94688412333</c:v>
                </c:pt>
                <c:pt idx="1186">
                  <c:v>6.94688552381</c:v>
                </c:pt>
                <c:pt idx="1187">
                  <c:v>6.9469110991</c:v>
                </c:pt>
                <c:pt idx="1188">
                  <c:v>6.94691257125</c:v>
                </c:pt>
                <c:pt idx="1189">
                  <c:v>6.94693827102</c:v>
                </c:pt>
                <c:pt idx="1190">
                  <c:v>6.94693973859</c:v>
                </c:pt>
                <c:pt idx="1191">
                  <c:v>6.9469650041</c:v>
                </c:pt>
                <c:pt idx="1192">
                  <c:v>6.94696630217</c:v>
                </c:pt>
                <c:pt idx="1193">
                  <c:v>6.94698947176</c:v>
                </c:pt>
                <c:pt idx="1194">
                  <c:v>6.94699070116</c:v>
                </c:pt>
                <c:pt idx="1195">
                  <c:v>6.94701247439</c:v>
                </c:pt>
                <c:pt idx="1196">
                  <c:v>6.94701374233</c:v>
                </c:pt>
                <c:pt idx="1197">
                  <c:v>6.94703662322</c:v>
                </c:pt>
                <c:pt idx="1198">
                  <c:v>6.94703790925</c:v>
                </c:pt>
                <c:pt idx="1199">
                  <c:v>6.94706093297</c:v>
                </c:pt>
                <c:pt idx="1200">
                  <c:v>6.94706213776</c:v>
                </c:pt>
                <c:pt idx="1201">
                  <c:v>6.94708346489</c:v>
                </c:pt>
                <c:pt idx="1202">
                  <c:v>6.94708460464</c:v>
                </c:pt>
                <c:pt idx="1203">
                  <c:v>6.94710407339</c:v>
                </c:pt>
                <c:pt idx="1204">
                  <c:v>6.9471052108</c:v>
                </c:pt>
                <c:pt idx="1205">
                  <c:v>6.94712592862</c:v>
                </c:pt>
                <c:pt idx="1206">
                  <c:v>6.94712707827</c:v>
                </c:pt>
                <c:pt idx="1207">
                  <c:v>6.94714850217</c:v>
                </c:pt>
                <c:pt idx="1208">
                  <c:v>6.94714958824</c:v>
                </c:pt>
                <c:pt idx="1209">
                  <c:v>6.94716893413</c:v>
                </c:pt>
                <c:pt idx="1210">
                  <c:v>6.94716999176</c:v>
                </c:pt>
                <c:pt idx="1211">
                  <c:v>6.94718771356</c:v>
                </c:pt>
                <c:pt idx="1212">
                  <c:v>6.94718870506</c:v>
                </c:pt>
                <c:pt idx="1213">
                  <c:v>6.94720593044</c:v>
                </c:pt>
                <c:pt idx="1214">
                  <c:v>6.94720686256</c:v>
                </c:pt>
                <c:pt idx="1215">
                  <c:v>6.94722509431</c:v>
                </c:pt>
                <c:pt idx="1216">
                  <c:v>6.94722608827</c:v>
                </c:pt>
                <c:pt idx="1217">
                  <c:v>6.94724369592</c:v>
                </c:pt>
                <c:pt idx="1218">
                  <c:v>6.94724465769</c:v>
                </c:pt>
                <c:pt idx="1219">
                  <c:v>6.9472596598</c:v>
                </c:pt>
                <c:pt idx="1220">
                  <c:v>6.94726046319</c:v>
                </c:pt>
                <c:pt idx="1221">
                  <c:v>6.94727561993</c:v>
                </c:pt>
                <c:pt idx="1222">
                  <c:v>6.94727646786</c:v>
                </c:pt>
                <c:pt idx="1223">
                  <c:v>6.94729335885</c:v>
                </c:pt>
                <c:pt idx="1224">
                  <c:v>6.94729429245</c:v>
                </c:pt>
                <c:pt idx="1225">
                  <c:v>6.9473105324</c:v>
                </c:pt>
                <c:pt idx="1226">
                  <c:v>6.94731145812</c:v>
                </c:pt>
                <c:pt idx="1227">
                  <c:v>6.94732640845</c:v>
                </c:pt>
                <c:pt idx="1228">
                  <c:v>6.94732718677</c:v>
                </c:pt>
                <c:pt idx="1229">
                  <c:v>6.94734124546</c:v>
                </c:pt>
                <c:pt idx="1230">
                  <c:v>6.94734199655</c:v>
                </c:pt>
                <c:pt idx="1231">
                  <c:v>6.94735764793</c:v>
                </c:pt>
                <c:pt idx="1232">
                  <c:v>6.94735857714</c:v>
                </c:pt>
                <c:pt idx="1233">
                  <c:v>6.94737492452</c:v>
                </c:pt>
                <c:pt idx="1234">
                  <c:v>6.94737583531</c:v>
                </c:pt>
                <c:pt idx="1235">
                  <c:v>6.94739020559</c:v>
                </c:pt>
                <c:pt idx="1236">
                  <c:v>6.94739094145</c:v>
                </c:pt>
                <c:pt idx="1237">
                  <c:v>6.94740489191</c:v>
                </c:pt>
                <c:pt idx="1238">
                  <c:v>6.94740561926</c:v>
                </c:pt>
                <c:pt idx="1239">
                  <c:v>6.94741997834</c:v>
                </c:pt>
                <c:pt idx="1240">
                  <c:v>6.94742084535</c:v>
                </c:pt>
                <c:pt idx="1241">
                  <c:v>6.94743639388</c:v>
                </c:pt>
                <c:pt idx="1242">
                  <c:v>6.94743731753</c:v>
                </c:pt>
                <c:pt idx="1243">
                  <c:v>6.94745221364</c:v>
                </c:pt>
                <c:pt idx="1244">
                  <c:v>6.94745291547</c:v>
                </c:pt>
                <c:pt idx="1245">
                  <c:v>6.9474653846</c:v>
                </c:pt>
                <c:pt idx="1246">
                  <c:v>6.94746603751</c:v>
                </c:pt>
                <c:pt idx="1247">
                  <c:v>6.94746744034</c:v>
                </c:pt>
                <c:pt idx="1248">
                  <c:v>6.94747982727</c:v>
                </c:pt>
                <c:pt idx="1249">
                  <c:v>6.94748068734</c:v>
                </c:pt>
                <c:pt idx="1250">
                  <c:v>6.94749512325</c:v>
                </c:pt>
                <c:pt idx="1251">
                  <c:v>6.94749594991</c:v>
                </c:pt>
                <c:pt idx="1252">
                  <c:v>6.94751003785</c:v>
                </c:pt>
                <c:pt idx="1253">
                  <c:v>6.94751071704</c:v>
                </c:pt>
                <c:pt idx="1254">
                  <c:v>6.94752297861</c:v>
                </c:pt>
                <c:pt idx="1255">
                  <c:v>6.94752361896</c:v>
                </c:pt>
                <c:pt idx="1256">
                  <c:v>6.94753520884</c:v>
                </c:pt>
                <c:pt idx="1257">
                  <c:v>6.9475359593</c:v>
                </c:pt>
                <c:pt idx="1258">
                  <c:v>6.94754947103</c:v>
                </c:pt>
                <c:pt idx="1259">
                  <c:v>6.94755025951</c:v>
                </c:pt>
                <c:pt idx="1260">
                  <c:v>6.94756348709</c:v>
                </c:pt>
                <c:pt idx="1261">
                  <c:v>6.94756409404</c:v>
                </c:pt>
                <c:pt idx="1262">
                  <c:v>6.94757564006</c:v>
                </c:pt>
                <c:pt idx="1263">
                  <c:v>6.94757626938</c:v>
                </c:pt>
                <c:pt idx="1264">
                  <c:v>6.94758768901</c:v>
                </c:pt>
                <c:pt idx="1265">
                  <c:v>6.94758839549</c:v>
                </c:pt>
                <c:pt idx="1266">
                  <c:v>6.94760066107</c:v>
                </c:pt>
                <c:pt idx="1267">
                  <c:v>6.94760138468</c:v>
                </c:pt>
                <c:pt idx="1268">
                  <c:v>6.94761496197</c:v>
                </c:pt>
                <c:pt idx="1269">
                  <c:v>6.94761564789</c:v>
                </c:pt>
                <c:pt idx="1270">
                  <c:v>6.94762774877</c:v>
                </c:pt>
                <c:pt idx="1271">
                  <c:v>6.94762838844</c:v>
                </c:pt>
                <c:pt idx="1272">
                  <c:v>6.9476395404</c:v>
                </c:pt>
                <c:pt idx="1273">
                  <c:v>6.94764024065</c:v>
                </c:pt>
                <c:pt idx="1274">
                  <c:v>6.9476533539</c:v>
                </c:pt>
                <c:pt idx="1275">
                  <c:v>6.94765411352</c:v>
                </c:pt>
                <c:pt idx="1276">
                  <c:v>6.94766845286</c:v>
                </c:pt>
                <c:pt idx="1277">
                  <c:v>6.94766923761</c:v>
                </c:pt>
                <c:pt idx="1278">
                  <c:v>6.94768352885</c:v>
                </c:pt>
                <c:pt idx="1279">
                  <c:v>6.94768434838</c:v>
                </c:pt>
                <c:pt idx="1280">
                  <c:v>6.94769776822</c:v>
                </c:pt>
                <c:pt idx="1281">
                  <c:v>6.94769852486</c:v>
                </c:pt>
                <c:pt idx="1282">
                  <c:v>6.94771303614</c:v>
                </c:pt>
                <c:pt idx="1283">
                  <c:v>6.94771386385</c:v>
                </c:pt>
                <c:pt idx="1284">
                  <c:v>6.94773067703</c:v>
                </c:pt>
                <c:pt idx="1285">
                  <c:v>6.94773159145</c:v>
                </c:pt>
                <c:pt idx="1286">
                  <c:v>6.94774762545</c:v>
                </c:pt>
                <c:pt idx="1287">
                  <c:v>6.94774858681</c:v>
                </c:pt>
                <c:pt idx="1288">
                  <c:v>6.9477643545</c:v>
                </c:pt>
                <c:pt idx="1289">
                  <c:v>6.947765224</c:v>
                </c:pt>
                <c:pt idx="1290">
                  <c:v>6.94777893478</c:v>
                </c:pt>
                <c:pt idx="1291">
                  <c:v>6.94777975577</c:v>
                </c:pt>
                <c:pt idx="1292">
                  <c:v>6.94778069718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98"/>
          <c:min val="6.89"/>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P_pos / 10⁶ (Dateieinheit)</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50112"/>
        <c:crossesAt val="6.89"/>
        <c:majorUnit val="0.03"/>
      </c:valAx>
      <c:valAx>
        <c:axId val="48650112"/>
        <c:scaling>
          <c:orientation val="minMax"/>
          <c:max val="7"/>
          <c:min val="4"/>
        </c:scaling>
        <c:delete val="0"/>
        <c:axPos val="b"/>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72768"/>
        <c:crossesAt val="4"/>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Messung</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Data'!$A$2:$A$3000</c:f>
              <c:numCache>
                <c:formatCode>General</c:formatCode>
                <c:ptCount val="2999"/>
                <c:pt idx="0">
                  <c:v>0.0200000000001</c:v>
                </c:pt>
                <c:pt idx="1">
                  <c:v>0.0247500000001</c:v>
                </c:pt>
                <c:pt idx="2">
                  <c:v>0.0250000000001</c:v>
                </c:pt>
                <c:pt idx="3">
                  <c:v>0.0297500000001</c:v>
                </c:pt>
                <c:pt idx="4">
                  <c:v>0.0300000000001</c:v>
                </c:pt>
                <c:pt idx="5">
                  <c:v>0.0347500000002</c:v>
                </c:pt>
                <c:pt idx="6">
                  <c:v>0.0350000000002</c:v>
                </c:pt>
                <c:pt idx="7">
                  <c:v>0.0397500000002</c:v>
                </c:pt>
                <c:pt idx="8">
                  <c:v>0.0400000000002</c:v>
                </c:pt>
                <c:pt idx="9">
                  <c:v>0.0447500000002</c:v>
                </c:pt>
                <c:pt idx="10">
                  <c:v>0.0450000000002</c:v>
                </c:pt>
                <c:pt idx="11">
                  <c:v>0.0497500000002</c:v>
                </c:pt>
                <c:pt idx="12">
                  <c:v>0.0500000000002</c:v>
                </c:pt>
                <c:pt idx="13">
                  <c:v>0.0547500000003</c:v>
                </c:pt>
                <c:pt idx="14">
                  <c:v>0.0550000000003</c:v>
                </c:pt>
                <c:pt idx="15">
                  <c:v>0.0597500000003</c:v>
                </c:pt>
                <c:pt idx="16">
                  <c:v>0.0600000000003</c:v>
                </c:pt>
                <c:pt idx="17">
                  <c:v>0.0647500000003</c:v>
                </c:pt>
                <c:pt idx="18">
                  <c:v>0.0650000000003</c:v>
                </c:pt>
                <c:pt idx="19">
                  <c:v>0.0697500000003</c:v>
                </c:pt>
                <c:pt idx="20">
                  <c:v>0.0700000000003</c:v>
                </c:pt>
                <c:pt idx="21">
                  <c:v>0.0747500000004</c:v>
                </c:pt>
                <c:pt idx="22">
                  <c:v>0.0750000000004</c:v>
                </c:pt>
                <c:pt idx="23">
                  <c:v>0.0797500000004</c:v>
                </c:pt>
                <c:pt idx="24">
                  <c:v>0.0800000000004</c:v>
                </c:pt>
                <c:pt idx="25">
                  <c:v>0.0847500000004</c:v>
                </c:pt>
                <c:pt idx="26">
                  <c:v>0.0850000000004</c:v>
                </c:pt>
                <c:pt idx="27">
                  <c:v>0.0897500000004</c:v>
                </c:pt>
                <c:pt idx="28">
                  <c:v>0.0900000000004</c:v>
                </c:pt>
                <c:pt idx="29">
                  <c:v>0.0947500000005</c:v>
                </c:pt>
                <c:pt idx="30">
                  <c:v>0.0950000000005</c:v>
                </c:pt>
                <c:pt idx="31">
                  <c:v>0.0997500000005</c:v>
                </c:pt>
                <c:pt idx="32">
                  <c:v>0.1</c:v>
                </c:pt>
                <c:pt idx="33">
                  <c:v>0.104750000001</c:v>
                </c:pt>
                <c:pt idx="34">
                  <c:v>0.105000000001</c:v>
                </c:pt>
                <c:pt idx="35">
                  <c:v>0.109750000001</c:v>
                </c:pt>
                <c:pt idx="36">
                  <c:v>0.110000000001</c:v>
                </c:pt>
                <c:pt idx="37">
                  <c:v>0.114750000001</c:v>
                </c:pt>
                <c:pt idx="38">
                  <c:v>0.115000000001</c:v>
                </c:pt>
                <c:pt idx="39">
                  <c:v>0.119750000001</c:v>
                </c:pt>
                <c:pt idx="40">
                  <c:v>0.120000000001</c:v>
                </c:pt>
                <c:pt idx="41">
                  <c:v>0.124750000001</c:v>
                </c:pt>
                <c:pt idx="42">
                  <c:v>0.125000000001</c:v>
                </c:pt>
                <c:pt idx="43">
                  <c:v>0.129750000001</c:v>
                </c:pt>
                <c:pt idx="44">
                  <c:v>0.130000000001</c:v>
                </c:pt>
                <c:pt idx="45">
                  <c:v>0.134750000001</c:v>
                </c:pt>
                <c:pt idx="46">
                  <c:v>0.135000000001</c:v>
                </c:pt>
                <c:pt idx="47">
                  <c:v>0.139750000001</c:v>
                </c:pt>
                <c:pt idx="48">
                  <c:v>0.140000000001</c:v>
                </c:pt>
                <c:pt idx="49">
                  <c:v>0.144750000001</c:v>
                </c:pt>
                <c:pt idx="50">
                  <c:v>0.145000000001</c:v>
                </c:pt>
                <c:pt idx="51">
                  <c:v>0.149750000001</c:v>
                </c:pt>
                <c:pt idx="52">
                  <c:v>0.150000000001</c:v>
                </c:pt>
                <c:pt idx="53">
                  <c:v>0.154750000001</c:v>
                </c:pt>
                <c:pt idx="54">
                  <c:v>0.155000000001</c:v>
                </c:pt>
                <c:pt idx="55">
                  <c:v>0.159750000001</c:v>
                </c:pt>
                <c:pt idx="56">
                  <c:v>0.160000000001</c:v>
                </c:pt>
                <c:pt idx="57">
                  <c:v>0.164750000001</c:v>
                </c:pt>
                <c:pt idx="58">
                  <c:v>0.165000000001</c:v>
                </c:pt>
                <c:pt idx="59">
                  <c:v>0.169750000001</c:v>
                </c:pt>
                <c:pt idx="60">
                  <c:v>0.170000000001</c:v>
                </c:pt>
                <c:pt idx="61">
                  <c:v>0.174750000001</c:v>
                </c:pt>
                <c:pt idx="62">
                  <c:v>0.175000000001</c:v>
                </c:pt>
                <c:pt idx="63">
                  <c:v>0.179750000001</c:v>
                </c:pt>
                <c:pt idx="64">
                  <c:v>0.180000000001</c:v>
                </c:pt>
                <c:pt idx="65">
                  <c:v>0.184750000001</c:v>
                </c:pt>
                <c:pt idx="66">
                  <c:v>0.185000000001</c:v>
                </c:pt>
                <c:pt idx="67">
                  <c:v>0.189750000001</c:v>
                </c:pt>
                <c:pt idx="68">
                  <c:v>0.190000000001</c:v>
                </c:pt>
                <c:pt idx="69">
                  <c:v>0.194750000001</c:v>
                </c:pt>
                <c:pt idx="70">
                  <c:v>0.195000000001</c:v>
                </c:pt>
                <c:pt idx="71">
                  <c:v>0.199750000001</c:v>
                </c:pt>
                <c:pt idx="72">
                  <c:v>0.200000000001</c:v>
                </c:pt>
                <c:pt idx="73">
                  <c:v>0.204750000001</c:v>
                </c:pt>
                <c:pt idx="74">
                  <c:v>0.205000000001</c:v>
                </c:pt>
                <c:pt idx="75">
                  <c:v>0.209750000001</c:v>
                </c:pt>
                <c:pt idx="76">
                  <c:v>0.210000000001</c:v>
                </c:pt>
                <c:pt idx="77">
                  <c:v>0.214750000001</c:v>
                </c:pt>
                <c:pt idx="78">
                  <c:v>0.215000000001</c:v>
                </c:pt>
                <c:pt idx="79">
                  <c:v>0.219750000001</c:v>
                </c:pt>
                <c:pt idx="80">
                  <c:v>0.220000000001</c:v>
                </c:pt>
                <c:pt idx="81">
                  <c:v>0.224750000001</c:v>
                </c:pt>
                <c:pt idx="82">
                  <c:v>0.225000000001</c:v>
                </c:pt>
                <c:pt idx="83">
                  <c:v>0.229750000001</c:v>
                </c:pt>
                <c:pt idx="84">
                  <c:v>0.230000000001</c:v>
                </c:pt>
                <c:pt idx="85">
                  <c:v>0.234750000001</c:v>
                </c:pt>
                <c:pt idx="86">
                  <c:v>0.235000000001</c:v>
                </c:pt>
                <c:pt idx="87">
                  <c:v>0.239750000001</c:v>
                </c:pt>
                <c:pt idx="88">
                  <c:v>0.240000000001</c:v>
                </c:pt>
                <c:pt idx="89">
                  <c:v>0.244750000001</c:v>
                </c:pt>
                <c:pt idx="90">
                  <c:v>0.245000000001</c:v>
                </c:pt>
                <c:pt idx="91">
                  <c:v>0.249750000001</c:v>
                </c:pt>
                <c:pt idx="92">
                  <c:v>0.250000000001</c:v>
                </c:pt>
                <c:pt idx="93">
                  <c:v>0.254750000001</c:v>
                </c:pt>
                <c:pt idx="94">
                  <c:v>0.255000000001</c:v>
                </c:pt>
                <c:pt idx="95">
                  <c:v>0.259750000001</c:v>
                </c:pt>
                <c:pt idx="96">
                  <c:v>0.260000000001</c:v>
                </c:pt>
                <c:pt idx="97">
                  <c:v>0.264750000001</c:v>
                </c:pt>
                <c:pt idx="98">
                  <c:v>0.265000000001</c:v>
                </c:pt>
                <c:pt idx="99">
                  <c:v>0.269750000001</c:v>
                </c:pt>
                <c:pt idx="100">
                  <c:v>0.270000000001</c:v>
                </c:pt>
                <c:pt idx="101">
                  <c:v>0.274750000001</c:v>
                </c:pt>
                <c:pt idx="102">
                  <c:v>0.275000000001</c:v>
                </c:pt>
                <c:pt idx="103">
                  <c:v>0.279750000001</c:v>
                </c:pt>
                <c:pt idx="104">
                  <c:v>0.280000000001</c:v>
                </c:pt>
                <c:pt idx="105">
                  <c:v>0.284750000001</c:v>
                </c:pt>
                <c:pt idx="106">
                  <c:v>0.285000000001</c:v>
                </c:pt>
                <c:pt idx="107">
                  <c:v>0.289750000001</c:v>
                </c:pt>
                <c:pt idx="108">
                  <c:v>0.290000000001</c:v>
                </c:pt>
                <c:pt idx="109">
                  <c:v>0.294750000001</c:v>
                </c:pt>
                <c:pt idx="110">
                  <c:v>0.295000000001</c:v>
                </c:pt>
                <c:pt idx="111">
                  <c:v>0.299750000001</c:v>
                </c:pt>
                <c:pt idx="112">
                  <c:v>0.300000000001</c:v>
                </c:pt>
                <c:pt idx="113">
                  <c:v>0.304750000001</c:v>
                </c:pt>
                <c:pt idx="114">
                  <c:v>0.305000000001</c:v>
                </c:pt>
                <c:pt idx="115">
                  <c:v>0.309750000001</c:v>
                </c:pt>
                <c:pt idx="116">
                  <c:v>0.310000000001</c:v>
                </c:pt>
                <c:pt idx="117">
                  <c:v>0.314750000002</c:v>
                </c:pt>
                <c:pt idx="118">
                  <c:v>0.315000000002</c:v>
                </c:pt>
                <c:pt idx="119">
                  <c:v>0.319750000002</c:v>
                </c:pt>
                <c:pt idx="120">
                  <c:v>0.320000000002</c:v>
                </c:pt>
                <c:pt idx="121">
                  <c:v>0.324750000002</c:v>
                </c:pt>
                <c:pt idx="122">
                  <c:v>0.325000000002</c:v>
                </c:pt>
                <c:pt idx="123">
                  <c:v>0.329750000002</c:v>
                </c:pt>
                <c:pt idx="124">
                  <c:v>0.330000000002</c:v>
                </c:pt>
                <c:pt idx="125">
                  <c:v>0.334750000002</c:v>
                </c:pt>
                <c:pt idx="126">
                  <c:v>0.335000000002</c:v>
                </c:pt>
                <c:pt idx="127">
                  <c:v>0.339750000002</c:v>
                </c:pt>
                <c:pt idx="128">
                  <c:v>0.340000000002</c:v>
                </c:pt>
                <c:pt idx="129">
                  <c:v>0.344750000002</c:v>
                </c:pt>
                <c:pt idx="130">
                  <c:v>0.345000000002</c:v>
                </c:pt>
                <c:pt idx="131">
                  <c:v>0.349750000002</c:v>
                </c:pt>
                <c:pt idx="132">
                  <c:v>0.350000000002</c:v>
                </c:pt>
                <c:pt idx="133">
                  <c:v>0.354750000002</c:v>
                </c:pt>
                <c:pt idx="134">
                  <c:v>0.355000000002</c:v>
                </c:pt>
                <c:pt idx="135">
                  <c:v>0.359750000002</c:v>
                </c:pt>
                <c:pt idx="136">
                  <c:v>0.360000000002</c:v>
                </c:pt>
                <c:pt idx="137">
                  <c:v>0.364750000002</c:v>
                </c:pt>
                <c:pt idx="138">
                  <c:v>0.365000000002</c:v>
                </c:pt>
                <c:pt idx="139">
                  <c:v>0.369750000002</c:v>
                </c:pt>
                <c:pt idx="140">
                  <c:v>0.370000000002</c:v>
                </c:pt>
                <c:pt idx="141">
                  <c:v>0.374750000002</c:v>
                </c:pt>
                <c:pt idx="142">
                  <c:v>0.375000000002</c:v>
                </c:pt>
                <c:pt idx="143">
                  <c:v>0.379750000002</c:v>
                </c:pt>
                <c:pt idx="144">
                  <c:v>0.380000000002</c:v>
                </c:pt>
                <c:pt idx="145">
                  <c:v>0.384750000002</c:v>
                </c:pt>
                <c:pt idx="146">
                  <c:v>0.385000000002</c:v>
                </c:pt>
                <c:pt idx="147">
                  <c:v>0.389750000002</c:v>
                </c:pt>
                <c:pt idx="148">
                  <c:v>0.390000000002</c:v>
                </c:pt>
                <c:pt idx="149">
                  <c:v>0.394750000002</c:v>
                </c:pt>
                <c:pt idx="150">
                  <c:v>0.395000000002</c:v>
                </c:pt>
                <c:pt idx="151">
                  <c:v>0.399750000002</c:v>
                </c:pt>
                <c:pt idx="152">
                  <c:v>0.400000000002</c:v>
                </c:pt>
                <c:pt idx="153">
                  <c:v>0.404750000002</c:v>
                </c:pt>
                <c:pt idx="154">
                  <c:v>0.405000000002</c:v>
                </c:pt>
                <c:pt idx="155">
                  <c:v>0.409750000002</c:v>
                </c:pt>
                <c:pt idx="156">
                  <c:v>0.410000000002</c:v>
                </c:pt>
                <c:pt idx="157">
                  <c:v>0.414750000002</c:v>
                </c:pt>
                <c:pt idx="158">
                  <c:v>0.415000000002</c:v>
                </c:pt>
                <c:pt idx="159">
                  <c:v>0.419750000002</c:v>
                </c:pt>
                <c:pt idx="160">
                  <c:v>0.420000000002</c:v>
                </c:pt>
                <c:pt idx="161">
                  <c:v>0.424750000002</c:v>
                </c:pt>
                <c:pt idx="162">
                  <c:v>0.425000000002</c:v>
                </c:pt>
                <c:pt idx="163">
                  <c:v>0.429750000002</c:v>
                </c:pt>
                <c:pt idx="164">
                  <c:v>0.430000000002</c:v>
                </c:pt>
                <c:pt idx="165">
                  <c:v>0.434750000002</c:v>
                </c:pt>
                <c:pt idx="166">
                  <c:v>0.435000000002</c:v>
                </c:pt>
                <c:pt idx="167">
                  <c:v>0.439750000002</c:v>
                </c:pt>
                <c:pt idx="168">
                  <c:v>0.440000000002</c:v>
                </c:pt>
                <c:pt idx="169">
                  <c:v>0.444750000002</c:v>
                </c:pt>
                <c:pt idx="170">
                  <c:v>0.445000000002</c:v>
                </c:pt>
                <c:pt idx="171">
                  <c:v>0.449750000002</c:v>
                </c:pt>
                <c:pt idx="172">
                  <c:v>0.450000000002</c:v>
                </c:pt>
                <c:pt idx="173">
                  <c:v>0.454750000002</c:v>
                </c:pt>
                <c:pt idx="174">
                  <c:v>0.455000000002</c:v>
                </c:pt>
                <c:pt idx="175">
                  <c:v>0.459750000002</c:v>
                </c:pt>
                <c:pt idx="176">
                  <c:v>0.460000000002</c:v>
                </c:pt>
                <c:pt idx="177">
                  <c:v>0.464750000002</c:v>
                </c:pt>
                <c:pt idx="178">
                  <c:v>0.465000000002</c:v>
                </c:pt>
                <c:pt idx="179">
                  <c:v>0.469750000002</c:v>
                </c:pt>
                <c:pt idx="180">
                  <c:v>0.470000000002</c:v>
                </c:pt>
                <c:pt idx="181">
                  <c:v>0.474750000002</c:v>
                </c:pt>
                <c:pt idx="182">
                  <c:v>0.475000000002</c:v>
                </c:pt>
                <c:pt idx="183">
                  <c:v>0.479750000002</c:v>
                </c:pt>
                <c:pt idx="184">
                  <c:v>0.480000000002</c:v>
                </c:pt>
                <c:pt idx="185">
                  <c:v>0.484750000002</c:v>
                </c:pt>
                <c:pt idx="186">
                  <c:v>0.485000000002</c:v>
                </c:pt>
                <c:pt idx="187">
                  <c:v>0.489750000002</c:v>
                </c:pt>
                <c:pt idx="188">
                  <c:v>0.490000000002</c:v>
                </c:pt>
                <c:pt idx="189">
                  <c:v>0.494750000002</c:v>
                </c:pt>
                <c:pt idx="190">
                  <c:v>0.495000000002</c:v>
                </c:pt>
                <c:pt idx="191">
                  <c:v>0.499750000002</c:v>
                </c:pt>
                <c:pt idx="192">
                  <c:v>0.500000000002</c:v>
                </c:pt>
                <c:pt idx="193">
                  <c:v>0.504750000002</c:v>
                </c:pt>
                <c:pt idx="194">
                  <c:v>0.505000000002</c:v>
                </c:pt>
                <c:pt idx="195">
                  <c:v>0.509750000002</c:v>
                </c:pt>
                <c:pt idx="196">
                  <c:v>0.510000000002</c:v>
                </c:pt>
                <c:pt idx="197">
                  <c:v>0.514750000002</c:v>
                </c:pt>
                <c:pt idx="198">
                  <c:v>0.515000000002</c:v>
                </c:pt>
                <c:pt idx="199">
                  <c:v>0.519750000002</c:v>
                </c:pt>
                <c:pt idx="200">
                  <c:v>0.520000000002</c:v>
                </c:pt>
                <c:pt idx="201">
                  <c:v>0.524750000003</c:v>
                </c:pt>
                <c:pt idx="202">
                  <c:v>0.525000000003</c:v>
                </c:pt>
                <c:pt idx="203">
                  <c:v>0.529750000003</c:v>
                </c:pt>
                <c:pt idx="204">
                  <c:v>0.530000000003</c:v>
                </c:pt>
                <c:pt idx="205">
                  <c:v>0.534750000003</c:v>
                </c:pt>
                <c:pt idx="206">
                  <c:v>0.535000000003</c:v>
                </c:pt>
                <c:pt idx="207">
                  <c:v>0.539750000003</c:v>
                </c:pt>
                <c:pt idx="208">
                  <c:v>0.540000000003</c:v>
                </c:pt>
                <c:pt idx="209">
                  <c:v>0.544750000003</c:v>
                </c:pt>
                <c:pt idx="210">
                  <c:v>0.545000000003</c:v>
                </c:pt>
                <c:pt idx="211">
                  <c:v>0.549750000003</c:v>
                </c:pt>
                <c:pt idx="212">
                  <c:v>0.550000000003</c:v>
                </c:pt>
                <c:pt idx="213">
                  <c:v>0.554750000003</c:v>
                </c:pt>
                <c:pt idx="214">
                  <c:v>0.555000000003</c:v>
                </c:pt>
                <c:pt idx="215">
                  <c:v>0.559750000003</c:v>
                </c:pt>
                <c:pt idx="216">
                  <c:v>0.560000000003</c:v>
                </c:pt>
                <c:pt idx="217">
                  <c:v>0.564750000003</c:v>
                </c:pt>
                <c:pt idx="218">
                  <c:v>0.565000000003</c:v>
                </c:pt>
                <c:pt idx="219">
                  <c:v>0.569750000003</c:v>
                </c:pt>
                <c:pt idx="220">
                  <c:v>0.570000000003</c:v>
                </c:pt>
                <c:pt idx="221">
                  <c:v>0.574750000003</c:v>
                </c:pt>
                <c:pt idx="222">
                  <c:v>0.575000000003</c:v>
                </c:pt>
                <c:pt idx="223">
                  <c:v>0.579750000003</c:v>
                </c:pt>
                <c:pt idx="224">
                  <c:v>0.580000000003</c:v>
                </c:pt>
                <c:pt idx="225">
                  <c:v>0.584750000003</c:v>
                </c:pt>
                <c:pt idx="226">
                  <c:v>0.585000000003</c:v>
                </c:pt>
                <c:pt idx="227">
                  <c:v>0.589750000003</c:v>
                </c:pt>
                <c:pt idx="228">
                  <c:v>0.590000000003</c:v>
                </c:pt>
                <c:pt idx="229">
                  <c:v>0.594750000003</c:v>
                </c:pt>
                <c:pt idx="230">
                  <c:v>0.595000000003</c:v>
                </c:pt>
                <c:pt idx="231">
                  <c:v>0.599750000003</c:v>
                </c:pt>
                <c:pt idx="232">
                  <c:v>0.600000000003</c:v>
                </c:pt>
                <c:pt idx="233">
                  <c:v>0.604750000003</c:v>
                </c:pt>
                <c:pt idx="234">
                  <c:v>0.605000000003</c:v>
                </c:pt>
                <c:pt idx="235">
                  <c:v>0.609750000003</c:v>
                </c:pt>
                <c:pt idx="236">
                  <c:v>0.610000000003</c:v>
                </c:pt>
                <c:pt idx="237">
                  <c:v>0.614750000003</c:v>
                </c:pt>
                <c:pt idx="238">
                  <c:v>0.615000000003</c:v>
                </c:pt>
                <c:pt idx="239">
                  <c:v>0.619750000003</c:v>
                </c:pt>
                <c:pt idx="240">
                  <c:v>0.620000000003</c:v>
                </c:pt>
                <c:pt idx="241">
                  <c:v>0.624750000003</c:v>
                </c:pt>
                <c:pt idx="242">
                  <c:v>0.625000000003</c:v>
                </c:pt>
                <c:pt idx="243">
                  <c:v>0.629750000003</c:v>
                </c:pt>
                <c:pt idx="244">
                  <c:v>0.630000000003</c:v>
                </c:pt>
                <c:pt idx="245">
                  <c:v>0.634750000003</c:v>
                </c:pt>
                <c:pt idx="246">
                  <c:v>0.635000000003</c:v>
                </c:pt>
                <c:pt idx="247">
                  <c:v>0.639750000003</c:v>
                </c:pt>
                <c:pt idx="248">
                  <c:v>0.640000000003</c:v>
                </c:pt>
                <c:pt idx="249">
                  <c:v>0.644750000003</c:v>
                </c:pt>
                <c:pt idx="250">
                  <c:v>0.645000000003</c:v>
                </c:pt>
                <c:pt idx="251">
                  <c:v>0.649750000003</c:v>
                </c:pt>
                <c:pt idx="252">
                  <c:v>0.650000000003</c:v>
                </c:pt>
                <c:pt idx="253">
                  <c:v>0.654750000003</c:v>
                </c:pt>
                <c:pt idx="254">
                  <c:v>0.655000000003</c:v>
                </c:pt>
                <c:pt idx="255">
                  <c:v>0.659750000003</c:v>
                </c:pt>
                <c:pt idx="256">
                  <c:v>0.660000000003</c:v>
                </c:pt>
                <c:pt idx="257">
                  <c:v>0.664750000003</c:v>
                </c:pt>
                <c:pt idx="258">
                  <c:v>0.665000000003</c:v>
                </c:pt>
                <c:pt idx="259">
                  <c:v>0.669750000003</c:v>
                </c:pt>
                <c:pt idx="260">
                  <c:v>0.670000000003</c:v>
                </c:pt>
                <c:pt idx="261">
                  <c:v>0.674750000003</c:v>
                </c:pt>
                <c:pt idx="262">
                  <c:v>0.675000000003</c:v>
                </c:pt>
                <c:pt idx="263">
                  <c:v>0.679750000003</c:v>
                </c:pt>
                <c:pt idx="264">
                  <c:v>0.680000000003</c:v>
                </c:pt>
                <c:pt idx="265">
                  <c:v>0.684750000003</c:v>
                </c:pt>
                <c:pt idx="266">
                  <c:v>0.685000000003</c:v>
                </c:pt>
                <c:pt idx="267">
                  <c:v>0.689750000003</c:v>
                </c:pt>
                <c:pt idx="268">
                  <c:v>0.690000000003</c:v>
                </c:pt>
                <c:pt idx="269">
                  <c:v>0.694750000003</c:v>
                </c:pt>
                <c:pt idx="270">
                  <c:v>0.695000000003</c:v>
                </c:pt>
                <c:pt idx="271">
                  <c:v>0.699750000003</c:v>
                </c:pt>
                <c:pt idx="272">
                  <c:v>0.700000000003</c:v>
                </c:pt>
                <c:pt idx="273">
                  <c:v>0.704750000003</c:v>
                </c:pt>
                <c:pt idx="274">
                  <c:v>0.705000000003</c:v>
                </c:pt>
                <c:pt idx="275">
                  <c:v>0.709750000003</c:v>
                </c:pt>
                <c:pt idx="276">
                  <c:v>0.710000000003</c:v>
                </c:pt>
                <c:pt idx="277">
                  <c:v>0.714750000003</c:v>
                </c:pt>
                <c:pt idx="278">
                  <c:v>0.715000000003</c:v>
                </c:pt>
                <c:pt idx="279">
                  <c:v>0.719750000003</c:v>
                </c:pt>
                <c:pt idx="280">
                  <c:v>0.720000000003</c:v>
                </c:pt>
                <c:pt idx="281">
                  <c:v>0.724750000003</c:v>
                </c:pt>
                <c:pt idx="282">
                  <c:v>0.725000000003</c:v>
                </c:pt>
                <c:pt idx="283">
                  <c:v>0.729750000003</c:v>
                </c:pt>
                <c:pt idx="284">
                  <c:v>0.730000000003</c:v>
                </c:pt>
                <c:pt idx="285">
                  <c:v>0.734750000004</c:v>
                </c:pt>
                <c:pt idx="286">
                  <c:v>0.735000000004</c:v>
                </c:pt>
                <c:pt idx="287">
                  <c:v>0.739750000004</c:v>
                </c:pt>
                <c:pt idx="288">
                  <c:v>0.740000000004</c:v>
                </c:pt>
                <c:pt idx="289">
                  <c:v>0.744750000004</c:v>
                </c:pt>
                <c:pt idx="290">
                  <c:v>0.745000000004</c:v>
                </c:pt>
                <c:pt idx="291">
                  <c:v>0.749750000004</c:v>
                </c:pt>
                <c:pt idx="292">
                  <c:v>0.750000000004</c:v>
                </c:pt>
                <c:pt idx="293">
                  <c:v>0.754750000004</c:v>
                </c:pt>
                <c:pt idx="294">
                  <c:v>0.755000000004</c:v>
                </c:pt>
                <c:pt idx="295">
                  <c:v>0.759750000004</c:v>
                </c:pt>
                <c:pt idx="296">
                  <c:v>0.760000000004</c:v>
                </c:pt>
                <c:pt idx="297">
                  <c:v>0.764750000004</c:v>
                </c:pt>
                <c:pt idx="298">
                  <c:v>0.765000000004</c:v>
                </c:pt>
                <c:pt idx="299">
                  <c:v>0.769750000004</c:v>
                </c:pt>
                <c:pt idx="300">
                  <c:v>0.770000000004</c:v>
                </c:pt>
                <c:pt idx="301">
                  <c:v>0.774750000004</c:v>
                </c:pt>
                <c:pt idx="302">
                  <c:v>0.775000000004</c:v>
                </c:pt>
                <c:pt idx="303">
                  <c:v>0.779750000004</c:v>
                </c:pt>
                <c:pt idx="304">
                  <c:v>0.780000000004</c:v>
                </c:pt>
                <c:pt idx="305">
                  <c:v>0.784750000004</c:v>
                </c:pt>
                <c:pt idx="306">
                  <c:v>0.785000000004</c:v>
                </c:pt>
                <c:pt idx="307">
                  <c:v>0.789750000004</c:v>
                </c:pt>
                <c:pt idx="308">
                  <c:v>0.790000000004</c:v>
                </c:pt>
                <c:pt idx="309">
                  <c:v>0.794750000004</c:v>
                </c:pt>
                <c:pt idx="310">
                  <c:v>0.795000000004</c:v>
                </c:pt>
                <c:pt idx="311">
                  <c:v>0.799750000004</c:v>
                </c:pt>
                <c:pt idx="312">
                  <c:v>0.800000000004</c:v>
                </c:pt>
                <c:pt idx="313">
                  <c:v>0.804750000004</c:v>
                </c:pt>
                <c:pt idx="314">
                  <c:v>0.805000000004</c:v>
                </c:pt>
                <c:pt idx="315">
                  <c:v>0.809750000004</c:v>
                </c:pt>
                <c:pt idx="316">
                  <c:v>0.810000000004</c:v>
                </c:pt>
                <c:pt idx="317">
                  <c:v>0.814750000004</c:v>
                </c:pt>
                <c:pt idx="318">
                  <c:v>0.815000000004</c:v>
                </c:pt>
                <c:pt idx="319">
                  <c:v>0.819750000004</c:v>
                </c:pt>
                <c:pt idx="320">
                  <c:v>0.820000000004</c:v>
                </c:pt>
                <c:pt idx="321">
                  <c:v>0.824750000004</c:v>
                </c:pt>
                <c:pt idx="322">
                  <c:v>0.825000000004</c:v>
                </c:pt>
                <c:pt idx="323">
                  <c:v>0.829750000004</c:v>
                </c:pt>
                <c:pt idx="324">
                  <c:v>0.830000000004</c:v>
                </c:pt>
                <c:pt idx="325">
                  <c:v>0.834750000004</c:v>
                </c:pt>
                <c:pt idx="326">
                  <c:v>0.835000000004</c:v>
                </c:pt>
                <c:pt idx="327">
                  <c:v>0.839750000004</c:v>
                </c:pt>
                <c:pt idx="328">
                  <c:v>0.840000000004</c:v>
                </c:pt>
                <c:pt idx="329">
                  <c:v>0.844750000004</c:v>
                </c:pt>
                <c:pt idx="330">
                  <c:v>0.845000000004</c:v>
                </c:pt>
                <c:pt idx="331">
                  <c:v>0.849750000004</c:v>
                </c:pt>
                <c:pt idx="332">
                  <c:v>0.850000000004</c:v>
                </c:pt>
                <c:pt idx="333">
                  <c:v>0.854750000004</c:v>
                </c:pt>
                <c:pt idx="334">
                  <c:v>0.855000000004</c:v>
                </c:pt>
                <c:pt idx="335">
                  <c:v>0.859750000004</c:v>
                </c:pt>
                <c:pt idx="336">
                  <c:v>0.860000000004</c:v>
                </c:pt>
                <c:pt idx="337">
                  <c:v>0.864750000004</c:v>
                </c:pt>
                <c:pt idx="338">
                  <c:v>0.865000000004</c:v>
                </c:pt>
                <c:pt idx="339">
                  <c:v>0.869750000004</c:v>
                </c:pt>
                <c:pt idx="340">
                  <c:v>0.870000000004</c:v>
                </c:pt>
                <c:pt idx="341">
                  <c:v>0.874750000004</c:v>
                </c:pt>
                <c:pt idx="342">
                  <c:v>0.875000000004</c:v>
                </c:pt>
                <c:pt idx="343">
                  <c:v>0.879750000004</c:v>
                </c:pt>
                <c:pt idx="344">
                  <c:v>0.880000000004</c:v>
                </c:pt>
                <c:pt idx="345">
                  <c:v>0.884750000004</c:v>
                </c:pt>
                <c:pt idx="346">
                  <c:v>0.885000000004</c:v>
                </c:pt>
                <c:pt idx="347">
                  <c:v>0.889750000004</c:v>
                </c:pt>
                <c:pt idx="348">
                  <c:v>0.890000000004</c:v>
                </c:pt>
                <c:pt idx="349">
                  <c:v>0.894750000004</c:v>
                </c:pt>
                <c:pt idx="350">
                  <c:v>0.895000000004</c:v>
                </c:pt>
                <c:pt idx="351">
                  <c:v>0.899750000004</c:v>
                </c:pt>
                <c:pt idx="352">
                  <c:v>0.900000000004</c:v>
                </c:pt>
                <c:pt idx="353">
                  <c:v>0.904750000004</c:v>
                </c:pt>
                <c:pt idx="354">
                  <c:v>0.905000000004</c:v>
                </c:pt>
                <c:pt idx="355">
                  <c:v>0.909750000004</c:v>
                </c:pt>
                <c:pt idx="356">
                  <c:v>0.910000000004</c:v>
                </c:pt>
                <c:pt idx="357">
                  <c:v>0.914750000004</c:v>
                </c:pt>
                <c:pt idx="358">
                  <c:v>0.915000000004</c:v>
                </c:pt>
                <c:pt idx="359">
                  <c:v>0.919750000004</c:v>
                </c:pt>
                <c:pt idx="360">
                  <c:v>0.920000000004</c:v>
                </c:pt>
                <c:pt idx="361">
                  <c:v>0.924750000004</c:v>
                </c:pt>
                <c:pt idx="362">
                  <c:v>0.925000000004</c:v>
                </c:pt>
                <c:pt idx="363">
                  <c:v>0.929750000004</c:v>
                </c:pt>
                <c:pt idx="364">
                  <c:v>0.930000000004</c:v>
                </c:pt>
                <c:pt idx="365">
                  <c:v>0.934750000004</c:v>
                </c:pt>
                <c:pt idx="366">
                  <c:v>0.935000000004</c:v>
                </c:pt>
                <c:pt idx="367">
                  <c:v>0.939750000004</c:v>
                </c:pt>
                <c:pt idx="368">
                  <c:v>0.940000000004</c:v>
                </c:pt>
                <c:pt idx="369">
                  <c:v>0.944750000005</c:v>
                </c:pt>
                <c:pt idx="370">
                  <c:v>0.945000000005</c:v>
                </c:pt>
                <c:pt idx="371">
                  <c:v>0.949750000005</c:v>
                </c:pt>
                <c:pt idx="372">
                  <c:v>0.950000000005</c:v>
                </c:pt>
                <c:pt idx="373">
                  <c:v>0.954750000005</c:v>
                </c:pt>
                <c:pt idx="374">
                  <c:v>0.955000000005</c:v>
                </c:pt>
                <c:pt idx="375">
                  <c:v>0.959750000005</c:v>
                </c:pt>
                <c:pt idx="376">
                  <c:v>0.960000000005</c:v>
                </c:pt>
                <c:pt idx="377">
                  <c:v>0.964750000005</c:v>
                </c:pt>
                <c:pt idx="378">
                  <c:v>0.965000000005</c:v>
                </c:pt>
                <c:pt idx="379">
                  <c:v>0.969750000005</c:v>
                </c:pt>
                <c:pt idx="380">
                  <c:v>0.970000000005</c:v>
                </c:pt>
                <c:pt idx="381">
                  <c:v>0.974750000005</c:v>
                </c:pt>
                <c:pt idx="382">
                  <c:v>0.975000000005</c:v>
                </c:pt>
                <c:pt idx="383">
                  <c:v>0.979750000005</c:v>
                </c:pt>
                <c:pt idx="384">
                  <c:v>0.980000000005</c:v>
                </c:pt>
                <c:pt idx="385">
                  <c:v>0.984750000005</c:v>
                </c:pt>
                <c:pt idx="386">
                  <c:v>0.985000000005</c:v>
                </c:pt>
                <c:pt idx="387">
                  <c:v>0.989750000005</c:v>
                </c:pt>
                <c:pt idx="388">
                  <c:v>0.990000000005</c:v>
                </c:pt>
                <c:pt idx="389">
                  <c:v>0.994750000005</c:v>
                </c:pt>
                <c:pt idx="390">
                  <c:v>0.995000000005</c:v>
                </c:pt>
                <c:pt idx="391">
                  <c:v>0.999500000005</c:v>
                </c:pt>
                <c:pt idx="392">
                  <c:v>0.999750000005</c:v>
                </c:pt>
                <c:pt idx="393">
                  <c:v>1</c:v>
                </c:pt>
                <c:pt idx="394">
                  <c:v>1.00025</c:v>
                </c:pt>
                <c:pt idx="395">
                  <c:v>1.0005</c:v>
                </c:pt>
                <c:pt idx="396">
                  <c:v>1.00075</c:v>
                </c:pt>
                <c:pt idx="397">
                  <c:v>1.00125</c:v>
                </c:pt>
                <c:pt idx="398">
                  <c:v>1.00475</c:v>
                </c:pt>
                <c:pt idx="399">
                  <c:v>1.005</c:v>
                </c:pt>
                <c:pt idx="400">
                  <c:v>1.00975</c:v>
                </c:pt>
                <c:pt idx="401">
                  <c:v>1.01</c:v>
                </c:pt>
                <c:pt idx="402">
                  <c:v>1.01475</c:v>
                </c:pt>
                <c:pt idx="403">
                  <c:v>1.015</c:v>
                </c:pt>
                <c:pt idx="404">
                  <c:v>1.01875</c:v>
                </c:pt>
                <c:pt idx="405">
                  <c:v>1.01975</c:v>
                </c:pt>
                <c:pt idx="406">
                  <c:v>1.02</c:v>
                </c:pt>
                <c:pt idx="407">
                  <c:v>1.02475</c:v>
                </c:pt>
                <c:pt idx="408">
                  <c:v>1.025</c:v>
                </c:pt>
                <c:pt idx="409">
                  <c:v>1.02975</c:v>
                </c:pt>
                <c:pt idx="410">
                  <c:v>1.03</c:v>
                </c:pt>
                <c:pt idx="411">
                  <c:v>1.03475</c:v>
                </c:pt>
                <c:pt idx="412">
                  <c:v>1.035</c:v>
                </c:pt>
                <c:pt idx="413">
                  <c:v>1.03975</c:v>
                </c:pt>
                <c:pt idx="414">
                  <c:v>1.04</c:v>
                </c:pt>
                <c:pt idx="415">
                  <c:v>1.04475</c:v>
                </c:pt>
                <c:pt idx="416">
                  <c:v>1.045</c:v>
                </c:pt>
                <c:pt idx="417">
                  <c:v>1.04975000001</c:v>
                </c:pt>
                <c:pt idx="418">
                  <c:v>1.05000000001</c:v>
                </c:pt>
                <c:pt idx="419">
                  <c:v>1.05475000001</c:v>
                </c:pt>
                <c:pt idx="420">
                  <c:v>1.05500000001</c:v>
                </c:pt>
                <c:pt idx="421">
                  <c:v>1.05975000001</c:v>
                </c:pt>
                <c:pt idx="422">
                  <c:v>1.06000000001</c:v>
                </c:pt>
                <c:pt idx="423">
                  <c:v>1.06475000001</c:v>
                </c:pt>
                <c:pt idx="424">
                  <c:v>1.06500000001</c:v>
                </c:pt>
                <c:pt idx="425">
                  <c:v>1.06975000001</c:v>
                </c:pt>
                <c:pt idx="426">
                  <c:v>1.07000000001</c:v>
                </c:pt>
                <c:pt idx="427">
                  <c:v>1.07475000001</c:v>
                </c:pt>
                <c:pt idx="428">
                  <c:v>1.07500000001</c:v>
                </c:pt>
                <c:pt idx="429">
                  <c:v>1.07975000001</c:v>
                </c:pt>
                <c:pt idx="430">
                  <c:v>1.08000000001</c:v>
                </c:pt>
                <c:pt idx="431">
                  <c:v>1.08475000001</c:v>
                </c:pt>
                <c:pt idx="432">
                  <c:v>1.08500000001</c:v>
                </c:pt>
                <c:pt idx="433">
                  <c:v>1.08975000001</c:v>
                </c:pt>
                <c:pt idx="434">
                  <c:v>1.09000000001</c:v>
                </c:pt>
                <c:pt idx="435">
                  <c:v>1.09475000001</c:v>
                </c:pt>
                <c:pt idx="436">
                  <c:v>1.09500000001</c:v>
                </c:pt>
                <c:pt idx="437">
                  <c:v>1.09975000001</c:v>
                </c:pt>
                <c:pt idx="438">
                  <c:v>1.10000000001</c:v>
                </c:pt>
                <c:pt idx="439">
                  <c:v>1.10475000001</c:v>
                </c:pt>
                <c:pt idx="440">
                  <c:v>1.10500000001</c:v>
                </c:pt>
                <c:pt idx="441">
                  <c:v>1.10975000001</c:v>
                </c:pt>
                <c:pt idx="442">
                  <c:v>1.11000000001</c:v>
                </c:pt>
                <c:pt idx="443">
                  <c:v>1.11475000001</c:v>
                </c:pt>
                <c:pt idx="444">
                  <c:v>1.11500000001</c:v>
                </c:pt>
                <c:pt idx="445">
                  <c:v>1.11800000001</c:v>
                </c:pt>
                <c:pt idx="446">
                  <c:v>1.11925000001</c:v>
                </c:pt>
                <c:pt idx="447">
                  <c:v>1.11975000001</c:v>
                </c:pt>
                <c:pt idx="448">
                  <c:v>1.12000000001</c:v>
                </c:pt>
                <c:pt idx="449">
                  <c:v>1.12475000001</c:v>
                </c:pt>
                <c:pt idx="450">
                  <c:v>1.12500000001</c:v>
                </c:pt>
                <c:pt idx="451">
                  <c:v>1.12975000001</c:v>
                </c:pt>
                <c:pt idx="452">
                  <c:v>1.13000000001</c:v>
                </c:pt>
                <c:pt idx="453">
                  <c:v>1.13475000001</c:v>
                </c:pt>
                <c:pt idx="454">
                  <c:v>1.13500000001</c:v>
                </c:pt>
                <c:pt idx="455">
                  <c:v>1.13975000001</c:v>
                </c:pt>
                <c:pt idx="456">
                  <c:v>1.14000000001</c:v>
                </c:pt>
                <c:pt idx="457">
                  <c:v>1.14475000001</c:v>
                </c:pt>
                <c:pt idx="458">
                  <c:v>1.14500000001</c:v>
                </c:pt>
                <c:pt idx="459">
                  <c:v>1.14975000001</c:v>
                </c:pt>
                <c:pt idx="460">
                  <c:v>1.15000000001</c:v>
                </c:pt>
                <c:pt idx="461">
                  <c:v>1.15475000001</c:v>
                </c:pt>
                <c:pt idx="462">
                  <c:v>1.15500000001</c:v>
                </c:pt>
                <c:pt idx="463">
                  <c:v>1.15975000001</c:v>
                </c:pt>
                <c:pt idx="464">
                  <c:v>1.16000000001</c:v>
                </c:pt>
                <c:pt idx="465">
                  <c:v>1.16475000001</c:v>
                </c:pt>
                <c:pt idx="466">
                  <c:v>1.16500000001</c:v>
                </c:pt>
                <c:pt idx="467">
                  <c:v>1.16975000001</c:v>
                </c:pt>
                <c:pt idx="468">
                  <c:v>1.17000000001</c:v>
                </c:pt>
                <c:pt idx="469">
                  <c:v>1.17475000001</c:v>
                </c:pt>
                <c:pt idx="470">
                  <c:v>1.17500000001</c:v>
                </c:pt>
                <c:pt idx="471">
                  <c:v>1.17975000001</c:v>
                </c:pt>
                <c:pt idx="472">
                  <c:v>1.18000000001</c:v>
                </c:pt>
                <c:pt idx="473">
                  <c:v>1.18475000001</c:v>
                </c:pt>
                <c:pt idx="474">
                  <c:v>1.18500000001</c:v>
                </c:pt>
                <c:pt idx="475">
                  <c:v>1.18975000001</c:v>
                </c:pt>
                <c:pt idx="476">
                  <c:v>1.19000000001</c:v>
                </c:pt>
                <c:pt idx="477">
                  <c:v>1.19475000001</c:v>
                </c:pt>
                <c:pt idx="478">
                  <c:v>1.19500000001</c:v>
                </c:pt>
                <c:pt idx="479">
                  <c:v>1.19975000001</c:v>
                </c:pt>
                <c:pt idx="480">
                  <c:v>1.20000000001</c:v>
                </c:pt>
                <c:pt idx="481">
                  <c:v>1.20475000001</c:v>
                </c:pt>
                <c:pt idx="482">
                  <c:v>1.20500000001</c:v>
                </c:pt>
                <c:pt idx="483">
                  <c:v>1.20975000001</c:v>
                </c:pt>
                <c:pt idx="484">
                  <c:v>1.21000000001</c:v>
                </c:pt>
                <c:pt idx="485">
                  <c:v>1.21475000001</c:v>
                </c:pt>
                <c:pt idx="486">
                  <c:v>1.21500000001</c:v>
                </c:pt>
                <c:pt idx="487">
                  <c:v>1.21975000001</c:v>
                </c:pt>
                <c:pt idx="488">
                  <c:v>1.22000000001</c:v>
                </c:pt>
                <c:pt idx="489">
                  <c:v>1.22475000001</c:v>
                </c:pt>
                <c:pt idx="490">
                  <c:v>1.22500000001</c:v>
                </c:pt>
                <c:pt idx="491">
                  <c:v>1.22975000001</c:v>
                </c:pt>
                <c:pt idx="492">
                  <c:v>1.23000000001</c:v>
                </c:pt>
                <c:pt idx="493">
                  <c:v>1.23475000001</c:v>
                </c:pt>
                <c:pt idx="494">
                  <c:v>1.23500000001</c:v>
                </c:pt>
                <c:pt idx="495">
                  <c:v>1.23625000001</c:v>
                </c:pt>
                <c:pt idx="496">
                  <c:v>1.23975000001</c:v>
                </c:pt>
                <c:pt idx="497">
                  <c:v>1.24000000001</c:v>
                </c:pt>
                <c:pt idx="498">
                  <c:v>1.24475000001</c:v>
                </c:pt>
                <c:pt idx="499">
                  <c:v>1.24500000001</c:v>
                </c:pt>
                <c:pt idx="500">
                  <c:v>1.24975000001</c:v>
                </c:pt>
                <c:pt idx="501">
                  <c:v>1.25000000001</c:v>
                </c:pt>
                <c:pt idx="502">
                  <c:v>1.25475000001</c:v>
                </c:pt>
                <c:pt idx="503">
                  <c:v>1.25500000001</c:v>
                </c:pt>
                <c:pt idx="504">
                  <c:v>1.25975000001</c:v>
                </c:pt>
                <c:pt idx="505">
                  <c:v>1.26000000001</c:v>
                </c:pt>
                <c:pt idx="506">
                  <c:v>1.26475000001</c:v>
                </c:pt>
                <c:pt idx="507">
                  <c:v>1.26500000001</c:v>
                </c:pt>
                <c:pt idx="508">
                  <c:v>1.26975000001</c:v>
                </c:pt>
                <c:pt idx="509">
                  <c:v>1.27000000001</c:v>
                </c:pt>
                <c:pt idx="510">
                  <c:v>1.27475000001</c:v>
                </c:pt>
                <c:pt idx="511">
                  <c:v>1.27500000001</c:v>
                </c:pt>
                <c:pt idx="512">
                  <c:v>1.27975000001</c:v>
                </c:pt>
                <c:pt idx="513">
                  <c:v>1.28000000001</c:v>
                </c:pt>
                <c:pt idx="514">
                  <c:v>1.28475000001</c:v>
                </c:pt>
                <c:pt idx="515">
                  <c:v>1.28500000001</c:v>
                </c:pt>
                <c:pt idx="516">
                  <c:v>1.28975000001</c:v>
                </c:pt>
                <c:pt idx="517">
                  <c:v>1.29000000001</c:v>
                </c:pt>
                <c:pt idx="518">
                  <c:v>1.29475000001</c:v>
                </c:pt>
                <c:pt idx="519">
                  <c:v>1.29500000001</c:v>
                </c:pt>
                <c:pt idx="520">
                  <c:v>1.29975000001</c:v>
                </c:pt>
                <c:pt idx="521">
                  <c:v>1.30000000001</c:v>
                </c:pt>
                <c:pt idx="522">
                  <c:v>1.30475000001</c:v>
                </c:pt>
                <c:pt idx="523">
                  <c:v>1.30500000001</c:v>
                </c:pt>
                <c:pt idx="524">
                  <c:v>1.30975000001</c:v>
                </c:pt>
                <c:pt idx="525">
                  <c:v>1.31000000001</c:v>
                </c:pt>
                <c:pt idx="526">
                  <c:v>1.31475000001</c:v>
                </c:pt>
                <c:pt idx="527">
                  <c:v>1.31500000001</c:v>
                </c:pt>
                <c:pt idx="528">
                  <c:v>1.31975000001</c:v>
                </c:pt>
                <c:pt idx="529">
                  <c:v>1.32000000001</c:v>
                </c:pt>
                <c:pt idx="530">
                  <c:v>1.32475000001</c:v>
                </c:pt>
                <c:pt idx="531">
                  <c:v>1.32500000001</c:v>
                </c:pt>
                <c:pt idx="532">
                  <c:v>1.32975000001</c:v>
                </c:pt>
                <c:pt idx="533">
                  <c:v>1.33000000001</c:v>
                </c:pt>
                <c:pt idx="534">
                  <c:v>1.33475000001</c:v>
                </c:pt>
                <c:pt idx="535">
                  <c:v>1.33500000001</c:v>
                </c:pt>
                <c:pt idx="536">
                  <c:v>1.33975000001</c:v>
                </c:pt>
                <c:pt idx="537">
                  <c:v>1.34000000001</c:v>
                </c:pt>
                <c:pt idx="538">
                  <c:v>1.34475000001</c:v>
                </c:pt>
                <c:pt idx="539">
                  <c:v>1.34500000001</c:v>
                </c:pt>
                <c:pt idx="540">
                  <c:v>1.34975000001</c:v>
                </c:pt>
                <c:pt idx="541">
                  <c:v>1.35000000001</c:v>
                </c:pt>
                <c:pt idx="542">
                  <c:v>1.35475000001</c:v>
                </c:pt>
                <c:pt idx="543">
                  <c:v>1.35500000001</c:v>
                </c:pt>
                <c:pt idx="544">
                  <c:v>1.35975000001</c:v>
                </c:pt>
                <c:pt idx="545">
                  <c:v>1.36000000001</c:v>
                </c:pt>
                <c:pt idx="546">
                  <c:v>1.36475000001</c:v>
                </c:pt>
                <c:pt idx="547">
                  <c:v>1.36500000001</c:v>
                </c:pt>
                <c:pt idx="548">
                  <c:v>1.36975000001</c:v>
                </c:pt>
                <c:pt idx="549">
                  <c:v>1.37000000001</c:v>
                </c:pt>
                <c:pt idx="550">
                  <c:v>1.37475000001</c:v>
                </c:pt>
                <c:pt idx="551">
                  <c:v>1.37500000001</c:v>
                </c:pt>
                <c:pt idx="552">
                  <c:v>1.37975000001</c:v>
                </c:pt>
                <c:pt idx="553">
                  <c:v>1.38000000001</c:v>
                </c:pt>
                <c:pt idx="554">
                  <c:v>1.38475000001</c:v>
                </c:pt>
                <c:pt idx="555">
                  <c:v>1.38500000001</c:v>
                </c:pt>
                <c:pt idx="556">
                  <c:v>1.38975000001</c:v>
                </c:pt>
                <c:pt idx="557">
                  <c:v>1.39000000001</c:v>
                </c:pt>
                <c:pt idx="558">
                  <c:v>1.39475000001</c:v>
                </c:pt>
                <c:pt idx="559">
                  <c:v>1.39500000001</c:v>
                </c:pt>
                <c:pt idx="560">
                  <c:v>1.39975000001</c:v>
                </c:pt>
                <c:pt idx="561">
                  <c:v>1.40000000001</c:v>
                </c:pt>
                <c:pt idx="562">
                  <c:v>1.40475000001</c:v>
                </c:pt>
                <c:pt idx="563">
                  <c:v>1.40500000001</c:v>
                </c:pt>
                <c:pt idx="564">
                  <c:v>1.40975000001</c:v>
                </c:pt>
                <c:pt idx="565">
                  <c:v>1.41000000001</c:v>
                </c:pt>
                <c:pt idx="566">
                  <c:v>1.41475000001</c:v>
                </c:pt>
                <c:pt idx="567">
                  <c:v>1.41500000001</c:v>
                </c:pt>
                <c:pt idx="568">
                  <c:v>1.41975000001</c:v>
                </c:pt>
                <c:pt idx="569">
                  <c:v>1.42000000001</c:v>
                </c:pt>
                <c:pt idx="570">
                  <c:v>1.42475000001</c:v>
                </c:pt>
                <c:pt idx="571">
                  <c:v>1.42500000001</c:v>
                </c:pt>
                <c:pt idx="572">
                  <c:v>1.42975000001</c:v>
                </c:pt>
                <c:pt idx="573">
                  <c:v>1.43000000001</c:v>
                </c:pt>
                <c:pt idx="574">
                  <c:v>1.43475000001</c:v>
                </c:pt>
                <c:pt idx="575">
                  <c:v>1.43500000001</c:v>
                </c:pt>
                <c:pt idx="576">
                  <c:v>1.43975000001</c:v>
                </c:pt>
                <c:pt idx="577">
                  <c:v>1.44000000001</c:v>
                </c:pt>
                <c:pt idx="578">
                  <c:v>1.44475000001</c:v>
                </c:pt>
                <c:pt idx="579">
                  <c:v>1.44500000001</c:v>
                </c:pt>
                <c:pt idx="580">
                  <c:v>1.44975000001</c:v>
                </c:pt>
                <c:pt idx="581">
                  <c:v>1.45000000001</c:v>
                </c:pt>
                <c:pt idx="582">
                  <c:v>1.45475000001</c:v>
                </c:pt>
                <c:pt idx="583">
                  <c:v>1.45500000001</c:v>
                </c:pt>
                <c:pt idx="584">
                  <c:v>1.45975000001</c:v>
                </c:pt>
                <c:pt idx="585">
                  <c:v>1.46000000001</c:v>
                </c:pt>
                <c:pt idx="586">
                  <c:v>1.46475000001</c:v>
                </c:pt>
                <c:pt idx="587">
                  <c:v>1.46500000001</c:v>
                </c:pt>
                <c:pt idx="588">
                  <c:v>1.46975000001</c:v>
                </c:pt>
                <c:pt idx="589">
                  <c:v>1.47000000001</c:v>
                </c:pt>
                <c:pt idx="590">
                  <c:v>1.47475000001</c:v>
                </c:pt>
                <c:pt idx="591">
                  <c:v>1.47500000001</c:v>
                </c:pt>
                <c:pt idx="592">
                  <c:v>1.47975000001</c:v>
                </c:pt>
                <c:pt idx="593">
                  <c:v>1.48000000001</c:v>
                </c:pt>
                <c:pt idx="594">
                  <c:v>1.48475000001</c:v>
                </c:pt>
                <c:pt idx="595">
                  <c:v>1.48500000001</c:v>
                </c:pt>
                <c:pt idx="596">
                  <c:v>1.48975000001</c:v>
                </c:pt>
                <c:pt idx="597">
                  <c:v>1.49000000001</c:v>
                </c:pt>
                <c:pt idx="598">
                  <c:v>1.49475000001</c:v>
                </c:pt>
                <c:pt idx="599">
                  <c:v>1.49500000001</c:v>
                </c:pt>
                <c:pt idx="600">
                  <c:v>1.49950000001</c:v>
                </c:pt>
                <c:pt idx="601">
                  <c:v>1.49975000001</c:v>
                </c:pt>
                <c:pt idx="602">
                  <c:v>1.50425000001</c:v>
                </c:pt>
                <c:pt idx="603">
                  <c:v>1.50450000001</c:v>
                </c:pt>
                <c:pt idx="604">
                  <c:v>1.50900000001</c:v>
                </c:pt>
                <c:pt idx="605">
                  <c:v>1.50925000001</c:v>
                </c:pt>
                <c:pt idx="606">
                  <c:v>1.51375000001</c:v>
                </c:pt>
                <c:pt idx="607">
                  <c:v>1.51400000001</c:v>
                </c:pt>
                <c:pt idx="608">
                  <c:v>1.51850000001</c:v>
                </c:pt>
                <c:pt idx="609">
                  <c:v>1.51875000001</c:v>
                </c:pt>
                <c:pt idx="610">
                  <c:v>1.52325000001</c:v>
                </c:pt>
                <c:pt idx="611">
                  <c:v>1.52350000001</c:v>
                </c:pt>
                <c:pt idx="612">
                  <c:v>1.52800000001</c:v>
                </c:pt>
                <c:pt idx="613">
                  <c:v>1.52825000001</c:v>
                </c:pt>
                <c:pt idx="614">
                  <c:v>1.53275000001</c:v>
                </c:pt>
                <c:pt idx="615">
                  <c:v>1.53300000001</c:v>
                </c:pt>
                <c:pt idx="616">
                  <c:v>1.53750000001</c:v>
                </c:pt>
                <c:pt idx="617">
                  <c:v>1.53775000001</c:v>
                </c:pt>
                <c:pt idx="618">
                  <c:v>1.54225000001</c:v>
                </c:pt>
                <c:pt idx="619">
                  <c:v>1.54250000001</c:v>
                </c:pt>
                <c:pt idx="620">
                  <c:v>1.54700000001</c:v>
                </c:pt>
                <c:pt idx="621">
                  <c:v>1.54725000001</c:v>
                </c:pt>
                <c:pt idx="622">
                  <c:v>1.55175000001</c:v>
                </c:pt>
                <c:pt idx="623">
                  <c:v>1.55200000001</c:v>
                </c:pt>
                <c:pt idx="624">
                  <c:v>1.55650000001</c:v>
                </c:pt>
                <c:pt idx="625">
                  <c:v>1.55675000001</c:v>
                </c:pt>
                <c:pt idx="626">
                  <c:v>1.56125000001</c:v>
                </c:pt>
                <c:pt idx="627">
                  <c:v>1.56150000001</c:v>
                </c:pt>
                <c:pt idx="628">
                  <c:v>1.56600000001</c:v>
                </c:pt>
                <c:pt idx="629">
                  <c:v>1.56625000001</c:v>
                </c:pt>
                <c:pt idx="630">
                  <c:v>1.57075000001</c:v>
                </c:pt>
                <c:pt idx="631">
                  <c:v>1.57100000001</c:v>
                </c:pt>
                <c:pt idx="632">
                  <c:v>1.57550000001</c:v>
                </c:pt>
                <c:pt idx="633">
                  <c:v>1.57575000001</c:v>
                </c:pt>
                <c:pt idx="634">
                  <c:v>1.58025000001</c:v>
                </c:pt>
                <c:pt idx="635">
                  <c:v>1.58050000001</c:v>
                </c:pt>
                <c:pt idx="636">
                  <c:v>1.58500000001</c:v>
                </c:pt>
                <c:pt idx="637">
                  <c:v>1.58525000001</c:v>
                </c:pt>
                <c:pt idx="638">
                  <c:v>1.58975000001</c:v>
                </c:pt>
                <c:pt idx="639">
                  <c:v>1.59000000001</c:v>
                </c:pt>
                <c:pt idx="640">
                  <c:v>1.59450000001</c:v>
                </c:pt>
                <c:pt idx="641">
                  <c:v>1.59475000001</c:v>
                </c:pt>
                <c:pt idx="642">
                  <c:v>1.59925000001</c:v>
                </c:pt>
                <c:pt idx="643">
                  <c:v>1.59950000001</c:v>
                </c:pt>
                <c:pt idx="644">
                  <c:v>1.60400000001</c:v>
                </c:pt>
                <c:pt idx="645">
                  <c:v>1.60425000001</c:v>
                </c:pt>
                <c:pt idx="646">
                  <c:v>1.60875000001</c:v>
                </c:pt>
                <c:pt idx="647">
                  <c:v>1.60900000001</c:v>
                </c:pt>
                <c:pt idx="648">
                  <c:v>1.61350000001</c:v>
                </c:pt>
                <c:pt idx="649">
                  <c:v>1.61375000001</c:v>
                </c:pt>
                <c:pt idx="650">
                  <c:v>1.61825000001</c:v>
                </c:pt>
                <c:pt idx="651">
                  <c:v>1.61850000001</c:v>
                </c:pt>
                <c:pt idx="652">
                  <c:v>1.62300000001</c:v>
                </c:pt>
                <c:pt idx="653">
                  <c:v>1.62325000001</c:v>
                </c:pt>
                <c:pt idx="654">
                  <c:v>1.62775000001</c:v>
                </c:pt>
                <c:pt idx="655">
                  <c:v>1.62800000001</c:v>
                </c:pt>
                <c:pt idx="656">
                  <c:v>1.63250000001</c:v>
                </c:pt>
                <c:pt idx="657">
                  <c:v>1.63275000001</c:v>
                </c:pt>
                <c:pt idx="658">
                  <c:v>1.63725000001</c:v>
                </c:pt>
                <c:pt idx="659">
                  <c:v>1.63750000001</c:v>
                </c:pt>
                <c:pt idx="660">
                  <c:v>1.64200000001</c:v>
                </c:pt>
                <c:pt idx="661">
                  <c:v>1.64225000001</c:v>
                </c:pt>
                <c:pt idx="662">
                  <c:v>1.64675000001</c:v>
                </c:pt>
                <c:pt idx="663">
                  <c:v>1.64700000001</c:v>
                </c:pt>
                <c:pt idx="664">
                  <c:v>1.65150000001</c:v>
                </c:pt>
                <c:pt idx="665">
                  <c:v>1.65175000001</c:v>
                </c:pt>
                <c:pt idx="666">
                  <c:v>1.65625000001</c:v>
                </c:pt>
                <c:pt idx="667">
                  <c:v>1.65650000001</c:v>
                </c:pt>
                <c:pt idx="668">
                  <c:v>1.66100000001</c:v>
                </c:pt>
                <c:pt idx="669">
                  <c:v>1.66125000001</c:v>
                </c:pt>
                <c:pt idx="670">
                  <c:v>1.66575000001</c:v>
                </c:pt>
                <c:pt idx="671">
                  <c:v>1.66600000001</c:v>
                </c:pt>
                <c:pt idx="672">
                  <c:v>1.67050000001</c:v>
                </c:pt>
                <c:pt idx="673">
                  <c:v>1.67075000001</c:v>
                </c:pt>
                <c:pt idx="674">
                  <c:v>1.67525000001</c:v>
                </c:pt>
                <c:pt idx="675">
                  <c:v>1.67550000001</c:v>
                </c:pt>
                <c:pt idx="676">
                  <c:v>1.68000000001</c:v>
                </c:pt>
                <c:pt idx="677">
                  <c:v>1.68025000001</c:v>
                </c:pt>
                <c:pt idx="678">
                  <c:v>1.68475000001</c:v>
                </c:pt>
                <c:pt idx="679">
                  <c:v>1.68500000001</c:v>
                </c:pt>
                <c:pt idx="680">
                  <c:v>1.68950000001</c:v>
                </c:pt>
                <c:pt idx="681">
                  <c:v>1.68975000001</c:v>
                </c:pt>
                <c:pt idx="682">
                  <c:v>1.69425000001</c:v>
                </c:pt>
                <c:pt idx="683">
                  <c:v>1.69450000001</c:v>
                </c:pt>
                <c:pt idx="684">
                  <c:v>1.69900000001</c:v>
                </c:pt>
                <c:pt idx="685">
                  <c:v>1.69925000001</c:v>
                </c:pt>
                <c:pt idx="686">
                  <c:v>1.70375000001</c:v>
                </c:pt>
                <c:pt idx="687">
                  <c:v>1.70400000001</c:v>
                </c:pt>
                <c:pt idx="688">
                  <c:v>1.70850000001</c:v>
                </c:pt>
                <c:pt idx="689">
                  <c:v>1.70875000001</c:v>
                </c:pt>
                <c:pt idx="690">
                  <c:v>1.71325000001</c:v>
                </c:pt>
                <c:pt idx="691">
                  <c:v>1.71350000001</c:v>
                </c:pt>
                <c:pt idx="692">
                  <c:v>1.71800000001</c:v>
                </c:pt>
                <c:pt idx="693">
                  <c:v>1.71825000001</c:v>
                </c:pt>
                <c:pt idx="694">
                  <c:v>1.72275000001</c:v>
                </c:pt>
                <c:pt idx="695">
                  <c:v>1.72300000001</c:v>
                </c:pt>
                <c:pt idx="696">
                  <c:v>1.72750000001</c:v>
                </c:pt>
                <c:pt idx="697">
                  <c:v>1.72775000001</c:v>
                </c:pt>
                <c:pt idx="698">
                  <c:v>1.73225000001</c:v>
                </c:pt>
                <c:pt idx="699">
                  <c:v>1.73250000001</c:v>
                </c:pt>
                <c:pt idx="700">
                  <c:v>1.73700000001</c:v>
                </c:pt>
                <c:pt idx="701">
                  <c:v>1.73725000001</c:v>
                </c:pt>
                <c:pt idx="702">
                  <c:v>1.74175000001</c:v>
                </c:pt>
                <c:pt idx="703">
                  <c:v>1.74200000001</c:v>
                </c:pt>
                <c:pt idx="704">
                  <c:v>1.74650000001</c:v>
                </c:pt>
                <c:pt idx="705">
                  <c:v>1.74675000001</c:v>
                </c:pt>
                <c:pt idx="706">
                  <c:v>1.75125000001</c:v>
                </c:pt>
                <c:pt idx="707">
                  <c:v>1.75150000001</c:v>
                </c:pt>
                <c:pt idx="708">
                  <c:v>1.75600000001</c:v>
                </c:pt>
                <c:pt idx="709">
                  <c:v>1.75625000001</c:v>
                </c:pt>
                <c:pt idx="710">
                  <c:v>1.76075000001</c:v>
                </c:pt>
                <c:pt idx="711">
                  <c:v>1.76100000001</c:v>
                </c:pt>
                <c:pt idx="712">
                  <c:v>1.76550000001</c:v>
                </c:pt>
                <c:pt idx="713">
                  <c:v>1.76575000001</c:v>
                </c:pt>
                <c:pt idx="714">
                  <c:v>1.77025000001</c:v>
                </c:pt>
                <c:pt idx="715">
                  <c:v>1.77050000001</c:v>
                </c:pt>
                <c:pt idx="716">
                  <c:v>1.77500000001</c:v>
                </c:pt>
                <c:pt idx="717">
                  <c:v>1.77525000001</c:v>
                </c:pt>
                <c:pt idx="718">
                  <c:v>1.77975000001</c:v>
                </c:pt>
                <c:pt idx="719">
                  <c:v>1.78000000001</c:v>
                </c:pt>
                <c:pt idx="720">
                  <c:v>1.78450000001</c:v>
                </c:pt>
                <c:pt idx="721">
                  <c:v>1.78475000001</c:v>
                </c:pt>
                <c:pt idx="722">
                  <c:v>1.78925000001</c:v>
                </c:pt>
                <c:pt idx="723">
                  <c:v>1.78950000001</c:v>
                </c:pt>
                <c:pt idx="724">
                  <c:v>1.79400000001</c:v>
                </c:pt>
                <c:pt idx="725">
                  <c:v>1.79425000001</c:v>
                </c:pt>
                <c:pt idx="726">
                  <c:v>1.79875000001</c:v>
                </c:pt>
                <c:pt idx="727">
                  <c:v>1.79900000001</c:v>
                </c:pt>
                <c:pt idx="728">
                  <c:v>1.80350000001</c:v>
                </c:pt>
                <c:pt idx="729">
                  <c:v>1.80375000001</c:v>
                </c:pt>
                <c:pt idx="730">
                  <c:v>1.80825000001</c:v>
                </c:pt>
                <c:pt idx="731">
                  <c:v>1.80850000001</c:v>
                </c:pt>
                <c:pt idx="732">
                  <c:v>1.81300000001</c:v>
                </c:pt>
                <c:pt idx="733">
                  <c:v>1.81325000001</c:v>
                </c:pt>
                <c:pt idx="734">
                  <c:v>1.81775000001</c:v>
                </c:pt>
                <c:pt idx="735">
                  <c:v>1.81800000001</c:v>
                </c:pt>
                <c:pt idx="736">
                  <c:v>1.82250000001</c:v>
                </c:pt>
                <c:pt idx="737">
                  <c:v>1.82275000001</c:v>
                </c:pt>
                <c:pt idx="738">
                  <c:v>1.82725000001</c:v>
                </c:pt>
                <c:pt idx="739">
                  <c:v>1.82750000001</c:v>
                </c:pt>
                <c:pt idx="740">
                  <c:v>1.83200000001</c:v>
                </c:pt>
                <c:pt idx="741">
                  <c:v>1.83225000001</c:v>
                </c:pt>
                <c:pt idx="742">
                  <c:v>1.83675000001</c:v>
                </c:pt>
                <c:pt idx="743">
                  <c:v>1.83700000001</c:v>
                </c:pt>
                <c:pt idx="744">
                  <c:v>1.84150000001</c:v>
                </c:pt>
                <c:pt idx="745">
                  <c:v>1.84175000001</c:v>
                </c:pt>
                <c:pt idx="746">
                  <c:v>1.84625000001</c:v>
                </c:pt>
                <c:pt idx="747">
                  <c:v>1.84650000001</c:v>
                </c:pt>
                <c:pt idx="748">
                  <c:v>1.85100000001</c:v>
                </c:pt>
                <c:pt idx="749">
                  <c:v>1.85125000001</c:v>
                </c:pt>
                <c:pt idx="750">
                  <c:v>1.85575000001</c:v>
                </c:pt>
                <c:pt idx="751">
                  <c:v>1.85600000001</c:v>
                </c:pt>
                <c:pt idx="752">
                  <c:v>1.86050000001</c:v>
                </c:pt>
                <c:pt idx="753">
                  <c:v>1.86075000001</c:v>
                </c:pt>
                <c:pt idx="754">
                  <c:v>1.86525000001</c:v>
                </c:pt>
                <c:pt idx="755">
                  <c:v>1.86550000001</c:v>
                </c:pt>
                <c:pt idx="756">
                  <c:v>1.87000000001</c:v>
                </c:pt>
                <c:pt idx="757">
                  <c:v>1.87025000001</c:v>
                </c:pt>
                <c:pt idx="758">
                  <c:v>1.87475000001</c:v>
                </c:pt>
                <c:pt idx="759">
                  <c:v>1.87500000001</c:v>
                </c:pt>
                <c:pt idx="760">
                  <c:v>1.87950000001</c:v>
                </c:pt>
                <c:pt idx="761">
                  <c:v>1.87975000001</c:v>
                </c:pt>
                <c:pt idx="762">
                  <c:v>1.88425000001</c:v>
                </c:pt>
                <c:pt idx="763">
                  <c:v>1.88450000001</c:v>
                </c:pt>
                <c:pt idx="764">
                  <c:v>1.88900000001</c:v>
                </c:pt>
                <c:pt idx="765">
                  <c:v>1.88925000001</c:v>
                </c:pt>
                <c:pt idx="766">
                  <c:v>1.89375000001</c:v>
                </c:pt>
                <c:pt idx="767">
                  <c:v>1.89400000001</c:v>
                </c:pt>
                <c:pt idx="768">
                  <c:v>1.89725000001</c:v>
                </c:pt>
                <c:pt idx="769">
                  <c:v>1.89850000001</c:v>
                </c:pt>
                <c:pt idx="770">
                  <c:v>1.89875000001</c:v>
                </c:pt>
                <c:pt idx="771">
                  <c:v>1.90325000001</c:v>
                </c:pt>
                <c:pt idx="772">
                  <c:v>1.90350000001</c:v>
                </c:pt>
                <c:pt idx="773">
                  <c:v>1.90800000001</c:v>
                </c:pt>
                <c:pt idx="774">
                  <c:v>1.90825000001</c:v>
                </c:pt>
                <c:pt idx="775">
                  <c:v>1.91275000001</c:v>
                </c:pt>
                <c:pt idx="776">
                  <c:v>1.91300000001</c:v>
                </c:pt>
                <c:pt idx="777">
                  <c:v>1.91750000001</c:v>
                </c:pt>
                <c:pt idx="778">
                  <c:v>1.91775000001</c:v>
                </c:pt>
                <c:pt idx="779">
                  <c:v>1.92225000001</c:v>
                </c:pt>
                <c:pt idx="780">
                  <c:v>1.92250000001</c:v>
                </c:pt>
                <c:pt idx="781">
                  <c:v>1.92700000001</c:v>
                </c:pt>
                <c:pt idx="782">
                  <c:v>1.92725000001</c:v>
                </c:pt>
                <c:pt idx="783">
                  <c:v>1.93175000001</c:v>
                </c:pt>
                <c:pt idx="784">
                  <c:v>1.93200000001</c:v>
                </c:pt>
                <c:pt idx="785">
                  <c:v>1.93650000001</c:v>
                </c:pt>
                <c:pt idx="786">
                  <c:v>1.93675000001</c:v>
                </c:pt>
                <c:pt idx="787">
                  <c:v>1.94125000001</c:v>
                </c:pt>
                <c:pt idx="788">
                  <c:v>1.94150000001</c:v>
                </c:pt>
                <c:pt idx="789">
                  <c:v>1.94600000001</c:v>
                </c:pt>
                <c:pt idx="790">
                  <c:v>1.94625000001</c:v>
                </c:pt>
                <c:pt idx="791">
                  <c:v>1.95075000001</c:v>
                </c:pt>
                <c:pt idx="792">
                  <c:v>1.95100000001</c:v>
                </c:pt>
                <c:pt idx="793">
                  <c:v>1.95550000001</c:v>
                </c:pt>
                <c:pt idx="794">
                  <c:v>1.95575000001</c:v>
                </c:pt>
                <c:pt idx="795">
                  <c:v>1.96025000001</c:v>
                </c:pt>
                <c:pt idx="796">
                  <c:v>1.96050000001</c:v>
                </c:pt>
                <c:pt idx="797">
                  <c:v>1.96500000001</c:v>
                </c:pt>
                <c:pt idx="798">
                  <c:v>1.96525000001</c:v>
                </c:pt>
                <c:pt idx="799">
                  <c:v>1.96975000001</c:v>
                </c:pt>
                <c:pt idx="800">
                  <c:v>1.97000000001</c:v>
                </c:pt>
                <c:pt idx="801">
                  <c:v>1.97450000001</c:v>
                </c:pt>
                <c:pt idx="802">
                  <c:v>1.97475000001</c:v>
                </c:pt>
                <c:pt idx="803">
                  <c:v>1.97925000001</c:v>
                </c:pt>
                <c:pt idx="804">
                  <c:v>1.97950000001</c:v>
                </c:pt>
                <c:pt idx="805">
                  <c:v>1.98400000001</c:v>
                </c:pt>
                <c:pt idx="806">
                  <c:v>1.98425000001</c:v>
                </c:pt>
                <c:pt idx="807">
                  <c:v>1.98875000001</c:v>
                </c:pt>
                <c:pt idx="808">
                  <c:v>1.98900000001</c:v>
                </c:pt>
                <c:pt idx="809">
                  <c:v>1.99350000001</c:v>
                </c:pt>
                <c:pt idx="810">
                  <c:v>1.99375000001</c:v>
                </c:pt>
                <c:pt idx="811">
                  <c:v>1.99825000001</c:v>
                </c:pt>
                <c:pt idx="812">
                  <c:v>1.99850000001</c:v>
                </c:pt>
                <c:pt idx="813">
                  <c:v>2.00300000001</c:v>
                </c:pt>
                <c:pt idx="814">
                  <c:v>2.00325000001</c:v>
                </c:pt>
                <c:pt idx="815">
                  <c:v>2.00775000001</c:v>
                </c:pt>
                <c:pt idx="816">
                  <c:v>2.00800000001</c:v>
                </c:pt>
                <c:pt idx="817">
                  <c:v>2.01250000001</c:v>
                </c:pt>
                <c:pt idx="818">
                  <c:v>2.01275000001</c:v>
                </c:pt>
                <c:pt idx="819">
                  <c:v>2.01725000001</c:v>
                </c:pt>
                <c:pt idx="820">
                  <c:v>2.01750000001</c:v>
                </c:pt>
                <c:pt idx="821">
                  <c:v>2.02200000001</c:v>
                </c:pt>
                <c:pt idx="822">
                  <c:v>2.02225000001</c:v>
                </c:pt>
                <c:pt idx="823">
                  <c:v>2.02675000001</c:v>
                </c:pt>
                <c:pt idx="824">
                  <c:v>2.02700000001</c:v>
                </c:pt>
                <c:pt idx="825">
                  <c:v>2.03150000001</c:v>
                </c:pt>
                <c:pt idx="826">
                  <c:v>2.03175000001</c:v>
                </c:pt>
                <c:pt idx="827">
                  <c:v>2.03625000001</c:v>
                </c:pt>
                <c:pt idx="828">
                  <c:v>2.03650000001</c:v>
                </c:pt>
                <c:pt idx="829">
                  <c:v>2.04100000001</c:v>
                </c:pt>
                <c:pt idx="830">
                  <c:v>2.04125000001</c:v>
                </c:pt>
                <c:pt idx="831">
                  <c:v>2.04575000001</c:v>
                </c:pt>
                <c:pt idx="832">
                  <c:v>2.04600000001</c:v>
                </c:pt>
                <c:pt idx="833">
                  <c:v>2.05050000001</c:v>
                </c:pt>
                <c:pt idx="834">
                  <c:v>2.05075000001</c:v>
                </c:pt>
                <c:pt idx="835">
                  <c:v>2.05525000001</c:v>
                </c:pt>
                <c:pt idx="836">
                  <c:v>2.05550000001</c:v>
                </c:pt>
                <c:pt idx="837">
                  <c:v>2.06000000001</c:v>
                </c:pt>
                <c:pt idx="838">
                  <c:v>2.06025000001</c:v>
                </c:pt>
                <c:pt idx="839">
                  <c:v>2.06475000001</c:v>
                </c:pt>
                <c:pt idx="840">
                  <c:v>2.06500000001</c:v>
                </c:pt>
                <c:pt idx="841">
                  <c:v>2.06950000001</c:v>
                </c:pt>
                <c:pt idx="842">
                  <c:v>2.06975000001</c:v>
                </c:pt>
                <c:pt idx="843">
                  <c:v>2.07425000001</c:v>
                </c:pt>
                <c:pt idx="844">
                  <c:v>2.07450000001</c:v>
                </c:pt>
                <c:pt idx="845">
                  <c:v>2.07900000001</c:v>
                </c:pt>
                <c:pt idx="846">
                  <c:v>2.07925000001</c:v>
                </c:pt>
                <c:pt idx="847">
                  <c:v>2.08375000001</c:v>
                </c:pt>
                <c:pt idx="848">
                  <c:v>2.08400000001</c:v>
                </c:pt>
                <c:pt idx="849">
                  <c:v>2.08850000001</c:v>
                </c:pt>
                <c:pt idx="850">
                  <c:v>2.08875000001</c:v>
                </c:pt>
                <c:pt idx="851">
                  <c:v>2.09325000001</c:v>
                </c:pt>
                <c:pt idx="852">
                  <c:v>2.09350000001</c:v>
                </c:pt>
                <c:pt idx="853">
                  <c:v>2.09800000001</c:v>
                </c:pt>
                <c:pt idx="854">
                  <c:v>2.09825000001</c:v>
                </c:pt>
                <c:pt idx="855">
                  <c:v>2.10275000001</c:v>
                </c:pt>
                <c:pt idx="856">
                  <c:v>2.10300000001</c:v>
                </c:pt>
                <c:pt idx="857">
                  <c:v>2.10750000001</c:v>
                </c:pt>
                <c:pt idx="858">
                  <c:v>2.10775000001</c:v>
                </c:pt>
                <c:pt idx="859">
                  <c:v>2.11225000001</c:v>
                </c:pt>
                <c:pt idx="860">
                  <c:v>2.11250000001</c:v>
                </c:pt>
                <c:pt idx="861">
                  <c:v>2.11700000001</c:v>
                </c:pt>
                <c:pt idx="862">
                  <c:v>2.11725000001</c:v>
                </c:pt>
                <c:pt idx="863">
                  <c:v>2.12000000001</c:v>
                </c:pt>
                <c:pt idx="864">
                  <c:v>2.12175000001</c:v>
                </c:pt>
                <c:pt idx="865">
                  <c:v>2.12200000001</c:v>
                </c:pt>
                <c:pt idx="866">
                  <c:v>2.12650000001</c:v>
                </c:pt>
                <c:pt idx="867">
                  <c:v>2.12675000001</c:v>
                </c:pt>
                <c:pt idx="868">
                  <c:v>2.13125000001</c:v>
                </c:pt>
                <c:pt idx="869">
                  <c:v>2.13150000001</c:v>
                </c:pt>
                <c:pt idx="870">
                  <c:v>2.13600000001</c:v>
                </c:pt>
                <c:pt idx="871">
                  <c:v>2.13625000001</c:v>
                </c:pt>
                <c:pt idx="872">
                  <c:v>2.14075000001</c:v>
                </c:pt>
                <c:pt idx="873">
                  <c:v>2.14100000001</c:v>
                </c:pt>
                <c:pt idx="874">
                  <c:v>2.14550000001</c:v>
                </c:pt>
                <c:pt idx="875">
                  <c:v>2.14575000001</c:v>
                </c:pt>
                <c:pt idx="876">
                  <c:v>2.15025000001</c:v>
                </c:pt>
                <c:pt idx="877">
                  <c:v>2.15050000001</c:v>
                </c:pt>
                <c:pt idx="878">
                  <c:v>2.15500000001</c:v>
                </c:pt>
                <c:pt idx="879">
                  <c:v>2.15525000001</c:v>
                </c:pt>
                <c:pt idx="880">
                  <c:v>2.15975000001</c:v>
                </c:pt>
                <c:pt idx="881">
                  <c:v>2.16000000001</c:v>
                </c:pt>
                <c:pt idx="882">
                  <c:v>2.16450000001</c:v>
                </c:pt>
                <c:pt idx="883">
                  <c:v>2.16475000001</c:v>
                </c:pt>
                <c:pt idx="884">
                  <c:v>2.16925000001</c:v>
                </c:pt>
                <c:pt idx="885">
                  <c:v>2.16950000001</c:v>
                </c:pt>
                <c:pt idx="886">
                  <c:v>2.17400000001</c:v>
                </c:pt>
                <c:pt idx="887">
                  <c:v>2.17425000001</c:v>
                </c:pt>
                <c:pt idx="888">
                  <c:v>2.17875000001</c:v>
                </c:pt>
                <c:pt idx="889">
                  <c:v>2.17900000001</c:v>
                </c:pt>
                <c:pt idx="890">
                  <c:v>2.18350000001</c:v>
                </c:pt>
                <c:pt idx="891">
                  <c:v>2.18375000001</c:v>
                </c:pt>
                <c:pt idx="892">
                  <c:v>2.18825000001</c:v>
                </c:pt>
                <c:pt idx="893">
                  <c:v>2.18850000001</c:v>
                </c:pt>
                <c:pt idx="894">
                  <c:v>2.19300000001</c:v>
                </c:pt>
                <c:pt idx="895">
                  <c:v>2.19325000001</c:v>
                </c:pt>
                <c:pt idx="896">
                  <c:v>2.19550000001</c:v>
                </c:pt>
                <c:pt idx="897">
                  <c:v>2.19775000001</c:v>
                </c:pt>
                <c:pt idx="898">
                  <c:v>2.19800000001</c:v>
                </c:pt>
                <c:pt idx="899">
                  <c:v>2.20250000001</c:v>
                </c:pt>
                <c:pt idx="900">
                  <c:v>2.20275000001</c:v>
                </c:pt>
                <c:pt idx="901">
                  <c:v>2.20725000001</c:v>
                </c:pt>
                <c:pt idx="902">
                  <c:v>2.20750000001</c:v>
                </c:pt>
                <c:pt idx="903">
                  <c:v>2.21200000001</c:v>
                </c:pt>
                <c:pt idx="904">
                  <c:v>2.21225000001</c:v>
                </c:pt>
                <c:pt idx="905">
                  <c:v>2.21675000001</c:v>
                </c:pt>
                <c:pt idx="906">
                  <c:v>2.21700000001</c:v>
                </c:pt>
                <c:pt idx="907">
                  <c:v>2.22150000001</c:v>
                </c:pt>
                <c:pt idx="908">
                  <c:v>2.22175000001</c:v>
                </c:pt>
                <c:pt idx="909">
                  <c:v>2.22625000001</c:v>
                </c:pt>
                <c:pt idx="910">
                  <c:v>2.22650000001</c:v>
                </c:pt>
                <c:pt idx="911">
                  <c:v>2.23100000001</c:v>
                </c:pt>
                <c:pt idx="912">
                  <c:v>2.23125000001</c:v>
                </c:pt>
                <c:pt idx="913">
                  <c:v>2.23575000001</c:v>
                </c:pt>
                <c:pt idx="914">
                  <c:v>2.23600000001</c:v>
                </c:pt>
                <c:pt idx="915">
                  <c:v>2.24050000001</c:v>
                </c:pt>
                <c:pt idx="916">
                  <c:v>2.24075000001</c:v>
                </c:pt>
                <c:pt idx="917">
                  <c:v>2.24525000001</c:v>
                </c:pt>
                <c:pt idx="918">
                  <c:v>2.24550000001</c:v>
                </c:pt>
                <c:pt idx="919">
                  <c:v>2.25000000001</c:v>
                </c:pt>
                <c:pt idx="920">
                  <c:v>2.25025000001</c:v>
                </c:pt>
                <c:pt idx="921">
                  <c:v>2.25475000001</c:v>
                </c:pt>
                <c:pt idx="922">
                  <c:v>2.25500000001</c:v>
                </c:pt>
                <c:pt idx="923">
                  <c:v>2.25950000001</c:v>
                </c:pt>
                <c:pt idx="924">
                  <c:v>2.25975000001</c:v>
                </c:pt>
                <c:pt idx="925">
                  <c:v>2.26425000001</c:v>
                </c:pt>
                <c:pt idx="926">
                  <c:v>2.26450000001</c:v>
                </c:pt>
                <c:pt idx="927">
                  <c:v>2.26900000001</c:v>
                </c:pt>
                <c:pt idx="928">
                  <c:v>2.26925000001</c:v>
                </c:pt>
                <c:pt idx="929">
                  <c:v>2.27375000001</c:v>
                </c:pt>
                <c:pt idx="930">
                  <c:v>2.27400000001</c:v>
                </c:pt>
                <c:pt idx="931">
                  <c:v>2.27850000001</c:v>
                </c:pt>
                <c:pt idx="932">
                  <c:v>2.27875000001</c:v>
                </c:pt>
                <c:pt idx="933">
                  <c:v>2.28325000001</c:v>
                </c:pt>
                <c:pt idx="934">
                  <c:v>2.28350000001</c:v>
                </c:pt>
                <c:pt idx="935">
                  <c:v>2.28800000001</c:v>
                </c:pt>
                <c:pt idx="936">
                  <c:v>2.28825000001</c:v>
                </c:pt>
                <c:pt idx="937">
                  <c:v>2.29275000001</c:v>
                </c:pt>
                <c:pt idx="938">
                  <c:v>2.29300000001</c:v>
                </c:pt>
                <c:pt idx="939">
                  <c:v>2.29750000001</c:v>
                </c:pt>
                <c:pt idx="940">
                  <c:v>2.29775000001</c:v>
                </c:pt>
                <c:pt idx="941">
                  <c:v>2.30225000001</c:v>
                </c:pt>
                <c:pt idx="942">
                  <c:v>2.30250000001</c:v>
                </c:pt>
                <c:pt idx="943">
                  <c:v>2.30700000001</c:v>
                </c:pt>
                <c:pt idx="944">
                  <c:v>2.30725000001</c:v>
                </c:pt>
                <c:pt idx="945">
                  <c:v>2.31175000001</c:v>
                </c:pt>
                <c:pt idx="946">
                  <c:v>2.31200000001</c:v>
                </c:pt>
                <c:pt idx="947">
                  <c:v>2.31650000001</c:v>
                </c:pt>
                <c:pt idx="948">
                  <c:v>2.31675000001</c:v>
                </c:pt>
                <c:pt idx="949">
                  <c:v>2.32125000001</c:v>
                </c:pt>
                <c:pt idx="950">
                  <c:v>2.32150000001</c:v>
                </c:pt>
                <c:pt idx="951">
                  <c:v>2.32600000001</c:v>
                </c:pt>
                <c:pt idx="952">
                  <c:v>2.32625000001</c:v>
                </c:pt>
                <c:pt idx="953">
                  <c:v>2.33075000001</c:v>
                </c:pt>
                <c:pt idx="954">
                  <c:v>2.33100000001</c:v>
                </c:pt>
                <c:pt idx="955">
                  <c:v>2.33550000001</c:v>
                </c:pt>
                <c:pt idx="956">
                  <c:v>2.33575000001</c:v>
                </c:pt>
                <c:pt idx="957">
                  <c:v>2.34025000001</c:v>
                </c:pt>
                <c:pt idx="958">
                  <c:v>2.34050000001</c:v>
                </c:pt>
                <c:pt idx="959">
                  <c:v>2.34325000001</c:v>
                </c:pt>
                <c:pt idx="960">
                  <c:v>2.34500000001</c:v>
                </c:pt>
                <c:pt idx="961">
                  <c:v>2.34525000001</c:v>
                </c:pt>
                <c:pt idx="962">
                  <c:v>2.34975000001</c:v>
                </c:pt>
                <c:pt idx="963">
                  <c:v>2.35000000001</c:v>
                </c:pt>
                <c:pt idx="964">
                  <c:v>2.35450000001</c:v>
                </c:pt>
                <c:pt idx="965">
                  <c:v>2.35475000001</c:v>
                </c:pt>
                <c:pt idx="966">
                  <c:v>2.35925000001</c:v>
                </c:pt>
                <c:pt idx="967">
                  <c:v>2.35950000001</c:v>
                </c:pt>
                <c:pt idx="968">
                  <c:v>2.36400000001</c:v>
                </c:pt>
                <c:pt idx="969">
                  <c:v>2.36425000001</c:v>
                </c:pt>
                <c:pt idx="970">
                  <c:v>2.36875000001</c:v>
                </c:pt>
                <c:pt idx="971">
                  <c:v>2.36900000001</c:v>
                </c:pt>
                <c:pt idx="972">
                  <c:v>2.37350000001</c:v>
                </c:pt>
                <c:pt idx="973">
                  <c:v>2.37375000001</c:v>
                </c:pt>
                <c:pt idx="974">
                  <c:v>2.37825000001</c:v>
                </c:pt>
                <c:pt idx="975">
                  <c:v>2.37850000001</c:v>
                </c:pt>
                <c:pt idx="976">
                  <c:v>2.38300000001</c:v>
                </c:pt>
                <c:pt idx="977">
                  <c:v>2.38325000001</c:v>
                </c:pt>
                <c:pt idx="978">
                  <c:v>2.38775000001</c:v>
                </c:pt>
                <c:pt idx="979">
                  <c:v>2.38800000001</c:v>
                </c:pt>
                <c:pt idx="980">
                  <c:v>2.39250000001</c:v>
                </c:pt>
                <c:pt idx="981">
                  <c:v>2.39275000001</c:v>
                </c:pt>
                <c:pt idx="982">
                  <c:v>2.39725000001</c:v>
                </c:pt>
                <c:pt idx="983">
                  <c:v>2.39750000001</c:v>
                </c:pt>
                <c:pt idx="984">
                  <c:v>2.40200000001</c:v>
                </c:pt>
                <c:pt idx="985">
                  <c:v>2.40225000001</c:v>
                </c:pt>
                <c:pt idx="986">
                  <c:v>2.40675000001</c:v>
                </c:pt>
                <c:pt idx="987">
                  <c:v>2.40700000001</c:v>
                </c:pt>
                <c:pt idx="988">
                  <c:v>2.41150000001</c:v>
                </c:pt>
                <c:pt idx="989">
                  <c:v>2.41175000001</c:v>
                </c:pt>
                <c:pt idx="990">
                  <c:v>2.41625000001</c:v>
                </c:pt>
                <c:pt idx="991">
                  <c:v>2.41650000001</c:v>
                </c:pt>
                <c:pt idx="992">
                  <c:v>2.42100000001</c:v>
                </c:pt>
                <c:pt idx="993">
                  <c:v>2.42125000001</c:v>
                </c:pt>
                <c:pt idx="994">
                  <c:v>2.42575000001</c:v>
                </c:pt>
                <c:pt idx="995">
                  <c:v>2.42600000001</c:v>
                </c:pt>
                <c:pt idx="996">
                  <c:v>2.43050000001</c:v>
                </c:pt>
                <c:pt idx="997">
                  <c:v>2.43075000001</c:v>
                </c:pt>
                <c:pt idx="998">
                  <c:v>2.43525000001</c:v>
                </c:pt>
                <c:pt idx="999">
                  <c:v>2.43550000001</c:v>
                </c:pt>
                <c:pt idx="1000">
                  <c:v>2.44000000001</c:v>
                </c:pt>
                <c:pt idx="1001">
                  <c:v>2.44025000001</c:v>
                </c:pt>
                <c:pt idx="1002">
                  <c:v>2.44475000001</c:v>
                </c:pt>
                <c:pt idx="1003">
                  <c:v>2.44500000001</c:v>
                </c:pt>
                <c:pt idx="1004">
                  <c:v>2.44900000001</c:v>
                </c:pt>
                <c:pt idx="1005">
                  <c:v>2.44950000001</c:v>
                </c:pt>
                <c:pt idx="1006">
                  <c:v>2.44975000001</c:v>
                </c:pt>
                <c:pt idx="1007">
                  <c:v>2.45425000001</c:v>
                </c:pt>
                <c:pt idx="1008">
                  <c:v>2.45450000001</c:v>
                </c:pt>
                <c:pt idx="1009">
                  <c:v>2.45900000001</c:v>
                </c:pt>
                <c:pt idx="1010">
                  <c:v>2.45925000001</c:v>
                </c:pt>
                <c:pt idx="1011">
                  <c:v>2.46375000001</c:v>
                </c:pt>
                <c:pt idx="1012">
                  <c:v>2.46400000001</c:v>
                </c:pt>
                <c:pt idx="1013">
                  <c:v>2.46850000001</c:v>
                </c:pt>
                <c:pt idx="1014">
                  <c:v>2.46875000001</c:v>
                </c:pt>
                <c:pt idx="1015">
                  <c:v>2.47325000001</c:v>
                </c:pt>
                <c:pt idx="1016">
                  <c:v>2.47350000001</c:v>
                </c:pt>
                <c:pt idx="1017">
                  <c:v>2.47800000001</c:v>
                </c:pt>
                <c:pt idx="1018">
                  <c:v>2.47825000001</c:v>
                </c:pt>
                <c:pt idx="1019">
                  <c:v>2.48275000001</c:v>
                </c:pt>
                <c:pt idx="1020">
                  <c:v>2.48300000001</c:v>
                </c:pt>
                <c:pt idx="1021">
                  <c:v>2.48750000001</c:v>
                </c:pt>
                <c:pt idx="1022">
                  <c:v>2.48775000001</c:v>
                </c:pt>
                <c:pt idx="1023">
                  <c:v>2.49225000001</c:v>
                </c:pt>
                <c:pt idx="1024">
                  <c:v>2.49250000001</c:v>
                </c:pt>
                <c:pt idx="1025">
                  <c:v>2.49700000001</c:v>
                </c:pt>
                <c:pt idx="1026">
                  <c:v>2.49725000001</c:v>
                </c:pt>
                <c:pt idx="1027">
                  <c:v>2.50175000001</c:v>
                </c:pt>
                <c:pt idx="1028">
                  <c:v>2.50200000001</c:v>
                </c:pt>
                <c:pt idx="1029">
                  <c:v>2.50650000001</c:v>
                </c:pt>
                <c:pt idx="1030">
                  <c:v>2.50675000001</c:v>
                </c:pt>
                <c:pt idx="1031">
                  <c:v>2.51125000001</c:v>
                </c:pt>
                <c:pt idx="1032">
                  <c:v>2.51150000001</c:v>
                </c:pt>
                <c:pt idx="1033">
                  <c:v>2.51600000001</c:v>
                </c:pt>
                <c:pt idx="1034">
                  <c:v>2.51625000001</c:v>
                </c:pt>
                <c:pt idx="1035">
                  <c:v>2.52075000001</c:v>
                </c:pt>
                <c:pt idx="1036">
                  <c:v>2.52100000001</c:v>
                </c:pt>
                <c:pt idx="1037">
                  <c:v>2.52550000001</c:v>
                </c:pt>
                <c:pt idx="1038">
                  <c:v>2.52575000001</c:v>
                </c:pt>
                <c:pt idx="1039">
                  <c:v>2.53025000001</c:v>
                </c:pt>
                <c:pt idx="1040">
                  <c:v>2.53050000001</c:v>
                </c:pt>
                <c:pt idx="1041">
                  <c:v>2.53500000001</c:v>
                </c:pt>
                <c:pt idx="1042">
                  <c:v>2.53525000001</c:v>
                </c:pt>
                <c:pt idx="1043">
                  <c:v>2.53975000001</c:v>
                </c:pt>
                <c:pt idx="1044">
                  <c:v>2.54000000001</c:v>
                </c:pt>
                <c:pt idx="1045">
                  <c:v>2.54450000001</c:v>
                </c:pt>
                <c:pt idx="1046">
                  <c:v>2.54475000001</c:v>
                </c:pt>
                <c:pt idx="1047">
                  <c:v>2.54750000001</c:v>
                </c:pt>
                <c:pt idx="1048">
                  <c:v>2.54925000001</c:v>
                </c:pt>
                <c:pt idx="1049">
                  <c:v>2.54950000001</c:v>
                </c:pt>
                <c:pt idx="1050">
                  <c:v>2.55400000001</c:v>
                </c:pt>
                <c:pt idx="1051">
                  <c:v>2.55425000001</c:v>
                </c:pt>
                <c:pt idx="1052">
                  <c:v>2.55875000001</c:v>
                </c:pt>
                <c:pt idx="1053">
                  <c:v>2.55900000001</c:v>
                </c:pt>
                <c:pt idx="1054">
                  <c:v>2.56350000001</c:v>
                </c:pt>
                <c:pt idx="1055">
                  <c:v>2.56375000001</c:v>
                </c:pt>
                <c:pt idx="1056">
                  <c:v>2.56675000001</c:v>
                </c:pt>
                <c:pt idx="1057">
                  <c:v>2.56825000001</c:v>
                </c:pt>
                <c:pt idx="1058">
                  <c:v>2.56850000001</c:v>
                </c:pt>
                <c:pt idx="1059">
                  <c:v>2.57300000001</c:v>
                </c:pt>
                <c:pt idx="1060">
                  <c:v>2.57325000001</c:v>
                </c:pt>
                <c:pt idx="1061">
                  <c:v>2.57775000001</c:v>
                </c:pt>
                <c:pt idx="1062">
                  <c:v>2.57800000001</c:v>
                </c:pt>
                <c:pt idx="1063">
                  <c:v>2.58250000001</c:v>
                </c:pt>
                <c:pt idx="1064">
                  <c:v>2.58275000001</c:v>
                </c:pt>
                <c:pt idx="1065">
                  <c:v>2.58725000001</c:v>
                </c:pt>
                <c:pt idx="1066">
                  <c:v>2.58750000001</c:v>
                </c:pt>
                <c:pt idx="1067">
                  <c:v>2.59200000001</c:v>
                </c:pt>
                <c:pt idx="1068">
                  <c:v>2.59225000001</c:v>
                </c:pt>
                <c:pt idx="1069">
                  <c:v>2.59675000001</c:v>
                </c:pt>
                <c:pt idx="1070">
                  <c:v>2.59700000001</c:v>
                </c:pt>
                <c:pt idx="1071">
                  <c:v>2.60150000001</c:v>
                </c:pt>
                <c:pt idx="1072">
                  <c:v>2.60175000001</c:v>
                </c:pt>
                <c:pt idx="1073">
                  <c:v>2.60625000001</c:v>
                </c:pt>
                <c:pt idx="1074">
                  <c:v>2.60650000001</c:v>
                </c:pt>
                <c:pt idx="1075">
                  <c:v>2.61100000001</c:v>
                </c:pt>
                <c:pt idx="1076">
                  <c:v>2.61125000001</c:v>
                </c:pt>
                <c:pt idx="1077">
                  <c:v>2.61325000001</c:v>
                </c:pt>
                <c:pt idx="1078">
                  <c:v>2.61575000001</c:v>
                </c:pt>
                <c:pt idx="1079">
                  <c:v>2.61600000001</c:v>
                </c:pt>
                <c:pt idx="1080">
                  <c:v>2.62050000001</c:v>
                </c:pt>
                <c:pt idx="1081">
                  <c:v>2.62075000001</c:v>
                </c:pt>
                <c:pt idx="1082">
                  <c:v>2.62525000001</c:v>
                </c:pt>
                <c:pt idx="1083">
                  <c:v>2.62550000001</c:v>
                </c:pt>
                <c:pt idx="1084">
                  <c:v>2.63000000001</c:v>
                </c:pt>
                <c:pt idx="1085">
                  <c:v>2.63025000001</c:v>
                </c:pt>
                <c:pt idx="1086">
                  <c:v>2.63475000001</c:v>
                </c:pt>
                <c:pt idx="1087">
                  <c:v>2.63500000001</c:v>
                </c:pt>
                <c:pt idx="1088">
                  <c:v>2.63950000001</c:v>
                </c:pt>
                <c:pt idx="1089">
                  <c:v>2.63975000001</c:v>
                </c:pt>
                <c:pt idx="1090">
                  <c:v>2.64425000001</c:v>
                </c:pt>
                <c:pt idx="1091">
                  <c:v>2.64450000001</c:v>
                </c:pt>
                <c:pt idx="1092">
                  <c:v>2.64900000001</c:v>
                </c:pt>
                <c:pt idx="1093">
                  <c:v>2.64925000001</c:v>
                </c:pt>
                <c:pt idx="1094">
                  <c:v>2.65375000001</c:v>
                </c:pt>
                <c:pt idx="1095">
                  <c:v>2.65400000001</c:v>
                </c:pt>
                <c:pt idx="1096">
                  <c:v>2.65850000001</c:v>
                </c:pt>
                <c:pt idx="1097">
                  <c:v>2.65875000001</c:v>
                </c:pt>
                <c:pt idx="1098">
                  <c:v>2.66325000001</c:v>
                </c:pt>
                <c:pt idx="1099">
                  <c:v>2.66350000001</c:v>
                </c:pt>
                <c:pt idx="1100">
                  <c:v>2.66800000001</c:v>
                </c:pt>
                <c:pt idx="1101">
                  <c:v>2.66825000001</c:v>
                </c:pt>
                <c:pt idx="1102">
                  <c:v>2.67125000001</c:v>
                </c:pt>
                <c:pt idx="1103">
                  <c:v>2.67275000001</c:v>
                </c:pt>
                <c:pt idx="1104">
                  <c:v>2.67300000001</c:v>
                </c:pt>
                <c:pt idx="1105">
                  <c:v>2.67750000001</c:v>
                </c:pt>
                <c:pt idx="1106">
                  <c:v>2.67775000001</c:v>
                </c:pt>
                <c:pt idx="1107">
                  <c:v>2.68225000001</c:v>
                </c:pt>
                <c:pt idx="1108">
                  <c:v>2.68250000001</c:v>
                </c:pt>
                <c:pt idx="1109">
                  <c:v>2.68700000001</c:v>
                </c:pt>
                <c:pt idx="1110">
                  <c:v>2.68725000001</c:v>
                </c:pt>
                <c:pt idx="1111">
                  <c:v>2.69175000001</c:v>
                </c:pt>
                <c:pt idx="1112">
                  <c:v>2.69200000001</c:v>
                </c:pt>
                <c:pt idx="1113">
                  <c:v>2.69650000001</c:v>
                </c:pt>
                <c:pt idx="1114">
                  <c:v>2.69675000001</c:v>
                </c:pt>
                <c:pt idx="1115">
                  <c:v>2.70125000001</c:v>
                </c:pt>
                <c:pt idx="1116">
                  <c:v>2.70150000001</c:v>
                </c:pt>
                <c:pt idx="1117">
                  <c:v>2.70600000001</c:v>
                </c:pt>
                <c:pt idx="1118">
                  <c:v>2.70625000001</c:v>
                </c:pt>
                <c:pt idx="1119">
                  <c:v>2.71075000001</c:v>
                </c:pt>
                <c:pt idx="1120">
                  <c:v>2.71100000001</c:v>
                </c:pt>
                <c:pt idx="1121">
                  <c:v>2.71550000001</c:v>
                </c:pt>
                <c:pt idx="1122">
                  <c:v>2.71575000001</c:v>
                </c:pt>
                <c:pt idx="1123">
                  <c:v>2.72025000001</c:v>
                </c:pt>
                <c:pt idx="1124">
                  <c:v>2.72050000001</c:v>
                </c:pt>
                <c:pt idx="1125">
                  <c:v>2.72500000001</c:v>
                </c:pt>
                <c:pt idx="1126">
                  <c:v>2.72525000001</c:v>
                </c:pt>
                <c:pt idx="1127">
                  <c:v>2.72975000001</c:v>
                </c:pt>
                <c:pt idx="1128">
                  <c:v>2.73000000001</c:v>
                </c:pt>
                <c:pt idx="1129">
                  <c:v>2.73450000001</c:v>
                </c:pt>
                <c:pt idx="1130">
                  <c:v>2.73475000001</c:v>
                </c:pt>
                <c:pt idx="1131">
                  <c:v>2.73925000001</c:v>
                </c:pt>
                <c:pt idx="1132">
                  <c:v>2.73950000001</c:v>
                </c:pt>
                <c:pt idx="1133">
                  <c:v>2.74400000001</c:v>
                </c:pt>
                <c:pt idx="1134">
                  <c:v>2.74425000001</c:v>
                </c:pt>
                <c:pt idx="1135">
                  <c:v>2.74875000001</c:v>
                </c:pt>
                <c:pt idx="1136">
                  <c:v>2.74900000001</c:v>
                </c:pt>
                <c:pt idx="1137">
                  <c:v>2.75350000001</c:v>
                </c:pt>
                <c:pt idx="1138">
                  <c:v>2.75375000001</c:v>
                </c:pt>
                <c:pt idx="1139">
                  <c:v>2.75825000001</c:v>
                </c:pt>
                <c:pt idx="1140">
                  <c:v>2.75850000001</c:v>
                </c:pt>
                <c:pt idx="1141">
                  <c:v>2.76300000001</c:v>
                </c:pt>
                <c:pt idx="1142">
                  <c:v>2.76325000001</c:v>
                </c:pt>
                <c:pt idx="1143">
                  <c:v>2.76775000001</c:v>
                </c:pt>
                <c:pt idx="1144">
                  <c:v>2.76800000001</c:v>
                </c:pt>
                <c:pt idx="1145">
                  <c:v>2.77050000001</c:v>
                </c:pt>
                <c:pt idx="1146">
                  <c:v>2.77250000001</c:v>
                </c:pt>
                <c:pt idx="1147">
                  <c:v>2.77275000001</c:v>
                </c:pt>
                <c:pt idx="1148">
                  <c:v>2.77725000001</c:v>
                </c:pt>
                <c:pt idx="1149">
                  <c:v>2.77750000001</c:v>
                </c:pt>
                <c:pt idx="1150">
                  <c:v>2.78200000001</c:v>
                </c:pt>
                <c:pt idx="1151">
                  <c:v>2.78225000001</c:v>
                </c:pt>
                <c:pt idx="1152">
                  <c:v>2.78575000001</c:v>
                </c:pt>
                <c:pt idx="1153">
                  <c:v>2.78675000001</c:v>
                </c:pt>
                <c:pt idx="1154">
                  <c:v>2.78700000001</c:v>
                </c:pt>
                <c:pt idx="1155">
                  <c:v>2.78975000001</c:v>
                </c:pt>
                <c:pt idx="1156">
                  <c:v>2.79150000001</c:v>
                </c:pt>
                <c:pt idx="1157">
                  <c:v>2.79175000001</c:v>
                </c:pt>
                <c:pt idx="1158">
                  <c:v>2.79625000001</c:v>
                </c:pt>
                <c:pt idx="1159">
                  <c:v>2.79650000001</c:v>
                </c:pt>
                <c:pt idx="1160">
                  <c:v>2.80100000001</c:v>
                </c:pt>
                <c:pt idx="1161">
                  <c:v>2.80125000001</c:v>
                </c:pt>
                <c:pt idx="1162">
                  <c:v>2.80575000001</c:v>
                </c:pt>
                <c:pt idx="1163">
                  <c:v>2.80600000001</c:v>
                </c:pt>
                <c:pt idx="1164">
                  <c:v>2.81050000001</c:v>
                </c:pt>
                <c:pt idx="1165">
                  <c:v>2.81075000001</c:v>
                </c:pt>
                <c:pt idx="1166">
                  <c:v>2.81525000001</c:v>
                </c:pt>
                <c:pt idx="1167">
                  <c:v>2.81550000001</c:v>
                </c:pt>
                <c:pt idx="1168">
                  <c:v>2.82000000001</c:v>
                </c:pt>
                <c:pt idx="1169">
                  <c:v>2.82025000001</c:v>
                </c:pt>
                <c:pt idx="1170">
                  <c:v>2.82475000001</c:v>
                </c:pt>
                <c:pt idx="1171">
                  <c:v>2.82500000001</c:v>
                </c:pt>
                <c:pt idx="1172">
                  <c:v>2.82950000001</c:v>
                </c:pt>
                <c:pt idx="1173">
                  <c:v>2.82975000001</c:v>
                </c:pt>
                <c:pt idx="1174">
                  <c:v>2.83425000001</c:v>
                </c:pt>
                <c:pt idx="1175">
                  <c:v>2.83450000001</c:v>
                </c:pt>
                <c:pt idx="1176">
                  <c:v>2.83900000001</c:v>
                </c:pt>
                <c:pt idx="1177">
                  <c:v>2.83925000001</c:v>
                </c:pt>
                <c:pt idx="1178">
                  <c:v>2.84375000001</c:v>
                </c:pt>
                <c:pt idx="1179">
                  <c:v>2.84400000001</c:v>
                </c:pt>
                <c:pt idx="1180">
                  <c:v>2.84850000001</c:v>
                </c:pt>
                <c:pt idx="1181">
                  <c:v>2.84875000001</c:v>
                </c:pt>
                <c:pt idx="1182">
                  <c:v>2.85325000001</c:v>
                </c:pt>
                <c:pt idx="1183">
                  <c:v>2.85350000001</c:v>
                </c:pt>
                <c:pt idx="1184">
                  <c:v>2.85800000001</c:v>
                </c:pt>
                <c:pt idx="1185">
                  <c:v>2.85825000001</c:v>
                </c:pt>
                <c:pt idx="1186">
                  <c:v>2.86275000001</c:v>
                </c:pt>
                <c:pt idx="1187">
                  <c:v>2.86300000001</c:v>
                </c:pt>
                <c:pt idx="1188">
                  <c:v>2.86750000001</c:v>
                </c:pt>
                <c:pt idx="1189">
                  <c:v>2.86775000001</c:v>
                </c:pt>
                <c:pt idx="1190">
                  <c:v>2.87225000001</c:v>
                </c:pt>
                <c:pt idx="1191">
                  <c:v>2.87250000001</c:v>
                </c:pt>
                <c:pt idx="1192">
                  <c:v>2.87700000001</c:v>
                </c:pt>
                <c:pt idx="1193">
                  <c:v>2.87725000001</c:v>
                </c:pt>
                <c:pt idx="1194">
                  <c:v>2.88175000001</c:v>
                </c:pt>
                <c:pt idx="1195">
                  <c:v>2.88200000001</c:v>
                </c:pt>
                <c:pt idx="1196">
                  <c:v>2.88650000001</c:v>
                </c:pt>
                <c:pt idx="1197">
                  <c:v>2.88675000001</c:v>
                </c:pt>
                <c:pt idx="1198">
                  <c:v>2.89125000001</c:v>
                </c:pt>
                <c:pt idx="1199">
                  <c:v>2.89150000001</c:v>
                </c:pt>
                <c:pt idx="1200">
                  <c:v>2.89600000001</c:v>
                </c:pt>
                <c:pt idx="1201">
                  <c:v>2.89625000001</c:v>
                </c:pt>
                <c:pt idx="1202">
                  <c:v>2.89775000001</c:v>
                </c:pt>
                <c:pt idx="1203">
                  <c:v>2.90075000001</c:v>
                </c:pt>
                <c:pt idx="1204">
                  <c:v>2.90100000001</c:v>
                </c:pt>
                <c:pt idx="1205">
                  <c:v>2.90550000001</c:v>
                </c:pt>
                <c:pt idx="1206">
                  <c:v>2.90575000001</c:v>
                </c:pt>
                <c:pt idx="1207">
                  <c:v>2.91025000001</c:v>
                </c:pt>
                <c:pt idx="1208">
                  <c:v>2.91050000001</c:v>
                </c:pt>
                <c:pt idx="1209">
                  <c:v>2.91500000001</c:v>
                </c:pt>
                <c:pt idx="1210">
                  <c:v>2.91525000001</c:v>
                </c:pt>
                <c:pt idx="1211">
                  <c:v>2.91975000001</c:v>
                </c:pt>
                <c:pt idx="1212">
                  <c:v>2.92000000001</c:v>
                </c:pt>
                <c:pt idx="1213">
                  <c:v>2.92450000001</c:v>
                </c:pt>
                <c:pt idx="1214">
                  <c:v>2.92475000001</c:v>
                </c:pt>
                <c:pt idx="1215">
                  <c:v>2.92925000001</c:v>
                </c:pt>
                <c:pt idx="1216">
                  <c:v>2.92950000001</c:v>
                </c:pt>
                <c:pt idx="1217">
                  <c:v>2.93400000001</c:v>
                </c:pt>
                <c:pt idx="1218">
                  <c:v>2.93425000001</c:v>
                </c:pt>
                <c:pt idx="1219">
                  <c:v>2.93875000001</c:v>
                </c:pt>
                <c:pt idx="1220">
                  <c:v>2.93900000001</c:v>
                </c:pt>
                <c:pt idx="1221">
                  <c:v>2.94350000001</c:v>
                </c:pt>
                <c:pt idx="1222">
                  <c:v>2.94375000001</c:v>
                </c:pt>
                <c:pt idx="1223">
                  <c:v>2.94825000001</c:v>
                </c:pt>
                <c:pt idx="1224">
                  <c:v>2.94850000001</c:v>
                </c:pt>
                <c:pt idx="1225">
                  <c:v>2.95300000001</c:v>
                </c:pt>
                <c:pt idx="1226">
                  <c:v>2.95325000001</c:v>
                </c:pt>
                <c:pt idx="1227">
                  <c:v>2.95775000001</c:v>
                </c:pt>
                <c:pt idx="1228">
                  <c:v>2.95800000001</c:v>
                </c:pt>
                <c:pt idx="1229">
                  <c:v>2.96250000001</c:v>
                </c:pt>
                <c:pt idx="1230">
                  <c:v>2.96275000001</c:v>
                </c:pt>
                <c:pt idx="1231">
                  <c:v>2.96725000001</c:v>
                </c:pt>
                <c:pt idx="1232">
                  <c:v>2.96750000001</c:v>
                </c:pt>
                <c:pt idx="1233">
                  <c:v>2.97200000001</c:v>
                </c:pt>
                <c:pt idx="1234">
                  <c:v>2.97225000001</c:v>
                </c:pt>
                <c:pt idx="1235">
                  <c:v>2.97675000001</c:v>
                </c:pt>
                <c:pt idx="1236">
                  <c:v>2.97700000001</c:v>
                </c:pt>
                <c:pt idx="1237">
                  <c:v>2.98150000001</c:v>
                </c:pt>
                <c:pt idx="1238">
                  <c:v>2.98175000001</c:v>
                </c:pt>
                <c:pt idx="1239">
                  <c:v>2.98625000001</c:v>
                </c:pt>
                <c:pt idx="1240">
                  <c:v>2.98650000001</c:v>
                </c:pt>
                <c:pt idx="1241">
                  <c:v>2.99100000001</c:v>
                </c:pt>
                <c:pt idx="1242">
                  <c:v>2.99125000001</c:v>
                </c:pt>
                <c:pt idx="1243">
                  <c:v>2.99575000001</c:v>
                </c:pt>
                <c:pt idx="1244">
                  <c:v>2.99600000001</c:v>
                </c:pt>
                <c:pt idx="1245">
                  <c:v>2.99975000001</c:v>
                </c:pt>
                <c:pt idx="1246">
                  <c:v>3.00050000001</c:v>
                </c:pt>
                <c:pt idx="1247">
                  <c:v>3.00075000001</c:v>
                </c:pt>
                <c:pt idx="1248">
                  <c:v>3.00525000001</c:v>
                </c:pt>
                <c:pt idx="1249">
                  <c:v>3.00550000001</c:v>
                </c:pt>
                <c:pt idx="1250">
                  <c:v>3.01000000001</c:v>
                </c:pt>
                <c:pt idx="1251">
                  <c:v>3.01025000001</c:v>
                </c:pt>
                <c:pt idx="1252">
                  <c:v>3.01225000001</c:v>
                </c:pt>
                <c:pt idx="1253">
                  <c:v>3.01475000001</c:v>
                </c:pt>
                <c:pt idx="1254">
                  <c:v>3.01500000001</c:v>
                </c:pt>
                <c:pt idx="1255">
                  <c:v>3.01950000001</c:v>
                </c:pt>
                <c:pt idx="1256">
                  <c:v>3.01975000001</c:v>
                </c:pt>
                <c:pt idx="1257">
                  <c:v>3.02425000001</c:v>
                </c:pt>
                <c:pt idx="1258">
                  <c:v>3.02450000001</c:v>
                </c:pt>
                <c:pt idx="1259">
                  <c:v>3.02900000001</c:v>
                </c:pt>
                <c:pt idx="1260">
                  <c:v>3.02925000001</c:v>
                </c:pt>
                <c:pt idx="1261">
                  <c:v>3.03375000001</c:v>
                </c:pt>
                <c:pt idx="1262">
                  <c:v>3.03400000001</c:v>
                </c:pt>
                <c:pt idx="1263">
                  <c:v>3.03850000001</c:v>
                </c:pt>
                <c:pt idx="1264">
                  <c:v>3.03875000001</c:v>
                </c:pt>
                <c:pt idx="1265">
                  <c:v>3.04325000001</c:v>
                </c:pt>
                <c:pt idx="1266">
                  <c:v>3.04350000001</c:v>
                </c:pt>
                <c:pt idx="1267">
                  <c:v>3.04800000001</c:v>
                </c:pt>
                <c:pt idx="1268">
                  <c:v>3.04825000001</c:v>
                </c:pt>
                <c:pt idx="1269">
                  <c:v>3.05275000001</c:v>
                </c:pt>
                <c:pt idx="1270">
                  <c:v>3.05300000001</c:v>
                </c:pt>
                <c:pt idx="1271">
                  <c:v>3.05750000001</c:v>
                </c:pt>
                <c:pt idx="1272">
                  <c:v>3.05775000001</c:v>
                </c:pt>
                <c:pt idx="1273">
                  <c:v>3.06225000001</c:v>
                </c:pt>
                <c:pt idx="1274">
                  <c:v>3.06250000001</c:v>
                </c:pt>
                <c:pt idx="1275">
                  <c:v>3.06700000001</c:v>
                </c:pt>
                <c:pt idx="1276">
                  <c:v>3.06725000001</c:v>
                </c:pt>
                <c:pt idx="1277">
                  <c:v>3.07175000001</c:v>
                </c:pt>
                <c:pt idx="1278">
                  <c:v>3.07200000001</c:v>
                </c:pt>
                <c:pt idx="1279">
                  <c:v>3.07650000001</c:v>
                </c:pt>
                <c:pt idx="1280">
                  <c:v>3.07675000001</c:v>
                </c:pt>
                <c:pt idx="1281">
                  <c:v>3.07850000001</c:v>
                </c:pt>
                <c:pt idx="1282">
                  <c:v>3.08125000001</c:v>
                </c:pt>
                <c:pt idx="1283">
                  <c:v>3.08150000001</c:v>
                </c:pt>
                <c:pt idx="1284">
                  <c:v>3.08600000001</c:v>
                </c:pt>
                <c:pt idx="1285">
                  <c:v>3.08625000001</c:v>
                </c:pt>
                <c:pt idx="1286">
                  <c:v>3.09075000001</c:v>
                </c:pt>
                <c:pt idx="1287">
                  <c:v>3.09100000001</c:v>
                </c:pt>
                <c:pt idx="1288">
                  <c:v>3.09550000001</c:v>
                </c:pt>
                <c:pt idx="1289">
                  <c:v>3.09575000001</c:v>
                </c:pt>
                <c:pt idx="1290">
                  <c:v>3.10025000001</c:v>
                </c:pt>
                <c:pt idx="1291">
                  <c:v>3.10050000001</c:v>
                </c:pt>
                <c:pt idx="1292">
                  <c:v>3.10500000001</c:v>
                </c:pt>
                <c:pt idx="1293">
                  <c:v>3.10525000001</c:v>
                </c:pt>
                <c:pt idx="1294">
                  <c:v>3.10975000001</c:v>
                </c:pt>
                <c:pt idx="1295">
                  <c:v>3.11000000001</c:v>
                </c:pt>
                <c:pt idx="1296">
                  <c:v>3.11450000001</c:v>
                </c:pt>
                <c:pt idx="1297">
                  <c:v>3.11475000001</c:v>
                </c:pt>
                <c:pt idx="1298">
                  <c:v>3.11925000001</c:v>
                </c:pt>
                <c:pt idx="1299">
                  <c:v>3.11950000001</c:v>
                </c:pt>
                <c:pt idx="1300">
                  <c:v>3.12400000001</c:v>
                </c:pt>
                <c:pt idx="1301">
                  <c:v>3.12425000001</c:v>
                </c:pt>
                <c:pt idx="1302">
                  <c:v>3.12875000001</c:v>
                </c:pt>
                <c:pt idx="1303">
                  <c:v>3.12900000001</c:v>
                </c:pt>
                <c:pt idx="1304">
                  <c:v>3.13350000001</c:v>
                </c:pt>
                <c:pt idx="1305">
                  <c:v>3.13375000001</c:v>
                </c:pt>
                <c:pt idx="1306">
                  <c:v>3.13825000001</c:v>
                </c:pt>
                <c:pt idx="1307">
                  <c:v>3.13850000001</c:v>
                </c:pt>
                <c:pt idx="1308">
                  <c:v>3.14300000002</c:v>
                </c:pt>
                <c:pt idx="1309">
                  <c:v>3.14325000002</c:v>
                </c:pt>
                <c:pt idx="1310">
                  <c:v>3.14775000002</c:v>
                </c:pt>
                <c:pt idx="1311">
                  <c:v>3.14800000002</c:v>
                </c:pt>
                <c:pt idx="1312">
                  <c:v>3.15250000002</c:v>
                </c:pt>
                <c:pt idx="1313">
                  <c:v>3.15275000002</c:v>
                </c:pt>
                <c:pt idx="1314">
                  <c:v>3.15725000002</c:v>
                </c:pt>
                <c:pt idx="1315">
                  <c:v>3.15750000002</c:v>
                </c:pt>
                <c:pt idx="1316">
                  <c:v>3.16200000002</c:v>
                </c:pt>
                <c:pt idx="1317">
                  <c:v>3.16225000002</c:v>
                </c:pt>
                <c:pt idx="1318">
                  <c:v>3.16675000002</c:v>
                </c:pt>
                <c:pt idx="1319">
                  <c:v>3.16700000002</c:v>
                </c:pt>
                <c:pt idx="1320">
                  <c:v>3.17150000002</c:v>
                </c:pt>
                <c:pt idx="1321">
                  <c:v>3.17175000002</c:v>
                </c:pt>
                <c:pt idx="1322">
                  <c:v>3.17625000002</c:v>
                </c:pt>
                <c:pt idx="1323">
                  <c:v>3.17650000002</c:v>
                </c:pt>
                <c:pt idx="1324">
                  <c:v>3.18100000002</c:v>
                </c:pt>
                <c:pt idx="1325">
                  <c:v>3.18125000002</c:v>
                </c:pt>
                <c:pt idx="1326">
                  <c:v>3.18575000002</c:v>
                </c:pt>
                <c:pt idx="1327">
                  <c:v>3.18600000002</c:v>
                </c:pt>
                <c:pt idx="1328">
                  <c:v>3.19050000002</c:v>
                </c:pt>
                <c:pt idx="1329">
                  <c:v>3.19075000002</c:v>
                </c:pt>
                <c:pt idx="1330">
                  <c:v>3.19525000002</c:v>
                </c:pt>
                <c:pt idx="1331">
                  <c:v>3.19550000002</c:v>
                </c:pt>
                <c:pt idx="1332">
                  <c:v>3.20000000002</c:v>
                </c:pt>
                <c:pt idx="1333">
                  <c:v>3.20025000002</c:v>
                </c:pt>
                <c:pt idx="1334">
                  <c:v>3.20475000002</c:v>
                </c:pt>
                <c:pt idx="1335">
                  <c:v>3.20500000002</c:v>
                </c:pt>
                <c:pt idx="1336">
                  <c:v>3.20950000002</c:v>
                </c:pt>
                <c:pt idx="1337">
                  <c:v>3.20975000002</c:v>
                </c:pt>
                <c:pt idx="1338">
                  <c:v>3.21425000002</c:v>
                </c:pt>
                <c:pt idx="1339">
                  <c:v>3.21450000002</c:v>
                </c:pt>
                <c:pt idx="1340">
                  <c:v>3.21900000002</c:v>
                </c:pt>
                <c:pt idx="1341">
                  <c:v>3.21925000002</c:v>
                </c:pt>
                <c:pt idx="1342">
                  <c:v>3.22125000002</c:v>
                </c:pt>
                <c:pt idx="1343">
                  <c:v>3.22375000002</c:v>
                </c:pt>
                <c:pt idx="1344">
                  <c:v>3.22400000002</c:v>
                </c:pt>
                <c:pt idx="1345">
                  <c:v>3.22850000002</c:v>
                </c:pt>
                <c:pt idx="1346">
                  <c:v>3.22875000002</c:v>
                </c:pt>
                <c:pt idx="1347">
                  <c:v>3.23175000002</c:v>
                </c:pt>
                <c:pt idx="1348">
                  <c:v>3.23325000002</c:v>
                </c:pt>
                <c:pt idx="1349">
                  <c:v>3.23350000002</c:v>
                </c:pt>
                <c:pt idx="1350">
                  <c:v>3.23400000002</c:v>
                </c:pt>
                <c:pt idx="1351">
                  <c:v>3.23800000002</c:v>
                </c:pt>
                <c:pt idx="1352">
                  <c:v>3.23825000002</c:v>
                </c:pt>
                <c:pt idx="1353">
                  <c:v>3.24275000002</c:v>
                </c:pt>
                <c:pt idx="1354">
                  <c:v>3.24300000002</c:v>
                </c:pt>
                <c:pt idx="1355">
                  <c:v>3.24750000002</c:v>
                </c:pt>
                <c:pt idx="1356">
                  <c:v>3.24775000002</c:v>
                </c:pt>
                <c:pt idx="1357">
                  <c:v>3.25225000002</c:v>
                </c:pt>
                <c:pt idx="1358">
                  <c:v>3.25250000002</c:v>
                </c:pt>
                <c:pt idx="1359">
                  <c:v>3.25700000002</c:v>
                </c:pt>
                <c:pt idx="1360">
                  <c:v>3.25725000002</c:v>
                </c:pt>
                <c:pt idx="1361">
                  <c:v>3.26175000002</c:v>
                </c:pt>
                <c:pt idx="1362">
                  <c:v>3.26200000002</c:v>
                </c:pt>
                <c:pt idx="1363">
                  <c:v>3.26650000002</c:v>
                </c:pt>
                <c:pt idx="1364">
                  <c:v>3.26675000002</c:v>
                </c:pt>
                <c:pt idx="1365">
                  <c:v>3.27125000002</c:v>
                </c:pt>
                <c:pt idx="1366">
                  <c:v>3.27150000002</c:v>
                </c:pt>
                <c:pt idx="1367">
                  <c:v>3.27600000002</c:v>
                </c:pt>
                <c:pt idx="1368">
                  <c:v>3.27625000002</c:v>
                </c:pt>
                <c:pt idx="1369">
                  <c:v>3.28075000002</c:v>
                </c:pt>
                <c:pt idx="1370">
                  <c:v>3.28100000002</c:v>
                </c:pt>
                <c:pt idx="1371">
                  <c:v>3.28550000002</c:v>
                </c:pt>
                <c:pt idx="1372">
                  <c:v>3.28575000002</c:v>
                </c:pt>
                <c:pt idx="1373">
                  <c:v>3.29025000002</c:v>
                </c:pt>
                <c:pt idx="1374">
                  <c:v>3.29050000002</c:v>
                </c:pt>
                <c:pt idx="1375">
                  <c:v>3.29500000002</c:v>
                </c:pt>
                <c:pt idx="1376">
                  <c:v>3.29525000002</c:v>
                </c:pt>
                <c:pt idx="1377">
                  <c:v>3.29975000002</c:v>
                </c:pt>
                <c:pt idx="1378">
                  <c:v>3.30000000002</c:v>
                </c:pt>
                <c:pt idx="1379">
                  <c:v>3.30450000002</c:v>
                </c:pt>
                <c:pt idx="1380">
                  <c:v>3.30475000002</c:v>
                </c:pt>
                <c:pt idx="1381">
                  <c:v>3.30925000002</c:v>
                </c:pt>
                <c:pt idx="1382">
                  <c:v>3.30950000002</c:v>
                </c:pt>
                <c:pt idx="1383">
                  <c:v>3.31400000002</c:v>
                </c:pt>
                <c:pt idx="1384">
                  <c:v>3.31425000002</c:v>
                </c:pt>
                <c:pt idx="1385">
                  <c:v>3.31875000002</c:v>
                </c:pt>
                <c:pt idx="1386">
                  <c:v>3.31900000002</c:v>
                </c:pt>
                <c:pt idx="1387">
                  <c:v>3.32350000002</c:v>
                </c:pt>
                <c:pt idx="1388">
                  <c:v>3.32375000002</c:v>
                </c:pt>
                <c:pt idx="1389">
                  <c:v>3.32825000002</c:v>
                </c:pt>
                <c:pt idx="1390">
                  <c:v>3.32850000002</c:v>
                </c:pt>
                <c:pt idx="1391">
                  <c:v>3.33300000002</c:v>
                </c:pt>
                <c:pt idx="1392">
                  <c:v>3.33325000002</c:v>
                </c:pt>
                <c:pt idx="1393">
                  <c:v>3.33775000002</c:v>
                </c:pt>
                <c:pt idx="1394">
                  <c:v>3.33800000002</c:v>
                </c:pt>
                <c:pt idx="1395">
                  <c:v>3.34250000002</c:v>
                </c:pt>
                <c:pt idx="1396">
                  <c:v>3.34275000002</c:v>
                </c:pt>
                <c:pt idx="1397">
                  <c:v>3.34725000002</c:v>
                </c:pt>
                <c:pt idx="1398">
                  <c:v>3.34750000002</c:v>
                </c:pt>
                <c:pt idx="1399">
                  <c:v>3.35200000002</c:v>
                </c:pt>
                <c:pt idx="1400">
                  <c:v>3.35225000002</c:v>
                </c:pt>
                <c:pt idx="1401">
                  <c:v>3.35675000002</c:v>
                </c:pt>
                <c:pt idx="1402">
                  <c:v>3.35700000002</c:v>
                </c:pt>
                <c:pt idx="1403">
                  <c:v>3.36025000002</c:v>
                </c:pt>
                <c:pt idx="1404">
                  <c:v>3.36150000002</c:v>
                </c:pt>
                <c:pt idx="1405">
                  <c:v>3.36175000002</c:v>
                </c:pt>
                <c:pt idx="1406">
                  <c:v>3.36625000002</c:v>
                </c:pt>
                <c:pt idx="1407">
                  <c:v>3.36650000002</c:v>
                </c:pt>
                <c:pt idx="1408">
                  <c:v>3.37100000002</c:v>
                </c:pt>
                <c:pt idx="1409">
                  <c:v>3.37125000002</c:v>
                </c:pt>
                <c:pt idx="1410">
                  <c:v>3.37575000002</c:v>
                </c:pt>
                <c:pt idx="1411">
                  <c:v>3.37600000002</c:v>
                </c:pt>
                <c:pt idx="1412">
                  <c:v>3.38050000002</c:v>
                </c:pt>
                <c:pt idx="1413">
                  <c:v>3.38075000002</c:v>
                </c:pt>
                <c:pt idx="1414">
                  <c:v>3.38525000002</c:v>
                </c:pt>
                <c:pt idx="1415">
                  <c:v>3.38550000002</c:v>
                </c:pt>
                <c:pt idx="1416">
                  <c:v>3.39000000002</c:v>
                </c:pt>
                <c:pt idx="1417">
                  <c:v>3.39025000002</c:v>
                </c:pt>
                <c:pt idx="1418">
                  <c:v>3.39475000002</c:v>
                </c:pt>
                <c:pt idx="1419">
                  <c:v>3.39500000002</c:v>
                </c:pt>
                <c:pt idx="1420">
                  <c:v>3.39950000002</c:v>
                </c:pt>
                <c:pt idx="1421">
                  <c:v>3.39975000002</c:v>
                </c:pt>
                <c:pt idx="1422">
                  <c:v>3.40425000002</c:v>
                </c:pt>
                <c:pt idx="1423">
                  <c:v>3.40450000002</c:v>
                </c:pt>
                <c:pt idx="1424">
                  <c:v>3.40900000002</c:v>
                </c:pt>
                <c:pt idx="1425">
                  <c:v>3.40925000002</c:v>
                </c:pt>
                <c:pt idx="1426">
                  <c:v>3.41375000002</c:v>
                </c:pt>
                <c:pt idx="1427">
                  <c:v>3.41400000002</c:v>
                </c:pt>
                <c:pt idx="1428">
                  <c:v>3.41850000002</c:v>
                </c:pt>
                <c:pt idx="1429">
                  <c:v>3.41875000002</c:v>
                </c:pt>
                <c:pt idx="1430">
                  <c:v>3.42325000002</c:v>
                </c:pt>
                <c:pt idx="1431">
                  <c:v>3.42350000002</c:v>
                </c:pt>
                <c:pt idx="1432">
                  <c:v>3.42800000002</c:v>
                </c:pt>
                <c:pt idx="1433">
                  <c:v>3.42825000002</c:v>
                </c:pt>
                <c:pt idx="1434">
                  <c:v>3.43275000002</c:v>
                </c:pt>
                <c:pt idx="1435">
                  <c:v>3.43300000002</c:v>
                </c:pt>
                <c:pt idx="1436">
                  <c:v>3.43750000002</c:v>
                </c:pt>
                <c:pt idx="1437">
                  <c:v>3.43775000002</c:v>
                </c:pt>
                <c:pt idx="1438">
                  <c:v>3.44225000002</c:v>
                </c:pt>
                <c:pt idx="1439">
                  <c:v>3.44250000002</c:v>
                </c:pt>
                <c:pt idx="1440">
                  <c:v>3.44700000002</c:v>
                </c:pt>
                <c:pt idx="1441">
                  <c:v>3.44725000002</c:v>
                </c:pt>
                <c:pt idx="1442">
                  <c:v>3.45175000002</c:v>
                </c:pt>
                <c:pt idx="1443">
                  <c:v>3.45200000002</c:v>
                </c:pt>
                <c:pt idx="1444">
                  <c:v>3.45525000002</c:v>
                </c:pt>
                <c:pt idx="1445">
                  <c:v>3.45650000002</c:v>
                </c:pt>
                <c:pt idx="1446">
                  <c:v>3.45675000002</c:v>
                </c:pt>
                <c:pt idx="1447">
                  <c:v>3.46125000002</c:v>
                </c:pt>
                <c:pt idx="1448">
                  <c:v>3.46150000002</c:v>
                </c:pt>
                <c:pt idx="1449">
                  <c:v>3.46325000002</c:v>
                </c:pt>
                <c:pt idx="1450">
                  <c:v>3.46600000002</c:v>
                </c:pt>
                <c:pt idx="1451">
                  <c:v>3.46625000002</c:v>
                </c:pt>
                <c:pt idx="1452">
                  <c:v>3.47075000002</c:v>
                </c:pt>
                <c:pt idx="1453">
                  <c:v>3.47100000002</c:v>
                </c:pt>
                <c:pt idx="1454">
                  <c:v>3.47550000002</c:v>
                </c:pt>
                <c:pt idx="1455">
                  <c:v>3.47575000002</c:v>
                </c:pt>
                <c:pt idx="1456">
                  <c:v>3.48025000002</c:v>
                </c:pt>
                <c:pt idx="1457">
                  <c:v>3.48050000002</c:v>
                </c:pt>
                <c:pt idx="1458">
                  <c:v>3.48500000002</c:v>
                </c:pt>
                <c:pt idx="1459">
                  <c:v>3.48525000002</c:v>
                </c:pt>
                <c:pt idx="1460">
                  <c:v>3.48975000002</c:v>
                </c:pt>
                <c:pt idx="1461">
                  <c:v>3.49000000002</c:v>
                </c:pt>
                <c:pt idx="1462">
                  <c:v>3.49450000002</c:v>
                </c:pt>
                <c:pt idx="1463">
                  <c:v>3.49475000002</c:v>
                </c:pt>
                <c:pt idx="1464">
                  <c:v>3.49925000002</c:v>
                </c:pt>
                <c:pt idx="1465">
                  <c:v>3.49950000002</c:v>
                </c:pt>
                <c:pt idx="1466">
                  <c:v>3.50400000002</c:v>
                </c:pt>
                <c:pt idx="1467">
                  <c:v>3.50425000002</c:v>
                </c:pt>
                <c:pt idx="1468">
                  <c:v>3.50875000002</c:v>
                </c:pt>
                <c:pt idx="1469">
                  <c:v>3.50900000002</c:v>
                </c:pt>
                <c:pt idx="1470">
                  <c:v>3.51350000002</c:v>
                </c:pt>
                <c:pt idx="1471">
                  <c:v>3.51375000002</c:v>
                </c:pt>
                <c:pt idx="1472">
                  <c:v>3.51825000002</c:v>
                </c:pt>
                <c:pt idx="1473">
                  <c:v>3.51850000002</c:v>
                </c:pt>
                <c:pt idx="1474">
                  <c:v>3.52300000002</c:v>
                </c:pt>
                <c:pt idx="1475">
                  <c:v>3.52325000002</c:v>
                </c:pt>
                <c:pt idx="1476">
                  <c:v>3.52775000002</c:v>
                </c:pt>
                <c:pt idx="1477">
                  <c:v>3.52800000002</c:v>
                </c:pt>
                <c:pt idx="1478">
                  <c:v>3.53250000002</c:v>
                </c:pt>
                <c:pt idx="1479">
                  <c:v>3.53275000002</c:v>
                </c:pt>
                <c:pt idx="1480">
                  <c:v>3.53725000002</c:v>
                </c:pt>
                <c:pt idx="1481">
                  <c:v>3.53750000002</c:v>
                </c:pt>
                <c:pt idx="1482">
                  <c:v>3.54200000002</c:v>
                </c:pt>
                <c:pt idx="1483">
                  <c:v>3.54225000002</c:v>
                </c:pt>
                <c:pt idx="1484">
                  <c:v>3.54675000002</c:v>
                </c:pt>
                <c:pt idx="1485">
                  <c:v>3.54700000002</c:v>
                </c:pt>
                <c:pt idx="1486">
                  <c:v>3.55150000002</c:v>
                </c:pt>
                <c:pt idx="1487">
                  <c:v>3.55175000002</c:v>
                </c:pt>
                <c:pt idx="1488">
                  <c:v>3.55625000002</c:v>
                </c:pt>
                <c:pt idx="1489">
                  <c:v>3.55650000002</c:v>
                </c:pt>
                <c:pt idx="1490">
                  <c:v>3.56100000002</c:v>
                </c:pt>
                <c:pt idx="1491">
                  <c:v>3.56125000002</c:v>
                </c:pt>
                <c:pt idx="1492">
                  <c:v>3.56575000002</c:v>
                </c:pt>
                <c:pt idx="1493">
                  <c:v>3.56600000002</c:v>
                </c:pt>
                <c:pt idx="1494">
                  <c:v>3.57050000002</c:v>
                </c:pt>
                <c:pt idx="1495">
                  <c:v>3.57075000002</c:v>
                </c:pt>
                <c:pt idx="1496">
                  <c:v>3.57525000002</c:v>
                </c:pt>
                <c:pt idx="1497">
                  <c:v>3.57550000002</c:v>
                </c:pt>
                <c:pt idx="1498">
                  <c:v>3.58000000002</c:v>
                </c:pt>
                <c:pt idx="1499">
                  <c:v>3.58025000002</c:v>
                </c:pt>
                <c:pt idx="1500">
                  <c:v>3.58475000002</c:v>
                </c:pt>
                <c:pt idx="1501">
                  <c:v>3.58500000002</c:v>
                </c:pt>
                <c:pt idx="1502">
                  <c:v>3.58950000002</c:v>
                </c:pt>
                <c:pt idx="1503">
                  <c:v>3.58975000002</c:v>
                </c:pt>
                <c:pt idx="1504">
                  <c:v>3.59425000002</c:v>
                </c:pt>
                <c:pt idx="1505">
                  <c:v>3.59450000002</c:v>
                </c:pt>
                <c:pt idx="1506">
                  <c:v>3.59900000002</c:v>
                </c:pt>
                <c:pt idx="1507">
                  <c:v>3.59925000002</c:v>
                </c:pt>
                <c:pt idx="1508">
                  <c:v>3.60375000002</c:v>
                </c:pt>
                <c:pt idx="1509">
                  <c:v>3.60400000002</c:v>
                </c:pt>
                <c:pt idx="1510">
                  <c:v>3.60850000002</c:v>
                </c:pt>
                <c:pt idx="1511">
                  <c:v>3.60875000002</c:v>
                </c:pt>
                <c:pt idx="1512">
                  <c:v>3.61325000002</c:v>
                </c:pt>
                <c:pt idx="1513">
                  <c:v>3.61350000002</c:v>
                </c:pt>
                <c:pt idx="1514">
                  <c:v>3.61800000002</c:v>
                </c:pt>
                <c:pt idx="1515">
                  <c:v>3.61825000002</c:v>
                </c:pt>
                <c:pt idx="1516">
                  <c:v>3.62275000002</c:v>
                </c:pt>
                <c:pt idx="1517">
                  <c:v>3.62300000002</c:v>
                </c:pt>
                <c:pt idx="1518">
                  <c:v>3.62750000002</c:v>
                </c:pt>
                <c:pt idx="1519">
                  <c:v>3.62775000002</c:v>
                </c:pt>
                <c:pt idx="1520">
                  <c:v>3.63225000002</c:v>
                </c:pt>
                <c:pt idx="1521">
                  <c:v>3.63250000002</c:v>
                </c:pt>
                <c:pt idx="1522">
                  <c:v>3.63700000002</c:v>
                </c:pt>
                <c:pt idx="1523">
                  <c:v>3.63725000002</c:v>
                </c:pt>
                <c:pt idx="1524">
                  <c:v>3.64175000002</c:v>
                </c:pt>
                <c:pt idx="1525">
                  <c:v>3.64200000002</c:v>
                </c:pt>
                <c:pt idx="1526">
                  <c:v>3.64650000002</c:v>
                </c:pt>
                <c:pt idx="1527">
                  <c:v>3.64675000002</c:v>
                </c:pt>
                <c:pt idx="1528">
                  <c:v>3.65125000002</c:v>
                </c:pt>
                <c:pt idx="1529">
                  <c:v>3.65150000002</c:v>
                </c:pt>
                <c:pt idx="1530">
                  <c:v>3.65600000002</c:v>
                </c:pt>
                <c:pt idx="1531">
                  <c:v>3.65625000002</c:v>
                </c:pt>
                <c:pt idx="1532">
                  <c:v>3.66075000002</c:v>
                </c:pt>
                <c:pt idx="1533">
                  <c:v>3.66100000002</c:v>
                </c:pt>
                <c:pt idx="1534">
                  <c:v>3.66500000002</c:v>
                </c:pt>
                <c:pt idx="1535">
                  <c:v>3.66550000002</c:v>
                </c:pt>
                <c:pt idx="1536">
                  <c:v>3.66575000002</c:v>
                </c:pt>
                <c:pt idx="1537">
                  <c:v>3.67025000002</c:v>
                </c:pt>
                <c:pt idx="1538">
                  <c:v>3.67050000002</c:v>
                </c:pt>
                <c:pt idx="1539">
                  <c:v>3.67425000002</c:v>
                </c:pt>
                <c:pt idx="1540">
                  <c:v>3.67500000002</c:v>
                </c:pt>
                <c:pt idx="1541">
                  <c:v>3.67525000002</c:v>
                </c:pt>
                <c:pt idx="1542">
                  <c:v>3.67600000002</c:v>
                </c:pt>
                <c:pt idx="1543">
                  <c:v>3.67975000002</c:v>
                </c:pt>
                <c:pt idx="1544">
                  <c:v>3.68000000002</c:v>
                </c:pt>
                <c:pt idx="1545">
                  <c:v>3.68450000002</c:v>
                </c:pt>
                <c:pt idx="1546">
                  <c:v>3.68475000002</c:v>
                </c:pt>
                <c:pt idx="1547">
                  <c:v>3.68925000002</c:v>
                </c:pt>
                <c:pt idx="1548">
                  <c:v>3.68950000002</c:v>
                </c:pt>
                <c:pt idx="1549">
                  <c:v>3.69400000002</c:v>
                </c:pt>
                <c:pt idx="1550">
                  <c:v>3.69425000002</c:v>
                </c:pt>
                <c:pt idx="1551">
                  <c:v>3.69875000002</c:v>
                </c:pt>
                <c:pt idx="1552">
                  <c:v>3.69900000002</c:v>
                </c:pt>
                <c:pt idx="1553">
                  <c:v>3.70350000002</c:v>
                </c:pt>
                <c:pt idx="1554">
                  <c:v>3.70375000002</c:v>
                </c:pt>
                <c:pt idx="1555">
                  <c:v>3.70825000002</c:v>
                </c:pt>
                <c:pt idx="1556">
                  <c:v>3.70850000002</c:v>
                </c:pt>
                <c:pt idx="1557">
                  <c:v>3.71300000002</c:v>
                </c:pt>
                <c:pt idx="1558">
                  <c:v>3.71325000002</c:v>
                </c:pt>
                <c:pt idx="1559">
                  <c:v>3.71775000002</c:v>
                </c:pt>
                <c:pt idx="1560">
                  <c:v>3.71800000002</c:v>
                </c:pt>
                <c:pt idx="1561">
                  <c:v>3.72250000002</c:v>
                </c:pt>
                <c:pt idx="1562">
                  <c:v>3.72275000002</c:v>
                </c:pt>
                <c:pt idx="1563">
                  <c:v>3.72725000002</c:v>
                </c:pt>
                <c:pt idx="1564">
                  <c:v>3.72750000002</c:v>
                </c:pt>
                <c:pt idx="1565">
                  <c:v>3.73200000002</c:v>
                </c:pt>
                <c:pt idx="1566">
                  <c:v>3.73225000002</c:v>
                </c:pt>
                <c:pt idx="1567">
                  <c:v>3.73675000002</c:v>
                </c:pt>
                <c:pt idx="1568">
                  <c:v>3.73700000002</c:v>
                </c:pt>
                <c:pt idx="1569">
                  <c:v>3.74150000002</c:v>
                </c:pt>
                <c:pt idx="1570">
                  <c:v>3.74175000002</c:v>
                </c:pt>
                <c:pt idx="1571">
                  <c:v>3.74625000002</c:v>
                </c:pt>
                <c:pt idx="1572">
                  <c:v>3.74650000002</c:v>
                </c:pt>
                <c:pt idx="1573">
                  <c:v>3.75100000002</c:v>
                </c:pt>
                <c:pt idx="1574">
                  <c:v>3.75125000002</c:v>
                </c:pt>
                <c:pt idx="1575">
                  <c:v>3.75575000002</c:v>
                </c:pt>
                <c:pt idx="1576">
                  <c:v>3.75600000002</c:v>
                </c:pt>
                <c:pt idx="1577">
                  <c:v>3.76050000002</c:v>
                </c:pt>
                <c:pt idx="1578">
                  <c:v>3.76075000002</c:v>
                </c:pt>
                <c:pt idx="1579">
                  <c:v>3.76525000002</c:v>
                </c:pt>
                <c:pt idx="1580">
                  <c:v>3.76550000002</c:v>
                </c:pt>
                <c:pt idx="1581">
                  <c:v>3.77000000002</c:v>
                </c:pt>
                <c:pt idx="1582">
                  <c:v>3.77025000002</c:v>
                </c:pt>
                <c:pt idx="1583">
                  <c:v>3.77475000002</c:v>
                </c:pt>
                <c:pt idx="1584">
                  <c:v>3.77500000002</c:v>
                </c:pt>
                <c:pt idx="1585">
                  <c:v>3.77950000002</c:v>
                </c:pt>
                <c:pt idx="1586">
                  <c:v>3.77975000002</c:v>
                </c:pt>
                <c:pt idx="1587">
                  <c:v>3.78425000002</c:v>
                </c:pt>
                <c:pt idx="1588">
                  <c:v>3.78450000002</c:v>
                </c:pt>
                <c:pt idx="1589">
                  <c:v>3.78900000002</c:v>
                </c:pt>
                <c:pt idx="1590">
                  <c:v>3.78925000002</c:v>
                </c:pt>
                <c:pt idx="1591">
                  <c:v>3.79375000002</c:v>
                </c:pt>
                <c:pt idx="1592">
                  <c:v>3.79400000002</c:v>
                </c:pt>
                <c:pt idx="1593">
                  <c:v>3.79850000002</c:v>
                </c:pt>
                <c:pt idx="1594">
                  <c:v>3.79875000002</c:v>
                </c:pt>
                <c:pt idx="1595">
                  <c:v>3.80325000002</c:v>
                </c:pt>
                <c:pt idx="1596">
                  <c:v>3.80350000002</c:v>
                </c:pt>
                <c:pt idx="1597">
                  <c:v>3.80800000002</c:v>
                </c:pt>
                <c:pt idx="1598">
                  <c:v>3.80825000002</c:v>
                </c:pt>
                <c:pt idx="1599">
                  <c:v>3.81275000002</c:v>
                </c:pt>
                <c:pt idx="1600">
                  <c:v>3.81300000002</c:v>
                </c:pt>
                <c:pt idx="1601">
                  <c:v>3.81750000002</c:v>
                </c:pt>
                <c:pt idx="1602">
                  <c:v>3.81775000002</c:v>
                </c:pt>
                <c:pt idx="1603">
                  <c:v>3.82225000002</c:v>
                </c:pt>
                <c:pt idx="1604">
                  <c:v>3.82250000002</c:v>
                </c:pt>
                <c:pt idx="1605">
                  <c:v>3.82700000002</c:v>
                </c:pt>
                <c:pt idx="1606">
                  <c:v>3.82725000002</c:v>
                </c:pt>
                <c:pt idx="1607">
                  <c:v>3.83175000002</c:v>
                </c:pt>
                <c:pt idx="1608">
                  <c:v>3.83200000002</c:v>
                </c:pt>
                <c:pt idx="1609">
                  <c:v>3.83650000002</c:v>
                </c:pt>
                <c:pt idx="1610">
                  <c:v>3.83675000002</c:v>
                </c:pt>
                <c:pt idx="1611">
                  <c:v>3.84125000002</c:v>
                </c:pt>
                <c:pt idx="1612">
                  <c:v>3.84150000002</c:v>
                </c:pt>
                <c:pt idx="1613">
                  <c:v>3.84600000002</c:v>
                </c:pt>
                <c:pt idx="1614">
                  <c:v>3.84625000002</c:v>
                </c:pt>
                <c:pt idx="1615">
                  <c:v>3.84900000002</c:v>
                </c:pt>
                <c:pt idx="1616">
                  <c:v>3.85075000002</c:v>
                </c:pt>
                <c:pt idx="1617">
                  <c:v>3.85100000002</c:v>
                </c:pt>
                <c:pt idx="1618">
                  <c:v>3.85550000002</c:v>
                </c:pt>
                <c:pt idx="1619">
                  <c:v>3.85575000002</c:v>
                </c:pt>
                <c:pt idx="1620">
                  <c:v>3.86025000002</c:v>
                </c:pt>
                <c:pt idx="1621">
                  <c:v>3.86050000002</c:v>
                </c:pt>
                <c:pt idx="1622">
                  <c:v>3.86500000002</c:v>
                </c:pt>
                <c:pt idx="1623">
                  <c:v>3.86525000002</c:v>
                </c:pt>
                <c:pt idx="1624">
                  <c:v>3.86975000002</c:v>
                </c:pt>
                <c:pt idx="1625">
                  <c:v>3.87000000002</c:v>
                </c:pt>
                <c:pt idx="1626">
                  <c:v>3.87450000002</c:v>
                </c:pt>
                <c:pt idx="1627">
                  <c:v>3.87475000002</c:v>
                </c:pt>
                <c:pt idx="1628">
                  <c:v>3.87925000002</c:v>
                </c:pt>
                <c:pt idx="1629">
                  <c:v>3.87950000002</c:v>
                </c:pt>
                <c:pt idx="1630">
                  <c:v>3.88400000002</c:v>
                </c:pt>
                <c:pt idx="1631">
                  <c:v>3.88425000002</c:v>
                </c:pt>
                <c:pt idx="1632">
                  <c:v>3.88875000002</c:v>
                </c:pt>
                <c:pt idx="1633">
                  <c:v>3.88900000002</c:v>
                </c:pt>
                <c:pt idx="1634">
                  <c:v>3.89025000002</c:v>
                </c:pt>
                <c:pt idx="1635">
                  <c:v>3.89350000002</c:v>
                </c:pt>
                <c:pt idx="1636">
                  <c:v>3.89375000002</c:v>
                </c:pt>
                <c:pt idx="1637">
                  <c:v>3.89625000002</c:v>
                </c:pt>
                <c:pt idx="1638">
                  <c:v>3.89825000002</c:v>
                </c:pt>
                <c:pt idx="1639">
                  <c:v>3.89850000002</c:v>
                </c:pt>
                <c:pt idx="1640">
                  <c:v>3.90300000002</c:v>
                </c:pt>
                <c:pt idx="1641">
                  <c:v>3.90325000002</c:v>
                </c:pt>
                <c:pt idx="1642">
                  <c:v>3.90775000002</c:v>
                </c:pt>
                <c:pt idx="1643">
                  <c:v>3.90800000002</c:v>
                </c:pt>
                <c:pt idx="1644">
                  <c:v>3.91250000002</c:v>
                </c:pt>
                <c:pt idx="1645">
                  <c:v>3.91275000002</c:v>
                </c:pt>
                <c:pt idx="1646">
                  <c:v>3.91725000002</c:v>
                </c:pt>
                <c:pt idx="1647">
                  <c:v>3.91750000002</c:v>
                </c:pt>
                <c:pt idx="1648">
                  <c:v>3.92200000002</c:v>
                </c:pt>
                <c:pt idx="1649">
                  <c:v>3.92225000002</c:v>
                </c:pt>
                <c:pt idx="1650">
                  <c:v>3.92675000002</c:v>
                </c:pt>
                <c:pt idx="1651">
                  <c:v>3.92700000002</c:v>
                </c:pt>
                <c:pt idx="1652">
                  <c:v>3.93150000002</c:v>
                </c:pt>
                <c:pt idx="1653">
                  <c:v>3.93175000002</c:v>
                </c:pt>
                <c:pt idx="1654">
                  <c:v>3.93625000002</c:v>
                </c:pt>
                <c:pt idx="1655">
                  <c:v>3.93650000002</c:v>
                </c:pt>
                <c:pt idx="1656">
                  <c:v>3.94100000002</c:v>
                </c:pt>
                <c:pt idx="1657">
                  <c:v>3.94125000002</c:v>
                </c:pt>
                <c:pt idx="1658">
                  <c:v>3.94575000002</c:v>
                </c:pt>
                <c:pt idx="1659">
                  <c:v>3.94600000002</c:v>
                </c:pt>
                <c:pt idx="1660">
                  <c:v>3.95050000002</c:v>
                </c:pt>
                <c:pt idx="1661">
                  <c:v>3.95075000002</c:v>
                </c:pt>
                <c:pt idx="1662">
                  <c:v>3.95525000002</c:v>
                </c:pt>
                <c:pt idx="1663">
                  <c:v>3.95550000002</c:v>
                </c:pt>
                <c:pt idx="1664">
                  <c:v>3.96000000002</c:v>
                </c:pt>
                <c:pt idx="1665">
                  <c:v>3.96025000002</c:v>
                </c:pt>
                <c:pt idx="1666">
                  <c:v>3.96475000002</c:v>
                </c:pt>
                <c:pt idx="1667">
                  <c:v>3.96500000002</c:v>
                </c:pt>
                <c:pt idx="1668">
                  <c:v>3.96950000002</c:v>
                </c:pt>
                <c:pt idx="1669">
                  <c:v>3.96975000002</c:v>
                </c:pt>
                <c:pt idx="1670">
                  <c:v>3.97425000002</c:v>
                </c:pt>
                <c:pt idx="1671">
                  <c:v>3.97450000002</c:v>
                </c:pt>
                <c:pt idx="1672">
                  <c:v>3.97900000002</c:v>
                </c:pt>
                <c:pt idx="1673">
                  <c:v>3.97925000002</c:v>
                </c:pt>
                <c:pt idx="1674">
                  <c:v>3.98375000002</c:v>
                </c:pt>
                <c:pt idx="1675">
                  <c:v>3.98400000002</c:v>
                </c:pt>
                <c:pt idx="1676">
                  <c:v>3.98850000002</c:v>
                </c:pt>
                <c:pt idx="1677">
                  <c:v>3.98875000002</c:v>
                </c:pt>
                <c:pt idx="1678">
                  <c:v>3.99325000002</c:v>
                </c:pt>
                <c:pt idx="1679">
                  <c:v>3.99350000002</c:v>
                </c:pt>
                <c:pt idx="1680">
                  <c:v>3.99800000002</c:v>
                </c:pt>
                <c:pt idx="1681">
                  <c:v>3.99825000002</c:v>
                </c:pt>
                <c:pt idx="1682">
                  <c:v>3.99950000002</c:v>
                </c:pt>
                <c:pt idx="1683">
                  <c:v>3.99975000002</c:v>
                </c:pt>
                <c:pt idx="1684">
                  <c:v>4.00000000002</c:v>
                </c:pt>
                <c:pt idx="1685">
                  <c:v>4.00025000002</c:v>
                </c:pt>
                <c:pt idx="1686">
                  <c:v>4.00050000002</c:v>
                </c:pt>
                <c:pt idx="1687">
                  <c:v>4.00275000002</c:v>
                </c:pt>
                <c:pt idx="1688">
                  <c:v>4.00300000002</c:v>
                </c:pt>
                <c:pt idx="1689">
                  <c:v>4.00750000002</c:v>
                </c:pt>
                <c:pt idx="1690">
                  <c:v>4.00775000002</c:v>
                </c:pt>
                <c:pt idx="1691">
                  <c:v>4.01225000002</c:v>
                </c:pt>
                <c:pt idx="1692">
                  <c:v>4.01250000002</c:v>
                </c:pt>
                <c:pt idx="1693">
                  <c:v>4.01700000002</c:v>
                </c:pt>
                <c:pt idx="1694">
                  <c:v>4.01725000002</c:v>
                </c:pt>
                <c:pt idx="1695">
                  <c:v>4.02175000002</c:v>
                </c:pt>
                <c:pt idx="1696">
                  <c:v>4.02200000002</c:v>
                </c:pt>
                <c:pt idx="1697">
                  <c:v>4.02650000002</c:v>
                </c:pt>
                <c:pt idx="1698">
                  <c:v>4.02675000002</c:v>
                </c:pt>
                <c:pt idx="1699">
                  <c:v>4.03125000002</c:v>
                </c:pt>
                <c:pt idx="1700">
                  <c:v>4.03150000002</c:v>
                </c:pt>
                <c:pt idx="1701">
                  <c:v>4.03600000002</c:v>
                </c:pt>
                <c:pt idx="1702">
                  <c:v>4.03625000002</c:v>
                </c:pt>
                <c:pt idx="1703">
                  <c:v>4.04075000002</c:v>
                </c:pt>
                <c:pt idx="1704">
                  <c:v>4.04100000002</c:v>
                </c:pt>
                <c:pt idx="1705">
                  <c:v>4.04550000002</c:v>
                </c:pt>
                <c:pt idx="1706">
                  <c:v>4.04575000002</c:v>
                </c:pt>
                <c:pt idx="1707">
                  <c:v>4.05025000002</c:v>
                </c:pt>
                <c:pt idx="1708">
                  <c:v>4.05050000002</c:v>
                </c:pt>
                <c:pt idx="1709">
                  <c:v>4.05500000002</c:v>
                </c:pt>
                <c:pt idx="1710">
                  <c:v>4.05525000002</c:v>
                </c:pt>
                <c:pt idx="1711">
                  <c:v>4.05975000002</c:v>
                </c:pt>
                <c:pt idx="1712">
                  <c:v>4.06000000002</c:v>
                </c:pt>
                <c:pt idx="1713">
                  <c:v>4.06450000002</c:v>
                </c:pt>
                <c:pt idx="1714">
                  <c:v>4.06475000002</c:v>
                </c:pt>
                <c:pt idx="1715">
                  <c:v>4.06925000002</c:v>
                </c:pt>
                <c:pt idx="1716">
                  <c:v>4.06950000002</c:v>
                </c:pt>
                <c:pt idx="1717">
                  <c:v>4.07400000002</c:v>
                </c:pt>
                <c:pt idx="1718">
                  <c:v>4.07425000002</c:v>
                </c:pt>
                <c:pt idx="1719">
                  <c:v>4.07875000002</c:v>
                </c:pt>
                <c:pt idx="1720">
                  <c:v>4.07900000002</c:v>
                </c:pt>
                <c:pt idx="1721">
                  <c:v>4.08350000002</c:v>
                </c:pt>
                <c:pt idx="1722">
                  <c:v>4.08375000002</c:v>
                </c:pt>
                <c:pt idx="1723">
                  <c:v>4.08825000002</c:v>
                </c:pt>
                <c:pt idx="1724">
                  <c:v>4.08850000002</c:v>
                </c:pt>
                <c:pt idx="1725">
                  <c:v>4.09300000002</c:v>
                </c:pt>
                <c:pt idx="1726">
                  <c:v>4.09325000002</c:v>
                </c:pt>
                <c:pt idx="1727">
                  <c:v>4.09775000002</c:v>
                </c:pt>
                <c:pt idx="1728">
                  <c:v>4.09800000002</c:v>
                </c:pt>
                <c:pt idx="1729">
                  <c:v>4.10250000002</c:v>
                </c:pt>
                <c:pt idx="1730">
                  <c:v>4.10275000002</c:v>
                </c:pt>
                <c:pt idx="1731">
                  <c:v>4.10725000002</c:v>
                </c:pt>
                <c:pt idx="1732">
                  <c:v>4.10750000002</c:v>
                </c:pt>
                <c:pt idx="1733">
                  <c:v>4.10825000002</c:v>
                </c:pt>
                <c:pt idx="1734">
                  <c:v>4.11200000002</c:v>
                </c:pt>
                <c:pt idx="1735">
                  <c:v>4.11225000002</c:v>
                </c:pt>
                <c:pt idx="1736">
                  <c:v>4.11550000002</c:v>
                </c:pt>
                <c:pt idx="1737">
                  <c:v>4.11650000002</c:v>
                </c:pt>
                <c:pt idx="1738">
                  <c:v>4.11675000002</c:v>
                </c:pt>
                <c:pt idx="1739">
                  <c:v>4.11700000002</c:v>
                </c:pt>
                <c:pt idx="1740">
                  <c:v>4.12150000002</c:v>
                </c:pt>
                <c:pt idx="1741">
                  <c:v>4.12175000002</c:v>
                </c:pt>
                <c:pt idx="1742">
                  <c:v>4.12625000002</c:v>
                </c:pt>
                <c:pt idx="1743">
                  <c:v>4.12650000002</c:v>
                </c:pt>
                <c:pt idx="1744">
                  <c:v>4.13100000002</c:v>
                </c:pt>
                <c:pt idx="1745">
                  <c:v>4.13125000002</c:v>
                </c:pt>
                <c:pt idx="1746">
                  <c:v>4.13575000002</c:v>
                </c:pt>
                <c:pt idx="1747">
                  <c:v>4.13600000002</c:v>
                </c:pt>
                <c:pt idx="1748">
                  <c:v>4.14050000002</c:v>
                </c:pt>
                <c:pt idx="1749">
                  <c:v>4.14075000002</c:v>
                </c:pt>
                <c:pt idx="1750">
                  <c:v>4.14525000002</c:v>
                </c:pt>
                <c:pt idx="1751">
                  <c:v>4.14550000002</c:v>
                </c:pt>
                <c:pt idx="1752">
                  <c:v>4.15000000002</c:v>
                </c:pt>
                <c:pt idx="1753">
                  <c:v>4.15025000002</c:v>
                </c:pt>
                <c:pt idx="1754">
                  <c:v>4.15475000002</c:v>
                </c:pt>
                <c:pt idx="1755">
                  <c:v>4.15500000002</c:v>
                </c:pt>
                <c:pt idx="1756">
                  <c:v>4.15950000002</c:v>
                </c:pt>
                <c:pt idx="1757">
                  <c:v>4.15975000002</c:v>
                </c:pt>
                <c:pt idx="1758">
                  <c:v>4.16425000002</c:v>
                </c:pt>
                <c:pt idx="1759">
                  <c:v>4.16450000002</c:v>
                </c:pt>
                <c:pt idx="1760">
                  <c:v>4.16900000002</c:v>
                </c:pt>
                <c:pt idx="1761">
                  <c:v>4.16925000002</c:v>
                </c:pt>
                <c:pt idx="1762">
                  <c:v>4.17375000002</c:v>
                </c:pt>
                <c:pt idx="1763">
                  <c:v>4.17400000002</c:v>
                </c:pt>
                <c:pt idx="1764">
                  <c:v>4.17850000002</c:v>
                </c:pt>
                <c:pt idx="1765">
                  <c:v>4.17875000002</c:v>
                </c:pt>
                <c:pt idx="1766">
                  <c:v>4.18325000002</c:v>
                </c:pt>
                <c:pt idx="1767">
                  <c:v>4.18350000002</c:v>
                </c:pt>
                <c:pt idx="1768">
                  <c:v>4.18800000002</c:v>
                </c:pt>
                <c:pt idx="1769">
                  <c:v>4.18825000002</c:v>
                </c:pt>
                <c:pt idx="1770">
                  <c:v>4.19275000002</c:v>
                </c:pt>
                <c:pt idx="1771">
                  <c:v>4.19300000002</c:v>
                </c:pt>
                <c:pt idx="1772">
                  <c:v>4.19750000002</c:v>
                </c:pt>
                <c:pt idx="1773">
                  <c:v>4.19775000002</c:v>
                </c:pt>
                <c:pt idx="1774">
                  <c:v>4.20225000002</c:v>
                </c:pt>
                <c:pt idx="1775">
                  <c:v>4.20250000002</c:v>
                </c:pt>
                <c:pt idx="1776">
                  <c:v>4.20700000002</c:v>
                </c:pt>
                <c:pt idx="1777">
                  <c:v>4.20725000002</c:v>
                </c:pt>
                <c:pt idx="1778">
                  <c:v>4.21175000002</c:v>
                </c:pt>
                <c:pt idx="1779">
                  <c:v>4.21200000002</c:v>
                </c:pt>
                <c:pt idx="1780">
                  <c:v>4.21650000002</c:v>
                </c:pt>
                <c:pt idx="1781">
                  <c:v>4.21675000002</c:v>
                </c:pt>
                <c:pt idx="1782">
                  <c:v>4.22125000002</c:v>
                </c:pt>
                <c:pt idx="1783">
                  <c:v>4.22150000002</c:v>
                </c:pt>
                <c:pt idx="1784">
                  <c:v>4.22600000002</c:v>
                </c:pt>
                <c:pt idx="1785">
                  <c:v>4.22625000002</c:v>
                </c:pt>
                <c:pt idx="1786">
                  <c:v>4.23075000002</c:v>
                </c:pt>
                <c:pt idx="1787">
                  <c:v>4.23100000002</c:v>
                </c:pt>
                <c:pt idx="1788">
                  <c:v>4.23550000002</c:v>
                </c:pt>
                <c:pt idx="1789">
                  <c:v>4.23575000002</c:v>
                </c:pt>
                <c:pt idx="1790">
                  <c:v>4.24025000002</c:v>
                </c:pt>
                <c:pt idx="1791">
                  <c:v>4.24050000002</c:v>
                </c:pt>
                <c:pt idx="1792">
                  <c:v>4.24500000002</c:v>
                </c:pt>
                <c:pt idx="1793">
                  <c:v>4.24525000002</c:v>
                </c:pt>
                <c:pt idx="1794">
                  <c:v>4.24975000002</c:v>
                </c:pt>
                <c:pt idx="1795">
                  <c:v>4.25000000002</c:v>
                </c:pt>
                <c:pt idx="1796">
                  <c:v>4.25450000002</c:v>
                </c:pt>
                <c:pt idx="1797">
                  <c:v>4.25475000002</c:v>
                </c:pt>
                <c:pt idx="1798">
                  <c:v>4.25925000002</c:v>
                </c:pt>
                <c:pt idx="1799">
                  <c:v>4.25950000002</c:v>
                </c:pt>
                <c:pt idx="1800">
                  <c:v>4.26400000002</c:v>
                </c:pt>
                <c:pt idx="1801">
                  <c:v>4.26425000002</c:v>
                </c:pt>
                <c:pt idx="1802">
                  <c:v>4.26875000002</c:v>
                </c:pt>
                <c:pt idx="1803">
                  <c:v>4.26900000002</c:v>
                </c:pt>
                <c:pt idx="1804">
                  <c:v>4.27325000002</c:v>
                </c:pt>
                <c:pt idx="1805">
                  <c:v>4.27350000002</c:v>
                </c:pt>
                <c:pt idx="1806">
                  <c:v>4.27375000002</c:v>
                </c:pt>
                <c:pt idx="1807">
                  <c:v>4.27825000002</c:v>
                </c:pt>
                <c:pt idx="1808">
                  <c:v>4.27850000002</c:v>
                </c:pt>
                <c:pt idx="1809">
                  <c:v>4.28300000002</c:v>
                </c:pt>
                <c:pt idx="1810">
                  <c:v>4.28325000002</c:v>
                </c:pt>
                <c:pt idx="1811">
                  <c:v>4.28775000002</c:v>
                </c:pt>
                <c:pt idx="1812">
                  <c:v>4.28800000002</c:v>
                </c:pt>
                <c:pt idx="1813">
                  <c:v>4.29250000002</c:v>
                </c:pt>
                <c:pt idx="1814">
                  <c:v>4.29275000002</c:v>
                </c:pt>
                <c:pt idx="1815">
                  <c:v>4.29725000002</c:v>
                </c:pt>
                <c:pt idx="1816">
                  <c:v>4.29750000002</c:v>
                </c:pt>
                <c:pt idx="1817">
                  <c:v>4.30200000002</c:v>
                </c:pt>
                <c:pt idx="1818">
                  <c:v>4.30225000002</c:v>
                </c:pt>
                <c:pt idx="1819">
                  <c:v>4.30675000002</c:v>
                </c:pt>
                <c:pt idx="1820">
                  <c:v>4.30700000002</c:v>
                </c:pt>
                <c:pt idx="1821">
                  <c:v>4.31150000002</c:v>
                </c:pt>
                <c:pt idx="1822">
                  <c:v>4.31175000002</c:v>
                </c:pt>
                <c:pt idx="1823">
                  <c:v>4.31625000002</c:v>
                </c:pt>
                <c:pt idx="1824">
                  <c:v>4.31650000002</c:v>
                </c:pt>
                <c:pt idx="1825">
                  <c:v>4.32100000002</c:v>
                </c:pt>
                <c:pt idx="1826">
                  <c:v>4.32125000002</c:v>
                </c:pt>
                <c:pt idx="1827">
                  <c:v>4.32575000002</c:v>
                </c:pt>
                <c:pt idx="1828">
                  <c:v>4.32600000002</c:v>
                </c:pt>
                <c:pt idx="1829">
                  <c:v>4.33050000002</c:v>
                </c:pt>
                <c:pt idx="1830">
                  <c:v>4.33075000002</c:v>
                </c:pt>
                <c:pt idx="1831">
                  <c:v>4.33150000002</c:v>
                </c:pt>
                <c:pt idx="1832">
                  <c:v>4.33525000002</c:v>
                </c:pt>
                <c:pt idx="1833">
                  <c:v>4.33550000002</c:v>
                </c:pt>
                <c:pt idx="1834">
                  <c:v>4.33650000002</c:v>
                </c:pt>
                <c:pt idx="1835">
                  <c:v>4.34000000002</c:v>
                </c:pt>
                <c:pt idx="1836">
                  <c:v>4.34025000002</c:v>
                </c:pt>
                <c:pt idx="1837">
                  <c:v>4.34475000002</c:v>
                </c:pt>
                <c:pt idx="1838">
                  <c:v>4.34500000002</c:v>
                </c:pt>
                <c:pt idx="1839">
                  <c:v>4.34950000002</c:v>
                </c:pt>
                <c:pt idx="1840">
                  <c:v>4.34975000002</c:v>
                </c:pt>
                <c:pt idx="1841">
                  <c:v>4.35425000002</c:v>
                </c:pt>
                <c:pt idx="1842">
                  <c:v>4.35450000002</c:v>
                </c:pt>
                <c:pt idx="1843">
                  <c:v>4.35900000002</c:v>
                </c:pt>
                <c:pt idx="1844">
                  <c:v>4.35925000002</c:v>
                </c:pt>
                <c:pt idx="1845">
                  <c:v>4.36375000002</c:v>
                </c:pt>
                <c:pt idx="1846">
                  <c:v>4.36400000002</c:v>
                </c:pt>
                <c:pt idx="1847">
                  <c:v>4.36850000002</c:v>
                </c:pt>
                <c:pt idx="1848">
                  <c:v>4.36875000002</c:v>
                </c:pt>
                <c:pt idx="1849">
                  <c:v>4.37325000002</c:v>
                </c:pt>
                <c:pt idx="1850">
                  <c:v>4.37350000002</c:v>
                </c:pt>
                <c:pt idx="1851">
                  <c:v>4.37800000002</c:v>
                </c:pt>
                <c:pt idx="1852">
                  <c:v>4.37825000002</c:v>
                </c:pt>
                <c:pt idx="1853">
                  <c:v>4.38275000002</c:v>
                </c:pt>
                <c:pt idx="1854">
                  <c:v>4.38300000002</c:v>
                </c:pt>
                <c:pt idx="1855">
                  <c:v>4.38750000002</c:v>
                </c:pt>
                <c:pt idx="1856">
                  <c:v>4.38775000002</c:v>
                </c:pt>
                <c:pt idx="1857">
                  <c:v>4.39225000002</c:v>
                </c:pt>
                <c:pt idx="1858">
                  <c:v>4.39250000002</c:v>
                </c:pt>
                <c:pt idx="1859">
                  <c:v>4.39700000002</c:v>
                </c:pt>
                <c:pt idx="1860">
                  <c:v>4.39725000002</c:v>
                </c:pt>
                <c:pt idx="1861">
                  <c:v>4.40175000002</c:v>
                </c:pt>
                <c:pt idx="1862">
                  <c:v>4.40200000002</c:v>
                </c:pt>
                <c:pt idx="1863">
                  <c:v>4.40650000002</c:v>
                </c:pt>
                <c:pt idx="1864">
                  <c:v>4.40675000002</c:v>
                </c:pt>
                <c:pt idx="1865">
                  <c:v>4.41125000002</c:v>
                </c:pt>
                <c:pt idx="1866">
                  <c:v>4.41150000002</c:v>
                </c:pt>
                <c:pt idx="1867">
                  <c:v>4.41600000002</c:v>
                </c:pt>
                <c:pt idx="1868">
                  <c:v>4.41625000002</c:v>
                </c:pt>
                <c:pt idx="1869">
                  <c:v>4.42075000002</c:v>
                </c:pt>
                <c:pt idx="1870">
                  <c:v>4.42100000002</c:v>
                </c:pt>
                <c:pt idx="1871">
                  <c:v>4.42550000002</c:v>
                </c:pt>
                <c:pt idx="1872">
                  <c:v>4.42575000002</c:v>
                </c:pt>
                <c:pt idx="1873">
                  <c:v>4.43025000002</c:v>
                </c:pt>
                <c:pt idx="1874">
                  <c:v>4.43050000002</c:v>
                </c:pt>
                <c:pt idx="1875">
                  <c:v>4.43500000002</c:v>
                </c:pt>
                <c:pt idx="1876">
                  <c:v>4.43525000002</c:v>
                </c:pt>
                <c:pt idx="1877">
                  <c:v>4.43975000002</c:v>
                </c:pt>
                <c:pt idx="1878">
                  <c:v>4.44000000002</c:v>
                </c:pt>
                <c:pt idx="1879">
                  <c:v>4.44450000002</c:v>
                </c:pt>
                <c:pt idx="1880">
                  <c:v>4.44475000002</c:v>
                </c:pt>
                <c:pt idx="1881">
                  <c:v>4.44925000002</c:v>
                </c:pt>
                <c:pt idx="1882">
                  <c:v>4.44950000002</c:v>
                </c:pt>
                <c:pt idx="1883">
                  <c:v>4.45400000002</c:v>
                </c:pt>
                <c:pt idx="1884">
                  <c:v>4.45425000002</c:v>
                </c:pt>
                <c:pt idx="1885">
                  <c:v>4.45875000002</c:v>
                </c:pt>
                <c:pt idx="1886">
                  <c:v>4.45900000002</c:v>
                </c:pt>
                <c:pt idx="1887">
                  <c:v>4.46350000002</c:v>
                </c:pt>
                <c:pt idx="1888">
                  <c:v>4.46375000002</c:v>
                </c:pt>
                <c:pt idx="1889">
                  <c:v>4.46825000002</c:v>
                </c:pt>
                <c:pt idx="1890">
                  <c:v>4.46850000002</c:v>
                </c:pt>
                <c:pt idx="1891">
                  <c:v>4.47300000002</c:v>
                </c:pt>
                <c:pt idx="1892">
                  <c:v>4.47325000002</c:v>
                </c:pt>
                <c:pt idx="1893">
                  <c:v>4.47775000002</c:v>
                </c:pt>
                <c:pt idx="1894">
                  <c:v>4.47800000002</c:v>
                </c:pt>
                <c:pt idx="1895">
                  <c:v>4.48250000002</c:v>
                </c:pt>
                <c:pt idx="1896">
                  <c:v>4.48275000002</c:v>
                </c:pt>
                <c:pt idx="1897">
                  <c:v>4.48725000002</c:v>
                </c:pt>
                <c:pt idx="1898">
                  <c:v>4.48750000002</c:v>
                </c:pt>
                <c:pt idx="1899">
                  <c:v>4.49200000002</c:v>
                </c:pt>
                <c:pt idx="1900">
                  <c:v>4.49225000002</c:v>
                </c:pt>
                <c:pt idx="1901">
                  <c:v>4.49675000002</c:v>
                </c:pt>
                <c:pt idx="1902">
                  <c:v>4.49700000002</c:v>
                </c:pt>
                <c:pt idx="1903">
                  <c:v>4.50150000002</c:v>
                </c:pt>
                <c:pt idx="1904">
                  <c:v>4.50175000002</c:v>
                </c:pt>
                <c:pt idx="1905">
                  <c:v>4.50625000002</c:v>
                </c:pt>
                <c:pt idx="1906">
                  <c:v>4.50650000002</c:v>
                </c:pt>
                <c:pt idx="1907">
                  <c:v>4.51100000002</c:v>
                </c:pt>
                <c:pt idx="1908">
                  <c:v>4.51125000002</c:v>
                </c:pt>
                <c:pt idx="1909">
                  <c:v>4.51575000002</c:v>
                </c:pt>
                <c:pt idx="1910">
                  <c:v>4.51600000002</c:v>
                </c:pt>
                <c:pt idx="1911">
                  <c:v>4.52050000002</c:v>
                </c:pt>
                <c:pt idx="1912">
                  <c:v>4.52075000002</c:v>
                </c:pt>
                <c:pt idx="1913">
                  <c:v>4.52525000002</c:v>
                </c:pt>
                <c:pt idx="1914">
                  <c:v>4.52550000002</c:v>
                </c:pt>
                <c:pt idx="1915">
                  <c:v>4.53000000002</c:v>
                </c:pt>
                <c:pt idx="1916">
                  <c:v>4.53025000002</c:v>
                </c:pt>
                <c:pt idx="1917">
                  <c:v>4.53475000002</c:v>
                </c:pt>
                <c:pt idx="1918">
                  <c:v>4.53500000002</c:v>
                </c:pt>
                <c:pt idx="1919">
                  <c:v>4.53950000002</c:v>
                </c:pt>
                <c:pt idx="1920">
                  <c:v>4.53975000002</c:v>
                </c:pt>
                <c:pt idx="1921">
                  <c:v>4.54425000002</c:v>
                </c:pt>
                <c:pt idx="1922">
                  <c:v>4.54450000002</c:v>
                </c:pt>
                <c:pt idx="1923">
                  <c:v>4.54900000002</c:v>
                </c:pt>
                <c:pt idx="1924">
                  <c:v>4.54925000002</c:v>
                </c:pt>
                <c:pt idx="1925">
                  <c:v>4.55375000002</c:v>
                </c:pt>
                <c:pt idx="1926">
                  <c:v>4.55400000002</c:v>
                </c:pt>
                <c:pt idx="1927">
                  <c:v>4.55625000002</c:v>
                </c:pt>
                <c:pt idx="1928">
                  <c:v>4.55650000002</c:v>
                </c:pt>
                <c:pt idx="1929">
                  <c:v>4.55850000002</c:v>
                </c:pt>
                <c:pt idx="1930">
                  <c:v>4.55875000002</c:v>
                </c:pt>
                <c:pt idx="1931">
                  <c:v>4.56025000002</c:v>
                </c:pt>
                <c:pt idx="1932">
                  <c:v>4.56325000002</c:v>
                </c:pt>
                <c:pt idx="1933">
                  <c:v>4.56350000002</c:v>
                </c:pt>
                <c:pt idx="1934">
                  <c:v>4.56800000002</c:v>
                </c:pt>
                <c:pt idx="1935">
                  <c:v>4.56825000002</c:v>
                </c:pt>
                <c:pt idx="1936">
                  <c:v>4.57275000002</c:v>
                </c:pt>
                <c:pt idx="1937">
                  <c:v>4.57300000002</c:v>
                </c:pt>
                <c:pt idx="1938">
                  <c:v>4.57750000002</c:v>
                </c:pt>
                <c:pt idx="1939">
                  <c:v>4.57775000002</c:v>
                </c:pt>
                <c:pt idx="1940">
                  <c:v>4.58225000002</c:v>
                </c:pt>
                <c:pt idx="1941">
                  <c:v>4.58250000002</c:v>
                </c:pt>
                <c:pt idx="1942">
                  <c:v>4.58700000002</c:v>
                </c:pt>
                <c:pt idx="1943">
                  <c:v>4.58725000002</c:v>
                </c:pt>
                <c:pt idx="1944">
                  <c:v>4.59175000002</c:v>
                </c:pt>
                <c:pt idx="1945">
                  <c:v>4.59200000002</c:v>
                </c:pt>
                <c:pt idx="1946">
                  <c:v>4.59650000002</c:v>
                </c:pt>
                <c:pt idx="1947">
                  <c:v>4.59675000002</c:v>
                </c:pt>
                <c:pt idx="1948">
                  <c:v>4.60125000002</c:v>
                </c:pt>
                <c:pt idx="1949">
                  <c:v>4.60150000002</c:v>
                </c:pt>
                <c:pt idx="1950">
                  <c:v>4.60600000002</c:v>
                </c:pt>
                <c:pt idx="1951">
                  <c:v>4.60625000002</c:v>
                </c:pt>
                <c:pt idx="1952">
                  <c:v>4.61075000002</c:v>
                </c:pt>
                <c:pt idx="1953">
                  <c:v>4.61100000002</c:v>
                </c:pt>
                <c:pt idx="1954">
                  <c:v>4.61550000002</c:v>
                </c:pt>
                <c:pt idx="1955">
                  <c:v>4.61575000002</c:v>
                </c:pt>
                <c:pt idx="1956">
                  <c:v>4.62025000002</c:v>
                </c:pt>
                <c:pt idx="1957">
                  <c:v>4.62050000002</c:v>
                </c:pt>
                <c:pt idx="1958">
                  <c:v>4.62500000002</c:v>
                </c:pt>
                <c:pt idx="1959">
                  <c:v>4.62525000002</c:v>
                </c:pt>
                <c:pt idx="1960">
                  <c:v>4.62975000002</c:v>
                </c:pt>
                <c:pt idx="1961">
                  <c:v>4.63000000002</c:v>
                </c:pt>
                <c:pt idx="1962">
                  <c:v>4.63450000002</c:v>
                </c:pt>
                <c:pt idx="1963">
                  <c:v>4.63475000002</c:v>
                </c:pt>
                <c:pt idx="1964">
                  <c:v>4.63925000002</c:v>
                </c:pt>
                <c:pt idx="1965">
                  <c:v>4.63950000002</c:v>
                </c:pt>
                <c:pt idx="1966">
                  <c:v>4.64400000002</c:v>
                </c:pt>
                <c:pt idx="1967">
                  <c:v>4.64425000002</c:v>
                </c:pt>
                <c:pt idx="1968">
                  <c:v>4.64875000002</c:v>
                </c:pt>
                <c:pt idx="1969">
                  <c:v>4.64900000002</c:v>
                </c:pt>
                <c:pt idx="1970">
                  <c:v>4.65350000002</c:v>
                </c:pt>
                <c:pt idx="1971">
                  <c:v>4.65375000002</c:v>
                </c:pt>
                <c:pt idx="1972">
                  <c:v>4.65825000002</c:v>
                </c:pt>
                <c:pt idx="1973">
                  <c:v>4.65850000002</c:v>
                </c:pt>
                <c:pt idx="1974">
                  <c:v>4.66300000002</c:v>
                </c:pt>
                <c:pt idx="1975">
                  <c:v>4.66325000002</c:v>
                </c:pt>
                <c:pt idx="1976">
                  <c:v>4.66775000002</c:v>
                </c:pt>
                <c:pt idx="1977">
                  <c:v>4.66800000002</c:v>
                </c:pt>
                <c:pt idx="1978">
                  <c:v>4.67225000002</c:v>
                </c:pt>
                <c:pt idx="1979">
                  <c:v>4.67250000002</c:v>
                </c:pt>
                <c:pt idx="1980">
                  <c:v>4.67275000002</c:v>
                </c:pt>
                <c:pt idx="1981">
                  <c:v>4.67325000002</c:v>
                </c:pt>
                <c:pt idx="1982">
                  <c:v>4.67725000002</c:v>
                </c:pt>
                <c:pt idx="1983">
                  <c:v>4.67750000002</c:v>
                </c:pt>
                <c:pt idx="1984">
                  <c:v>4.68200000002</c:v>
                </c:pt>
                <c:pt idx="1985">
                  <c:v>4.68225000002</c:v>
                </c:pt>
                <c:pt idx="1986">
                  <c:v>4.68675000002</c:v>
                </c:pt>
                <c:pt idx="1987">
                  <c:v>4.68700000002</c:v>
                </c:pt>
                <c:pt idx="1988">
                  <c:v>4.69150000002</c:v>
                </c:pt>
                <c:pt idx="1989">
                  <c:v>4.69175000002</c:v>
                </c:pt>
                <c:pt idx="1990">
                  <c:v>4.69625000002</c:v>
                </c:pt>
                <c:pt idx="1991">
                  <c:v>4.69650000002</c:v>
                </c:pt>
                <c:pt idx="1992">
                  <c:v>4.70100000002</c:v>
                </c:pt>
                <c:pt idx="1993">
                  <c:v>4.70125000002</c:v>
                </c:pt>
                <c:pt idx="1994">
                  <c:v>4.70575000002</c:v>
                </c:pt>
                <c:pt idx="1995">
                  <c:v>4.70600000002</c:v>
                </c:pt>
                <c:pt idx="1996">
                  <c:v>4.71050000002</c:v>
                </c:pt>
                <c:pt idx="1997">
                  <c:v>4.71075000002</c:v>
                </c:pt>
                <c:pt idx="1998">
                  <c:v>4.71525000002</c:v>
                </c:pt>
                <c:pt idx="1999">
                  <c:v>4.71550000002</c:v>
                </c:pt>
                <c:pt idx="2000">
                  <c:v>4.72000000002</c:v>
                </c:pt>
                <c:pt idx="2001">
                  <c:v>4.72025000002</c:v>
                </c:pt>
                <c:pt idx="2002">
                  <c:v>4.72475000002</c:v>
                </c:pt>
                <c:pt idx="2003">
                  <c:v>4.72500000002</c:v>
                </c:pt>
                <c:pt idx="2004">
                  <c:v>4.72950000002</c:v>
                </c:pt>
                <c:pt idx="2005">
                  <c:v>4.72975000002</c:v>
                </c:pt>
                <c:pt idx="2006">
                  <c:v>4.73425000002</c:v>
                </c:pt>
                <c:pt idx="2007">
                  <c:v>4.73450000002</c:v>
                </c:pt>
                <c:pt idx="2008">
                  <c:v>4.73900000002</c:v>
                </c:pt>
                <c:pt idx="2009">
                  <c:v>4.73925000002</c:v>
                </c:pt>
                <c:pt idx="2010">
                  <c:v>4.74375000002</c:v>
                </c:pt>
                <c:pt idx="2011">
                  <c:v>4.74400000002</c:v>
                </c:pt>
                <c:pt idx="2012">
                  <c:v>4.74850000002</c:v>
                </c:pt>
                <c:pt idx="2013">
                  <c:v>4.74875000002</c:v>
                </c:pt>
                <c:pt idx="2014">
                  <c:v>4.75325000002</c:v>
                </c:pt>
                <c:pt idx="2015">
                  <c:v>4.75350000002</c:v>
                </c:pt>
                <c:pt idx="2016">
                  <c:v>4.75800000002</c:v>
                </c:pt>
                <c:pt idx="2017">
                  <c:v>4.75825000002</c:v>
                </c:pt>
                <c:pt idx="2018">
                  <c:v>4.76275000002</c:v>
                </c:pt>
                <c:pt idx="2019">
                  <c:v>4.76300000002</c:v>
                </c:pt>
                <c:pt idx="2020">
                  <c:v>4.76750000002</c:v>
                </c:pt>
                <c:pt idx="2021">
                  <c:v>4.76775000002</c:v>
                </c:pt>
                <c:pt idx="2022">
                  <c:v>4.77225000002</c:v>
                </c:pt>
                <c:pt idx="2023">
                  <c:v>4.77250000002</c:v>
                </c:pt>
                <c:pt idx="2024">
                  <c:v>4.77300000002</c:v>
                </c:pt>
                <c:pt idx="2025">
                  <c:v>4.77625000002</c:v>
                </c:pt>
                <c:pt idx="2026">
                  <c:v>4.77700000002</c:v>
                </c:pt>
                <c:pt idx="2027">
                  <c:v>4.77725000002</c:v>
                </c:pt>
                <c:pt idx="2028">
                  <c:v>4.78175000002</c:v>
                </c:pt>
                <c:pt idx="2029">
                  <c:v>4.78200000002</c:v>
                </c:pt>
                <c:pt idx="2030">
                  <c:v>4.78650000002</c:v>
                </c:pt>
                <c:pt idx="2031">
                  <c:v>4.78675000002</c:v>
                </c:pt>
                <c:pt idx="2032">
                  <c:v>4.79125000002</c:v>
                </c:pt>
                <c:pt idx="2033">
                  <c:v>4.79150000002</c:v>
                </c:pt>
                <c:pt idx="2034">
                  <c:v>4.79600000002</c:v>
                </c:pt>
                <c:pt idx="2035">
                  <c:v>4.79625000002</c:v>
                </c:pt>
                <c:pt idx="2036">
                  <c:v>4.80075000002</c:v>
                </c:pt>
                <c:pt idx="2037">
                  <c:v>4.80100000002</c:v>
                </c:pt>
                <c:pt idx="2038">
                  <c:v>4.80550000002</c:v>
                </c:pt>
                <c:pt idx="2039">
                  <c:v>4.80575000002</c:v>
                </c:pt>
                <c:pt idx="2040">
                  <c:v>4.81025000002</c:v>
                </c:pt>
                <c:pt idx="2041">
                  <c:v>4.81050000002</c:v>
                </c:pt>
                <c:pt idx="2042">
                  <c:v>4.81500000002</c:v>
                </c:pt>
                <c:pt idx="2043">
                  <c:v>4.81525000002</c:v>
                </c:pt>
                <c:pt idx="2044">
                  <c:v>4.81975000002</c:v>
                </c:pt>
                <c:pt idx="2045">
                  <c:v>4.82000000002</c:v>
                </c:pt>
                <c:pt idx="2046">
                  <c:v>4.82450000002</c:v>
                </c:pt>
                <c:pt idx="2047">
                  <c:v>4.82475000002</c:v>
                </c:pt>
                <c:pt idx="2048">
                  <c:v>4.82925000002</c:v>
                </c:pt>
                <c:pt idx="2049">
                  <c:v>4.82950000002</c:v>
                </c:pt>
                <c:pt idx="2050">
                  <c:v>4.83400000002</c:v>
                </c:pt>
                <c:pt idx="2051">
                  <c:v>4.83425000002</c:v>
                </c:pt>
                <c:pt idx="2052">
                  <c:v>4.83875000002</c:v>
                </c:pt>
                <c:pt idx="2053">
                  <c:v>4.83900000002</c:v>
                </c:pt>
                <c:pt idx="2054">
                  <c:v>4.84350000002</c:v>
                </c:pt>
                <c:pt idx="2055">
                  <c:v>4.84375000002</c:v>
                </c:pt>
                <c:pt idx="2056">
                  <c:v>4.84825000002</c:v>
                </c:pt>
                <c:pt idx="2057">
                  <c:v>4.84850000002</c:v>
                </c:pt>
                <c:pt idx="2058">
                  <c:v>4.85300000002</c:v>
                </c:pt>
                <c:pt idx="2059">
                  <c:v>4.85325000002</c:v>
                </c:pt>
                <c:pt idx="2060">
                  <c:v>4.85775000002</c:v>
                </c:pt>
                <c:pt idx="2061">
                  <c:v>4.85800000002</c:v>
                </c:pt>
                <c:pt idx="2062">
                  <c:v>4.86250000002</c:v>
                </c:pt>
                <c:pt idx="2063">
                  <c:v>4.86275000002</c:v>
                </c:pt>
                <c:pt idx="2064">
                  <c:v>4.86725000002</c:v>
                </c:pt>
                <c:pt idx="2065">
                  <c:v>4.86750000002</c:v>
                </c:pt>
                <c:pt idx="2066">
                  <c:v>4.87200000002</c:v>
                </c:pt>
                <c:pt idx="2067">
                  <c:v>4.87225000002</c:v>
                </c:pt>
                <c:pt idx="2068">
                  <c:v>4.87675000002</c:v>
                </c:pt>
                <c:pt idx="2069">
                  <c:v>4.87700000002</c:v>
                </c:pt>
                <c:pt idx="2070">
                  <c:v>4.88150000002</c:v>
                </c:pt>
                <c:pt idx="2071">
                  <c:v>4.88175000002</c:v>
                </c:pt>
                <c:pt idx="2072">
                  <c:v>4.88625000002</c:v>
                </c:pt>
                <c:pt idx="2073">
                  <c:v>4.88650000002</c:v>
                </c:pt>
                <c:pt idx="2074">
                  <c:v>4.89100000002</c:v>
                </c:pt>
                <c:pt idx="2075">
                  <c:v>4.89125000002</c:v>
                </c:pt>
                <c:pt idx="2076">
                  <c:v>4.89575000002</c:v>
                </c:pt>
                <c:pt idx="2077">
                  <c:v>4.89600000002</c:v>
                </c:pt>
                <c:pt idx="2078">
                  <c:v>4.90050000002</c:v>
                </c:pt>
                <c:pt idx="2079">
                  <c:v>4.90075000002</c:v>
                </c:pt>
                <c:pt idx="2080">
                  <c:v>4.90525000002</c:v>
                </c:pt>
                <c:pt idx="2081">
                  <c:v>4.90550000002</c:v>
                </c:pt>
                <c:pt idx="2082">
                  <c:v>4.91000000002</c:v>
                </c:pt>
                <c:pt idx="2083">
                  <c:v>4.91025000002</c:v>
                </c:pt>
                <c:pt idx="2084">
                  <c:v>4.91475000002</c:v>
                </c:pt>
                <c:pt idx="2085">
                  <c:v>4.91500000002</c:v>
                </c:pt>
                <c:pt idx="2086">
                  <c:v>4.91950000002</c:v>
                </c:pt>
                <c:pt idx="2087">
                  <c:v>4.91975000002</c:v>
                </c:pt>
                <c:pt idx="2088">
                  <c:v>4.92425000002</c:v>
                </c:pt>
                <c:pt idx="2089">
                  <c:v>4.92450000002</c:v>
                </c:pt>
                <c:pt idx="2090">
                  <c:v>4.92900000002</c:v>
                </c:pt>
                <c:pt idx="2091">
                  <c:v>4.92925000002</c:v>
                </c:pt>
                <c:pt idx="2092">
                  <c:v>4.93375000002</c:v>
                </c:pt>
                <c:pt idx="2093">
                  <c:v>4.93400000002</c:v>
                </c:pt>
                <c:pt idx="2094">
                  <c:v>4.93850000002</c:v>
                </c:pt>
                <c:pt idx="2095">
                  <c:v>4.93875000002</c:v>
                </c:pt>
                <c:pt idx="2096">
                  <c:v>4.94325000002</c:v>
                </c:pt>
                <c:pt idx="2097">
                  <c:v>4.94350000002</c:v>
                </c:pt>
                <c:pt idx="2098">
                  <c:v>4.94800000002</c:v>
                </c:pt>
                <c:pt idx="2099">
                  <c:v>4.94825000002</c:v>
                </c:pt>
                <c:pt idx="2100">
                  <c:v>4.95275000002</c:v>
                </c:pt>
                <c:pt idx="2101">
                  <c:v>4.95300000002</c:v>
                </c:pt>
                <c:pt idx="2102">
                  <c:v>4.95750000002</c:v>
                </c:pt>
                <c:pt idx="2103">
                  <c:v>4.95775000002</c:v>
                </c:pt>
                <c:pt idx="2104">
                  <c:v>4.96225000002</c:v>
                </c:pt>
                <c:pt idx="2105">
                  <c:v>4.96250000002</c:v>
                </c:pt>
                <c:pt idx="2106">
                  <c:v>4.96700000002</c:v>
                </c:pt>
                <c:pt idx="2107">
                  <c:v>4.96725000002</c:v>
                </c:pt>
                <c:pt idx="2108">
                  <c:v>4.97175000002</c:v>
                </c:pt>
                <c:pt idx="2109">
                  <c:v>4.97200000002</c:v>
                </c:pt>
                <c:pt idx="2110">
                  <c:v>4.97650000002</c:v>
                </c:pt>
                <c:pt idx="2111">
                  <c:v>4.97675000002</c:v>
                </c:pt>
                <c:pt idx="2112">
                  <c:v>4.98125000002</c:v>
                </c:pt>
                <c:pt idx="2113">
                  <c:v>4.98150000002</c:v>
                </c:pt>
                <c:pt idx="2114">
                  <c:v>4.98600000002</c:v>
                </c:pt>
                <c:pt idx="2115">
                  <c:v>4.98625000002</c:v>
                </c:pt>
                <c:pt idx="2116">
                  <c:v>4.99075000002</c:v>
                </c:pt>
                <c:pt idx="2117">
                  <c:v>4.99100000002</c:v>
                </c:pt>
                <c:pt idx="2118">
                  <c:v>4.99550000002</c:v>
                </c:pt>
                <c:pt idx="2119">
                  <c:v>4.99575000002</c:v>
                </c:pt>
                <c:pt idx="2120">
                  <c:v>4.99625000002</c:v>
                </c:pt>
                <c:pt idx="2121">
                  <c:v>4.99725000002</c:v>
                </c:pt>
                <c:pt idx="2122">
                  <c:v>5.00025000002</c:v>
                </c:pt>
                <c:pt idx="2123">
                  <c:v>5.00050000002</c:v>
                </c:pt>
                <c:pt idx="2124">
                  <c:v>5.00500000002</c:v>
                </c:pt>
                <c:pt idx="2125">
                  <c:v>5.00525000002</c:v>
                </c:pt>
                <c:pt idx="2126">
                  <c:v>5.00975000002</c:v>
                </c:pt>
                <c:pt idx="2127">
                  <c:v>5.01000000002</c:v>
                </c:pt>
                <c:pt idx="2128">
                  <c:v>5.01450000002</c:v>
                </c:pt>
                <c:pt idx="2129">
                  <c:v>5.01475000002</c:v>
                </c:pt>
                <c:pt idx="2130">
                  <c:v>5.01925000002</c:v>
                </c:pt>
                <c:pt idx="2131">
                  <c:v>5.01950000002</c:v>
                </c:pt>
                <c:pt idx="2132">
                  <c:v>5.02400000002</c:v>
                </c:pt>
                <c:pt idx="2133">
                  <c:v>5.02425000002</c:v>
                </c:pt>
                <c:pt idx="2134">
                  <c:v>5.02875000002</c:v>
                </c:pt>
                <c:pt idx="2135">
                  <c:v>5.02900000002</c:v>
                </c:pt>
                <c:pt idx="2136">
                  <c:v>5.03350000002</c:v>
                </c:pt>
                <c:pt idx="2137">
                  <c:v>5.03375000002</c:v>
                </c:pt>
                <c:pt idx="2138">
                  <c:v>5.03825000002</c:v>
                </c:pt>
                <c:pt idx="2139">
                  <c:v>5.03850000002</c:v>
                </c:pt>
                <c:pt idx="2140">
                  <c:v>5.04300000002</c:v>
                </c:pt>
                <c:pt idx="2141">
                  <c:v>5.04325000002</c:v>
                </c:pt>
                <c:pt idx="2142">
                  <c:v>5.04775000002</c:v>
                </c:pt>
                <c:pt idx="2143">
                  <c:v>5.04800000002</c:v>
                </c:pt>
                <c:pt idx="2144">
                  <c:v>5.05250000002</c:v>
                </c:pt>
                <c:pt idx="2145">
                  <c:v>5.05275000002</c:v>
                </c:pt>
                <c:pt idx="2146">
                  <c:v>5.05725000002</c:v>
                </c:pt>
                <c:pt idx="2147">
                  <c:v>5.05750000002</c:v>
                </c:pt>
                <c:pt idx="2148">
                  <c:v>5.06200000002</c:v>
                </c:pt>
                <c:pt idx="2149">
                  <c:v>5.06225000002</c:v>
                </c:pt>
                <c:pt idx="2150">
                  <c:v>5.06675000002</c:v>
                </c:pt>
                <c:pt idx="2151">
                  <c:v>5.06700000002</c:v>
                </c:pt>
                <c:pt idx="2152">
                  <c:v>5.07150000002</c:v>
                </c:pt>
                <c:pt idx="2153">
                  <c:v>5.07175000002</c:v>
                </c:pt>
                <c:pt idx="2154">
                  <c:v>5.07625000002</c:v>
                </c:pt>
                <c:pt idx="2155">
                  <c:v>5.07650000002</c:v>
                </c:pt>
                <c:pt idx="2156">
                  <c:v>5.08100000002</c:v>
                </c:pt>
                <c:pt idx="2157">
                  <c:v>5.08125000002</c:v>
                </c:pt>
                <c:pt idx="2158">
                  <c:v>5.08575000002</c:v>
                </c:pt>
                <c:pt idx="2159">
                  <c:v>5.08600000002</c:v>
                </c:pt>
                <c:pt idx="2160">
                  <c:v>5.09050000002</c:v>
                </c:pt>
                <c:pt idx="2161">
                  <c:v>5.09075000002</c:v>
                </c:pt>
                <c:pt idx="2162">
                  <c:v>5.09525000002</c:v>
                </c:pt>
                <c:pt idx="2163">
                  <c:v>5.09550000002</c:v>
                </c:pt>
                <c:pt idx="2164">
                  <c:v>5.10000000002</c:v>
                </c:pt>
                <c:pt idx="2165">
                  <c:v>5.10025000002</c:v>
                </c:pt>
                <c:pt idx="2166">
                  <c:v>5.10475000002</c:v>
                </c:pt>
                <c:pt idx="2167">
                  <c:v>5.10500000002</c:v>
                </c:pt>
                <c:pt idx="2168">
                  <c:v>5.10950000002</c:v>
                </c:pt>
                <c:pt idx="2169">
                  <c:v>5.10975000002</c:v>
                </c:pt>
                <c:pt idx="2170">
                  <c:v>5.11425000002</c:v>
                </c:pt>
                <c:pt idx="2171">
                  <c:v>5.11450000002</c:v>
                </c:pt>
                <c:pt idx="2172">
                  <c:v>5.11900000002</c:v>
                </c:pt>
                <c:pt idx="2173">
                  <c:v>5.11925000002</c:v>
                </c:pt>
                <c:pt idx="2174">
                  <c:v>5.12375000002</c:v>
                </c:pt>
                <c:pt idx="2175">
                  <c:v>5.12400000002</c:v>
                </c:pt>
                <c:pt idx="2176">
                  <c:v>5.12850000002</c:v>
                </c:pt>
                <c:pt idx="2177">
                  <c:v>5.12875000002</c:v>
                </c:pt>
                <c:pt idx="2178">
                  <c:v>5.13325000002</c:v>
                </c:pt>
                <c:pt idx="2179">
                  <c:v>5.13350000002</c:v>
                </c:pt>
                <c:pt idx="2180">
                  <c:v>5.13800000002</c:v>
                </c:pt>
                <c:pt idx="2181">
                  <c:v>5.13825000002</c:v>
                </c:pt>
                <c:pt idx="2182">
                  <c:v>5.14275000002</c:v>
                </c:pt>
                <c:pt idx="2183">
                  <c:v>5.14300000002</c:v>
                </c:pt>
                <c:pt idx="2184">
                  <c:v>5.14750000002</c:v>
                </c:pt>
                <c:pt idx="2185">
                  <c:v>5.14775000002</c:v>
                </c:pt>
                <c:pt idx="2186">
                  <c:v>5.15225000002</c:v>
                </c:pt>
                <c:pt idx="2187">
                  <c:v>5.15250000002</c:v>
                </c:pt>
                <c:pt idx="2188">
                  <c:v>5.15700000002</c:v>
                </c:pt>
                <c:pt idx="2189">
                  <c:v>5.15725000002</c:v>
                </c:pt>
                <c:pt idx="2190">
                  <c:v>5.16175000002</c:v>
                </c:pt>
                <c:pt idx="2191">
                  <c:v>5.16200000002</c:v>
                </c:pt>
                <c:pt idx="2192">
                  <c:v>5.16650000002</c:v>
                </c:pt>
                <c:pt idx="2193">
                  <c:v>5.16675000002</c:v>
                </c:pt>
                <c:pt idx="2194">
                  <c:v>5.17125000002</c:v>
                </c:pt>
                <c:pt idx="2195">
                  <c:v>5.17150000002</c:v>
                </c:pt>
                <c:pt idx="2196">
                  <c:v>5.17600000002</c:v>
                </c:pt>
                <c:pt idx="2197">
                  <c:v>5.17625000002</c:v>
                </c:pt>
                <c:pt idx="2198">
                  <c:v>5.18075000002</c:v>
                </c:pt>
                <c:pt idx="2199">
                  <c:v>5.18100000002</c:v>
                </c:pt>
                <c:pt idx="2200">
                  <c:v>5.18550000002</c:v>
                </c:pt>
                <c:pt idx="2201">
                  <c:v>5.18575000002</c:v>
                </c:pt>
                <c:pt idx="2202">
                  <c:v>5.19025000002</c:v>
                </c:pt>
                <c:pt idx="2203">
                  <c:v>5.19050000002</c:v>
                </c:pt>
                <c:pt idx="2204">
                  <c:v>5.19500000002</c:v>
                </c:pt>
                <c:pt idx="2205">
                  <c:v>5.19525000002</c:v>
                </c:pt>
                <c:pt idx="2206">
                  <c:v>5.19975000002</c:v>
                </c:pt>
                <c:pt idx="2207">
                  <c:v>5.20000000002</c:v>
                </c:pt>
                <c:pt idx="2208">
                  <c:v>5.20450000002</c:v>
                </c:pt>
                <c:pt idx="2209">
                  <c:v>5.20475000002</c:v>
                </c:pt>
                <c:pt idx="2210">
                  <c:v>5.20925000002</c:v>
                </c:pt>
                <c:pt idx="2211">
                  <c:v>5.20950000002</c:v>
                </c:pt>
                <c:pt idx="2212">
                  <c:v>5.21400000002</c:v>
                </c:pt>
                <c:pt idx="2213">
                  <c:v>5.21425000002</c:v>
                </c:pt>
                <c:pt idx="2214">
                  <c:v>5.21450000002</c:v>
                </c:pt>
                <c:pt idx="2215">
                  <c:v>5.21625000002</c:v>
                </c:pt>
                <c:pt idx="2216">
                  <c:v>5.21875000002</c:v>
                </c:pt>
                <c:pt idx="2217">
                  <c:v>5.21900000002</c:v>
                </c:pt>
                <c:pt idx="2218">
                  <c:v>5.22350000002</c:v>
                </c:pt>
                <c:pt idx="2219">
                  <c:v>5.22375000002</c:v>
                </c:pt>
                <c:pt idx="2220">
                  <c:v>5.22825000002</c:v>
                </c:pt>
                <c:pt idx="2221">
                  <c:v>5.22850000002</c:v>
                </c:pt>
                <c:pt idx="2222">
                  <c:v>5.23300000002</c:v>
                </c:pt>
                <c:pt idx="2223">
                  <c:v>5.23325000002</c:v>
                </c:pt>
                <c:pt idx="2224">
                  <c:v>5.23775000003</c:v>
                </c:pt>
                <c:pt idx="2225">
                  <c:v>5.23800000003</c:v>
                </c:pt>
                <c:pt idx="2226">
                  <c:v>5.24250000003</c:v>
                </c:pt>
                <c:pt idx="2227">
                  <c:v>5.24275000003</c:v>
                </c:pt>
                <c:pt idx="2228">
                  <c:v>5.24725000003</c:v>
                </c:pt>
                <c:pt idx="2229">
                  <c:v>5.24750000003</c:v>
                </c:pt>
                <c:pt idx="2230">
                  <c:v>5.25200000003</c:v>
                </c:pt>
                <c:pt idx="2231">
                  <c:v>5.25225000003</c:v>
                </c:pt>
                <c:pt idx="2232">
                  <c:v>5.25675000003</c:v>
                </c:pt>
                <c:pt idx="2233">
                  <c:v>5.25700000003</c:v>
                </c:pt>
                <c:pt idx="2234">
                  <c:v>5.26150000003</c:v>
                </c:pt>
                <c:pt idx="2235">
                  <c:v>5.26175000003</c:v>
                </c:pt>
                <c:pt idx="2236">
                  <c:v>5.26625000003</c:v>
                </c:pt>
                <c:pt idx="2237">
                  <c:v>5.26650000003</c:v>
                </c:pt>
                <c:pt idx="2238">
                  <c:v>5.27100000003</c:v>
                </c:pt>
                <c:pt idx="2239">
                  <c:v>5.27125000003</c:v>
                </c:pt>
                <c:pt idx="2240">
                  <c:v>5.27575000003</c:v>
                </c:pt>
                <c:pt idx="2241">
                  <c:v>5.27600000003</c:v>
                </c:pt>
                <c:pt idx="2242">
                  <c:v>5.28050000003</c:v>
                </c:pt>
                <c:pt idx="2243">
                  <c:v>5.28075000003</c:v>
                </c:pt>
                <c:pt idx="2244">
                  <c:v>5.28525000003</c:v>
                </c:pt>
                <c:pt idx="2245">
                  <c:v>5.28550000003</c:v>
                </c:pt>
                <c:pt idx="2246">
                  <c:v>5.29000000003</c:v>
                </c:pt>
                <c:pt idx="2247">
                  <c:v>5.29025000003</c:v>
                </c:pt>
                <c:pt idx="2248">
                  <c:v>5.29475000003</c:v>
                </c:pt>
                <c:pt idx="2249">
                  <c:v>5.29500000003</c:v>
                </c:pt>
                <c:pt idx="2250">
                  <c:v>5.29950000003</c:v>
                </c:pt>
                <c:pt idx="2251">
                  <c:v>5.29975000003</c:v>
                </c:pt>
                <c:pt idx="2252">
                  <c:v>5.30425000003</c:v>
                </c:pt>
                <c:pt idx="2253">
                  <c:v>5.30450000003</c:v>
                </c:pt>
                <c:pt idx="2254">
                  <c:v>5.30900000003</c:v>
                </c:pt>
                <c:pt idx="2255">
                  <c:v>5.30925000003</c:v>
                </c:pt>
                <c:pt idx="2256">
                  <c:v>5.31375000003</c:v>
                </c:pt>
                <c:pt idx="2257">
                  <c:v>5.31400000003</c:v>
                </c:pt>
                <c:pt idx="2258">
                  <c:v>5.31850000003</c:v>
                </c:pt>
                <c:pt idx="2259">
                  <c:v>5.31875000003</c:v>
                </c:pt>
                <c:pt idx="2260">
                  <c:v>5.32300000003</c:v>
                </c:pt>
                <c:pt idx="2261">
                  <c:v>5.32325000003</c:v>
                </c:pt>
                <c:pt idx="2262">
                  <c:v>5.32350000003</c:v>
                </c:pt>
                <c:pt idx="2263">
                  <c:v>5.32375000003</c:v>
                </c:pt>
                <c:pt idx="2264">
                  <c:v>5.32800000003</c:v>
                </c:pt>
                <c:pt idx="2265">
                  <c:v>5.32825000003</c:v>
                </c:pt>
                <c:pt idx="2266">
                  <c:v>5.33275000003</c:v>
                </c:pt>
                <c:pt idx="2267">
                  <c:v>5.33300000003</c:v>
                </c:pt>
                <c:pt idx="2268">
                  <c:v>5.33725000003</c:v>
                </c:pt>
                <c:pt idx="2269">
                  <c:v>5.33750000003</c:v>
                </c:pt>
                <c:pt idx="2270">
                  <c:v>5.33775000003</c:v>
                </c:pt>
                <c:pt idx="2271">
                  <c:v>5.33800000003</c:v>
                </c:pt>
                <c:pt idx="2272">
                  <c:v>5.33925000003</c:v>
                </c:pt>
                <c:pt idx="2273">
                  <c:v>5.34225000003</c:v>
                </c:pt>
                <c:pt idx="2274">
                  <c:v>5.34250000003</c:v>
                </c:pt>
                <c:pt idx="2275">
                  <c:v>5.34675000003</c:v>
                </c:pt>
                <c:pt idx="2276">
                  <c:v>5.34700000003</c:v>
                </c:pt>
                <c:pt idx="2277">
                  <c:v>5.34725000003</c:v>
                </c:pt>
                <c:pt idx="2278">
                  <c:v>5.34775000003</c:v>
                </c:pt>
                <c:pt idx="2279">
                  <c:v>5.35175000003</c:v>
                </c:pt>
                <c:pt idx="2280">
                  <c:v>5.35200000003</c:v>
                </c:pt>
                <c:pt idx="2281">
                  <c:v>5.35625000003</c:v>
                </c:pt>
                <c:pt idx="2282">
                  <c:v>5.35650000003</c:v>
                </c:pt>
                <c:pt idx="2283">
                  <c:v>5.35675000003</c:v>
                </c:pt>
                <c:pt idx="2284">
                  <c:v>5.35700000003</c:v>
                </c:pt>
                <c:pt idx="2285">
                  <c:v>5.36125000003</c:v>
                </c:pt>
                <c:pt idx="2286">
                  <c:v>5.36150000003</c:v>
                </c:pt>
                <c:pt idx="2287">
                  <c:v>5.36600000003</c:v>
                </c:pt>
                <c:pt idx="2288">
                  <c:v>5.36625000003</c:v>
                </c:pt>
                <c:pt idx="2289">
                  <c:v>5.37075000003</c:v>
                </c:pt>
                <c:pt idx="2290">
                  <c:v>5.37100000003</c:v>
                </c:pt>
                <c:pt idx="2291">
                  <c:v>5.37550000003</c:v>
                </c:pt>
                <c:pt idx="2292">
                  <c:v>5.37575000003</c:v>
                </c:pt>
                <c:pt idx="2293">
                  <c:v>5.38025000003</c:v>
                </c:pt>
                <c:pt idx="2294">
                  <c:v>5.38050000003</c:v>
                </c:pt>
                <c:pt idx="2295">
                  <c:v>5.38500000003</c:v>
                </c:pt>
                <c:pt idx="2296">
                  <c:v>5.38525000003</c:v>
                </c:pt>
                <c:pt idx="2297">
                  <c:v>5.38975000003</c:v>
                </c:pt>
                <c:pt idx="2298">
                  <c:v>5.39000000003</c:v>
                </c:pt>
                <c:pt idx="2299">
                  <c:v>5.39450000003</c:v>
                </c:pt>
                <c:pt idx="2300">
                  <c:v>5.39475000003</c:v>
                </c:pt>
                <c:pt idx="2301">
                  <c:v>5.39925000003</c:v>
                </c:pt>
                <c:pt idx="2302">
                  <c:v>5.39950000003</c:v>
                </c:pt>
                <c:pt idx="2303">
                  <c:v>5.40400000003</c:v>
                </c:pt>
                <c:pt idx="2304">
                  <c:v>5.40425000003</c:v>
                </c:pt>
                <c:pt idx="2305">
                  <c:v>5.40875000003</c:v>
                </c:pt>
                <c:pt idx="2306">
                  <c:v>5.40900000003</c:v>
                </c:pt>
                <c:pt idx="2307">
                  <c:v>5.41350000003</c:v>
                </c:pt>
                <c:pt idx="2308">
                  <c:v>5.41375000003</c:v>
                </c:pt>
                <c:pt idx="2309">
                  <c:v>5.41825000003</c:v>
                </c:pt>
                <c:pt idx="2310">
                  <c:v>5.41850000003</c:v>
                </c:pt>
                <c:pt idx="2311">
                  <c:v>5.42300000003</c:v>
                </c:pt>
                <c:pt idx="2312">
                  <c:v>5.42325000003</c:v>
                </c:pt>
                <c:pt idx="2313">
                  <c:v>5.42775000003</c:v>
                </c:pt>
                <c:pt idx="2314">
                  <c:v>5.42800000003</c:v>
                </c:pt>
                <c:pt idx="2315">
                  <c:v>5.43250000003</c:v>
                </c:pt>
                <c:pt idx="2316">
                  <c:v>5.43275000003</c:v>
                </c:pt>
                <c:pt idx="2317">
                  <c:v>5.43625000003</c:v>
                </c:pt>
                <c:pt idx="2318">
                  <c:v>5.43725000003</c:v>
                </c:pt>
                <c:pt idx="2319">
                  <c:v>5.43750000003</c:v>
                </c:pt>
                <c:pt idx="2320">
                  <c:v>5.43775000003</c:v>
                </c:pt>
                <c:pt idx="2321">
                  <c:v>5.44200000003</c:v>
                </c:pt>
                <c:pt idx="2322">
                  <c:v>5.44225000003</c:v>
                </c:pt>
                <c:pt idx="2323">
                  <c:v>5.44675000003</c:v>
                </c:pt>
                <c:pt idx="2324">
                  <c:v>5.44700000003</c:v>
                </c:pt>
                <c:pt idx="2325">
                  <c:v>5.45150000003</c:v>
                </c:pt>
                <c:pt idx="2326">
                  <c:v>5.45175000003</c:v>
                </c:pt>
                <c:pt idx="2327">
                  <c:v>5.45625000003</c:v>
                </c:pt>
                <c:pt idx="2328">
                  <c:v>5.45650000003</c:v>
                </c:pt>
                <c:pt idx="2329">
                  <c:v>5.46100000003</c:v>
                </c:pt>
                <c:pt idx="2330">
                  <c:v>5.46125000003</c:v>
                </c:pt>
                <c:pt idx="2331">
                  <c:v>5.46575000003</c:v>
                </c:pt>
                <c:pt idx="2332">
                  <c:v>5.46600000003</c:v>
                </c:pt>
                <c:pt idx="2333">
                  <c:v>5.47050000003</c:v>
                </c:pt>
                <c:pt idx="2334">
                  <c:v>5.47075000003</c:v>
                </c:pt>
                <c:pt idx="2335">
                  <c:v>5.47525000003</c:v>
                </c:pt>
                <c:pt idx="2336">
                  <c:v>5.47550000003</c:v>
                </c:pt>
                <c:pt idx="2337">
                  <c:v>5.48000000003</c:v>
                </c:pt>
                <c:pt idx="2338">
                  <c:v>5.48025000003</c:v>
                </c:pt>
                <c:pt idx="2339">
                  <c:v>5.48475000003</c:v>
                </c:pt>
                <c:pt idx="2340">
                  <c:v>5.48500000003</c:v>
                </c:pt>
                <c:pt idx="2341">
                  <c:v>5.48950000003</c:v>
                </c:pt>
                <c:pt idx="2342">
                  <c:v>5.48975000003</c:v>
                </c:pt>
                <c:pt idx="2343">
                  <c:v>5.49425000003</c:v>
                </c:pt>
                <c:pt idx="2344">
                  <c:v>5.49450000003</c:v>
                </c:pt>
                <c:pt idx="2345">
                  <c:v>5.49900000003</c:v>
                </c:pt>
                <c:pt idx="2346">
                  <c:v>5.49925000003</c:v>
                </c:pt>
                <c:pt idx="2347">
                  <c:v>5.50375000003</c:v>
                </c:pt>
                <c:pt idx="2348">
                  <c:v>5.50400000003</c:v>
                </c:pt>
                <c:pt idx="2349">
                  <c:v>5.50850000003</c:v>
                </c:pt>
                <c:pt idx="2350">
                  <c:v>5.50875000003</c:v>
                </c:pt>
                <c:pt idx="2351">
                  <c:v>5.51325000003</c:v>
                </c:pt>
                <c:pt idx="2352">
                  <c:v>5.51350000003</c:v>
                </c:pt>
                <c:pt idx="2353">
                  <c:v>5.51800000003</c:v>
                </c:pt>
                <c:pt idx="2354">
                  <c:v>5.51825000003</c:v>
                </c:pt>
                <c:pt idx="2355">
                  <c:v>5.52275000003</c:v>
                </c:pt>
                <c:pt idx="2356">
                  <c:v>5.52300000003</c:v>
                </c:pt>
                <c:pt idx="2357">
                  <c:v>5.52750000003</c:v>
                </c:pt>
                <c:pt idx="2358">
                  <c:v>5.52775000003</c:v>
                </c:pt>
                <c:pt idx="2359">
                  <c:v>5.53225000003</c:v>
                </c:pt>
                <c:pt idx="2360">
                  <c:v>5.53250000003</c:v>
                </c:pt>
                <c:pt idx="2361">
                  <c:v>5.53700000003</c:v>
                </c:pt>
                <c:pt idx="2362">
                  <c:v>5.53725000003</c:v>
                </c:pt>
                <c:pt idx="2363">
                  <c:v>5.54175000003</c:v>
                </c:pt>
                <c:pt idx="2364">
                  <c:v>5.54200000003</c:v>
                </c:pt>
                <c:pt idx="2365">
                  <c:v>5.54650000003</c:v>
                </c:pt>
                <c:pt idx="2366">
                  <c:v>5.54675000003</c:v>
                </c:pt>
                <c:pt idx="2367">
                  <c:v>5.55125000003</c:v>
                </c:pt>
                <c:pt idx="2368">
                  <c:v>5.55150000003</c:v>
                </c:pt>
                <c:pt idx="2369">
                  <c:v>5.55600000003</c:v>
                </c:pt>
                <c:pt idx="2370">
                  <c:v>5.55625000003</c:v>
                </c:pt>
                <c:pt idx="2371">
                  <c:v>5.56075000003</c:v>
                </c:pt>
                <c:pt idx="2372">
                  <c:v>5.56100000003</c:v>
                </c:pt>
                <c:pt idx="2373">
                  <c:v>5.56550000003</c:v>
                </c:pt>
                <c:pt idx="2374">
                  <c:v>5.56575000003</c:v>
                </c:pt>
                <c:pt idx="2375">
                  <c:v>5.57025000003</c:v>
                </c:pt>
                <c:pt idx="2376">
                  <c:v>5.57050000003</c:v>
                </c:pt>
                <c:pt idx="2377">
                  <c:v>5.57500000003</c:v>
                </c:pt>
                <c:pt idx="2378">
                  <c:v>5.57525000003</c:v>
                </c:pt>
                <c:pt idx="2379">
                  <c:v>5.57975000003</c:v>
                </c:pt>
                <c:pt idx="2380">
                  <c:v>5.58000000003</c:v>
                </c:pt>
                <c:pt idx="2381">
                  <c:v>5.58450000003</c:v>
                </c:pt>
                <c:pt idx="2382">
                  <c:v>5.58475000003</c:v>
                </c:pt>
                <c:pt idx="2383">
                  <c:v>5.58925000003</c:v>
                </c:pt>
                <c:pt idx="2384">
                  <c:v>5.58950000003</c:v>
                </c:pt>
                <c:pt idx="2385">
                  <c:v>5.59400000003</c:v>
                </c:pt>
                <c:pt idx="2386">
                  <c:v>5.59425000003</c:v>
                </c:pt>
                <c:pt idx="2387">
                  <c:v>5.59875000003</c:v>
                </c:pt>
                <c:pt idx="2388">
                  <c:v>5.59900000003</c:v>
                </c:pt>
                <c:pt idx="2389">
                  <c:v>5.60350000003</c:v>
                </c:pt>
                <c:pt idx="2390">
                  <c:v>5.60375000003</c:v>
                </c:pt>
                <c:pt idx="2391">
                  <c:v>5.60825000003</c:v>
                </c:pt>
                <c:pt idx="2392">
                  <c:v>5.60850000003</c:v>
                </c:pt>
                <c:pt idx="2393">
                  <c:v>5.61300000003</c:v>
                </c:pt>
                <c:pt idx="2394">
                  <c:v>5.61325000003</c:v>
                </c:pt>
                <c:pt idx="2395">
                  <c:v>5.61775000003</c:v>
                </c:pt>
                <c:pt idx="2396">
                  <c:v>5.61800000003</c:v>
                </c:pt>
                <c:pt idx="2397">
                  <c:v>5.62250000003</c:v>
                </c:pt>
                <c:pt idx="2398">
                  <c:v>5.62275000003</c:v>
                </c:pt>
                <c:pt idx="2399">
                  <c:v>5.62725000003</c:v>
                </c:pt>
                <c:pt idx="2400">
                  <c:v>5.62750000003</c:v>
                </c:pt>
                <c:pt idx="2401">
                  <c:v>5.63200000003</c:v>
                </c:pt>
                <c:pt idx="2402">
                  <c:v>5.63225000003</c:v>
                </c:pt>
                <c:pt idx="2403">
                  <c:v>5.63675000003</c:v>
                </c:pt>
                <c:pt idx="2404">
                  <c:v>5.63700000003</c:v>
                </c:pt>
                <c:pt idx="2405">
                  <c:v>5.64150000003</c:v>
                </c:pt>
                <c:pt idx="2406">
                  <c:v>5.64175000003</c:v>
                </c:pt>
                <c:pt idx="2407">
                  <c:v>5.64625000003</c:v>
                </c:pt>
                <c:pt idx="2408">
                  <c:v>5.64650000003</c:v>
                </c:pt>
                <c:pt idx="2409">
                  <c:v>5.65100000003</c:v>
                </c:pt>
                <c:pt idx="2410">
                  <c:v>5.65125000003</c:v>
                </c:pt>
                <c:pt idx="2411">
                  <c:v>5.65575000003</c:v>
                </c:pt>
                <c:pt idx="2412">
                  <c:v>5.65600000003</c:v>
                </c:pt>
                <c:pt idx="2413">
                  <c:v>5.65650000003</c:v>
                </c:pt>
                <c:pt idx="2414">
                  <c:v>5.66050000003</c:v>
                </c:pt>
                <c:pt idx="2415">
                  <c:v>5.66075000003</c:v>
                </c:pt>
                <c:pt idx="2416">
                  <c:v>5.66525000003</c:v>
                </c:pt>
                <c:pt idx="2417">
                  <c:v>5.66550000003</c:v>
                </c:pt>
                <c:pt idx="2418">
                  <c:v>5.66975000003</c:v>
                </c:pt>
                <c:pt idx="2419">
                  <c:v>5.67000000003</c:v>
                </c:pt>
                <c:pt idx="2420">
                  <c:v>5.67025000003</c:v>
                </c:pt>
                <c:pt idx="2421">
                  <c:v>5.67475000003</c:v>
                </c:pt>
                <c:pt idx="2422">
                  <c:v>5.67500000003</c:v>
                </c:pt>
                <c:pt idx="2423">
                  <c:v>5.67950000003</c:v>
                </c:pt>
                <c:pt idx="2424">
                  <c:v>5.67975000003</c:v>
                </c:pt>
                <c:pt idx="2425">
                  <c:v>5.68425000003</c:v>
                </c:pt>
                <c:pt idx="2426">
                  <c:v>5.68450000003</c:v>
                </c:pt>
                <c:pt idx="2427">
                  <c:v>5.68900000003</c:v>
                </c:pt>
                <c:pt idx="2428">
                  <c:v>5.68925000003</c:v>
                </c:pt>
                <c:pt idx="2429">
                  <c:v>5.69375000003</c:v>
                </c:pt>
                <c:pt idx="2430">
                  <c:v>5.69400000003</c:v>
                </c:pt>
                <c:pt idx="2431">
                  <c:v>5.69850000003</c:v>
                </c:pt>
                <c:pt idx="2432">
                  <c:v>5.69875000003</c:v>
                </c:pt>
                <c:pt idx="2433">
                  <c:v>5.70325000003</c:v>
                </c:pt>
                <c:pt idx="2434">
                  <c:v>5.70350000003</c:v>
                </c:pt>
                <c:pt idx="2435">
                  <c:v>5.70800000003</c:v>
                </c:pt>
                <c:pt idx="2436">
                  <c:v>5.70825000003</c:v>
                </c:pt>
                <c:pt idx="2437">
                  <c:v>5.71275000003</c:v>
                </c:pt>
                <c:pt idx="2438">
                  <c:v>5.71300000003</c:v>
                </c:pt>
                <c:pt idx="2439">
                  <c:v>5.71750000003</c:v>
                </c:pt>
                <c:pt idx="2440">
                  <c:v>5.71775000003</c:v>
                </c:pt>
                <c:pt idx="2441">
                  <c:v>5.72225000003</c:v>
                </c:pt>
                <c:pt idx="2442">
                  <c:v>5.72250000003</c:v>
                </c:pt>
                <c:pt idx="2443">
                  <c:v>5.72700000003</c:v>
                </c:pt>
                <c:pt idx="2444">
                  <c:v>5.72725000003</c:v>
                </c:pt>
                <c:pt idx="2445">
                  <c:v>5.73175000003</c:v>
                </c:pt>
                <c:pt idx="2446">
                  <c:v>5.73200000003</c:v>
                </c:pt>
                <c:pt idx="2447">
                  <c:v>5.73650000003</c:v>
                </c:pt>
                <c:pt idx="2448">
                  <c:v>5.73675000003</c:v>
                </c:pt>
                <c:pt idx="2449">
                  <c:v>5.74125000003</c:v>
                </c:pt>
                <c:pt idx="2450">
                  <c:v>5.74150000003</c:v>
                </c:pt>
                <c:pt idx="2451">
                  <c:v>5.74600000003</c:v>
                </c:pt>
                <c:pt idx="2452">
                  <c:v>5.74625000003</c:v>
                </c:pt>
                <c:pt idx="2453">
                  <c:v>5.75075000003</c:v>
                </c:pt>
                <c:pt idx="2454">
                  <c:v>5.75100000003</c:v>
                </c:pt>
                <c:pt idx="2455">
                  <c:v>5.75550000003</c:v>
                </c:pt>
                <c:pt idx="2456">
                  <c:v>5.75575000003</c:v>
                </c:pt>
                <c:pt idx="2457">
                  <c:v>5.76025000003</c:v>
                </c:pt>
                <c:pt idx="2458">
                  <c:v>5.76050000003</c:v>
                </c:pt>
                <c:pt idx="2459">
                  <c:v>5.76500000003</c:v>
                </c:pt>
                <c:pt idx="2460">
                  <c:v>5.76525000003</c:v>
                </c:pt>
                <c:pt idx="2461">
                  <c:v>5.76975000003</c:v>
                </c:pt>
                <c:pt idx="2462">
                  <c:v>5.77000000003</c:v>
                </c:pt>
                <c:pt idx="2463">
                  <c:v>5.77450000003</c:v>
                </c:pt>
                <c:pt idx="2464">
                  <c:v>5.77475000003</c:v>
                </c:pt>
                <c:pt idx="2465">
                  <c:v>5.77925000003</c:v>
                </c:pt>
                <c:pt idx="2466">
                  <c:v>5.77950000003</c:v>
                </c:pt>
                <c:pt idx="2467">
                  <c:v>5.78400000003</c:v>
                </c:pt>
                <c:pt idx="2468">
                  <c:v>5.78425000003</c:v>
                </c:pt>
                <c:pt idx="2469">
                  <c:v>5.78875000003</c:v>
                </c:pt>
                <c:pt idx="2470">
                  <c:v>5.78900000003</c:v>
                </c:pt>
                <c:pt idx="2471">
                  <c:v>5.79350000003</c:v>
                </c:pt>
                <c:pt idx="2472">
                  <c:v>5.79375000003</c:v>
                </c:pt>
                <c:pt idx="2473">
                  <c:v>5.79825000003</c:v>
                </c:pt>
                <c:pt idx="2474">
                  <c:v>5.79850000003</c:v>
                </c:pt>
                <c:pt idx="2475">
                  <c:v>5.80300000003</c:v>
                </c:pt>
                <c:pt idx="2476">
                  <c:v>5.80325000003</c:v>
                </c:pt>
                <c:pt idx="2477">
                  <c:v>5.80775000003</c:v>
                </c:pt>
                <c:pt idx="2478">
                  <c:v>5.80800000003</c:v>
                </c:pt>
                <c:pt idx="2479">
                  <c:v>5.81250000003</c:v>
                </c:pt>
                <c:pt idx="2480">
                  <c:v>5.81275000003</c:v>
                </c:pt>
                <c:pt idx="2481">
                  <c:v>5.81725000003</c:v>
                </c:pt>
                <c:pt idx="2482">
                  <c:v>5.81750000003</c:v>
                </c:pt>
                <c:pt idx="2483">
                  <c:v>5.82200000003</c:v>
                </c:pt>
                <c:pt idx="2484">
                  <c:v>5.82225000003</c:v>
                </c:pt>
                <c:pt idx="2485">
                  <c:v>5.82675000003</c:v>
                </c:pt>
                <c:pt idx="2486">
                  <c:v>5.82700000003</c:v>
                </c:pt>
                <c:pt idx="2487">
                  <c:v>5.83150000003</c:v>
                </c:pt>
                <c:pt idx="2488">
                  <c:v>5.83175000003</c:v>
                </c:pt>
                <c:pt idx="2489">
                  <c:v>5.83625000003</c:v>
                </c:pt>
                <c:pt idx="2490">
                  <c:v>5.83650000003</c:v>
                </c:pt>
                <c:pt idx="2491">
                  <c:v>5.84100000003</c:v>
                </c:pt>
                <c:pt idx="2492">
                  <c:v>5.84125000003</c:v>
                </c:pt>
                <c:pt idx="2493">
                  <c:v>5.84575000003</c:v>
                </c:pt>
                <c:pt idx="2494">
                  <c:v>5.84600000003</c:v>
                </c:pt>
                <c:pt idx="2495">
                  <c:v>5.85050000003</c:v>
                </c:pt>
                <c:pt idx="2496">
                  <c:v>5.85075000003</c:v>
                </c:pt>
                <c:pt idx="2497">
                  <c:v>5.85350000003</c:v>
                </c:pt>
                <c:pt idx="2498">
                  <c:v>5.85525000003</c:v>
                </c:pt>
                <c:pt idx="2499">
                  <c:v>5.85550000003</c:v>
                </c:pt>
                <c:pt idx="2500">
                  <c:v>5.86000000003</c:v>
                </c:pt>
                <c:pt idx="2501">
                  <c:v>5.86025000003</c:v>
                </c:pt>
                <c:pt idx="2502">
                  <c:v>5.86475000003</c:v>
                </c:pt>
                <c:pt idx="2503">
                  <c:v>5.86500000003</c:v>
                </c:pt>
                <c:pt idx="2504">
                  <c:v>5.86950000003</c:v>
                </c:pt>
                <c:pt idx="2505">
                  <c:v>5.86975000003</c:v>
                </c:pt>
                <c:pt idx="2506">
                  <c:v>5.87425000003</c:v>
                </c:pt>
                <c:pt idx="2507">
                  <c:v>5.87450000003</c:v>
                </c:pt>
                <c:pt idx="2508">
                  <c:v>5.87675000003</c:v>
                </c:pt>
                <c:pt idx="2509">
                  <c:v>5.87800000003</c:v>
                </c:pt>
                <c:pt idx="2510">
                  <c:v>5.87900000003</c:v>
                </c:pt>
                <c:pt idx="2511">
                  <c:v>5.87925000003</c:v>
                </c:pt>
                <c:pt idx="2512">
                  <c:v>5.88375000003</c:v>
                </c:pt>
                <c:pt idx="2513">
                  <c:v>5.88400000003</c:v>
                </c:pt>
                <c:pt idx="2514">
                  <c:v>5.88850000003</c:v>
                </c:pt>
                <c:pt idx="2515">
                  <c:v>5.88875000003</c:v>
                </c:pt>
                <c:pt idx="2516">
                  <c:v>5.89325000003</c:v>
                </c:pt>
                <c:pt idx="2517">
                  <c:v>5.89350000003</c:v>
                </c:pt>
                <c:pt idx="2518">
                  <c:v>5.89800000003</c:v>
                </c:pt>
                <c:pt idx="2519">
                  <c:v>5.89825000003</c:v>
                </c:pt>
                <c:pt idx="2520">
                  <c:v>5.90275000003</c:v>
                </c:pt>
                <c:pt idx="2521">
                  <c:v>5.90300000003</c:v>
                </c:pt>
                <c:pt idx="2522">
                  <c:v>5.90750000003</c:v>
                </c:pt>
                <c:pt idx="2523">
                  <c:v>5.90775000003</c:v>
                </c:pt>
                <c:pt idx="2524">
                  <c:v>5.91225000003</c:v>
                </c:pt>
                <c:pt idx="2525">
                  <c:v>5.91250000003</c:v>
                </c:pt>
                <c:pt idx="2526">
                  <c:v>5.91700000003</c:v>
                </c:pt>
                <c:pt idx="2527">
                  <c:v>5.91725000003</c:v>
                </c:pt>
                <c:pt idx="2528">
                  <c:v>5.92175000003</c:v>
                </c:pt>
                <c:pt idx="2529">
                  <c:v>5.92200000003</c:v>
                </c:pt>
                <c:pt idx="2530">
                  <c:v>5.92650000003</c:v>
                </c:pt>
                <c:pt idx="2531">
                  <c:v>5.92675000003</c:v>
                </c:pt>
                <c:pt idx="2532">
                  <c:v>5.93125000003</c:v>
                </c:pt>
                <c:pt idx="2533">
                  <c:v>5.93150000003</c:v>
                </c:pt>
                <c:pt idx="2534">
                  <c:v>5.93600000003</c:v>
                </c:pt>
                <c:pt idx="2535">
                  <c:v>5.93625000003</c:v>
                </c:pt>
                <c:pt idx="2536">
                  <c:v>5.94075000003</c:v>
                </c:pt>
                <c:pt idx="2537">
                  <c:v>5.94100000003</c:v>
                </c:pt>
                <c:pt idx="2538">
                  <c:v>5.94550000003</c:v>
                </c:pt>
                <c:pt idx="2539">
                  <c:v>5.94575000003</c:v>
                </c:pt>
                <c:pt idx="2540">
                  <c:v>5.95025000003</c:v>
                </c:pt>
                <c:pt idx="2541">
                  <c:v>5.95050000003</c:v>
                </c:pt>
                <c:pt idx="2542">
                  <c:v>5.95500000003</c:v>
                </c:pt>
                <c:pt idx="2543">
                  <c:v>5.95525000003</c:v>
                </c:pt>
                <c:pt idx="2544">
                  <c:v>5.95975000003</c:v>
                </c:pt>
                <c:pt idx="2545">
                  <c:v>5.96000000003</c:v>
                </c:pt>
                <c:pt idx="2546">
                  <c:v>5.96450000003</c:v>
                </c:pt>
                <c:pt idx="2547">
                  <c:v>5.96475000003</c:v>
                </c:pt>
                <c:pt idx="2548">
                  <c:v>5.96925000003</c:v>
                </c:pt>
                <c:pt idx="2549">
                  <c:v>5.96950000003</c:v>
                </c:pt>
                <c:pt idx="2550">
                  <c:v>5.97400000003</c:v>
                </c:pt>
                <c:pt idx="2551">
                  <c:v>5.97425000003</c:v>
                </c:pt>
                <c:pt idx="2552">
                  <c:v>5.97875000003</c:v>
                </c:pt>
                <c:pt idx="2553">
                  <c:v>5.97900000003</c:v>
                </c:pt>
                <c:pt idx="2554">
                  <c:v>5.98350000003</c:v>
                </c:pt>
                <c:pt idx="2555">
                  <c:v>5.98375000003</c:v>
                </c:pt>
                <c:pt idx="2556">
                  <c:v>5.98825000003</c:v>
                </c:pt>
                <c:pt idx="2557">
                  <c:v>5.98850000003</c:v>
                </c:pt>
                <c:pt idx="2558">
                  <c:v>5.99300000003</c:v>
                </c:pt>
                <c:pt idx="2559">
                  <c:v>5.99325000003</c:v>
                </c:pt>
                <c:pt idx="2560">
                  <c:v>5.99775000003</c:v>
                </c:pt>
                <c:pt idx="2561">
                  <c:v>5.99800000003</c:v>
                </c:pt>
                <c:pt idx="2562">
                  <c:v>6.00250000003</c:v>
                </c:pt>
                <c:pt idx="2563">
                  <c:v>6.00275000003</c:v>
                </c:pt>
                <c:pt idx="2564">
                  <c:v>6.00725000003</c:v>
                </c:pt>
                <c:pt idx="2565">
                  <c:v>6.00750000003</c:v>
                </c:pt>
                <c:pt idx="2566">
                  <c:v>6.01200000003</c:v>
                </c:pt>
                <c:pt idx="2567">
                  <c:v>6.01225000003</c:v>
                </c:pt>
                <c:pt idx="2568">
                  <c:v>6.01675000003</c:v>
                </c:pt>
                <c:pt idx="2569">
                  <c:v>6.01700000003</c:v>
                </c:pt>
                <c:pt idx="2570">
                  <c:v>6.02150000003</c:v>
                </c:pt>
                <c:pt idx="2571">
                  <c:v>6.02175000003</c:v>
                </c:pt>
                <c:pt idx="2572">
                  <c:v>6.02625000003</c:v>
                </c:pt>
                <c:pt idx="2573">
                  <c:v>6.02650000003</c:v>
                </c:pt>
                <c:pt idx="2574">
                  <c:v>6.03100000003</c:v>
                </c:pt>
                <c:pt idx="2575">
                  <c:v>6.03125000003</c:v>
                </c:pt>
                <c:pt idx="2576">
                  <c:v>6.03575000003</c:v>
                </c:pt>
                <c:pt idx="2577">
                  <c:v>6.03600000003</c:v>
                </c:pt>
                <c:pt idx="2578">
                  <c:v>6.04050000003</c:v>
                </c:pt>
                <c:pt idx="2579">
                  <c:v>6.04075000003</c:v>
                </c:pt>
                <c:pt idx="2580">
                  <c:v>6.04525000003</c:v>
                </c:pt>
                <c:pt idx="2581">
                  <c:v>6.04550000003</c:v>
                </c:pt>
                <c:pt idx="2582">
                  <c:v>6.05000000003</c:v>
                </c:pt>
                <c:pt idx="2583">
                  <c:v>6.05025000003</c:v>
                </c:pt>
                <c:pt idx="2584">
                  <c:v>6.05475000003</c:v>
                </c:pt>
                <c:pt idx="2585">
                  <c:v>6.05500000003</c:v>
                </c:pt>
                <c:pt idx="2586">
                  <c:v>6.05950000003</c:v>
                </c:pt>
                <c:pt idx="2587">
                  <c:v>6.05975000003</c:v>
                </c:pt>
                <c:pt idx="2588">
                  <c:v>6.06425000003</c:v>
                </c:pt>
                <c:pt idx="2589">
                  <c:v>6.06450000003</c:v>
                </c:pt>
                <c:pt idx="2590">
                  <c:v>6.06900000003</c:v>
                </c:pt>
                <c:pt idx="2591">
                  <c:v>6.06925000003</c:v>
                </c:pt>
                <c:pt idx="2592">
                  <c:v>6.07375000003</c:v>
                </c:pt>
                <c:pt idx="2593">
                  <c:v>6.07400000003</c:v>
                </c:pt>
                <c:pt idx="2594">
                  <c:v>6.07850000003</c:v>
                </c:pt>
                <c:pt idx="2595">
                  <c:v>6.07875000003</c:v>
                </c:pt>
                <c:pt idx="2596">
                  <c:v>6.08325000003</c:v>
                </c:pt>
                <c:pt idx="2597">
                  <c:v>6.08350000003</c:v>
                </c:pt>
                <c:pt idx="2598">
                  <c:v>6.08800000003</c:v>
                </c:pt>
                <c:pt idx="2599">
                  <c:v>6.08825000003</c:v>
                </c:pt>
                <c:pt idx="2600">
                  <c:v>6.09275000003</c:v>
                </c:pt>
                <c:pt idx="2601">
                  <c:v>6.09300000003</c:v>
                </c:pt>
                <c:pt idx="2602">
                  <c:v>6.09325000003</c:v>
                </c:pt>
                <c:pt idx="2603">
                  <c:v>6.09725000003</c:v>
                </c:pt>
                <c:pt idx="2604">
                  <c:v>6.09750000003</c:v>
                </c:pt>
                <c:pt idx="2605">
                  <c:v>6.09775000003</c:v>
                </c:pt>
                <c:pt idx="2606">
                  <c:v>6.10225000003</c:v>
                </c:pt>
                <c:pt idx="2607">
                  <c:v>6.10250000003</c:v>
                </c:pt>
                <c:pt idx="2608">
                  <c:v>6.10700000003</c:v>
                </c:pt>
                <c:pt idx="2609">
                  <c:v>6.10725000003</c:v>
                </c:pt>
                <c:pt idx="2610">
                  <c:v>6.11175000003</c:v>
                </c:pt>
                <c:pt idx="2611">
                  <c:v>6.11200000003</c:v>
                </c:pt>
                <c:pt idx="2612">
                  <c:v>6.11650000003</c:v>
                </c:pt>
                <c:pt idx="2613">
                  <c:v>6.11675000003</c:v>
                </c:pt>
                <c:pt idx="2614">
                  <c:v>6.12125000003</c:v>
                </c:pt>
                <c:pt idx="2615">
                  <c:v>6.12150000003</c:v>
                </c:pt>
                <c:pt idx="2616">
                  <c:v>6.12600000003</c:v>
                </c:pt>
                <c:pt idx="2617">
                  <c:v>6.12625000003</c:v>
                </c:pt>
                <c:pt idx="2618">
                  <c:v>6.13075000003</c:v>
                </c:pt>
                <c:pt idx="2619">
                  <c:v>6.13100000003</c:v>
                </c:pt>
                <c:pt idx="2620">
                  <c:v>6.13550000003</c:v>
                </c:pt>
                <c:pt idx="2621">
                  <c:v>6.13575000003</c:v>
                </c:pt>
                <c:pt idx="2622">
                  <c:v>6.14025000003</c:v>
                </c:pt>
                <c:pt idx="2623">
                  <c:v>6.14050000003</c:v>
                </c:pt>
                <c:pt idx="2624">
                  <c:v>6.14500000003</c:v>
                </c:pt>
                <c:pt idx="2625">
                  <c:v>6.14525000003</c:v>
                </c:pt>
                <c:pt idx="2626">
                  <c:v>6.14975000003</c:v>
                </c:pt>
                <c:pt idx="2627">
                  <c:v>6.15000000003</c:v>
                </c:pt>
                <c:pt idx="2628">
                  <c:v>6.15450000003</c:v>
                </c:pt>
                <c:pt idx="2629">
                  <c:v>6.15475000003</c:v>
                </c:pt>
                <c:pt idx="2630">
                  <c:v>6.15925000003</c:v>
                </c:pt>
                <c:pt idx="2631">
                  <c:v>6.15950000003</c:v>
                </c:pt>
                <c:pt idx="2632">
                  <c:v>6.16400000003</c:v>
                </c:pt>
                <c:pt idx="2633">
                  <c:v>6.16425000003</c:v>
                </c:pt>
                <c:pt idx="2634">
                  <c:v>6.16875000003</c:v>
                </c:pt>
                <c:pt idx="2635">
                  <c:v>6.16900000003</c:v>
                </c:pt>
                <c:pt idx="2636">
                  <c:v>6.17350000003</c:v>
                </c:pt>
                <c:pt idx="2637">
                  <c:v>6.17375000003</c:v>
                </c:pt>
                <c:pt idx="2638">
                  <c:v>6.17825000003</c:v>
                </c:pt>
                <c:pt idx="2639">
                  <c:v>6.17850000003</c:v>
                </c:pt>
                <c:pt idx="2640">
                  <c:v>6.18300000003</c:v>
                </c:pt>
                <c:pt idx="2641">
                  <c:v>6.18325000003</c:v>
                </c:pt>
                <c:pt idx="2642">
                  <c:v>6.18775000003</c:v>
                </c:pt>
                <c:pt idx="2643">
                  <c:v>6.18800000003</c:v>
                </c:pt>
                <c:pt idx="2644">
                  <c:v>6.19250000003</c:v>
                </c:pt>
                <c:pt idx="2645">
                  <c:v>6.19275000003</c:v>
                </c:pt>
                <c:pt idx="2646">
                  <c:v>6.19725000003</c:v>
                </c:pt>
                <c:pt idx="2647">
                  <c:v>6.19750000003</c:v>
                </c:pt>
                <c:pt idx="2648">
                  <c:v>6.20200000003</c:v>
                </c:pt>
                <c:pt idx="2649">
                  <c:v>6.20225000003</c:v>
                </c:pt>
                <c:pt idx="2650">
                  <c:v>6.20675000003</c:v>
                </c:pt>
                <c:pt idx="2651">
                  <c:v>6.20700000003</c:v>
                </c:pt>
                <c:pt idx="2652">
                  <c:v>6.21150000003</c:v>
                </c:pt>
                <c:pt idx="2653">
                  <c:v>6.21175000003</c:v>
                </c:pt>
                <c:pt idx="2654">
                  <c:v>6.21625000003</c:v>
                </c:pt>
                <c:pt idx="2655">
                  <c:v>6.21650000003</c:v>
                </c:pt>
                <c:pt idx="2656">
                  <c:v>6.22100000003</c:v>
                </c:pt>
                <c:pt idx="2657">
                  <c:v>6.22125000003</c:v>
                </c:pt>
                <c:pt idx="2658">
                  <c:v>6.22575000003</c:v>
                </c:pt>
                <c:pt idx="2659">
                  <c:v>6.22600000003</c:v>
                </c:pt>
                <c:pt idx="2660">
                  <c:v>6.23050000003</c:v>
                </c:pt>
                <c:pt idx="2661">
                  <c:v>6.23075000003</c:v>
                </c:pt>
                <c:pt idx="2662">
                  <c:v>6.23525000003</c:v>
                </c:pt>
                <c:pt idx="2663">
                  <c:v>6.23550000003</c:v>
                </c:pt>
                <c:pt idx="2664">
                  <c:v>6.24000000003</c:v>
                </c:pt>
                <c:pt idx="2665">
                  <c:v>6.24025000003</c:v>
                </c:pt>
                <c:pt idx="2666">
                  <c:v>6.24475000003</c:v>
                </c:pt>
                <c:pt idx="2667">
                  <c:v>6.24500000003</c:v>
                </c:pt>
                <c:pt idx="2668">
                  <c:v>6.24950000003</c:v>
                </c:pt>
                <c:pt idx="2669">
                  <c:v>6.24975000003</c:v>
                </c:pt>
                <c:pt idx="2670">
                  <c:v>6.25425000003</c:v>
                </c:pt>
                <c:pt idx="2671">
                  <c:v>6.25450000003</c:v>
                </c:pt>
                <c:pt idx="2672">
                  <c:v>6.25900000003</c:v>
                </c:pt>
                <c:pt idx="2673">
                  <c:v>6.25925000003</c:v>
                </c:pt>
                <c:pt idx="2674">
                  <c:v>6.26375000003</c:v>
                </c:pt>
                <c:pt idx="2675">
                  <c:v>6.26400000003</c:v>
                </c:pt>
                <c:pt idx="2676">
                  <c:v>6.26850000003</c:v>
                </c:pt>
                <c:pt idx="2677">
                  <c:v>6.26875000003</c:v>
                </c:pt>
                <c:pt idx="2678">
                  <c:v>6.27325000003</c:v>
                </c:pt>
                <c:pt idx="2679">
                  <c:v>6.27350000003</c:v>
                </c:pt>
                <c:pt idx="2680">
                  <c:v>6.27800000003</c:v>
                </c:pt>
                <c:pt idx="2681">
                  <c:v>6.27825000003</c:v>
                </c:pt>
                <c:pt idx="2682">
                  <c:v>6.28275000003</c:v>
                </c:pt>
                <c:pt idx="2683">
                  <c:v>6.28300000003</c:v>
                </c:pt>
                <c:pt idx="2684">
                  <c:v>6.28750000003</c:v>
                </c:pt>
                <c:pt idx="2685">
                  <c:v>6.28775000003</c:v>
                </c:pt>
                <c:pt idx="2686">
                  <c:v>6.29225000003</c:v>
                </c:pt>
                <c:pt idx="2687">
                  <c:v>6.29250000003</c:v>
                </c:pt>
                <c:pt idx="2688">
                  <c:v>6.29700000003</c:v>
                </c:pt>
                <c:pt idx="2689">
                  <c:v>6.29725000003</c:v>
                </c:pt>
                <c:pt idx="2690">
                  <c:v>6.30175000003</c:v>
                </c:pt>
                <c:pt idx="2691">
                  <c:v>6.30200000003</c:v>
                </c:pt>
                <c:pt idx="2692">
                  <c:v>6.30550000003</c:v>
                </c:pt>
                <c:pt idx="2693">
                  <c:v>6.30650000003</c:v>
                </c:pt>
                <c:pt idx="2694">
                  <c:v>6.30675000003</c:v>
                </c:pt>
                <c:pt idx="2695">
                  <c:v>6.31125000003</c:v>
                </c:pt>
                <c:pt idx="2696">
                  <c:v>6.31150000003</c:v>
                </c:pt>
                <c:pt idx="2697">
                  <c:v>6.31600000003</c:v>
                </c:pt>
                <c:pt idx="2698">
                  <c:v>6.31625000003</c:v>
                </c:pt>
                <c:pt idx="2699">
                  <c:v>6.31775000003</c:v>
                </c:pt>
                <c:pt idx="2700">
                  <c:v>6.31875000003</c:v>
                </c:pt>
                <c:pt idx="2701">
                  <c:v>6.32075000003</c:v>
                </c:pt>
                <c:pt idx="2702">
                  <c:v>6.32100000003</c:v>
                </c:pt>
                <c:pt idx="2703">
                  <c:v>6.32550000003</c:v>
                </c:pt>
                <c:pt idx="2704">
                  <c:v>6.32575000003</c:v>
                </c:pt>
                <c:pt idx="2705">
                  <c:v>6.33025000003</c:v>
                </c:pt>
                <c:pt idx="2706">
                  <c:v>6.33050000003</c:v>
                </c:pt>
                <c:pt idx="2707">
                  <c:v>6.33500000003</c:v>
                </c:pt>
                <c:pt idx="2708">
                  <c:v>6.33525000003</c:v>
                </c:pt>
                <c:pt idx="2709">
                  <c:v>6.33975000003</c:v>
                </c:pt>
                <c:pt idx="2710">
                  <c:v>6.34000000003</c:v>
                </c:pt>
                <c:pt idx="2711">
                  <c:v>6.34450000003</c:v>
                </c:pt>
                <c:pt idx="2712">
                  <c:v>6.34475000003</c:v>
                </c:pt>
                <c:pt idx="2713">
                  <c:v>6.34925000003</c:v>
                </c:pt>
                <c:pt idx="2714">
                  <c:v>6.34950000003</c:v>
                </c:pt>
                <c:pt idx="2715">
                  <c:v>6.35400000003</c:v>
                </c:pt>
                <c:pt idx="2716">
                  <c:v>6.35425000003</c:v>
                </c:pt>
                <c:pt idx="2717">
                  <c:v>6.35875000003</c:v>
                </c:pt>
                <c:pt idx="2718">
                  <c:v>6.35900000003</c:v>
                </c:pt>
                <c:pt idx="2719">
                  <c:v>6.36350000003</c:v>
                </c:pt>
                <c:pt idx="2720">
                  <c:v>6.36375000003</c:v>
                </c:pt>
                <c:pt idx="2721">
                  <c:v>6.36825000003</c:v>
                </c:pt>
                <c:pt idx="2722">
                  <c:v>6.36850000003</c:v>
                </c:pt>
                <c:pt idx="2723">
                  <c:v>6.37300000003</c:v>
                </c:pt>
                <c:pt idx="2724">
                  <c:v>6.37325000003</c:v>
                </c:pt>
                <c:pt idx="2725">
                  <c:v>6.37775000003</c:v>
                </c:pt>
                <c:pt idx="2726">
                  <c:v>6.37800000003</c:v>
                </c:pt>
                <c:pt idx="2727">
                  <c:v>6.38250000003</c:v>
                </c:pt>
                <c:pt idx="2728">
                  <c:v>6.38275000003</c:v>
                </c:pt>
                <c:pt idx="2729">
                  <c:v>6.38725000003</c:v>
                </c:pt>
                <c:pt idx="2730">
                  <c:v>6.38750000003</c:v>
                </c:pt>
                <c:pt idx="2731">
                  <c:v>6.39200000003</c:v>
                </c:pt>
                <c:pt idx="2732">
                  <c:v>6.39225000003</c:v>
                </c:pt>
                <c:pt idx="2733">
                  <c:v>6.39675000003</c:v>
                </c:pt>
                <c:pt idx="2734">
                  <c:v>6.39700000003</c:v>
                </c:pt>
                <c:pt idx="2735">
                  <c:v>6.40150000003</c:v>
                </c:pt>
                <c:pt idx="2736">
                  <c:v>6.40175000003</c:v>
                </c:pt>
                <c:pt idx="2737">
                  <c:v>6.40625000003</c:v>
                </c:pt>
                <c:pt idx="2738">
                  <c:v>6.40650000003</c:v>
                </c:pt>
                <c:pt idx="2739">
                  <c:v>6.41100000003</c:v>
                </c:pt>
                <c:pt idx="2740">
                  <c:v>6.41125000003</c:v>
                </c:pt>
                <c:pt idx="2741">
                  <c:v>6.41575000003</c:v>
                </c:pt>
                <c:pt idx="2742">
                  <c:v>6.41600000003</c:v>
                </c:pt>
                <c:pt idx="2743">
                  <c:v>6.42050000003</c:v>
                </c:pt>
                <c:pt idx="2744">
                  <c:v>6.42075000003</c:v>
                </c:pt>
                <c:pt idx="2745">
                  <c:v>6.42525000003</c:v>
                </c:pt>
                <c:pt idx="2746">
                  <c:v>6.42550000003</c:v>
                </c:pt>
                <c:pt idx="2747">
                  <c:v>6.43000000003</c:v>
                </c:pt>
                <c:pt idx="2748">
                  <c:v>6.43025000003</c:v>
                </c:pt>
                <c:pt idx="2749">
                  <c:v>6.43475000003</c:v>
                </c:pt>
                <c:pt idx="2750">
                  <c:v>6.43500000003</c:v>
                </c:pt>
                <c:pt idx="2751">
                  <c:v>6.43950000003</c:v>
                </c:pt>
                <c:pt idx="2752">
                  <c:v>6.43975000003</c:v>
                </c:pt>
                <c:pt idx="2753">
                  <c:v>6.44425000003</c:v>
                </c:pt>
                <c:pt idx="2754">
                  <c:v>6.44450000003</c:v>
                </c:pt>
                <c:pt idx="2755">
                  <c:v>6.44900000003</c:v>
                </c:pt>
                <c:pt idx="2756">
                  <c:v>6.44925000003</c:v>
                </c:pt>
                <c:pt idx="2757">
                  <c:v>6.45375000003</c:v>
                </c:pt>
                <c:pt idx="2758">
                  <c:v>6.45400000003</c:v>
                </c:pt>
                <c:pt idx="2759">
                  <c:v>6.45850000003</c:v>
                </c:pt>
                <c:pt idx="2760">
                  <c:v>6.45875000003</c:v>
                </c:pt>
                <c:pt idx="2761">
                  <c:v>6.46325000003</c:v>
                </c:pt>
                <c:pt idx="2762">
                  <c:v>6.46350000003</c:v>
                </c:pt>
                <c:pt idx="2763">
                  <c:v>6.46800000003</c:v>
                </c:pt>
                <c:pt idx="2764">
                  <c:v>6.46825000003</c:v>
                </c:pt>
                <c:pt idx="2765">
                  <c:v>6.47275000003</c:v>
                </c:pt>
                <c:pt idx="2766">
                  <c:v>6.47300000003</c:v>
                </c:pt>
                <c:pt idx="2767">
                  <c:v>6.47750000003</c:v>
                </c:pt>
                <c:pt idx="2768">
                  <c:v>6.47775000003</c:v>
                </c:pt>
                <c:pt idx="2769">
                  <c:v>6.48225000003</c:v>
                </c:pt>
                <c:pt idx="2770">
                  <c:v>6.48250000003</c:v>
                </c:pt>
                <c:pt idx="2771">
                  <c:v>6.48700000003</c:v>
                </c:pt>
                <c:pt idx="2772">
                  <c:v>6.48725000003</c:v>
                </c:pt>
                <c:pt idx="2773">
                  <c:v>6.49175000003</c:v>
                </c:pt>
                <c:pt idx="2774">
                  <c:v>6.49200000003</c:v>
                </c:pt>
                <c:pt idx="2775">
                  <c:v>6.49650000003</c:v>
                </c:pt>
                <c:pt idx="2776">
                  <c:v>6.49675000003</c:v>
                </c:pt>
                <c:pt idx="2777">
                  <c:v>6.50125000003</c:v>
                </c:pt>
                <c:pt idx="2778">
                  <c:v>6.50150000003</c:v>
                </c:pt>
                <c:pt idx="2779">
                  <c:v>6.50600000003</c:v>
                </c:pt>
                <c:pt idx="2780">
                  <c:v>6.50625000003</c:v>
                </c:pt>
                <c:pt idx="2781">
                  <c:v>6.51075000003</c:v>
                </c:pt>
                <c:pt idx="2782">
                  <c:v>6.51100000003</c:v>
                </c:pt>
                <c:pt idx="2783">
                  <c:v>6.51550000003</c:v>
                </c:pt>
                <c:pt idx="2784">
                  <c:v>6.51575000003</c:v>
                </c:pt>
                <c:pt idx="2785">
                  <c:v>6.52025000003</c:v>
                </c:pt>
                <c:pt idx="2786">
                  <c:v>6.52050000003</c:v>
                </c:pt>
                <c:pt idx="2787">
                  <c:v>6.52500000003</c:v>
                </c:pt>
                <c:pt idx="2788">
                  <c:v>6.52525000003</c:v>
                </c:pt>
                <c:pt idx="2789">
                  <c:v>6.52925000003</c:v>
                </c:pt>
                <c:pt idx="2790">
                  <c:v>6.52975000003</c:v>
                </c:pt>
                <c:pt idx="2791">
                  <c:v>6.53000000003</c:v>
                </c:pt>
                <c:pt idx="2792">
                  <c:v>6.53450000003</c:v>
                </c:pt>
                <c:pt idx="2793">
                  <c:v>6.53475000003</c:v>
                </c:pt>
                <c:pt idx="2794">
                  <c:v>6.53825000003</c:v>
                </c:pt>
                <c:pt idx="2795">
                  <c:v>6.53900000003</c:v>
                </c:pt>
                <c:pt idx="2796">
                  <c:v>6.53925000003</c:v>
                </c:pt>
                <c:pt idx="2797">
                  <c:v>6.53950000003</c:v>
                </c:pt>
                <c:pt idx="2798">
                  <c:v>6.54400000003</c:v>
                </c:pt>
                <c:pt idx="2799">
                  <c:v>6.54425000003</c:v>
                </c:pt>
                <c:pt idx="2800">
                  <c:v>6.54875000003</c:v>
                </c:pt>
                <c:pt idx="2801">
                  <c:v>6.54900000003</c:v>
                </c:pt>
                <c:pt idx="2802">
                  <c:v>6.55350000003</c:v>
                </c:pt>
                <c:pt idx="2803">
                  <c:v>6.55375000003</c:v>
                </c:pt>
                <c:pt idx="2804">
                  <c:v>6.55825000003</c:v>
                </c:pt>
                <c:pt idx="2805">
                  <c:v>6.55850000003</c:v>
                </c:pt>
                <c:pt idx="2806">
                  <c:v>6.56300000003</c:v>
                </c:pt>
                <c:pt idx="2807">
                  <c:v>6.56325000003</c:v>
                </c:pt>
                <c:pt idx="2808">
                  <c:v>6.56775000003</c:v>
                </c:pt>
                <c:pt idx="2809">
                  <c:v>6.56800000003</c:v>
                </c:pt>
                <c:pt idx="2810">
                  <c:v>6.57250000003</c:v>
                </c:pt>
                <c:pt idx="2811">
                  <c:v>6.57275000003</c:v>
                </c:pt>
                <c:pt idx="2812">
                  <c:v>6.57725000003</c:v>
                </c:pt>
                <c:pt idx="2813">
                  <c:v>6.57750000003</c:v>
                </c:pt>
                <c:pt idx="2814">
                  <c:v>6.58200000003</c:v>
                </c:pt>
                <c:pt idx="2815">
                  <c:v>6.58225000003</c:v>
                </c:pt>
                <c:pt idx="2816">
                  <c:v>6.58675000003</c:v>
                </c:pt>
                <c:pt idx="2817">
                  <c:v>6.58700000003</c:v>
                </c:pt>
                <c:pt idx="2818">
                  <c:v>6.59150000003</c:v>
                </c:pt>
                <c:pt idx="2819">
                  <c:v>6.59175000003</c:v>
                </c:pt>
                <c:pt idx="2820">
                  <c:v>6.59625000003</c:v>
                </c:pt>
                <c:pt idx="2821">
                  <c:v>6.59650000003</c:v>
                </c:pt>
                <c:pt idx="2822">
                  <c:v>6.60100000003</c:v>
                </c:pt>
                <c:pt idx="2823">
                  <c:v>6.60125000003</c:v>
                </c:pt>
                <c:pt idx="2824">
                  <c:v>6.60575000003</c:v>
                </c:pt>
                <c:pt idx="2825">
                  <c:v>6.60600000003</c:v>
                </c:pt>
                <c:pt idx="2826">
                  <c:v>6.61050000003</c:v>
                </c:pt>
                <c:pt idx="2827">
                  <c:v>6.61075000003</c:v>
                </c:pt>
                <c:pt idx="2828">
                  <c:v>6.61525000003</c:v>
                </c:pt>
                <c:pt idx="2829">
                  <c:v>6.61550000003</c:v>
                </c:pt>
                <c:pt idx="2830">
                  <c:v>6.62000000003</c:v>
                </c:pt>
                <c:pt idx="2831">
                  <c:v>6.62025000003</c:v>
                </c:pt>
                <c:pt idx="2832">
                  <c:v>6.62475000003</c:v>
                </c:pt>
                <c:pt idx="2833">
                  <c:v>6.62500000003</c:v>
                </c:pt>
                <c:pt idx="2834">
                  <c:v>6.62950000003</c:v>
                </c:pt>
                <c:pt idx="2835">
                  <c:v>6.62975000003</c:v>
                </c:pt>
                <c:pt idx="2836">
                  <c:v>6.63425000003</c:v>
                </c:pt>
                <c:pt idx="2837">
                  <c:v>6.63450000003</c:v>
                </c:pt>
                <c:pt idx="2838">
                  <c:v>6.63900000003</c:v>
                </c:pt>
                <c:pt idx="2839">
                  <c:v>6.63925000003</c:v>
                </c:pt>
                <c:pt idx="2840">
                  <c:v>6.64375000003</c:v>
                </c:pt>
                <c:pt idx="2841">
                  <c:v>6.64400000003</c:v>
                </c:pt>
                <c:pt idx="2842">
                  <c:v>6.64850000003</c:v>
                </c:pt>
                <c:pt idx="2843">
                  <c:v>6.64875000003</c:v>
                </c:pt>
                <c:pt idx="2844">
                  <c:v>6.65325000003</c:v>
                </c:pt>
                <c:pt idx="2845">
                  <c:v>6.65350000003</c:v>
                </c:pt>
                <c:pt idx="2846">
                  <c:v>6.65800000003</c:v>
                </c:pt>
                <c:pt idx="2847">
                  <c:v>6.65825000003</c:v>
                </c:pt>
                <c:pt idx="2848">
                  <c:v>6.66275000003</c:v>
                </c:pt>
                <c:pt idx="2849">
                  <c:v>6.66300000003</c:v>
                </c:pt>
                <c:pt idx="2850">
                  <c:v>6.66750000003</c:v>
                </c:pt>
                <c:pt idx="2851">
                  <c:v>6.66775000003</c:v>
                </c:pt>
                <c:pt idx="2852">
                  <c:v>6.67225000003</c:v>
                </c:pt>
                <c:pt idx="2853">
                  <c:v>6.67250000003</c:v>
                </c:pt>
                <c:pt idx="2854">
                  <c:v>6.67700000003</c:v>
                </c:pt>
                <c:pt idx="2855">
                  <c:v>6.67725000003</c:v>
                </c:pt>
                <c:pt idx="2856">
                  <c:v>6.68175000003</c:v>
                </c:pt>
                <c:pt idx="2857">
                  <c:v>6.68200000003</c:v>
                </c:pt>
                <c:pt idx="2858">
                  <c:v>6.68650000003</c:v>
                </c:pt>
                <c:pt idx="2859">
                  <c:v>6.68675000003</c:v>
                </c:pt>
                <c:pt idx="2860">
                  <c:v>6.69125000003</c:v>
                </c:pt>
                <c:pt idx="2861">
                  <c:v>6.69150000003</c:v>
                </c:pt>
                <c:pt idx="2862">
                  <c:v>6.69600000003</c:v>
                </c:pt>
                <c:pt idx="2863">
                  <c:v>6.69625000003</c:v>
                </c:pt>
                <c:pt idx="2864">
                  <c:v>6.70075000003</c:v>
                </c:pt>
                <c:pt idx="2865">
                  <c:v>6.70100000003</c:v>
                </c:pt>
                <c:pt idx="2866">
                  <c:v>6.70550000003</c:v>
                </c:pt>
                <c:pt idx="2867">
                  <c:v>6.70575000003</c:v>
                </c:pt>
                <c:pt idx="2868">
                  <c:v>6.71025000003</c:v>
                </c:pt>
                <c:pt idx="2869">
                  <c:v>6.71050000003</c:v>
                </c:pt>
                <c:pt idx="2870">
                  <c:v>6.71500000003</c:v>
                </c:pt>
                <c:pt idx="2871">
                  <c:v>6.71525000003</c:v>
                </c:pt>
                <c:pt idx="2872">
                  <c:v>6.71975000003</c:v>
                </c:pt>
                <c:pt idx="2873">
                  <c:v>6.72000000003</c:v>
                </c:pt>
                <c:pt idx="2874">
                  <c:v>6.72450000003</c:v>
                </c:pt>
                <c:pt idx="2875">
                  <c:v>6.72475000003</c:v>
                </c:pt>
                <c:pt idx="2876">
                  <c:v>6.72925000003</c:v>
                </c:pt>
                <c:pt idx="2877">
                  <c:v>6.72950000003</c:v>
                </c:pt>
                <c:pt idx="2878">
                  <c:v>6.73400000003</c:v>
                </c:pt>
                <c:pt idx="2879">
                  <c:v>6.73425000003</c:v>
                </c:pt>
                <c:pt idx="2880">
                  <c:v>6.73875000003</c:v>
                </c:pt>
                <c:pt idx="2881">
                  <c:v>6.73900000003</c:v>
                </c:pt>
                <c:pt idx="2882">
                  <c:v>6.74350000003</c:v>
                </c:pt>
                <c:pt idx="2883">
                  <c:v>6.74375000003</c:v>
                </c:pt>
                <c:pt idx="2884">
                  <c:v>6.74825000003</c:v>
                </c:pt>
                <c:pt idx="2885">
                  <c:v>6.74850000003</c:v>
                </c:pt>
                <c:pt idx="2886">
                  <c:v>6.75275000003</c:v>
                </c:pt>
                <c:pt idx="2887">
                  <c:v>6.75300000003</c:v>
                </c:pt>
                <c:pt idx="2888">
                  <c:v>6.75325000003</c:v>
                </c:pt>
                <c:pt idx="2889">
                  <c:v>6.75775000003</c:v>
                </c:pt>
                <c:pt idx="2890">
                  <c:v>6.75800000003</c:v>
                </c:pt>
                <c:pt idx="2891">
                  <c:v>6.75875000003</c:v>
                </c:pt>
                <c:pt idx="2892">
                  <c:v>6.75925000003</c:v>
                </c:pt>
                <c:pt idx="2893">
                  <c:v>6.76250000003</c:v>
                </c:pt>
                <c:pt idx="2894">
                  <c:v>6.76275000003</c:v>
                </c:pt>
                <c:pt idx="2895">
                  <c:v>6.76725000003</c:v>
                </c:pt>
                <c:pt idx="2896">
                  <c:v>6.76750000003</c:v>
                </c:pt>
                <c:pt idx="2897">
                  <c:v>6.77200000003</c:v>
                </c:pt>
                <c:pt idx="2898">
                  <c:v>6.77225000003</c:v>
                </c:pt>
                <c:pt idx="2899">
                  <c:v>6.77675000003</c:v>
                </c:pt>
                <c:pt idx="2900">
                  <c:v>6.77700000003</c:v>
                </c:pt>
                <c:pt idx="2901">
                  <c:v>6.78150000003</c:v>
                </c:pt>
                <c:pt idx="2902">
                  <c:v>6.78175000003</c:v>
                </c:pt>
                <c:pt idx="2903">
                  <c:v>6.78625000003</c:v>
                </c:pt>
                <c:pt idx="2904">
                  <c:v>6.78650000003</c:v>
                </c:pt>
                <c:pt idx="2905">
                  <c:v>6.79100000003</c:v>
                </c:pt>
                <c:pt idx="2906">
                  <c:v>6.79125000003</c:v>
                </c:pt>
                <c:pt idx="2907">
                  <c:v>6.79575000003</c:v>
                </c:pt>
                <c:pt idx="2908">
                  <c:v>6.79600000003</c:v>
                </c:pt>
                <c:pt idx="2909">
                  <c:v>6.80050000003</c:v>
                </c:pt>
                <c:pt idx="2910">
                  <c:v>6.80075000003</c:v>
                </c:pt>
                <c:pt idx="2911">
                  <c:v>6.80525000003</c:v>
                </c:pt>
                <c:pt idx="2912">
                  <c:v>6.80550000003</c:v>
                </c:pt>
                <c:pt idx="2913">
                  <c:v>6.81000000003</c:v>
                </c:pt>
                <c:pt idx="2914">
                  <c:v>6.81025000003</c:v>
                </c:pt>
                <c:pt idx="2915">
                  <c:v>6.81475000003</c:v>
                </c:pt>
                <c:pt idx="2916">
                  <c:v>6.81500000003</c:v>
                </c:pt>
                <c:pt idx="2917">
                  <c:v>6.81950000003</c:v>
                </c:pt>
                <c:pt idx="2918">
                  <c:v>6.81975000003</c:v>
                </c:pt>
                <c:pt idx="2919">
                  <c:v>6.82425000003</c:v>
                </c:pt>
                <c:pt idx="2920">
                  <c:v>6.82450000003</c:v>
                </c:pt>
                <c:pt idx="2921">
                  <c:v>6.82900000003</c:v>
                </c:pt>
                <c:pt idx="2922">
                  <c:v>6.82925000003</c:v>
                </c:pt>
                <c:pt idx="2923">
                  <c:v>6.83375000003</c:v>
                </c:pt>
                <c:pt idx="2924">
                  <c:v>6.83400000003</c:v>
                </c:pt>
                <c:pt idx="2925">
                  <c:v>6.83850000003</c:v>
                </c:pt>
                <c:pt idx="2926">
                  <c:v>6.83875000003</c:v>
                </c:pt>
                <c:pt idx="2927">
                  <c:v>6.84325000003</c:v>
                </c:pt>
                <c:pt idx="2928">
                  <c:v>6.84350000003</c:v>
                </c:pt>
                <c:pt idx="2929">
                  <c:v>6.84800000003</c:v>
                </c:pt>
                <c:pt idx="2930">
                  <c:v>6.84825000003</c:v>
                </c:pt>
                <c:pt idx="2931">
                  <c:v>6.85275000003</c:v>
                </c:pt>
                <c:pt idx="2932">
                  <c:v>6.85300000003</c:v>
                </c:pt>
                <c:pt idx="2933">
                  <c:v>6.85750000003</c:v>
                </c:pt>
                <c:pt idx="2934">
                  <c:v>6.85775000003</c:v>
                </c:pt>
                <c:pt idx="2935">
                  <c:v>6.86225000003</c:v>
                </c:pt>
                <c:pt idx="2936">
                  <c:v>6.86250000003</c:v>
                </c:pt>
                <c:pt idx="2937">
                  <c:v>6.86700000003</c:v>
                </c:pt>
                <c:pt idx="2938">
                  <c:v>6.86725000003</c:v>
                </c:pt>
                <c:pt idx="2939">
                  <c:v>6.87175000003</c:v>
                </c:pt>
                <c:pt idx="2940">
                  <c:v>6.87200000003</c:v>
                </c:pt>
                <c:pt idx="2941">
                  <c:v>6.87650000003</c:v>
                </c:pt>
                <c:pt idx="2942">
                  <c:v>6.87675000003</c:v>
                </c:pt>
                <c:pt idx="2943">
                  <c:v>6.88125000003</c:v>
                </c:pt>
                <c:pt idx="2944">
                  <c:v>6.88150000003</c:v>
                </c:pt>
                <c:pt idx="2945">
                  <c:v>6.88600000003</c:v>
                </c:pt>
                <c:pt idx="2946">
                  <c:v>6.88625000003</c:v>
                </c:pt>
                <c:pt idx="2947">
                  <c:v>6.89075000003</c:v>
                </c:pt>
                <c:pt idx="2948">
                  <c:v>6.89100000003</c:v>
                </c:pt>
                <c:pt idx="2949">
                  <c:v>6.89550000003</c:v>
                </c:pt>
                <c:pt idx="2950">
                  <c:v>6.89575000003</c:v>
                </c:pt>
                <c:pt idx="2951">
                  <c:v>6.90025000003</c:v>
                </c:pt>
                <c:pt idx="2952">
                  <c:v>6.90050000003</c:v>
                </c:pt>
                <c:pt idx="2953">
                  <c:v>6.90500000003</c:v>
                </c:pt>
                <c:pt idx="2954">
                  <c:v>6.90525000003</c:v>
                </c:pt>
                <c:pt idx="2955">
                  <c:v>6.90975000003</c:v>
                </c:pt>
                <c:pt idx="2956">
                  <c:v>6.91000000003</c:v>
                </c:pt>
                <c:pt idx="2957">
                  <c:v>6.91450000003</c:v>
                </c:pt>
                <c:pt idx="2958">
                  <c:v>6.91475000003</c:v>
                </c:pt>
                <c:pt idx="2959">
                  <c:v>6.91925000003</c:v>
                </c:pt>
                <c:pt idx="2960">
                  <c:v>6.91950000003</c:v>
                </c:pt>
                <c:pt idx="2961">
                  <c:v>6.92400000003</c:v>
                </c:pt>
                <c:pt idx="2962">
                  <c:v>6.92425000003</c:v>
                </c:pt>
                <c:pt idx="2963">
                  <c:v>6.92875000003</c:v>
                </c:pt>
                <c:pt idx="2964">
                  <c:v>6.92900000003</c:v>
                </c:pt>
                <c:pt idx="2965">
                  <c:v>6.93350000003</c:v>
                </c:pt>
                <c:pt idx="2966">
                  <c:v>6.93375000003</c:v>
                </c:pt>
                <c:pt idx="2967">
                  <c:v>6.93825000003</c:v>
                </c:pt>
                <c:pt idx="2968">
                  <c:v>6.93850000003</c:v>
                </c:pt>
                <c:pt idx="2969">
                  <c:v>6.94300000003</c:v>
                </c:pt>
                <c:pt idx="2970">
                  <c:v>6.94325000003</c:v>
                </c:pt>
                <c:pt idx="2971">
                  <c:v>6.94775000003</c:v>
                </c:pt>
                <c:pt idx="2972">
                  <c:v>6.94800000003</c:v>
                </c:pt>
                <c:pt idx="2973">
                  <c:v>6.95250000003</c:v>
                </c:pt>
                <c:pt idx="2974">
                  <c:v>6.95275000003</c:v>
                </c:pt>
                <c:pt idx="2975">
                  <c:v>6.95725000003</c:v>
                </c:pt>
                <c:pt idx="2976">
                  <c:v>6.95750000003</c:v>
                </c:pt>
                <c:pt idx="2977">
                  <c:v>6.96200000003</c:v>
                </c:pt>
                <c:pt idx="2978">
                  <c:v>6.96225000003</c:v>
                </c:pt>
                <c:pt idx="2979">
                  <c:v>6.96675000003</c:v>
                </c:pt>
                <c:pt idx="2980">
                  <c:v>6.96700000003</c:v>
                </c:pt>
                <c:pt idx="2981">
                  <c:v>6.96900000003</c:v>
                </c:pt>
                <c:pt idx="2982">
                  <c:v>6.97150000003</c:v>
                </c:pt>
                <c:pt idx="2983">
                  <c:v>6.97175000003</c:v>
                </c:pt>
                <c:pt idx="2984">
                  <c:v>6.97625000003</c:v>
                </c:pt>
                <c:pt idx="2985">
                  <c:v>6.97650000003</c:v>
                </c:pt>
                <c:pt idx="2986">
                  <c:v>6.97925000003</c:v>
                </c:pt>
                <c:pt idx="2987">
                  <c:v>6.98050000003</c:v>
                </c:pt>
                <c:pt idx="2988">
                  <c:v>6.98100000003</c:v>
                </c:pt>
                <c:pt idx="2989">
                  <c:v>6.98125000003</c:v>
                </c:pt>
                <c:pt idx="2990">
                  <c:v>6.98575000003</c:v>
                </c:pt>
                <c:pt idx="2991">
                  <c:v>6.98600000003</c:v>
                </c:pt>
                <c:pt idx="2992">
                  <c:v>6.99050000003</c:v>
                </c:pt>
                <c:pt idx="2993">
                  <c:v>6.99075000003</c:v>
                </c:pt>
                <c:pt idx="2994">
                  <c:v>6.99525000003</c:v>
                </c:pt>
                <c:pt idx="2995">
                  <c:v>6.99550000003</c:v>
                </c:pt>
                <c:pt idx="2996">
                  <c:v>6.99950000003</c:v>
                </c:pt>
                <c:pt idx="2997">
                  <c:v>6.99975000003</c:v>
                </c:pt>
                <c:pt idx="2998">
                  <c:v>7.00000000003</c:v>
                </c:pt>
              </c:numCache>
            </c:numRef>
          </c:xVal>
          <c:yVal>
            <c:numRef>
              <c:f>'Chart Data'!$B$2:$B$3000</c:f>
              <c:numCache>
                <c:formatCode>0.0</c:formatCode>
                <c:ptCount val="2999"/>
                <c:pt idx="0">
                  <c:v>6.89511042876</c:v>
                </c:pt>
                <c:pt idx="1">
                  <c:v>6.8961356254</c:v>
                </c:pt>
                <c:pt idx="2">
                  <c:v>6.89613858864</c:v>
                </c:pt>
                <c:pt idx="3">
                  <c:v>6.89619263707</c:v>
                </c:pt>
                <c:pt idx="4">
                  <c:v>6.8961953138</c:v>
                </c:pt>
                <c:pt idx="5">
                  <c:v>6.89624275088</c:v>
                </c:pt>
                <c:pt idx="6">
                  <c:v>6.8962451064</c:v>
                </c:pt>
                <c:pt idx="7">
                  <c:v>6.89628994418</c:v>
                </c:pt>
                <c:pt idx="8">
                  <c:v>6.89629236208</c:v>
                </c:pt>
                <c:pt idx="9">
                  <c:v>6.89634044615</c:v>
                </c:pt>
                <c:pt idx="10">
                  <c:v>6.89634300861</c:v>
                </c:pt>
                <c:pt idx="11">
                  <c:v>6.89639000225</c:v>
                </c:pt>
                <c:pt idx="12">
                  <c:v>6.89639230856</c:v>
                </c:pt>
                <c:pt idx="13">
                  <c:v>6.89643307773</c:v>
                </c:pt>
                <c:pt idx="14">
                  <c:v>6.89643508324</c:v>
                </c:pt>
                <c:pt idx="15">
                  <c:v>6.89647319598</c:v>
                </c:pt>
                <c:pt idx="16">
                  <c:v>6.89647527338</c:v>
                </c:pt>
                <c:pt idx="17">
                  <c:v>6.89651666306</c:v>
                </c:pt>
                <c:pt idx="18">
                  <c:v>6.89651892216</c:v>
                </c:pt>
                <c:pt idx="19">
                  <c:v>6.89655992343</c:v>
                </c:pt>
                <c:pt idx="20">
                  <c:v>6.89656192428</c:v>
                </c:pt>
                <c:pt idx="21">
                  <c:v>6.89659653179</c:v>
                </c:pt>
                <c:pt idx="22">
                  <c:v>6.89659825861</c:v>
                </c:pt>
                <c:pt idx="23">
                  <c:v>6.89663122434</c:v>
                </c:pt>
                <c:pt idx="24">
                  <c:v>6.8966330112</c:v>
                </c:pt>
                <c:pt idx="25">
                  <c:v>6.89666915059</c:v>
                </c:pt>
                <c:pt idx="26">
                  <c:v>6.89667112356</c:v>
                </c:pt>
                <c:pt idx="27">
                  <c:v>6.89670729912</c:v>
                </c:pt>
                <c:pt idx="28">
                  <c:v>6.89670907492</c:v>
                </c:pt>
                <c:pt idx="29">
                  <c:v>6.89673960058</c:v>
                </c:pt>
                <c:pt idx="30">
                  <c:v>6.89674107903</c:v>
                </c:pt>
                <c:pt idx="31">
                  <c:v>6.89676955369</c:v>
                </c:pt>
                <c:pt idx="32">
                  <c:v>6.89677115558</c:v>
                </c:pt>
                <c:pt idx="33">
                  <c:v>6.89680379637</c:v>
                </c:pt>
                <c:pt idx="34">
                  <c:v>6.89680557469</c:v>
                </c:pt>
                <c:pt idx="35">
                  <c:v>6.89683856125</c:v>
                </c:pt>
                <c:pt idx="36">
                  <c:v>6.89684017305</c:v>
                </c:pt>
                <c:pt idx="37">
                  <c:v>6.89686799448</c:v>
                </c:pt>
                <c:pt idx="38">
                  <c:v>6.89686935576</c:v>
                </c:pt>
                <c:pt idx="39">
                  <c:v>6.89689600709</c:v>
                </c:pt>
                <c:pt idx="40">
                  <c:v>6.89689751643</c:v>
                </c:pt>
                <c:pt idx="41">
                  <c:v>6.89692892732</c:v>
                </c:pt>
                <c:pt idx="42">
                  <c:v>6.89693065103</c:v>
                </c:pt>
                <c:pt idx="43">
                  <c:v>6.89696270627</c:v>
                </c:pt>
                <c:pt idx="44">
                  <c:v>6.89696429558</c:v>
                </c:pt>
                <c:pt idx="45">
                  <c:v>6.89699198305</c:v>
                </c:pt>
                <c:pt idx="46">
                  <c:v>6.89699334905</c:v>
                </c:pt>
                <c:pt idx="47">
                  <c:v>6.89702006126</c:v>
                </c:pt>
                <c:pt idx="48">
                  <c:v>6.89702160789</c:v>
                </c:pt>
                <c:pt idx="49">
                  <c:v>6.89705345755</c:v>
                </c:pt>
                <c:pt idx="50">
                  <c:v>6.89705524598</c:v>
                </c:pt>
                <c:pt idx="51">
                  <c:v>6.89708816961</c:v>
                </c:pt>
                <c:pt idx="52">
                  <c:v>6.89708981367</c:v>
                </c:pt>
                <c:pt idx="53">
                  <c:v>6.89711884794</c:v>
                </c:pt>
                <c:pt idx="54">
                  <c:v>6.89712030051</c:v>
                </c:pt>
                <c:pt idx="55">
                  <c:v>6.89714871564</c:v>
                </c:pt>
                <c:pt idx="56">
                  <c:v>6.89715032319</c:v>
                </c:pt>
                <c:pt idx="57">
                  <c:v>6.89718433032</c:v>
                </c:pt>
                <c:pt idx="58">
                  <c:v>6.89718625193</c:v>
                </c:pt>
                <c:pt idx="59">
                  <c:v>6.89722202397</c:v>
                </c:pt>
                <c:pt idx="60">
                  <c:v>6.8972237924</c:v>
                </c:pt>
                <c:pt idx="61">
                  <c:v>6.89725561242</c:v>
                </c:pt>
                <c:pt idx="62">
                  <c:v>6.89725722858</c:v>
                </c:pt>
                <c:pt idx="63">
                  <c:v>6.89728950231</c:v>
                </c:pt>
                <c:pt idx="64">
                  <c:v>6.89729133344</c:v>
                </c:pt>
                <c:pt idx="65">
                  <c:v>6.89732892169</c:v>
                </c:pt>
                <c:pt idx="66">
                  <c:v>6.89733101808</c:v>
                </c:pt>
                <c:pt idx="67">
                  <c:v>6.89737112857</c:v>
                </c:pt>
                <c:pt idx="68">
                  <c:v>6.89737316509</c:v>
                </c:pt>
                <c:pt idx="69">
                  <c:v>6.89740948893</c:v>
                </c:pt>
                <c:pt idx="70">
                  <c:v>6.8974113298</c:v>
                </c:pt>
                <c:pt idx="71">
                  <c:v>6.89744838848</c:v>
                </c:pt>
                <c:pt idx="72">
                  <c:v>6.89745047969</c:v>
                </c:pt>
                <c:pt idx="73">
                  <c:v>6.89749330981</c:v>
                </c:pt>
                <c:pt idx="74">
                  <c:v>6.89749569274</c:v>
                </c:pt>
                <c:pt idx="75">
                  <c:v>6.89754090616</c:v>
                </c:pt>
                <c:pt idx="76">
                  <c:v>6.89754322457</c:v>
                </c:pt>
                <c:pt idx="77">
                  <c:v>6.89758541171</c:v>
                </c:pt>
                <c:pt idx="78">
                  <c:v>6.89758757644</c:v>
                </c:pt>
                <c:pt idx="79">
                  <c:v>6.8976301076</c:v>
                </c:pt>
                <c:pt idx="80">
                  <c:v>6.89763251127</c:v>
                </c:pt>
                <c:pt idx="81">
                  <c:v>6.89768165972</c:v>
                </c:pt>
                <c:pt idx="82">
                  <c:v>6.89768437944</c:v>
                </c:pt>
                <c:pt idx="83">
                  <c:v>6.89773574917</c:v>
                </c:pt>
                <c:pt idx="84">
                  <c:v>6.89773839072</c:v>
                </c:pt>
                <c:pt idx="85">
                  <c:v>6.89778695129</c:v>
                </c:pt>
                <c:pt idx="86">
                  <c:v>6.89778945966</c:v>
                </c:pt>
                <c:pt idx="87">
                  <c:v>6.89783843792</c:v>
                </c:pt>
                <c:pt idx="88">
                  <c:v>6.89784115248</c:v>
                </c:pt>
                <c:pt idx="89">
                  <c:v>6.89789638904</c:v>
                </c:pt>
                <c:pt idx="90">
                  <c:v>6.89789943726</c:v>
                </c:pt>
                <c:pt idx="91">
                  <c:v>6.89795734434</c:v>
                </c:pt>
                <c:pt idx="92">
                  <c:v>6.89796031779</c:v>
                </c:pt>
                <c:pt idx="93">
                  <c:v>6.89801502537</c:v>
                </c:pt>
                <c:pt idx="94">
                  <c:v>6.8980178733</c:v>
                </c:pt>
                <c:pt idx="95">
                  <c:v>6.89807357288</c:v>
                </c:pt>
                <c:pt idx="96">
                  <c:v>6.89807664331</c:v>
                </c:pt>
                <c:pt idx="97">
                  <c:v>6.89813821206</c:v>
                </c:pt>
                <c:pt idx="98">
                  <c:v>6.89814157865</c:v>
                </c:pt>
                <c:pt idx="99">
                  <c:v>6.89820582171</c:v>
                </c:pt>
                <c:pt idx="100">
                  <c:v>6.89820913148</c:v>
                </c:pt>
                <c:pt idx="101">
                  <c:v>6.89827001218</c:v>
                </c:pt>
                <c:pt idx="102">
                  <c:v>6.89827314944</c:v>
                </c:pt>
                <c:pt idx="103">
                  <c:v>6.89833457391</c:v>
                </c:pt>
                <c:pt idx="104">
                  <c:v>6.89833796184</c:v>
                </c:pt>
                <c:pt idx="105">
                  <c:v>6.89840576419</c:v>
                </c:pt>
                <c:pt idx="106">
                  <c:v>6.89840943842</c:v>
                </c:pt>
                <c:pt idx="107">
                  <c:v>6.89847886547</c:v>
                </c:pt>
                <c:pt idx="108">
                  <c:v>6.89848245513</c:v>
                </c:pt>
                <c:pt idx="109">
                  <c:v>6.89854895265</c:v>
                </c:pt>
                <c:pt idx="110">
                  <c:v>6.89855240768</c:v>
                </c:pt>
                <c:pt idx="111">
                  <c:v>6.89861914504</c:v>
                </c:pt>
                <c:pt idx="112">
                  <c:v>6.89862278312</c:v>
                </c:pt>
                <c:pt idx="113">
                  <c:v>6.89869440176</c:v>
                </c:pt>
                <c:pt idx="114">
                  <c:v>6.89869832321</c:v>
                </c:pt>
                <c:pt idx="115">
                  <c:v>6.89877263823</c:v>
                </c:pt>
                <c:pt idx="116">
                  <c:v>6.89877647471</c:v>
                </c:pt>
                <c:pt idx="117">
                  <c:v>6.89884678974</c:v>
                </c:pt>
                <c:pt idx="118">
                  <c:v>6.89885040957</c:v>
                </c:pt>
                <c:pt idx="119">
                  <c:v>6.89892044003</c:v>
                </c:pt>
                <c:pt idx="120">
                  <c:v>6.89892426731</c:v>
                </c:pt>
                <c:pt idx="121">
                  <c:v>6.89900017645</c:v>
                </c:pt>
                <c:pt idx="122">
                  <c:v>6.89900424506</c:v>
                </c:pt>
                <c:pt idx="123">
                  <c:v>6.89908091124</c:v>
                </c:pt>
                <c:pt idx="124">
                  <c:v>6.8990848622</c:v>
                </c:pt>
                <c:pt idx="125">
                  <c:v>6.8991577843</c:v>
                </c:pt>
                <c:pt idx="126">
                  <c:v>6.89916153376</c:v>
                </c:pt>
                <c:pt idx="127">
                  <c:v>6.89923371389</c:v>
                </c:pt>
                <c:pt idx="128">
                  <c:v>6.89923763007</c:v>
                </c:pt>
                <c:pt idx="129">
                  <c:v>6.89931436009</c:v>
                </c:pt>
                <c:pt idx="130">
                  <c:v>6.89931848328</c:v>
                </c:pt>
                <c:pt idx="131">
                  <c:v>6.89939613249</c:v>
                </c:pt>
                <c:pt idx="132">
                  <c:v>6.8994001038</c:v>
                </c:pt>
                <c:pt idx="133">
                  <c:v>6.89947326796</c:v>
                </c:pt>
                <c:pt idx="134">
                  <c:v>6.89947702562</c:v>
                </c:pt>
                <c:pt idx="135">
                  <c:v>6.89954878352</c:v>
                </c:pt>
                <c:pt idx="136">
                  <c:v>6.89955265222</c:v>
                </c:pt>
                <c:pt idx="137">
                  <c:v>6.89962875472</c:v>
                </c:pt>
                <c:pt idx="138">
                  <c:v>6.89963286907</c:v>
                </c:pt>
                <c:pt idx="139">
                  <c:v>6.8997095376</c:v>
                </c:pt>
                <c:pt idx="140">
                  <c:v>6.89971342192</c:v>
                </c:pt>
                <c:pt idx="141">
                  <c:v>6.89978467057</c:v>
                </c:pt>
                <c:pt idx="142">
                  <c:v>6.89978834285</c:v>
                </c:pt>
                <c:pt idx="143">
                  <c:v>6.89985835332</c:v>
                </c:pt>
                <c:pt idx="144">
                  <c:v>6.89986209924</c:v>
                </c:pt>
                <c:pt idx="145">
                  <c:v>6.89993549534</c:v>
                </c:pt>
                <c:pt idx="146">
                  <c:v>6.89993944224</c:v>
                </c:pt>
                <c:pt idx="147">
                  <c:v>6.90001316591</c:v>
                </c:pt>
                <c:pt idx="148">
                  <c:v>6.9000169132</c:v>
                </c:pt>
                <c:pt idx="149">
                  <c:v>6.90008494924</c:v>
                </c:pt>
                <c:pt idx="150">
                  <c:v>6.90008839818</c:v>
                </c:pt>
                <c:pt idx="151">
                  <c:v>6.90015486488</c:v>
                </c:pt>
                <c:pt idx="152">
                  <c:v>6.90015844948</c:v>
                </c:pt>
                <c:pt idx="153">
                  <c:v>6.90022808367</c:v>
                </c:pt>
                <c:pt idx="154">
                  <c:v>6.90023179758</c:v>
                </c:pt>
                <c:pt idx="155">
                  <c:v>6.90030110135</c:v>
                </c:pt>
                <c:pt idx="156">
                  <c:v>6.90030462481</c:v>
                </c:pt>
                <c:pt idx="157">
                  <c:v>6.90036822231</c:v>
                </c:pt>
                <c:pt idx="158">
                  <c:v>6.90037144197</c:v>
                </c:pt>
                <c:pt idx="159">
                  <c:v>6.90043269802</c:v>
                </c:pt>
                <c:pt idx="160">
                  <c:v>6.90043599411</c:v>
                </c:pt>
                <c:pt idx="161">
                  <c:v>6.90050066864</c:v>
                </c:pt>
                <c:pt idx="162">
                  <c:v>6.90050410254</c:v>
                </c:pt>
                <c:pt idx="163">
                  <c:v>6.90056770027</c:v>
                </c:pt>
                <c:pt idx="164">
                  <c:v>6.90057091449</c:v>
                </c:pt>
                <c:pt idx="165">
                  <c:v>6.90062921963</c:v>
                </c:pt>
                <c:pt idx="166">
                  <c:v>6.90063216672</c:v>
                </c:pt>
                <c:pt idx="167">
                  <c:v>6.90068756329</c:v>
                </c:pt>
                <c:pt idx="168">
                  <c:v>6.90069053048</c:v>
                </c:pt>
                <c:pt idx="169">
                  <c:v>6.90074893529</c:v>
                </c:pt>
                <c:pt idx="170">
                  <c:v>6.90075208821</c:v>
                </c:pt>
                <c:pt idx="171">
                  <c:v>6.90081004389</c:v>
                </c:pt>
                <c:pt idx="172">
                  <c:v>6.90081292609</c:v>
                </c:pt>
                <c:pt idx="173">
                  <c:v>6.90086421615</c:v>
                </c:pt>
                <c:pt idx="174">
                  <c:v>6.90086680614</c:v>
                </c:pt>
                <c:pt idx="175">
                  <c:v>6.90091611004</c:v>
                </c:pt>
                <c:pt idx="176">
                  <c:v>6.90091875468</c:v>
                </c:pt>
                <c:pt idx="177">
                  <c:v>6.9009705395</c:v>
                </c:pt>
                <c:pt idx="178">
                  <c:v>6.90097330147</c:v>
                </c:pt>
                <c:pt idx="179">
                  <c:v>6.90102460182</c:v>
                </c:pt>
                <c:pt idx="180">
                  <c:v>6.90102715656</c:v>
                </c:pt>
                <c:pt idx="181">
                  <c:v>6.90107213877</c:v>
                </c:pt>
                <c:pt idx="182">
                  <c:v>6.90107436466</c:v>
                </c:pt>
                <c:pt idx="183">
                  <c:v>6.90111719383</c:v>
                </c:pt>
                <c:pt idx="184">
                  <c:v>6.90111952502</c:v>
                </c:pt>
                <c:pt idx="185">
                  <c:v>6.90116489391</c:v>
                </c:pt>
                <c:pt idx="186">
                  <c:v>6.90116731685</c:v>
                </c:pt>
                <c:pt idx="187">
                  <c:v>6.90121213909</c:v>
                </c:pt>
                <c:pt idx="188">
                  <c:v>6.90121437797</c:v>
                </c:pt>
                <c:pt idx="189">
                  <c:v>6.90125376459</c:v>
                </c:pt>
                <c:pt idx="190">
                  <c:v>6.90125569262</c:v>
                </c:pt>
                <c:pt idx="191">
                  <c:v>6.90129207939</c:v>
                </c:pt>
                <c:pt idx="192">
                  <c:v>6.90129408076</c:v>
                </c:pt>
                <c:pt idx="193">
                  <c:v>6.90133406172</c:v>
                </c:pt>
                <c:pt idx="194">
                  <c:v>6.90133619401</c:v>
                </c:pt>
                <c:pt idx="195">
                  <c:v>6.90137512491</c:v>
                </c:pt>
                <c:pt idx="196">
                  <c:v>6.90137703395</c:v>
                </c:pt>
                <c:pt idx="197">
                  <c:v>6.90141078412</c:v>
                </c:pt>
                <c:pt idx="198">
                  <c:v>6.90141242098</c:v>
                </c:pt>
                <c:pt idx="199">
                  <c:v>6.90144371505</c:v>
                </c:pt>
                <c:pt idx="200">
                  <c:v>6.9014454303</c:v>
                </c:pt>
                <c:pt idx="201">
                  <c:v>6.90148055699</c:v>
                </c:pt>
                <c:pt idx="202">
                  <c:v>6.9014824877</c:v>
                </c:pt>
                <c:pt idx="203">
                  <c:v>6.90151758515</c:v>
                </c:pt>
                <c:pt idx="204">
                  <c:v>6.90151926422</c:v>
                </c:pt>
                <c:pt idx="205">
                  <c:v>6.90154799895</c:v>
                </c:pt>
                <c:pt idx="206">
                  <c:v>6.90154946038</c:v>
                </c:pt>
                <c:pt idx="207">
                  <c:v>6.90157771766</c:v>
                </c:pt>
                <c:pt idx="208">
                  <c:v>6.9015792564</c:v>
                </c:pt>
                <c:pt idx="209">
                  <c:v>6.90161001172</c:v>
                </c:pt>
                <c:pt idx="210">
                  <c:v>6.90161172104</c:v>
                </c:pt>
                <c:pt idx="211">
                  <c:v>6.9016434877</c:v>
                </c:pt>
                <c:pt idx="212">
                  <c:v>6.90164507494</c:v>
                </c:pt>
                <c:pt idx="213">
                  <c:v>6.90167230982</c:v>
                </c:pt>
                <c:pt idx="214">
                  <c:v>6.90167362067</c:v>
                </c:pt>
                <c:pt idx="215">
                  <c:v>6.90169920188</c:v>
                </c:pt>
                <c:pt idx="216">
                  <c:v>6.90170068033</c:v>
                </c:pt>
                <c:pt idx="217">
                  <c:v>6.9017309077</c:v>
                </c:pt>
                <c:pt idx="218">
                  <c:v>6.90173256101</c:v>
                </c:pt>
                <c:pt idx="219">
                  <c:v>6.90176318497</c:v>
                </c:pt>
                <c:pt idx="220">
                  <c:v>6.90176469786</c:v>
                </c:pt>
                <c:pt idx="221">
                  <c:v>6.9017911914</c:v>
                </c:pt>
                <c:pt idx="222">
                  <c:v>6.9017924802</c:v>
                </c:pt>
                <c:pt idx="223">
                  <c:v>6.90181813529</c:v>
                </c:pt>
                <c:pt idx="224">
                  <c:v>6.90181959658</c:v>
                </c:pt>
                <c:pt idx="225">
                  <c:v>6.90185016463</c:v>
                </c:pt>
                <c:pt idx="226">
                  <c:v>6.9018518627</c:v>
                </c:pt>
                <c:pt idx="227">
                  <c:v>6.90188339539</c:v>
                </c:pt>
                <c:pt idx="228">
                  <c:v>6.90188497939</c:v>
                </c:pt>
                <c:pt idx="229">
                  <c:v>6.90191283351</c:v>
                </c:pt>
                <c:pt idx="230">
                  <c:v>6.90191423814</c:v>
                </c:pt>
                <c:pt idx="231">
                  <c:v>6.90194140074</c:v>
                </c:pt>
                <c:pt idx="232">
                  <c:v>6.90194294169</c:v>
                </c:pt>
                <c:pt idx="233">
                  <c:v>6.90197541113</c:v>
                </c:pt>
                <c:pt idx="234">
                  <c:v>6.9019772335</c:v>
                </c:pt>
                <c:pt idx="235">
                  <c:v>6.90201105346</c:v>
                </c:pt>
                <c:pt idx="236">
                  <c:v>6.90201273044</c:v>
                </c:pt>
                <c:pt idx="237">
                  <c:v>6.90204302022</c:v>
                </c:pt>
                <c:pt idx="238">
                  <c:v>6.90204457959</c:v>
                </c:pt>
                <c:pt idx="239">
                  <c:v>6.90207532089</c:v>
                </c:pt>
                <c:pt idx="240">
                  <c:v>6.90207705479</c:v>
                </c:pt>
                <c:pt idx="241">
                  <c:v>6.90211254772</c:v>
                </c:pt>
                <c:pt idx="242">
                  <c:v>6.90211453001</c:v>
                </c:pt>
                <c:pt idx="243">
                  <c:v>6.90215259768</c:v>
                </c:pt>
                <c:pt idx="244">
                  <c:v>6.90215451401</c:v>
                </c:pt>
                <c:pt idx="245">
                  <c:v>6.90218882888</c:v>
                </c:pt>
                <c:pt idx="246">
                  <c:v>6.90219057694</c:v>
                </c:pt>
                <c:pt idx="247">
                  <c:v>6.90222572117</c:v>
                </c:pt>
                <c:pt idx="248">
                  <c:v>6.90222769346</c:v>
                </c:pt>
                <c:pt idx="249">
                  <c:v>6.90226814083</c:v>
                </c:pt>
                <c:pt idx="250">
                  <c:v>6.90227038533</c:v>
                </c:pt>
                <c:pt idx="251">
                  <c:v>6.90231302254</c:v>
                </c:pt>
                <c:pt idx="252">
                  <c:v>6.90231522704</c:v>
                </c:pt>
                <c:pt idx="253">
                  <c:v>6.90235522935</c:v>
                </c:pt>
                <c:pt idx="254">
                  <c:v>6.90235724948</c:v>
                </c:pt>
                <c:pt idx="255">
                  <c:v>6.90239718753</c:v>
                </c:pt>
                <c:pt idx="256">
                  <c:v>6.90239944389</c:v>
                </c:pt>
                <c:pt idx="257">
                  <c:v>6.90244568231</c:v>
                </c:pt>
                <c:pt idx="258">
                  <c:v>6.9024482288</c:v>
                </c:pt>
                <c:pt idx="259">
                  <c:v>6.90249631007</c:v>
                </c:pt>
                <c:pt idx="260">
                  <c:v>6.90249876971</c:v>
                </c:pt>
                <c:pt idx="261">
                  <c:v>6.90254438171</c:v>
                </c:pt>
                <c:pt idx="262">
                  <c:v>6.90254676744</c:v>
                </c:pt>
                <c:pt idx="263">
                  <c:v>6.90259283635</c:v>
                </c:pt>
                <c:pt idx="264">
                  <c:v>6.90259539807</c:v>
                </c:pt>
                <c:pt idx="265">
                  <c:v>6.90264718882</c:v>
                </c:pt>
                <c:pt idx="266">
                  <c:v>6.90265005438</c:v>
                </c:pt>
                <c:pt idx="267">
                  <c:v>6.90270430633</c:v>
                </c:pt>
                <c:pt idx="268">
                  <c:v>6.90270709982</c:v>
                </c:pt>
                <c:pt idx="269">
                  <c:v>6.90275834683</c:v>
                </c:pt>
                <c:pt idx="270">
                  <c:v>6.90276099301</c:v>
                </c:pt>
                <c:pt idx="271">
                  <c:v>6.90281315739</c:v>
                </c:pt>
                <c:pt idx="272">
                  <c:v>6.90281602604</c:v>
                </c:pt>
                <c:pt idx="273">
                  <c:v>6.9028736174</c:v>
                </c:pt>
                <c:pt idx="274">
                  <c:v>6.90287677576</c:v>
                </c:pt>
                <c:pt idx="275">
                  <c:v>6.90293693101</c:v>
                </c:pt>
                <c:pt idx="276">
                  <c:v>6.90294000523</c:v>
                </c:pt>
                <c:pt idx="277">
                  <c:v>6.90299694312</c:v>
                </c:pt>
                <c:pt idx="278">
                  <c:v>6.90299990722</c:v>
                </c:pt>
                <c:pt idx="279">
                  <c:v>6.90305759313</c:v>
                </c:pt>
                <c:pt idx="280">
                  <c:v>6.90306075198</c:v>
                </c:pt>
                <c:pt idx="281">
                  <c:v>6.90312369951</c:v>
                </c:pt>
                <c:pt idx="282">
                  <c:v>6.90312713759</c:v>
                </c:pt>
                <c:pt idx="283">
                  <c:v>6.90319222815</c:v>
                </c:pt>
                <c:pt idx="284">
                  <c:v>6.90319559521</c:v>
                </c:pt>
                <c:pt idx="285">
                  <c:v>6.90325764345</c:v>
                </c:pt>
                <c:pt idx="286">
                  <c:v>6.90326084105</c:v>
                </c:pt>
                <c:pt idx="287">
                  <c:v>6.90332312518</c:v>
                </c:pt>
                <c:pt idx="288">
                  <c:v>6.90332653539</c:v>
                </c:pt>
                <c:pt idx="289">
                  <c:v>6.9033938697</c:v>
                </c:pt>
                <c:pt idx="290">
                  <c:v>6.90339751052</c:v>
                </c:pt>
                <c:pt idx="291">
                  <c:v>6.90346680287</c:v>
                </c:pt>
                <c:pt idx="292">
                  <c:v>6.90347038282</c:v>
                </c:pt>
                <c:pt idx="293">
                  <c:v>6.90353607929</c:v>
                </c:pt>
                <c:pt idx="294">
                  <c:v>6.90353946358</c:v>
                </c:pt>
                <c:pt idx="295">
                  <c:v>6.90360498949</c:v>
                </c:pt>
                <c:pt idx="296">
                  <c:v>6.9036085771</c:v>
                </c:pt>
                <c:pt idx="297">
                  <c:v>6.90367939259</c:v>
                </c:pt>
                <c:pt idx="298">
                  <c:v>6.90368321025</c:v>
                </c:pt>
                <c:pt idx="299">
                  <c:v>6.90375474833</c:v>
                </c:pt>
                <c:pt idx="300">
                  <c:v>6.90375845393</c:v>
                </c:pt>
                <c:pt idx="301">
                  <c:v>6.9038268122</c:v>
                </c:pt>
                <c:pt idx="302">
                  <c:v>6.90383033845</c:v>
                </c:pt>
                <c:pt idx="303">
                  <c:v>6.90389770981</c:v>
                </c:pt>
                <c:pt idx="304">
                  <c:v>6.90390133921</c:v>
                </c:pt>
                <c:pt idx="305">
                  <c:v>6.90397330574</c:v>
                </c:pt>
                <c:pt idx="306">
                  <c:v>6.9039771897</c:v>
                </c:pt>
                <c:pt idx="307">
                  <c:v>6.90405021385</c:v>
                </c:pt>
                <c:pt idx="308">
                  <c:v>6.90405391363</c:v>
                </c:pt>
                <c:pt idx="309">
                  <c:v>6.90412222343</c:v>
                </c:pt>
                <c:pt idx="310">
                  <c:v>6.90412574268</c:v>
                </c:pt>
                <c:pt idx="311">
                  <c:v>6.90419331047</c:v>
                </c:pt>
                <c:pt idx="312">
                  <c:v>6.90419698184</c:v>
                </c:pt>
                <c:pt idx="313">
                  <c:v>6.90426820585</c:v>
                </c:pt>
                <c:pt idx="314">
                  <c:v>6.90427202549</c:v>
                </c:pt>
                <c:pt idx="315">
                  <c:v>6.90434380078</c:v>
                </c:pt>
                <c:pt idx="316">
                  <c:v>6.90434748681</c:v>
                </c:pt>
                <c:pt idx="317">
                  <c:v>6.90441442033</c:v>
                </c:pt>
                <c:pt idx="318">
                  <c:v>6.90441784982</c:v>
                </c:pt>
                <c:pt idx="319">
                  <c:v>6.9044834017</c:v>
                </c:pt>
                <c:pt idx="320">
                  <c:v>6.90448693374</c:v>
                </c:pt>
                <c:pt idx="321">
                  <c:v>6.90455619192</c:v>
                </c:pt>
                <c:pt idx="322">
                  <c:v>6.90455988977</c:v>
                </c:pt>
                <c:pt idx="323">
                  <c:v>6.90462878703</c:v>
                </c:pt>
                <c:pt idx="324">
                  <c:v>6.90463229956</c:v>
                </c:pt>
                <c:pt idx="325">
                  <c:v>6.9046968203</c:v>
                </c:pt>
                <c:pt idx="326">
                  <c:v>6.90470010146</c:v>
                </c:pt>
                <c:pt idx="327">
                  <c:v>6.90476245104</c:v>
                </c:pt>
                <c:pt idx="328">
                  <c:v>6.90476578606</c:v>
                </c:pt>
                <c:pt idx="329">
                  <c:v>6.90483139381</c:v>
                </c:pt>
                <c:pt idx="330">
                  <c:v>6.90483491518</c:v>
                </c:pt>
                <c:pt idx="331">
                  <c:v>6.90490036746</c:v>
                </c:pt>
                <c:pt idx="332">
                  <c:v>6.90490367548</c:v>
                </c:pt>
                <c:pt idx="333">
                  <c:v>6.90496335241</c:v>
                </c:pt>
                <c:pt idx="334">
                  <c:v>6.90496638166</c:v>
                </c:pt>
                <c:pt idx="335">
                  <c:v>6.90502450837</c:v>
                </c:pt>
                <c:pt idx="336">
                  <c:v>6.905027636</c:v>
                </c:pt>
                <c:pt idx="337">
                  <c:v>6.90508808898</c:v>
                </c:pt>
                <c:pt idx="338">
                  <c:v>6.90509129715</c:v>
                </c:pt>
                <c:pt idx="339">
                  <c:v>6.90515166842</c:v>
                </c:pt>
                <c:pt idx="340">
                  <c:v>6.90515472829</c:v>
                </c:pt>
                <c:pt idx="341">
                  <c:v>6.90520956826</c:v>
                </c:pt>
                <c:pt idx="342">
                  <c:v>6.90521232239</c:v>
                </c:pt>
                <c:pt idx="343">
                  <c:v>6.9052646836</c:v>
                </c:pt>
                <c:pt idx="344">
                  <c:v>6.90526751906</c:v>
                </c:pt>
                <c:pt idx="345">
                  <c:v>6.90532297652</c:v>
                </c:pt>
                <c:pt idx="346">
                  <c:v>6.90532595799</c:v>
                </c:pt>
                <c:pt idx="347">
                  <c:v>6.90538022117</c:v>
                </c:pt>
                <c:pt idx="348">
                  <c:v>6.90538293776</c:v>
                </c:pt>
                <c:pt idx="349">
                  <c:v>6.9054319876</c:v>
                </c:pt>
                <c:pt idx="350">
                  <c:v>6.90543446505</c:v>
                </c:pt>
                <c:pt idx="351">
                  <c:v>6.90548117744</c:v>
                </c:pt>
                <c:pt idx="352">
                  <c:v>6.90548365518</c:v>
                </c:pt>
                <c:pt idx="353">
                  <c:v>6.90553274441</c:v>
                </c:pt>
                <c:pt idx="354">
                  <c:v>6.90553539513</c:v>
                </c:pt>
                <c:pt idx="355">
                  <c:v>6.90558444903</c:v>
                </c:pt>
                <c:pt idx="356">
                  <c:v>6.90558686535</c:v>
                </c:pt>
                <c:pt idx="357">
                  <c:v>6.9056295503</c:v>
                </c:pt>
                <c:pt idx="358">
                  <c:v>6.90563169337</c:v>
                </c:pt>
                <c:pt idx="359">
                  <c:v>6.90567272073</c:v>
                </c:pt>
                <c:pt idx="360">
                  <c:v>6.90567494325</c:v>
                </c:pt>
                <c:pt idx="361">
                  <c:v>6.90571830156</c:v>
                </c:pt>
                <c:pt idx="362">
                  <c:v>6.90572059021</c:v>
                </c:pt>
                <c:pt idx="363">
                  <c:v>6.90576326591</c:v>
                </c:pt>
                <c:pt idx="364">
                  <c:v>6.9057653944</c:v>
                </c:pt>
                <c:pt idx="365">
                  <c:v>6.90580281924</c:v>
                </c:pt>
                <c:pt idx="366">
                  <c:v>6.90580465672</c:v>
                </c:pt>
                <c:pt idx="367">
                  <c:v>6.90583941806</c:v>
                </c:pt>
                <c:pt idx="368">
                  <c:v>6.90584132507</c:v>
                </c:pt>
                <c:pt idx="369">
                  <c:v>6.90587958411</c:v>
                </c:pt>
                <c:pt idx="370">
                  <c:v>6.90588164272</c:v>
                </c:pt>
                <c:pt idx="371">
                  <c:v>6.90591890834</c:v>
                </c:pt>
                <c:pt idx="372">
                  <c:v>6.9059207507</c:v>
                </c:pt>
                <c:pt idx="373">
                  <c:v>6.90595289591</c:v>
                </c:pt>
                <c:pt idx="374">
                  <c:v>6.90595446847</c:v>
                </c:pt>
                <c:pt idx="375">
                  <c:v>6.90598489297</c:v>
                </c:pt>
                <c:pt idx="376">
                  <c:v>6.90598655135</c:v>
                </c:pt>
                <c:pt idx="377">
                  <c:v>6.90601973528</c:v>
                </c:pt>
                <c:pt idx="378">
                  <c:v>6.90602155081</c:v>
                </c:pt>
                <c:pt idx="379">
                  <c:v>6.90605496578</c:v>
                </c:pt>
                <c:pt idx="380">
                  <c:v>6.90605659711</c:v>
                </c:pt>
                <c:pt idx="381">
                  <c:v>6.90608495672</c:v>
                </c:pt>
                <c:pt idx="382">
                  <c:v>6.90608635587</c:v>
                </c:pt>
                <c:pt idx="383">
                  <c:v>6.90611307924</c:v>
                </c:pt>
                <c:pt idx="384">
                  <c:v>6.90611455863</c:v>
                </c:pt>
                <c:pt idx="385">
                  <c:v>6.90614469957</c:v>
                </c:pt>
                <c:pt idx="386">
                  <c:v>6.90614636162</c:v>
                </c:pt>
                <c:pt idx="387">
                  <c:v>6.90617652055</c:v>
                </c:pt>
                <c:pt idx="388">
                  <c:v>6.906177997</c:v>
                </c:pt>
                <c:pt idx="389">
                  <c:v>6.90620327713</c:v>
                </c:pt>
                <c:pt idx="390">
                  <c:v>6.90620445143</c:v>
                </c:pt>
                <c:pt idx="391">
                  <c:v>6.90622690178</c:v>
                </c:pt>
                <c:pt idx="392">
                  <c:v>6.90622847063</c:v>
                </c:pt>
                <c:pt idx="393">
                  <c:v>6.90623009123</c:v>
                </c:pt>
                <c:pt idx="394">
                  <c:v>6.90623539732</c:v>
                </c:pt>
                <c:pt idx="395">
                  <c:v>6.90624361792</c:v>
                </c:pt>
                <c:pt idx="396">
                  <c:v>6.90624837549</c:v>
                </c:pt>
                <c:pt idx="397">
                  <c:v>6.90622602344</c:v>
                </c:pt>
                <c:pt idx="398">
                  <c:v>6.90054766452</c:v>
                </c:pt>
                <c:pt idx="399">
                  <c:v>6.89946146618</c:v>
                </c:pt>
                <c:pt idx="400">
                  <c:v>6.844976494</c:v>
                </c:pt>
                <c:pt idx="401">
                  <c:v>6.83998617708</c:v>
                </c:pt>
                <c:pt idx="402">
                  <c:v>6.70637288257</c:v>
                </c:pt>
                <c:pt idx="403">
                  <c:v>6.69749192203</c:v>
                </c:pt>
                <c:pt idx="404">
                  <c:v>6.54270765854</c:v>
                </c:pt>
                <c:pt idx="405">
                  <c:v>6.49419183359</c:v>
                </c:pt>
                <c:pt idx="406">
                  <c:v>6.48156302868</c:v>
                </c:pt>
                <c:pt idx="407">
                  <c:v>6.21316162452</c:v>
                </c:pt>
                <c:pt idx="408">
                  <c:v>6.19823208755</c:v>
                </c:pt>
                <c:pt idx="409">
                  <c:v>5.9229326572</c:v>
                </c:pt>
                <c:pt idx="410">
                  <c:v>5.90920000294</c:v>
                </c:pt>
                <c:pt idx="411">
                  <c:v>5.66032556313</c:v>
                </c:pt>
                <c:pt idx="412">
                  <c:v>5.6477750362</c:v>
                </c:pt>
                <c:pt idx="413">
                  <c:v>5.42441387326</c:v>
                </c:pt>
                <c:pt idx="414">
                  <c:v>5.41361442606</c:v>
                </c:pt>
                <c:pt idx="415">
                  <c:v>5.22456848836</c:v>
                </c:pt>
                <c:pt idx="416">
                  <c:v>5.21527801603</c:v>
                </c:pt>
                <c:pt idx="417">
                  <c:v>5.04933130312</c:v>
                </c:pt>
                <c:pt idx="418">
                  <c:v>5.04123555656</c:v>
                </c:pt>
                <c:pt idx="419">
                  <c:v>4.89974115104</c:v>
                </c:pt>
                <c:pt idx="420">
                  <c:v>4.89281414715</c:v>
                </c:pt>
                <c:pt idx="421">
                  <c:v>4.76751294439</c:v>
                </c:pt>
                <c:pt idx="422">
                  <c:v>4.76127429604</c:v>
                </c:pt>
                <c:pt idx="423">
                  <c:v>4.65142147586</c:v>
                </c:pt>
                <c:pt idx="424">
                  <c:v>4.64607057118</c:v>
                </c:pt>
                <c:pt idx="425">
                  <c:v>4.54978641149</c:v>
                </c:pt>
                <c:pt idx="426">
                  <c:v>4.5449740699</c:v>
                </c:pt>
                <c:pt idx="427">
                  <c:v>4.46001112791</c:v>
                </c:pt>
                <c:pt idx="428">
                  <c:v>4.45591463719</c:v>
                </c:pt>
                <c:pt idx="429">
                  <c:v>4.38388586206</c:v>
                </c:pt>
                <c:pt idx="430">
                  <c:v>4.38034705699</c:v>
                </c:pt>
                <c:pt idx="431">
                  <c:v>4.31820820072</c:v>
                </c:pt>
                <c:pt idx="432">
                  <c:v>4.31524938415</c:v>
                </c:pt>
                <c:pt idx="433">
                  <c:v>4.26487746258</c:v>
                </c:pt>
                <c:pt idx="434">
                  <c:v>4.26248731878</c:v>
                </c:pt>
                <c:pt idx="435">
                  <c:v>4.22128462489</c:v>
                </c:pt>
                <c:pt idx="436">
                  <c:v>4.21936036371</c:v>
                </c:pt>
                <c:pt idx="437">
                  <c:v>4.18799398128</c:v>
                </c:pt>
                <c:pt idx="438">
                  <c:v>4.18659434818</c:v>
                </c:pt>
                <c:pt idx="439">
                  <c:v>4.16371644236</c:v>
                </c:pt>
                <c:pt idx="440">
                  <c:v>4.1627055036</c:v>
                </c:pt>
                <c:pt idx="441">
                  <c:v>4.14772186002</c:v>
                </c:pt>
                <c:pt idx="442">
                  <c:v>4.14715594078</c:v>
                </c:pt>
                <c:pt idx="443">
                  <c:v>4.13985884379</c:v>
                </c:pt>
                <c:pt idx="444">
                  <c:v>4.13963922997</c:v>
                </c:pt>
                <c:pt idx="445">
                  <c:v>4.13833222858</c:v>
                </c:pt>
                <c:pt idx="446">
                  <c:v>4.13856313287</c:v>
                </c:pt>
                <c:pt idx="447">
                  <c:v>4.13878749053</c:v>
                </c:pt>
                <c:pt idx="448">
                  <c:v>4.13892765937</c:v>
                </c:pt>
                <c:pt idx="449">
                  <c:v>4.1447556976</c:v>
                </c:pt>
                <c:pt idx="450">
                  <c:v>4.14520821009</c:v>
                </c:pt>
                <c:pt idx="451">
                  <c:v>4.15634307097</c:v>
                </c:pt>
                <c:pt idx="452">
                  <c:v>4.1570695797</c:v>
                </c:pt>
                <c:pt idx="453">
                  <c:v>4.17348839659</c:v>
                </c:pt>
                <c:pt idx="454">
                  <c:v>4.17447451385</c:v>
                </c:pt>
                <c:pt idx="455">
                  <c:v>4.1950688175</c:v>
                </c:pt>
                <c:pt idx="456">
                  <c:v>4.19624989464</c:v>
                </c:pt>
                <c:pt idx="457">
                  <c:v>4.22060012587</c:v>
                </c:pt>
                <c:pt idx="458">
                  <c:v>4.22197551054</c:v>
                </c:pt>
                <c:pt idx="459">
                  <c:v>4.24947345333</c:v>
                </c:pt>
                <c:pt idx="460">
                  <c:v>4.25098622876</c:v>
                </c:pt>
                <c:pt idx="461">
                  <c:v>4.2810164601</c:v>
                </c:pt>
                <c:pt idx="462">
                  <c:v>4.28266466267</c:v>
                </c:pt>
                <c:pt idx="463">
                  <c:v>4.31501797556</c:v>
                </c:pt>
                <c:pt idx="464">
                  <c:v>4.31676735985</c:v>
                </c:pt>
                <c:pt idx="465">
                  <c:v>4.35083294702</c:v>
                </c:pt>
                <c:pt idx="466">
                  <c:v>4.35267130801</c:v>
                </c:pt>
                <c:pt idx="467">
                  <c:v>4.38837151865</c:v>
                </c:pt>
                <c:pt idx="468">
                  <c:v>4.3902843446</c:v>
                </c:pt>
                <c:pt idx="469">
                  <c:v>4.42714035768</c:v>
                </c:pt>
                <c:pt idx="470">
                  <c:v>4.42910792932</c:v>
                </c:pt>
                <c:pt idx="471">
                  <c:v>4.46702016901</c:v>
                </c:pt>
                <c:pt idx="472">
                  <c:v>4.4690397053</c:v>
                </c:pt>
                <c:pt idx="473">
                  <c:v>4.50772017659</c:v>
                </c:pt>
                <c:pt idx="474">
                  <c:v>4.50977100616</c:v>
                </c:pt>
                <c:pt idx="475">
                  <c:v>4.54903865447</c:v>
                </c:pt>
                <c:pt idx="476">
                  <c:v>4.55112002988</c:v>
                </c:pt>
                <c:pt idx="477">
                  <c:v>4.59083133113</c:v>
                </c:pt>
                <c:pt idx="478">
                  <c:v>4.59292747028</c:v>
                </c:pt>
                <c:pt idx="479">
                  <c:v>4.63286076661</c:v>
                </c:pt>
                <c:pt idx="480">
                  <c:v>4.63496838531</c:v>
                </c:pt>
                <c:pt idx="481">
                  <c:v>4.6750610166</c:v>
                </c:pt>
                <c:pt idx="482">
                  <c:v>4.67717099987</c:v>
                </c:pt>
                <c:pt idx="483">
                  <c:v>4.71721948202</c:v>
                </c:pt>
                <c:pt idx="484">
                  <c:v>4.7193253084</c:v>
                </c:pt>
                <c:pt idx="485">
                  <c:v>4.75928193058</c:v>
                </c:pt>
                <c:pt idx="486">
                  <c:v>4.76138025283</c:v>
                </c:pt>
                <c:pt idx="487">
                  <c:v>4.80110853179</c:v>
                </c:pt>
                <c:pt idx="488">
                  <c:v>4.80319201899</c:v>
                </c:pt>
                <c:pt idx="489">
                  <c:v>4.84263466729</c:v>
                </c:pt>
                <c:pt idx="490">
                  <c:v>4.84470214171</c:v>
                </c:pt>
                <c:pt idx="491">
                  <c:v>4.88377803542</c:v>
                </c:pt>
                <c:pt idx="492">
                  <c:v>4.88582306718</c:v>
                </c:pt>
                <c:pt idx="493">
                  <c:v>4.92445992098</c:v>
                </c:pt>
                <c:pt idx="494">
                  <c:v>4.92648180897</c:v>
                </c:pt>
                <c:pt idx="495">
                  <c:v>4.93657238409</c:v>
                </c:pt>
                <c:pt idx="496">
                  <c:v>4.96464747448</c:v>
                </c:pt>
                <c:pt idx="497">
                  <c:v>4.96664224432</c:v>
                </c:pt>
                <c:pt idx="498">
                  <c:v>5.00426859389</c:v>
                </c:pt>
                <c:pt idx="499">
                  <c:v>5.00623458208</c:v>
                </c:pt>
                <c:pt idx="500">
                  <c:v>5.0433037735</c:v>
                </c:pt>
                <c:pt idx="501">
                  <c:v>5.04523901181</c:v>
                </c:pt>
                <c:pt idx="502">
                  <c:v>5.08169787125</c:v>
                </c:pt>
                <c:pt idx="503">
                  <c:v>5.08360051872</c:v>
                </c:pt>
                <c:pt idx="504">
                  <c:v>5.11944079109</c:v>
                </c:pt>
                <c:pt idx="505">
                  <c:v>5.12131052469</c:v>
                </c:pt>
                <c:pt idx="506">
                  <c:v>5.15650469899</c:v>
                </c:pt>
                <c:pt idx="507">
                  <c:v>5.15833950735</c:v>
                </c:pt>
                <c:pt idx="508">
                  <c:v>5.19287182283</c:v>
                </c:pt>
                <c:pt idx="509">
                  <c:v>5.1946718427</c:v>
                </c:pt>
                <c:pt idx="510">
                  <c:v>5.22853260593</c:v>
                </c:pt>
                <c:pt idx="511">
                  <c:v>5.23029676403</c:v>
                </c:pt>
                <c:pt idx="512">
                  <c:v>5.26347721992</c:v>
                </c:pt>
                <c:pt idx="513">
                  <c:v>5.26520589914</c:v>
                </c:pt>
                <c:pt idx="514">
                  <c:v>5.29771120756</c:v>
                </c:pt>
                <c:pt idx="515">
                  <c:v>5.29940395692</c:v>
                </c:pt>
                <c:pt idx="516">
                  <c:v>5.33122473651</c:v>
                </c:pt>
                <c:pt idx="517">
                  <c:v>5.33288161841</c:v>
                </c:pt>
                <c:pt idx="518">
                  <c:v>5.36402627714</c:v>
                </c:pt>
                <c:pt idx="519">
                  <c:v>5.36564778858</c:v>
                </c:pt>
                <c:pt idx="520">
                  <c:v>5.39612073552</c:v>
                </c:pt>
                <c:pt idx="521">
                  <c:v>5.39770713714</c:v>
                </c:pt>
                <c:pt idx="522">
                  <c:v>5.42752128908</c:v>
                </c:pt>
                <c:pt idx="523">
                  <c:v>5.42907322402</c:v>
                </c:pt>
                <c:pt idx="524">
                  <c:v>5.45823448653</c:v>
                </c:pt>
                <c:pt idx="525">
                  <c:v>5.45975220124</c:v>
                </c:pt>
                <c:pt idx="526">
                  <c:v>5.48827215067</c:v>
                </c:pt>
                <c:pt idx="527">
                  <c:v>5.48975675703</c:v>
                </c:pt>
                <c:pt idx="528">
                  <c:v>5.51765447789</c:v>
                </c:pt>
                <c:pt idx="529">
                  <c:v>5.51910664768</c:v>
                </c:pt>
                <c:pt idx="530">
                  <c:v>5.5463957627</c:v>
                </c:pt>
                <c:pt idx="531">
                  <c:v>5.54781628895</c:v>
                </c:pt>
                <c:pt idx="532">
                  <c:v>5.57451287464</c:v>
                </c:pt>
                <c:pt idx="533">
                  <c:v>5.57590256926</c:v>
                </c:pt>
                <c:pt idx="534">
                  <c:v>5.60202187396</c:v>
                </c:pt>
                <c:pt idx="535">
                  <c:v>5.60338185164</c:v>
                </c:pt>
                <c:pt idx="536">
                  <c:v>5.62894769235</c:v>
                </c:pt>
                <c:pt idx="537">
                  <c:v>5.63027907352</c:v>
                </c:pt>
                <c:pt idx="538">
                  <c:v>5.65530929042</c:v>
                </c:pt>
                <c:pt idx="539">
                  <c:v>5.65661279728</c:v>
                </c:pt>
                <c:pt idx="540">
                  <c:v>5.68112454237</c:v>
                </c:pt>
                <c:pt idx="541">
                  <c:v>5.68240133268</c:v>
                </c:pt>
                <c:pt idx="542">
                  <c:v>5.70641483417</c:v>
                </c:pt>
                <c:pt idx="543">
                  <c:v>5.70766601171</c:v>
                </c:pt>
                <c:pt idx="544">
                  <c:v>5.73120317896</c:v>
                </c:pt>
                <c:pt idx="545">
                  <c:v>5.73242989415</c:v>
                </c:pt>
                <c:pt idx="546">
                  <c:v>5.75551259828</c:v>
                </c:pt>
                <c:pt idx="547">
                  <c:v>5.75671571487</c:v>
                </c:pt>
                <c:pt idx="548">
                  <c:v>5.77935949997</c:v>
                </c:pt>
                <c:pt idx="549">
                  <c:v>5.7805400639</c:v>
                </c:pt>
                <c:pt idx="550">
                  <c:v>5.80276557958</c:v>
                </c:pt>
                <c:pt idx="551">
                  <c:v>5.80392477759</c:v>
                </c:pt>
                <c:pt idx="552">
                  <c:v>5.82575368916</c:v>
                </c:pt>
                <c:pt idx="553">
                  <c:v>5.82689252038</c:v>
                </c:pt>
                <c:pt idx="554">
                  <c:v>5.84834454372</c:v>
                </c:pt>
                <c:pt idx="555">
                  <c:v>5.84946392866</c:v>
                </c:pt>
                <c:pt idx="556">
                  <c:v>5.8705538038</c:v>
                </c:pt>
                <c:pt idx="557">
                  <c:v>5.87165453114</c:v>
                </c:pt>
                <c:pt idx="558">
                  <c:v>5.89239992989</c:v>
                </c:pt>
                <c:pt idx="559">
                  <c:v>5.8934830988</c:v>
                </c:pt>
                <c:pt idx="560">
                  <c:v>5.91389887064</c:v>
                </c:pt>
                <c:pt idx="561">
                  <c:v>5.91496484018</c:v>
                </c:pt>
                <c:pt idx="562">
                  <c:v>5.93505556789</c:v>
                </c:pt>
                <c:pt idx="563">
                  <c:v>5.93610436033</c:v>
                </c:pt>
                <c:pt idx="564">
                  <c:v>5.95586938349</c:v>
                </c:pt>
                <c:pt idx="565">
                  <c:v>5.95690100483</c:v>
                </c:pt>
                <c:pt idx="566">
                  <c:v>5.97633906629</c:v>
                </c:pt>
                <c:pt idx="567">
                  <c:v>5.97735368702</c:v>
                </c:pt>
                <c:pt idx="568">
                  <c:v>5.99647267153</c:v>
                </c:pt>
                <c:pt idx="569">
                  <c:v>5.9974707106</c:v>
                </c:pt>
                <c:pt idx="570">
                  <c:v>6.0162778148</c:v>
                </c:pt>
                <c:pt idx="571">
                  <c:v>6.01725949556</c:v>
                </c:pt>
                <c:pt idx="572">
                  <c:v>6.03576192251</c:v>
                </c:pt>
                <c:pt idx="573">
                  <c:v>6.03672794902</c:v>
                </c:pt>
                <c:pt idx="574">
                  <c:v>6.0549391012</c:v>
                </c:pt>
                <c:pt idx="575">
                  <c:v>6.05589019535</c:v>
                </c:pt>
                <c:pt idx="576">
                  <c:v>6.07382314138</c:v>
                </c:pt>
                <c:pt idx="577">
                  <c:v>6.07475988089</c:v>
                </c:pt>
                <c:pt idx="578">
                  <c:v>6.09242578288</c:v>
                </c:pt>
                <c:pt idx="579">
                  <c:v>6.09334858517</c:v>
                </c:pt>
                <c:pt idx="580">
                  <c:v>6.11075354642</c:v>
                </c:pt>
                <c:pt idx="581">
                  <c:v>6.11166286194</c:v>
                </c:pt>
                <c:pt idx="582">
                  <c:v>6.12881633898</c:v>
                </c:pt>
                <c:pt idx="583">
                  <c:v>6.12971282666</c:v>
                </c:pt>
                <c:pt idx="584">
                  <c:v>6.14662604256</c:v>
                </c:pt>
                <c:pt idx="585">
                  <c:v>6.14751000657</c:v>
                </c:pt>
                <c:pt idx="586">
                  <c:v>6.16418827443</c:v>
                </c:pt>
                <c:pt idx="587">
                  <c:v>6.16505990719</c:v>
                </c:pt>
                <c:pt idx="588">
                  <c:v>6.18150708404</c:v>
                </c:pt>
                <c:pt idx="589">
                  <c:v>6.18236673846</c:v>
                </c:pt>
                <c:pt idx="590">
                  <c:v>6.1985890716</c:v>
                </c:pt>
                <c:pt idx="591">
                  <c:v>6.19943717763</c:v>
                </c:pt>
                <c:pt idx="592">
                  <c:v>6.21544213195</c:v>
                </c:pt>
                <c:pt idx="593">
                  <c:v>6.21627885854</c:v>
                </c:pt>
                <c:pt idx="594">
                  <c:v>6.23207018086</c:v>
                </c:pt>
                <c:pt idx="595">
                  <c:v>6.23289564121</c:v>
                </c:pt>
                <c:pt idx="596">
                  <c:v>6.24847388398</c:v>
                </c:pt>
                <c:pt idx="597">
                  <c:v>6.24928822567</c:v>
                </c:pt>
                <c:pt idx="598">
                  <c:v>6.26465714599</c:v>
                </c:pt>
                <c:pt idx="599">
                  <c:v>6.26546069945</c:v>
                </c:pt>
                <c:pt idx="600">
                  <c:v>6.2798325509</c:v>
                </c:pt>
                <c:pt idx="601">
                  <c:v>6.28062589724</c:v>
                </c:pt>
                <c:pt idx="602">
                  <c:v>6.29481416321</c:v>
                </c:pt>
                <c:pt idx="603">
                  <c:v>6.29559721011</c:v>
                </c:pt>
                <c:pt idx="604">
                  <c:v>6.3096008522</c:v>
                </c:pt>
                <c:pt idx="605">
                  <c:v>6.31037369239</c:v>
                </c:pt>
                <c:pt idx="606">
                  <c:v>6.32419264336</c:v>
                </c:pt>
                <c:pt idx="607">
                  <c:v>6.32495537603</c:v>
                </c:pt>
                <c:pt idx="608">
                  <c:v>6.33859325114</c:v>
                </c:pt>
                <c:pt idx="609">
                  <c:v>6.33934586687</c:v>
                </c:pt>
                <c:pt idx="610">
                  <c:v>6.35280129616</c:v>
                </c:pt>
                <c:pt idx="611">
                  <c:v>6.35354358842</c:v>
                </c:pt>
                <c:pt idx="612">
                  <c:v>6.36681189032</c:v>
                </c:pt>
                <c:pt idx="613">
                  <c:v>6.3675438498</c:v>
                </c:pt>
                <c:pt idx="614">
                  <c:v>6.3806253724</c:v>
                </c:pt>
                <c:pt idx="615">
                  <c:v>6.38134694313</c:v>
                </c:pt>
                <c:pt idx="616">
                  <c:v>6.39424044905</c:v>
                </c:pt>
                <c:pt idx="617">
                  <c:v>6.39495154379</c:v>
                </c:pt>
                <c:pt idx="618">
                  <c:v>6.40765676875</c:v>
                </c:pt>
                <c:pt idx="619">
                  <c:v>6.40835724496</c:v>
                </c:pt>
                <c:pt idx="620">
                  <c:v>6.42086878081</c:v>
                </c:pt>
                <c:pt idx="621">
                  <c:v>6.42155840545</c:v>
                </c:pt>
                <c:pt idx="622">
                  <c:v>6.43387260573</c:v>
                </c:pt>
                <c:pt idx="623">
                  <c:v>6.43455131776</c:v>
                </c:pt>
                <c:pt idx="624">
                  <c:v>6.44666833813</c:v>
                </c:pt>
                <c:pt idx="625">
                  <c:v>6.44733592366</c:v>
                </c:pt>
                <c:pt idx="626">
                  <c:v>6.45925221543</c:v>
                </c:pt>
                <c:pt idx="627">
                  <c:v>6.45990842342</c:v>
                </c:pt>
                <c:pt idx="628">
                  <c:v>6.4716066401</c:v>
                </c:pt>
                <c:pt idx="629">
                  <c:v>6.47224988781</c:v>
                </c:pt>
                <c:pt idx="630">
                  <c:v>6.48369471606</c:v>
                </c:pt>
                <c:pt idx="631">
                  <c:v>6.48432295527</c:v>
                </c:pt>
                <c:pt idx="632">
                  <c:v>6.49548389076</c:v>
                </c:pt>
                <c:pt idx="633">
                  <c:v>6.49609538868</c:v>
                </c:pt>
                <c:pt idx="634">
                  <c:v>6.50693845522</c:v>
                </c:pt>
                <c:pt idx="635">
                  <c:v>6.50753138791</c:v>
                </c:pt>
                <c:pt idx="636">
                  <c:v>6.51803304641</c:v>
                </c:pt>
                <c:pt idx="637">
                  <c:v>6.51860702212</c:v>
                </c:pt>
                <c:pt idx="638">
                  <c:v>6.52877030582</c:v>
                </c:pt>
                <c:pt idx="639">
                  <c:v>6.52932574129</c:v>
                </c:pt>
                <c:pt idx="640">
                  <c:v>6.53916261173</c:v>
                </c:pt>
                <c:pt idx="641">
                  <c:v>6.53970035958</c:v>
                </c:pt>
                <c:pt idx="642">
                  <c:v>6.5492319816</c:v>
                </c:pt>
                <c:pt idx="643">
                  <c:v>6.54975338862</c:v>
                </c:pt>
                <c:pt idx="644">
                  <c:v>6.55899617037</c:v>
                </c:pt>
                <c:pt idx="645">
                  <c:v>6.55950191046</c:v>
                </c:pt>
                <c:pt idx="646">
                  <c:v>6.56846932028</c:v>
                </c:pt>
                <c:pt idx="647">
                  <c:v>6.56896022583</c:v>
                </c:pt>
                <c:pt idx="648">
                  <c:v>6.57766897871</c:v>
                </c:pt>
                <c:pt idx="649">
                  <c:v>6.57814576943</c:v>
                </c:pt>
                <c:pt idx="650">
                  <c:v>6.58660760395</c:v>
                </c:pt>
                <c:pt idx="651">
                  <c:v>6.58707108932</c:v>
                </c:pt>
                <c:pt idx="652">
                  <c:v>6.59529693016</c:v>
                </c:pt>
                <c:pt idx="653">
                  <c:v>6.59574753962</c:v>
                </c:pt>
                <c:pt idx="654">
                  <c:v>6.60374278556</c:v>
                </c:pt>
                <c:pt idx="655">
                  <c:v>6.60418067149</c:v>
                </c:pt>
                <c:pt idx="656">
                  <c:v>6.61195408657</c:v>
                </c:pt>
                <c:pt idx="657">
                  <c:v>6.61237998636</c:v>
                </c:pt>
                <c:pt idx="658">
                  <c:v>6.61994321988</c:v>
                </c:pt>
                <c:pt idx="659">
                  <c:v>6.6203576533</c:v>
                </c:pt>
                <c:pt idx="660">
                  <c:v>6.62771632811</c:v>
                </c:pt>
                <c:pt idx="661">
                  <c:v>6.62811967353</c:v>
                </c:pt>
                <c:pt idx="662">
                  <c:v>6.63528059809</c:v>
                </c:pt>
                <c:pt idx="663">
                  <c:v>6.6356729894</c:v>
                </c:pt>
                <c:pt idx="664">
                  <c:v>6.64264198118</c:v>
                </c:pt>
                <c:pt idx="665">
                  <c:v>6.64302395426</c:v>
                </c:pt>
                <c:pt idx="666">
                  <c:v>6.64981134489</c:v>
                </c:pt>
                <c:pt idx="667">
                  <c:v>6.65018358323</c:v>
                </c:pt>
                <c:pt idx="668">
                  <c:v>6.65679646716</c:v>
                </c:pt>
                <c:pt idx="669">
                  <c:v>6.65715907487</c:v>
                </c:pt>
                <c:pt idx="670">
                  <c:v>6.6636003869</c:v>
                </c:pt>
                <c:pt idx="671">
                  <c:v>6.66395357745</c:v>
                </c:pt>
                <c:pt idx="672">
                  <c:v>6.67023033612</c:v>
                </c:pt>
                <c:pt idx="673">
                  <c:v>6.67057452965</c:v>
                </c:pt>
                <c:pt idx="674">
                  <c:v>6.67669294206</c:v>
                </c:pt>
                <c:pt idx="675">
                  <c:v>6.67702867454</c:v>
                </c:pt>
                <c:pt idx="676">
                  <c:v>6.68299627691</c:v>
                </c:pt>
                <c:pt idx="677">
                  <c:v>6.68332372766</c:v>
                </c:pt>
                <c:pt idx="678">
                  <c:v>6.68914328093</c:v>
                </c:pt>
                <c:pt idx="679">
                  <c:v>6.68946246443</c:v>
                </c:pt>
                <c:pt idx="680">
                  <c:v>6.69513715877</c:v>
                </c:pt>
                <c:pt idx="681">
                  <c:v>6.6954484943</c:v>
                </c:pt>
                <c:pt idx="682">
                  <c:v>6.70098563382</c:v>
                </c:pt>
                <c:pt idx="683">
                  <c:v>6.70128959632</c:v>
                </c:pt>
                <c:pt idx="684">
                  <c:v>6.70669488022</c:v>
                </c:pt>
                <c:pt idx="685">
                  <c:v>6.70699160727</c:v>
                </c:pt>
                <c:pt idx="686">
                  <c:v>6.71226766744</c:v>
                </c:pt>
                <c:pt idx="687">
                  <c:v>6.71255714339</c:v>
                </c:pt>
                <c:pt idx="688">
                  <c:v>6.71770481808</c:v>
                </c:pt>
                <c:pt idx="689">
                  <c:v>6.71798712327</c:v>
                </c:pt>
                <c:pt idx="690">
                  <c:v>6.72299628094</c:v>
                </c:pt>
                <c:pt idx="691">
                  <c:v>6.72327034556</c:v>
                </c:pt>
                <c:pt idx="692">
                  <c:v>6.72811738917</c:v>
                </c:pt>
                <c:pt idx="693">
                  <c:v>6.72838170722</c:v>
                </c:pt>
                <c:pt idx="694">
                  <c:v>6.73303897215</c:v>
                </c:pt>
                <c:pt idx="695">
                  <c:v>6.73329175852</c:v>
                </c:pt>
                <c:pt idx="696">
                  <c:v>6.73772630296</c:v>
                </c:pt>
                <c:pt idx="697">
                  <c:v>6.73796606579</c:v>
                </c:pt>
                <c:pt idx="698">
                  <c:v>6.74216443926</c:v>
                </c:pt>
                <c:pt idx="699">
                  <c:v>6.7423912866</c:v>
                </c:pt>
                <c:pt idx="700">
                  <c:v>6.74635939361</c:v>
                </c:pt>
                <c:pt idx="701">
                  <c:v>6.74657350339</c:v>
                </c:pt>
                <c:pt idx="702">
                  <c:v>6.75031716091</c:v>
                </c:pt>
                <c:pt idx="703">
                  <c:v>6.75051908895</c:v>
                </c:pt>
                <c:pt idx="704">
                  <c:v>6.75405229195</c:v>
                </c:pt>
                <c:pt idx="705">
                  <c:v>6.75424301024</c:v>
                </c:pt>
                <c:pt idx="706">
                  <c:v>6.75757975893</c:v>
                </c:pt>
                <c:pt idx="707">
                  <c:v>6.75776004332</c:v>
                </c:pt>
                <c:pt idx="708">
                  <c:v>6.76091692444</c:v>
                </c:pt>
                <c:pt idx="709">
                  <c:v>6.76108761118</c:v>
                </c:pt>
                <c:pt idx="710">
                  <c:v>6.76407833795</c:v>
                </c:pt>
                <c:pt idx="711">
                  <c:v>6.76423991142</c:v>
                </c:pt>
                <c:pt idx="712">
                  <c:v>6.76707187634</c:v>
                </c:pt>
                <c:pt idx="713">
                  <c:v>6.76722503875</c:v>
                </c:pt>
                <c:pt idx="714">
                  <c:v>6.76991022463</c:v>
                </c:pt>
                <c:pt idx="715">
                  <c:v>6.77005558135</c:v>
                </c:pt>
                <c:pt idx="716">
                  <c:v>6.77260585866</c:v>
                </c:pt>
                <c:pt idx="717">
                  <c:v>6.77274398352</c:v>
                </c:pt>
                <c:pt idx="718">
                  <c:v>6.77517038591</c:v>
                </c:pt>
                <c:pt idx="719">
                  <c:v>6.77530186242</c:v>
                </c:pt>
                <c:pt idx="720">
                  <c:v>6.77761249958</c:v>
                </c:pt>
                <c:pt idx="721">
                  <c:v>6.77773784839</c:v>
                </c:pt>
                <c:pt idx="722">
                  <c:v>6.77994223439</c:v>
                </c:pt>
                <c:pt idx="723">
                  <c:v>6.78006204529</c:v>
                </c:pt>
                <c:pt idx="724">
                  <c:v>6.7821736036</c:v>
                </c:pt>
                <c:pt idx="725">
                  <c:v>6.78228848209</c:v>
                </c:pt>
                <c:pt idx="726">
                  <c:v>6.78431782257</c:v>
                </c:pt>
                <c:pt idx="727">
                  <c:v>6.7844284274</c:v>
                </c:pt>
                <c:pt idx="728">
                  <c:v>6.78638450848</c:v>
                </c:pt>
                <c:pt idx="729">
                  <c:v>6.78649134624</c:v>
                </c:pt>
                <c:pt idx="730">
                  <c:v>6.78838247578</c:v>
                </c:pt>
                <c:pt idx="731">
                  <c:v>6.78848600235</c:v>
                </c:pt>
                <c:pt idx="732">
                  <c:v>6.79032478563</c:v>
                </c:pt>
                <c:pt idx="733">
                  <c:v>6.79042566398</c:v>
                </c:pt>
                <c:pt idx="734">
                  <c:v>6.79222316204</c:v>
                </c:pt>
                <c:pt idx="735">
                  <c:v>6.79232199113</c:v>
                </c:pt>
                <c:pt idx="736">
                  <c:v>6.79408570635</c:v>
                </c:pt>
                <c:pt idx="737">
                  <c:v>6.79418295378</c:v>
                </c:pt>
                <c:pt idx="738">
                  <c:v>6.795920684</c:v>
                </c:pt>
                <c:pt idx="739">
                  <c:v>6.79601669025</c:v>
                </c:pt>
                <c:pt idx="740">
                  <c:v>6.79773842698</c:v>
                </c:pt>
                <c:pt idx="741">
                  <c:v>6.79783379367</c:v>
                </c:pt>
                <c:pt idx="742">
                  <c:v>6.79955033124</c:v>
                </c:pt>
                <c:pt idx="743">
                  <c:v>6.79964567836</c:v>
                </c:pt>
                <c:pt idx="744">
                  <c:v>6.8013634343</c:v>
                </c:pt>
                <c:pt idx="745">
                  <c:v>6.80145903141</c:v>
                </c:pt>
                <c:pt idx="746">
                  <c:v>6.8031835232</c:v>
                </c:pt>
                <c:pt idx="747">
                  <c:v>6.80327969333</c:v>
                </c:pt>
                <c:pt idx="748">
                  <c:v>6.80501983819</c:v>
                </c:pt>
                <c:pt idx="749">
                  <c:v>6.80511702184</c:v>
                </c:pt>
                <c:pt idx="750">
                  <c:v>6.80688137456</c:v>
                </c:pt>
                <c:pt idx="751">
                  <c:v>6.80698020806</c:v>
                </c:pt>
                <c:pt idx="752">
                  <c:v>6.8087743107</c:v>
                </c:pt>
                <c:pt idx="753">
                  <c:v>6.80887493726</c:v>
                </c:pt>
                <c:pt idx="754">
                  <c:v>6.81070245967</c:v>
                </c:pt>
                <c:pt idx="755">
                  <c:v>6.81080499221</c:v>
                </c:pt>
                <c:pt idx="756">
                  <c:v>6.8126718975</c:v>
                </c:pt>
                <c:pt idx="757">
                  <c:v>6.81277682488</c:v>
                </c:pt>
                <c:pt idx="758">
                  <c:v>6.81469047133</c:v>
                </c:pt>
                <c:pt idx="759">
                  <c:v>6.81479816264</c:v>
                </c:pt>
                <c:pt idx="760">
                  <c:v>6.81676203654</c:v>
                </c:pt>
                <c:pt idx="761">
                  <c:v>6.81687265983</c:v>
                </c:pt>
                <c:pt idx="762">
                  <c:v>6.81888903968</c:v>
                </c:pt>
                <c:pt idx="763">
                  <c:v>6.81900252842</c:v>
                </c:pt>
                <c:pt idx="764">
                  <c:v>6.8210737579</c:v>
                </c:pt>
                <c:pt idx="765">
                  <c:v>6.82119036318</c:v>
                </c:pt>
                <c:pt idx="766">
                  <c:v>6.82332157001</c:v>
                </c:pt>
                <c:pt idx="767">
                  <c:v>6.82344176714</c:v>
                </c:pt>
                <c:pt idx="768">
                  <c:v>6.82502079078</c:v>
                </c:pt>
                <c:pt idx="769">
                  <c:v>6.82563623826</c:v>
                </c:pt>
                <c:pt idx="770">
                  <c:v>6.82575991675</c:v>
                </c:pt>
                <c:pt idx="771">
                  <c:v>6.82801555637</c:v>
                </c:pt>
                <c:pt idx="772">
                  <c:v>6.82814254317</c:v>
                </c:pt>
                <c:pt idx="773">
                  <c:v>6.83046087902</c:v>
                </c:pt>
                <c:pt idx="774">
                  <c:v>6.83059143267</c:v>
                </c:pt>
                <c:pt idx="775">
                  <c:v>6.83297466742</c:v>
                </c:pt>
                <c:pt idx="776">
                  <c:v>6.83310892735</c:v>
                </c:pt>
                <c:pt idx="777">
                  <c:v>6.83555782366</c:v>
                </c:pt>
                <c:pt idx="778">
                  <c:v>6.83569573063</c:v>
                </c:pt>
                <c:pt idx="779">
                  <c:v>6.83820851996</c:v>
                </c:pt>
                <c:pt idx="780">
                  <c:v>6.83834973734</c:v>
                </c:pt>
                <c:pt idx="781">
                  <c:v>6.84092247684</c:v>
                </c:pt>
                <c:pt idx="782">
                  <c:v>6.84106705687</c:v>
                </c:pt>
                <c:pt idx="783">
                  <c:v>6.84370116226</c:v>
                </c:pt>
                <c:pt idx="784">
                  <c:v>6.84384927039</c:v>
                </c:pt>
                <c:pt idx="785">
                  <c:v>6.84654370956</c:v>
                </c:pt>
                <c:pt idx="786">
                  <c:v>6.84669500419</c:v>
                </c:pt>
                <c:pt idx="787">
                  <c:v>6.84944491644</c:v>
                </c:pt>
                <c:pt idx="788">
                  <c:v>6.84959910038</c:v>
                </c:pt>
                <c:pt idx="789">
                  <c:v>6.85240057753</c:v>
                </c:pt>
                <c:pt idx="790">
                  <c:v>6.85255756014</c:v>
                </c:pt>
                <c:pt idx="791">
                  <c:v>6.85540804354</c:v>
                </c:pt>
                <c:pt idx="792">
                  <c:v>6.85556778085</c:v>
                </c:pt>
                <c:pt idx="793">
                  <c:v>6.85846494628</c:v>
                </c:pt>
                <c:pt idx="794">
                  <c:v>6.85862713057</c:v>
                </c:pt>
                <c:pt idx="795">
                  <c:v>6.86156600609</c:v>
                </c:pt>
                <c:pt idx="796">
                  <c:v>6.86173021959</c:v>
                </c:pt>
                <c:pt idx="797">
                  <c:v>6.86470327877</c:v>
                </c:pt>
                <c:pt idx="798">
                  <c:v>6.8648693064</c:v>
                </c:pt>
                <c:pt idx="799">
                  <c:v>6.86787208468</c:v>
                </c:pt>
                <c:pt idx="800">
                  <c:v>6.86803966653</c:v>
                </c:pt>
                <c:pt idx="801">
                  <c:v>6.87105807777</c:v>
                </c:pt>
                <c:pt idx="802">
                  <c:v>6.87122552888</c:v>
                </c:pt>
                <c:pt idx="803">
                  <c:v>6.87422237305</c:v>
                </c:pt>
                <c:pt idx="804">
                  <c:v>6.87438748991</c:v>
                </c:pt>
                <c:pt idx="805">
                  <c:v>6.87732472078</c:v>
                </c:pt>
                <c:pt idx="806">
                  <c:v>6.87748547123</c:v>
                </c:pt>
                <c:pt idx="807">
                  <c:v>6.88032209402</c:v>
                </c:pt>
                <c:pt idx="808">
                  <c:v>6.88047630597</c:v>
                </c:pt>
                <c:pt idx="809">
                  <c:v>6.88318653336</c:v>
                </c:pt>
                <c:pt idx="810">
                  <c:v>6.8833335049</c:v>
                </c:pt>
                <c:pt idx="811">
                  <c:v>6.88591435861</c:v>
                </c:pt>
                <c:pt idx="812">
                  <c:v>6.88605401445</c:v>
                </c:pt>
                <c:pt idx="813">
                  <c:v>6.8885042763</c:v>
                </c:pt>
                <c:pt idx="814">
                  <c:v>6.88863699454</c:v>
                </c:pt>
                <c:pt idx="815">
                  <c:v>6.89096913726</c:v>
                </c:pt>
                <c:pt idx="816">
                  <c:v>6.89109574379</c:v>
                </c:pt>
                <c:pt idx="817">
                  <c:v>6.89332202171</c:v>
                </c:pt>
                <c:pt idx="818">
                  <c:v>6.89344290839</c:v>
                </c:pt>
                <c:pt idx="819">
                  <c:v>6.89557371507</c:v>
                </c:pt>
                <c:pt idx="820">
                  <c:v>6.89568956386</c:v>
                </c:pt>
                <c:pt idx="821">
                  <c:v>6.89773149576</c:v>
                </c:pt>
                <c:pt idx="822">
                  <c:v>6.897842525</c:v>
                </c:pt>
                <c:pt idx="823">
                  <c:v>6.89979900157</c:v>
                </c:pt>
                <c:pt idx="824">
                  <c:v>6.89990551428</c:v>
                </c:pt>
                <c:pt idx="825">
                  <c:v>6.90178549973</c:v>
                </c:pt>
                <c:pt idx="826">
                  <c:v>6.90188789193</c:v>
                </c:pt>
                <c:pt idx="827">
                  <c:v>6.90369491279</c:v>
                </c:pt>
                <c:pt idx="828">
                  <c:v>6.90379324248</c:v>
                </c:pt>
                <c:pt idx="829">
                  <c:v>6.90552880738</c:v>
                </c:pt>
                <c:pt idx="830">
                  <c:v>6.90562336007</c:v>
                </c:pt>
                <c:pt idx="831">
                  <c:v>6.90729001818</c:v>
                </c:pt>
                <c:pt idx="832">
                  <c:v>6.90738079039</c:v>
                </c:pt>
                <c:pt idx="833">
                  <c:v>6.9089830002</c:v>
                </c:pt>
                <c:pt idx="834">
                  <c:v>6.90907027647</c:v>
                </c:pt>
                <c:pt idx="835">
                  <c:v>6.9106133694</c:v>
                </c:pt>
                <c:pt idx="836">
                  <c:v>6.91069745844</c:v>
                </c:pt>
                <c:pt idx="837">
                  <c:v>6.91218215535</c:v>
                </c:pt>
                <c:pt idx="838">
                  <c:v>6.91226309392</c:v>
                </c:pt>
                <c:pt idx="839">
                  <c:v>6.91369115287</c:v>
                </c:pt>
                <c:pt idx="840">
                  <c:v>6.9137690368</c:v>
                </c:pt>
                <c:pt idx="841">
                  <c:v>6.91514498096</c:v>
                </c:pt>
                <c:pt idx="842">
                  <c:v>6.91521999601</c:v>
                </c:pt>
                <c:pt idx="843">
                  <c:v>6.91654796244</c:v>
                </c:pt>
                <c:pt idx="844">
                  <c:v>6.91662045251</c:v>
                </c:pt>
                <c:pt idx="845">
                  <c:v>6.91790229146</c:v>
                </c:pt>
                <c:pt idx="846">
                  <c:v>6.91797226369</c:v>
                </c:pt>
                <c:pt idx="847">
                  <c:v>6.91920778726</c:v>
                </c:pt>
                <c:pt idx="848">
                  <c:v>6.91927520585</c:v>
                </c:pt>
                <c:pt idx="849">
                  <c:v>6.92046796682</c:v>
                </c:pt>
                <c:pt idx="850">
                  <c:v>6.9205330724</c:v>
                </c:pt>
                <c:pt idx="851">
                  <c:v>6.92168707437</c:v>
                </c:pt>
                <c:pt idx="852">
                  <c:v>6.92175015916</c:v>
                </c:pt>
                <c:pt idx="853">
                  <c:v>6.92286677158</c:v>
                </c:pt>
                <c:pt idx="854">
                  <c:v>6.92292780403</c:v>
                </c:pt>
                <c:pt idx="855">
                  <c:v>6.9240065644</c:v>
                </c:pt>
                <c:pt idx="856">
                  <c:v>6.92406546185</c:v>
                </c:pt>
                <c:pt idx="857">
                  <c:v>6.92510871864</c:v>
                </c:pt>
                <c:pt idx="858">
                  <c:v>6.9251656849</c:v>
                </c:pt>
                <c:pt idx="859">
                  <c:v>6.92617695449</c:v>
                </c:pt>
                <c:pt idx="860">
                  <c:v>6.9262323177</c:v>
                </c:pt>
                <c:pt idx="861">
                  <c:v>6.9272133994</c:v>
                </c:pt>
                <c:pt idx="862">
                  <c:v>6.92726712432</c:v>
                </c:pt>
                <c:pt idx="863">
                  <c:v>6.92785118637</c:v>
                </c:pt>
                <c:pt idx="864">
                  <c:v>6.92821704361</c:v>
                </c:pt>
                <c:pt idx="865">
                  <c:v>6.92826892072</c:v>
                </c:pt>
                <c:pt idx="866">
                  <c:v>6.92918894604</c:v>
                </c:pt>
                <c:pt idx="867">
                  <c:v>6.92923924394</c:v>
                </c:pt>
                <c:pt idx="868">
                  <c:v>6.93013306095</c:v>
                </c:pt>
                <c:pt idx="869">
                  <c:v>6.93018206389</c:v>
                </c:pt>
                <c:pt idx="870">
                  <c:v>6.9310509332</c:v>
                </c:pt>
                <c:pt idx="871">
                  <c:v>6.93109854164</c:v>
                </c:pt>
                <c:pt idx="872">
                  <c:v>6.93194172115</c:v>
                </c:pt>
                <c:pt idx="873">
                  <c:v>6.93198780622</c:v>
                </c:pt>
                <c:pt idx="874">
                  <c:v>6.93280569923</c:v>
                </c:pt>
                <c:pt idx="875">
                  <c:v>6.93285042543</c:v>
                </c:pt>
                <c:pt idx="876">
                  <c:v>6.93364584124</c:v>
                </c:pt>
                <c:pt idx="877">
                  <c:v>6.93368948712</c:v>
                </c:pt>
                <c:pt idx="878">
                  <c:v>6.93446488048</c:v>
                </c:pt>
                <c:pt idx="879">
                  <c:v>6.93450742991</c:v>
                </c:pt>
                <c:pt idx="880">
                  <c:v>6.93526114797</c:v>
                </c:pt>
                <c:pt idx="881">
                  <c:v>6.93530234646</c:v>
                </c:pt>
                <c:pt idx="882">
                  <c:v>6.93603409088</c:v>
                </c:pt>
                <c:pt idx="883">
                  <c:v>6.93607405407</c:v>
                </c:pt>
                <c:pt idx="884">
                  <c:v>6.93677571823</c:v>
                </c:pt>
                <c:pt idx="885">
                  <c:v>6.93681347843</c:v>
                </c:pt>
                <c:pt idx="886">
                  <c:v>6.93745878329</c:v>
                </c:pt>
                <c:pt idx="887">
                  <c:v>6.93749250091</c:v>
                </c:pt>
                <c:pt idx="888">
                  <c:v>6.93804998158</c:v>
                </c:pt>
                <c:pt idx="889">
                  <c:v>6.93807776999</c:v>
                </c:pt>
                <c:pt idx="890">
                  <c:v>6.93851093729</c:v>
                </c:pt>
                <c:pt idx="891">
                  <c:v>6.93853095681</c:v>
                </c:pt>
                <c:pt idx="892">
                  <c:v>6.93881740211</c:v>
                </c:pt>
                <c:pt idx="893">
                  <c:v>6.93882929294</c:v>
                </c:pt>
                <c:pt idx="894">
                  <c:v>6.93896992893</c:v>
                </c:pt>
                <c:pt idx="895">
                  <c:v>6.93897374779</c:v>
                </c:pt>
                <c:pt idx="896">
                  <c:v>6.93898953676</c:v>
                </c:pt>
                <c:pt idx="897">
                  <c:v>6.93897305071</c:v>
                </c:pt>
                <c:pt idx="898">
                  <c:v>6.93896923035</c:v>
                </c:pt>
                <c:pt idx="899">
                  <c:v>6.93883985143</c:v>
                </c:pt>
                <c:pt idx="900">
                  <c:v>6.93882937185</c:v>
                </c:pt>
                <c:pt idx="901">
                  <c:v>6.93858631539</c:v>
                </c:pt>
                <c:pt idx="902">
                  <c:v>6.93857000681</c:v>
                </c:pt>
                <c:pt idx="903">
                  <c:v>6.93822982323</c:v>
                </c:pt>
                <c:pt idx="904">
                  <c:v>6.93820850969</c:v>
                </c:pt>
                <c:pt idx="905">
                  <c:v>6.93778379043</c:v>
                </c:pt>
                <c:pt idx="906">
                  <c:v>6.93775791188</c:v>
                </c:pt>
                <c:pt idx="907">
                  <c:v>6.93725658785</c:v>
                </c:pt>
                <c:pt idx="908">
                  <c:v>6.93722684642</c:v>
                </c:pt>
                <c:pt idx="909">
                  <c:v>6.93666057793</c:v>
                </c:pt>
                <c:pt idx="910">
                  <c:v>6.93662758798</c:v>
                </c:pt>
                <c:pt idx="911">
                  <c:v>6.93600680151</c:v>
                </c:pt>
                <c:pt idx="912">
                  <c:v>6.93597097297</c:v>
                </c:pt>
                <c:pt idx="913">
                  <c:v>6.93530568064</c:v>
                </c:pt>
                <c:pt idx="914">
                  <c:v>6.93526754811</c:v>
                </c:pt>
                <c:pt idx="915">
                  <c:v>6.93456399748</c:v>
                </c:pt>
                <c:pt idx="916">
                  <c:v>6.9345240178</c:v>
                </c:pt>
                <c:pt idx="917">
                  <c:v>6.93379084639</c:v>
                </c:pt>
                <c:pt idx="918">
                  <c:v>6.93374957199</c:v>
                </c:pt>
                <c:pt idx="919">
                  <c:v>6.93299874523</c:v>
                </c:pt>
                <c:pt idx="920">
                  <c:v>6.93295669703</c:v>
                </c:pt>
                <c:pt idx="921">
                  <c:v>6.93219706138</c:v>
                </c:pt>
                <c:pt idx="922">
                  <c:v>6.93215469788</c:v>
                </c:pt>
                <c:pt idx="923">
                  <c:v>6.93139354211</c:v>
                </c:pt>
                <c:pt idx="924">
                  <c:v>6.93135137649</c:v>
                </c:pt>
                <c:pt idx="925">
                  <c:v>6.93059583681</c:v>
                </c:pt>
                <c:pt idx="926">
                  <c:v>6.93055426198</c:v>
                </c:pt>
                <c:pt idx="927">
                  <c:v>6.92981507469</c:v>
                </c:pt>
                <c:pt idx="928">
                  <c:v>6.92977461388</c:v>
                </c:pt>
                <c:pt idx="929">
                  <c:v>6.92906066615</c:v>
                </c:pt>
                <c:pt idx="930">
                  <c:v>6.9290217994</c:v>
                </c:pt>
                <c:pt idx="931">
                  <c:v>6.92833867333</c:v>
                </c:pt>
                <c:pt idx="932">
                  <c:v>6.92830172173</c:v>
                </c:pt>
                <c:pt idx="933">
                  <c:v>6.92765541577</c:v>
                </c:pt>
                <c:pt idx="934">
                  <c:v>6.927620719</c:v>
                </c:pt>
                <c:pt idx="935">
                  <c:v>6.92701971512</c:v>
                </c:pt>
                <c:pt idx="936">
                  <c:v>6.92698769042</c:v>
                </c:pt>
                <c:pt idx="937">
                  <c:v>6.92643997508</c:v>
                </c:pt>
                <c:pt idx="938">
                  <c:v>6.92641110139</c:v>
                </c:pt>
                <c:pt idx="939">
                  <c:v>6.92592115457</c:v>
                </c:pt>
                <c:pt idx="940">
                  <c:v>6.9258956601</c:v>
                </c:pt>
                <c:pt idx="941">
                  <c:v>6.92546725332</c:v>
                </c:pt>
                <c:pt idx="942">
                  <c:v>6.9254452948</c:v>
                </c:pt>
                <c:pt idx="943">
                  <c:v>6.92508486863</c:v>
                </c:pt>
                <c:pt idx="944">
                  <c:v>6.92506680762</c:v>
                </c:pt>
                <c:pt idx="945">
                  <c:v>6.92478138286</c:v>
                </c:pt>
                <c:pt idx="946">
                  <c:v>6.92476765955</c:v>
                </c:pt>
                <c:pt idx="947">
                  <c:v>6.9245594568</c:v>
                </c:pt>
                <c:pt idx="948">
                  <c:v>6.92455014535</c:v>
                </c:pt>
                <c:pt idx="949">
                  <c:v>6.92442162309</c:v>
                </c:pt>
                <c:pt idx="950">
                  <c:v>6.92441673456</c:v>
                </c:pt>
                <c:pt idx="951">
                  <c:v>6.92437169524</c:v>
                </c:pt>
                <c:pt idx="952">
                  <c:v>6.92437155443</c:v>
                </c:pt>
                <c:pt idx="953">
                  <c:v>6.92441436219</c:v>
                </c:pt>
                <c:pt idx="954">
                  <c:v>6.92441923091</c:v>
                </c:pt>
                <c:pt idx="955">
                  <c:v>6.92455174223</c:v>
                </c:pt>
                <c:pt idx="956">
                  <c:v>6.92456163561</c:v>
                </c:pt>
                <c:pt idx="957">
                  <c:v>6.9247831145</c:v>
                </c:pt>
                <c:pt idx="958">
                  <c:v>6.92479789649</c:v>
                </c:pt>
                <c:pt idx="959">
                  <c:v>6.92497841028</c:v>
                </c:pt>
                <c:pt idx="960">
                  <c:v>6.92511023233</c:v>
                </c:pt>
                <c:pt idx="961">
                  <c:v>6.92513008816</c:v>
                </c:pt>
                <c:pt idx="962">
                  <c:v>6.92553577874</c:v>
                </c:pt>
                <c:pt idx="963">
                  <c:v>6.92556097364</c:v>
                </c:pt>
                <c:pt idx="964">
                  <c:v>6.92606049216</c:v>
                </c:pt>
                <c:pt idx="965">
                  <c:v>6.92609086049</c:v>
                </c:pt>
                <c:pt idx="966">
                  <c:v>6.92668125367</c:v>
                </c:pt>
                <c:pt idx="967">
                  <c:v>6.92671651099</c:v>
                </c:pt>
                <c:pt idx="968">
                  <c:v>6.92739663381</c:v>
                </c:pt>
                <c:pt idx="969">
                  <c:v>6.92743688842</c:v>
                </c:pt>
                <c:pt idx="970">
                  <c:v>6.92820754783</c:v>
                </c:pt>
                <c:pt idx="971">
                  <c:v>6.92825289702</c:v>
                </c:pt>
                <c:pt idx="972">
                  <c:v>6.92911255124</c:v>
                </c:pt>
                <c:pt idx="973">
                  <c:v>6.92916277692</c:v>
                </c:pt>
                <c:pt idx="974">
                  <c:v>6.93010761844</c:v>
                </c:pt>
                <c:pt idx="975">
                  <c:v>6.93016233157</c:v>
                </c:pt>
                <c:pt idx="976">
                  <c:v>6.93118795909</c:v>
                </c:pt>
                <c:pt idx="977">
                  <c:v>6.93124712705</c:v>
                </c:pt>
                <c:pt idx="978">
                  <c:v>6.93235323244</c:v>
                </c:pt>
                <c:pt idx="979">
                  <c:v>6.93241694076</c:v>
                </c:pt>
                <c:pt idx="980">
                  <c:v>6.93360067692</c:v>
                </c:pt>
                <c:pt idx="981">
                  <c:v>6.93366851368</c:v>
                </c:pt>
                <c:pt idx="982">
                  <c:v>6.93492352231</c:v>
                </c:pt>
                <c:pt idx="983">
                  <c:v>6.93499507597</c:v>
                </c:pt>
                <c:pt idx="984">
                  <c:v>6.93631671795</c:v>
                </c:pt>
                <c:pt idx="985">
                  <c:v>6.93639186282</c:v>
                </c:pt>
                <c:pt idx="986">
                  <c:v>6.93777574299</c:v>
                </c:pt>
                <c:pt idx="987">
                  <c:v>6.93785435929</c:v>
                </c:pt>
                <c:pt idx="988">
                  <c:v>6.93929764997</c:v>
                </c:pt>
                <c:pt idx="989">
                  <c:v>6.9393793804</c:v>
                </c:pt>
                <c:pt idx="990">
                  <c:v>6.94087389633</c:v>
                </c:pt>
                <c:pt idx="991">
                  <c:v>6.94095799602</c:v>
                </c:pt>
                <c:pt idx="992">
                  <c:v>6.94248387775</c:v>
                </c:pt>
                <c:pt idx="993">
                  <c:v>6.94256891607</c:v>
                </c:pt>
                <c:pt idx="994">
                  <c:v>6.94409420361</c:v>
                </c:pt>
                <c:pt idx="995">
                  <c:v>6.94417839746</c:v>
                </c:pt>
                <c:pt idx="996">
                  <c:v>6.94567118445</c:v>
                </c:pt>
                <c:pt idx="997">
                  <c:v>6.94575253958</c:v>
                </c:pt>
                <c:pt idx="998">
                  <c:v>6.94717611181</c:v>
                </c:pt>
                <c:pt idx="999">
                  <c:v>6.94725263276</c:v>
                </c:pt>
                <c:pt idx="1000">
                  <c:v>6.94858223485</c:v>
                </c:pt>
                <c:pt idx="1001">
                  <c:v>6.94865342925</c:v>
                </c:pt>
                <c:pt idx="1002">
                  <c:v>6.94988783138</c:v>
                </c:pt>
                <c:pt idx="1003">
                  <c:v>6.94995389761</c:v>
                </c:pt>
                <c:pt idx="1004">
                  <c:v>6.95097466774</c:v>
                </c:pt>
                <c:pt idx="1005">
                  <c:v>6.9510977867</c:v>
                </c:pt>
                <c:pt idx="1006">
                  <c:v>6.95115897642</c:v>
                </c:pt>
                <c:pt idx="1007">
                  <c:v>6.95222192691</c:v>
                </c:pt>
                <c:pt idx="1008">
                  <c:v>6.95227880442</c:v>
                </c:pt>
                <c:pt idx="1009">
                  <c:v>6.95326763899</c:v>
                </c:pt>
                <c:pt idx="1010">
                  <c:v>6.95332065391</c:v>
                </c:pt>
                <c:pt idx="1011">
                  <c:v>6.95424333316</c:v>
                </c:pt>
                <c:pt idx="1012">
                  <c:v>6.95429303238</c:v>
                </c:pt>
                <c:pt idx="1013">
                  <c:v>6.95515911116</c:v>
                </c:pt>
                <c:pt idx="1014">
                  <c:v>6.95520570449</c:v>
                </c:pt>
                <c:pt idx="1015">
                  <c:v>6.95601891726</c:v>
                </c:pt>
                <c:pt idx="1016">
                  <c:v>6.95606262532</c:v>
                </c:pt>
                <c:pt idx="1017">
                  <c:v>6.95682511524</c:v>
                </c:pt>
                <c:pt idx="1018">
                  <c:v>6.95686613027</c:v>
                </c:pt>
                <c:pt idx="1019">
                  <c:v>6.95757993759</c:v>
                </c:pt>
                <c:pt idx="1020">
                  <c:v>6.95761837901</c:v>
                </c:pt>
                <c:pt idx="1021">
                  <c:v>6.95828860854</c:v>
                </c:pt>
                <c:pt idx="1022">
                  <c:v>6.95832469364</c:v>
                </c:pt>
                <c:pt idx="1023">
                  <c:v>6.95895446265</c:v>
                </c:pt>
                <c:pt idx="1024">
                  <c:v>6.95898825934</c:v>
                </c:pt>
                <c:pt idx="1025">
                  <c:v>6.95957773052</c:v>
                </c:pt>
                <c:pt idx="1026">
                  <c:v>6.95960943379</c:v>
                </c:pt>
                <c:pt idx="1027">
                  <c:v>6.96016030084</c:v>
                </c:pt>
                <c:pt idx="1028">
                  <c:v>6.96018994566</c:v>
                </c:pt>
                <c:pt idx="1029">
                  <c:v>6.96070660673</c:v>
                </c:pt>
                <c:pt idx="1030">
                  <c:v>6.96073440501</c:v>
                </c:pt>
                <c:pt idx="1031">
                  <c:v>6.9612207027</c:v>
                </c:pt>
                <c:pt idx="1032">
                  <c:v>6.96124685919</c:v>
                </c:pt>
                <c:pt idx="1033">
                  <c:v>6.9617023975</c:v>
                </c:pt>
                <c:pt idx="1034">
                  <c:v>6.96172691885</c:v>
                </c:pt>
                <c:pt idx="1035">
                  <c:v>6.96215304748</c:v>
                </c:pt>
                <c:pt idx="1036">
                  <c:v>6.96217599428</c:v>
                </c:pt>
                <c:pt idx="1037">
                  <c:v>6.96257618946</c:v>
                </c:pt>
                <c:pt idx="1038">
                  <c:v>6.96259770631</c:v>
                </c:pt>
                <c:pt idx="1039">
                  <c:v>6.96297514129</c:v>
                </c:pt>
                <c:pt idx="1040">
                  <c:v>6.96299545609</c:v>
                </c:pt>
                <c:pt idx="1041">
                  <c:v>6.96335038959</c:v>
                </c:pt>
                <c:pt idx="1042">
                  <c:v>6.96336951876</c:v>
                </c:pt>
                <c:pt idx="1043">
                  <c:v>6.96370159847</c:v>
                </c:pt>
                <c:pt idx="1044">
                  <c:v>6.96371949514</c:v>
                </c:pt>
                <c:pt idx="1045">
                  <c:v>6.96403176641</c:v>
                </c:pt>
                <c:pt idx="1046">
                  <c:v>6.9640485545</c:v>
                </c:pt>
                <c:pt idx="1047">
                  <c:v>6.96423057091</c:v>
                </c:pt>
                <c:pt idx="1048">
                  <c:v>6.96434344151</c:v>
                </c:pt>
                <c:pt idx="1049">
                  <c:v>6.96435938819</c:v>
                </c:pt>
                <c:pt idx="1050">
                  <c:v>6.96463827006</c:v>
                </c:pt>
                <c:pt idx="1051">
                  <c:v>6.96465334155</c:v>
                </c:pt>
                <c:pt idx="1052">
                  <c:v>6.96491446627</c:v>
                </c:pt>
                <c:pt idx="1053">
                  <c:v>6.96492849936</c:v>
                </c:pt>
                <c:pt idx="1054">
                  <c:v>6.96517411865</c:v>
                </c:pt>
                <c:pt idx="1055">
                  <c:v>6.96518733843</c:v>
                </c:pt>
                <c:pt idx="1056">
                  <c:v>6.96534404761</c:v>
                </c:pt>
                <c:pt idx="1057">
                  <c:v>6.96542059385</c:v>
                </c:pt>
                <c:pt idx="1058">
                  <c:v>6.9654332285</c:v>
                </c:pt>
                <c:pt idx="1059">
                  <c:v>6.96565413497</c:v>
                </c:pt>
                <c:pt idx="1060">
                  <c:v>6.96566609997</c:v>
                </c:pt>
                <c:pt idx="1061">
                  <c:v>6.96587374472</c:v>
                </c:pt>
                <c:pt idx="1062">
                  <c:v>6.96588489512</c:v>
                </c:pt>
                <c:pt idx="1063">
                  <c:v>6.96608030008</c:v>
                </c:pt>
                <c:pt idx="1064">
                  <c:v>6.9660908426</c:v>
                </c:pt>
                <c:pt idx="1065">
                  <c:v>6.96627745889</c:v>
                </c:pt>
                <c:pt idx="1066">
                  <c:v>6.9662875976</c:v>
                </c:pt>
                <c:pt idx="1067">
                  <c:v>6.96646497194</c:v>
                </c:pt>
                <c:pt idx="1068">
                  <c:v>6.96647462167</c:v>
                </c:pt>
                <c:pt idx="1069">
                  <c:v>6.96664250852</c:v>
                </c:pt>
                <c:pt idx="1070">
                  <c:v>6.9666515095</c:v>
                </c:pt>
                <c:pt idx="1071">
                  <c:v>6.96680807307</c:v>
                </c:pt>
                <c:pt idx="1072">
                  <c:v>6.9668162461</c:v>
                </c:pt>
                <c:pt idx="1073">
                  <c:v>6.96694814075</c:v>
                </c:pt>
                <c:pt idx="1074">
                  <c:v>6.96695433534</c:v>
                </c:pt>
                <c:pt idx="1075">
                  <c:v>6.9670344523</c:v>
                </c:pt>
                <c:pt idx="1076">
                  <c:v>6.96703696395</c:v>
                </c:pt>
                <c:pt idx="1077">
                  <c:v>6.96704741502</c:v>
                </c:pt>
                <c:pt idx="1078">
                  <c:v>6.96703393298</c:v>
                </c:pt>
                <c:pt idx="1079">
                  <c:v>6.96703074878</c:v>
                </c:pt>
                <c:pt idx="1080">
                  <c:v>6.96691146778</c:v>
                </c:pt>
                <c:pt idx="1081">
                  <c:v>6.96690116653</c:v>
                </c:pt>
                <c:pt idx="1082">
                  <c:v>6.96665093177</c:v>
                </c:pt>
                <c:pt idx="1083">
                  <c:v>6.96663351402</c:v>
                </c:pt>
                <c:pt idx="1084">
                  <c:v>6.96625576067</c:v>
                </c:pt>
                <c:pt idx="1085">
                  <c:v>6.96623130448</c:v>
                </c:pt>
                <c:pt idx="1086">
                  <c:v>6.96572952686</c:v>
                </c:pt>
                <c:pt idx="1087">
                  <c:v>6.96569841089</c:v>
                </c:pt>
                <c:pt idx="1088">
                  <c:v>6.96508635392</c:v>
                </c:pt>
                <c:pt idx="1089">
                  <c:v>6.96504948835</c:v>
                </c:pt>
                <c:pt idx="1090">
                  <c:v>6.96433985383</c:v>
                </c:pt>
                <c:pt idx="1091">
                  <c:v>6.96429802859</c:v>
                </c:pt>
                <c:pt idx="1092">
                  <c:v>6.9635046035</c:v>
                </c:pt>
                <c:pt idx="1093">
                  <c:v>6.96345845335</c:v>
                </c:pt>
                <c:pt idx="1094">
                  <c:v>6.96259151693</c:v>
                </c:pt>
                <c:pt idx="1095">
                  <c:v>6.96254134427</c:v>
                </c:pt>
                <c:pt idx="1096">
                  <c:v>6.9616072435</c:v>
                </c:pt>
                <c:pt idx="1097">
                  <c:v>6.96155369715</c:v>
                </c:pt>
                <c:pt idx="1098">
                  <c:v>6.96056351085</c:v>
                </c:pt>
                <c:pt idx="1099">
                  <c:v>6.96050716968</c:v>
                </c:pt>
                <c:pt idx="1100">
                  <c:v>6.95946978611</c:v>
                </c:pt>
                <c:pt idx="1101">
                  <c:v>6.95941100475</c:v>
                </c:pt>
                <c:pt idx="1102">
                  <c:v>6.95869705217</c:v>
                </c:pt>
                <c:pt idx="1103">
                  <c:v>6.95833440004</c:v>
                </c:pt>
                <c:pt idx="1104">
                  <c:v>6.95827354158</c:v>
                </c:pt>
                <c:pt idx="1105">
                  <c:v>6.95716330362</c:v>
                </c:pt>
                <c:pt idx="1106">
                  <c:v>6.95710081229</c:v>
                </c:pt>
                <c:pt idx="1107">
                  <c:v>6.95596559947</c:v>
                </c:pt>
                <c:pt idx="1108">
                  <c:v>6.95590212895</c:v>
                </c:pt>
                <c:pt idx="1109">
                  <c:v>6.9547528377</c:v>
                </c:pt>
                <c:pt idx="1110">
                  <c:v>6.95468872483</c:v>
                </c:pt>
                <c:pt idx="1111">
                  <c:v>6.95353210735</c:v>
                </c:pt>
                <c:pt idx="1112">
                  <c:v>6.95346770299</c:v>
                </c:pt>
                <c:pt idx="1113">
                  <c:v>6.95231029446</c:v>
                </c:pt>
                <c:pt idx="1114">
                  <c:v>6.95224611537</c:v>
                </c:pt>
                <c:pt idx="1115">
                  <c:v>6.95109539676</c:v>
                </c:pt>
                <c:pt idx="1116">
                  <c:v>6.95103187138</c:v>
                </c:pt>
                <c:pt idx="1117">
                  <c:v>6.94989762629</c:v>
                </c:pt>
                <c:pt idx="1118">
                  <c:v>6.9498352136</c:v>
                </c:pt>
                <c:pt idx="1119">
                  <c:v>6.94872496996</c:v>
                </c:pt>
                <c:pt idx="1120">
                  <c:v>6.9486639919</c:v>
                </c:pt>
                <c:pt idx="1121">
                  <c:v>6.94758262777</c:v>
                </c:pt>
                <c:pt idx="1122">
                  <c:v>6.94752351202</c:v>
                </c:pt>
                <c:pt idx="1123">
                  <c:v>6.94647769751</c:v>
                </c:pt>
                <c:pt idx="1124">
                  <c:v>6.94642080062</c:v>
                </c:pt>
                <c:pt idx="1125">
                  <c:v>6.94541918211</c:v>
                </c:pt>
                <c:pt idx="1126">
                  <c:v>6.94536486227</c:v>
                </c:pt>
                <c:pt idx="1127">
                  <c:v>6.94441428363</c:v>
                </c:pt>
                <c:pt idx="1128">
                  <c:v>6.9443629238</c:v>
                </c:pt>
                <c:pt idx="1129">
                  <c:v>6.94346698578</c:v>
                </c:pt>
                <c:pt idx="1130">
                  <c:v>6.9434188219</c:v>
                </c:pt>
                <c:pt idx="1131">
                  <c:v>6.94258191663</c:v>
                </c:pt>
                <c:pt idx="1132">
                  <c:v>6.94253724962</c:v>
                </c:pt>
                <c:pt idx="1133">
                  <c:v>6.94176682498</c:v>
                </c:pt>
                <c:pt idx="1134">
                  <c:v>6.94172593063</c:v>
                </c:pt>
                <c:pt idx="1135">
                  <c:v>6.9410271699</c:v>
                </c:pt>
                <c:pt idx="1136">
                  <c:v>6.94099037376</c:v>
                </c:pt>
                <c:pt idx="1137">
                  <c:v>6.94036594325</c:v>
                </c:pt>
                <c:pt idx="1138">
                  <c:v>6.94033343379</c:v>
                </c:pt>
                <c:pt idx="1139">
                  <c:v>6.93978617962</c:v>
                </c:pt>
                <c:pt idx="1140">
                  <c:v>6.93975802344</c:v>
                </c:pt>
                <c:pt idx="1141">
                  <c:v>6.93929242242</c:v>
                </c:pt>
                <c:pt idx="1142">
                  <c:v>6.93926885828</c:v>
                </c:pt>
                <c:pt idx="1143">
                  <c:v>6.93888928906</c:v>
                </c:pt>
                <c:pt idx="1144">
                  <c:v>6.93887059892</c:v>
                </c:pt>
                <c:pt idx="1145">
                  <c:v>6.93869796531</c:v>
                </c:pt>
                <c:pt idx="1146">
                  <c:v>6.93857824605</c:v>
                </c:pt>
                <c:pt idx="1147">
                  <c:v>6.93856448509</c:v>
                </c:pt>
                <c:pt idx="1148">
                  <c:v>6.93835930178</c:v>
                </c:pt>
                <c:pt idx="1149">
                  <c:v>6.93835037957</c:v>
                </c:pt>
                <c:pt idx="1150">
                  <c:v>6.93823517967</c:v>
                </c:pt>
                <c:pt idx="1151">
                  <c:v>6.93823128958</c:v>
                </c:pt>
                <c:pt idx="1152">
                  <c:v>6.93820613743</c:v>
                </c:pt>
                <c:pt idx="1153">
                  <c:v>6.93820869937</c:v>
                </c:pt>
                <c:pt idx="1154">
                  <c:v>6.93821002146</c:v>
                </c:pt>
                <c:pt idx="1155">
                  <c:v>6.93824249938</c:v>
                </c:pt>
                <c:pt idx="1156">
                  <c:v>6.93827987654</c:v>
                </c:pt>
                <c:pt idx="1157">
                  <c:v>6.93828633984</c:v>
                </c:pt>
                <c:pt idx="1158">
                  <c:v>6.93844680559</c:v>
                </c:pt>
                <c:pt idx="1159">
                  <c:v>6.93845821629</c:v>
                </c:pt>
                <c:pt idx="1160">
                  <c:v>6.93870924822</c:v>
                </c:pt>
                <c:pt idx="1161">
                  <c:v>6.93872568646</c:v>
                </c:pt>
                <c:pt idx="1162">
                  <c:v>6.93906899297</c:v>
                </c:pt>
                <c:pt idx="1163">
                  <c:v>6.9390906204</c:v>
                </c:pt>
                <c:pt idx="1164">
                  <c:v>6.93952403718</c:v>
                </c:pt>
                <c:pt idx="1165">
                  <c:v>6.93955059603</c:v>
                </c:pt>
                <c:pt idx="1166">
                  <c:v>6.94007009301</c:v>
                </c:pt>
                <c:pt idx="1167">
                  <c:v>6.94010129883</c:v>
                </c:pt>
                <c:pt idx="1168">
                  <c:v>6.94070545331</c:v>
                </c:pt>
                <c:pt idx="1169">
                  <c:v>6.94074130089</c:v>
                </c:pt>
                <c:pt idx="1170">
                  <c:v>6.94142889231</c:v>
                </c:pt>
                <c:pt idx="1171">
                  <c:v>6.94146941913</c:v>
                </c:pt>
                <c:pt idx="1172">
                  <c:v>6.94223804073</c:v>
                </c:pt>
                <c:pt idx="1173">
                  <c:v>6.94228293529</c:v>
                </c:pt>
                <c:pt idx="1174">
                  <c:v>6.94312736641</c:v>
                </c:pt>
                <c:pt idx="1175">
                  <c:v>6.94317625604</c:v>
                </c:pt>
                <c:pt idx="1176">
                  <c:v>6.94409204955</c:v>
                </c:pt>
                <c:pt idx="1177">
                  <c:v>6.944144818</c:v>
                </c:pt>
                <c:pt idx="1178">
                  <c:v>6.94513017326</c:v>
                </c:pt>
                <c:pt idx="1179">
                  <c:v>6.94518683095</c:v>
                </c:pt>
                <c:pt idx="1180">
                  <c:v>6.94623747973</c:v>
                </c:pt>
                <c:pt idx="1181">
                  <c:v>6.94629761306</c:v>
                </c:pt>
                <c:pt idx="1182">
                  <c:v>6.94740750605</c:v>
                </c:pt>
                <c:pt idx="1183">
                  <c:v>6.94747062203</c:v>
                </c:pt>
                <c:pt idx="1184">
                  <c:v>6.94863333419</c:v>
                </c:pt>
                <c:pt idx="1185">
                  <c:v>6.9486992932</c:v>
                </c:pt>
                <c:pt idx="1186">
                  <c:v>6.94991148108</c:v>
                </c:pt>
                <c:pt idx="1187">
                  <c:v>6.94998018048</c:v>
                </c:pt>
                <c:pt idx="1188">
                  <c:v>6.95123762599</c:v>
                </c:pt>
                <c:pt idx="1189">
                  <c:v>6.95130863564</c:v>
                </c:pt>
                <c:pt idx="1190">
                  <c:v>6.9526033223</c:v>
                </c:pt>
                <c:pt idx="1191">
                  <c:v>6.95267607743</c:v>
                </c:pt>
                <c:pt idx="1192">
                  <c:v>6.95399542716</c:v>
                </c:pt>
                <c:pt idx="1193">
                  <c:v>6.95406889785</c:v>
                </c:pt>
                <c:pt idx="1194">
                  <c:v>6.95538672723</c:v>
                </c:pt>
                <c:pt idx="1195">
                  <c:v>6.95545946269</c:v>
                </c:pt>
                <c:pt idx="1196">
                  <c:v>6.95674892327</c:v>
                </c:pt>
                <c:pt idx="1197">
                  <c:v>6.95681921731</c:v>
                </c:pt>
                <c:pt idx="1198">
                  <c:v>6.95804873621</c:v>
                </c:pt>
                <c:pt idx="1199">
                  <c:v>6.95811472172</c:v>
                </c:pt>
                <c:pt idx="1200">
                  <c:v>6.9592581714</c:v>
                </c:pt>
                <c:pt idx="1201">
                  <c:v>6.95931920309</c:v>
                </c:pt>
                <c:pt idx="1202">
                  <c:v>6.95968006128</c:v>
                </c:pt>
                <c:pt idx="1203">
                  <c:v>6.96037382232</c:v>
                </c:pt>
                <c:pt idx="1204">
                  <c:v>6.96043004182</c:v>
                </c:pt>
                <c:pt idx="1205">
                  <c:v>6.96139897823</c:v>
                </c:pt>
                <c:pt idx="1206">
                  <c:v>6.96145055626</c:v>
                </c:pt>
                <c:pt idx="1207">
                  <c:v>6.96234141193</c:v>
                </c:pt>
                <c:pt idx="1208">
                  <c:v>6.96238878774</c:v>
                </c:pt>
                <c:pt idx="1209">
                  <c:v>6.96320810509</c:v>
                </c:pt>
                <c:pt idx="1210">
                  <c:v>6.96325179688</c:v>
                </c:pt>
                <c:pt idx="1211">
                  <c:v>6.96400802429</c:v>
                </c:pt>
                <c:pt idx="1212">
                  <c:v>6.96404854387</c:v>
                </c:pt>
                <c:pt idx="1213">
                  <c:v>6.96475051325</c:v>
                </c:pt>
                <c:pt idx="1214">
                  <c:v>6.96478807236</c:v>
                </c:pt>
                <c:pt idx="1215">
                  <c:v>6.96543971158</c:v>
                </c:pt>
                <c:pt idx="1216">
                  <c:v>6.96547451747</c:v>
                </c:pt>
                <c:pt idx="1217">
                  <c:v>6.9660785242</c:v>
                </c:pt>
                <c:pt idx="1218">
                  <c:v>6.96611076625</c:v>
                </c:pt>
                <c:pt idx="1219">
                  <c:v>6.96666876296</c:v>
                </c:pt>
                <c:pt idx="1220">
                  <c:v>6.96669866372</c:v>
                </c:pt>
                <c:pt idx="1221">
                  <c:v>6.96721637989</c:v>
                </c:pt>
                <c:pt idx="1222">
                  <c:v>6.96724407777</c:v>
                </c:pt>
                <c:pt idx="1223">
                  <c:v>6.9677239828</c:v>
                </c:pt>
                <c:pt idx="1224">
                  <c:v>6.96774954415</c:v>
                </c:pt>
                <c:pt idx="1225">
                  <c:v>6.96819180424</c:v>
                </c:pt>
                <c:pt idx="1226">
                  <c:v>6.96821540288</c:v>
                </c:pt>
                <c:pt idx="1227">
                  <c:v>6.96862237353</c:v>
                </c:pt>
                <c:pt idx="1228">
                  <c:v>6.96864412824</c:v>
                </c:pt>
                <c:pt idx="1229">
                  <c:v>6.96901977764</c:v>
                </c:pt>
                <c:pt idx="1230">
                  <c:v>6.96903979888</c:v>
                </c:pt>
                <c:pt idx="1231">
                  <c:v>6.96938743623</c:v>
                </c:pt>
                <c:pt idx="1232">
                  <c:v>6.96940593561</c:v>
                </c:pt>
                <c:pt idx="1233">
                  <c:v>6.96972577243</c:v>
                </c:pt>
                <c:pt idx="1234">
                  <c:v>6.96974281431</c:v>
                </c:pt>
                <c:pt idx="1235">
                  <c:v>6.97003585643</c:v>
                </c:pt>
                <c:pt idx="1236">
                  <c:v>6.97005148619</c:v>
                </c:pt>
                <c:pt idx="1237">
                  <c:v>6.97032126285</c:v>
                </c:pt>
                <c:pt idx="1238">
                  <c:v>6.97033565332</c:v>
                </c:pt>
                <c:pt idx="1239">
                  <c:v>6.97058547508</c:v>
                </c:pt>
                <c:pt idx="1240">
                  <c:v>6.97059874828</c:v>
                </c:pt>
                <c:pt idx="1241">
                  <c:v>6.97082784036</c:v>
                </c:pt>
                <c:pt idx="1242">
                  <c:v>6.97084005394</c:v>
                </c:pt>
                <c:pt idx="1243">
                  <c:v>6.97104911445</c:v>
                </c:pt>
                <c:pt idx="1244">
                  <c:v>6.97106021732</c:v>
                </c:pt>
                <c:pt idx="1245">
                  <c:v>6.97122093789</c:v>
                </c:pt>
                <c:pt idx="1246">
                  <c:v>6.97125197554</c:v>
                </c:pt>
                <c:pt idx="1247">
                  <c:v>6.97126215343</c:v>
                </c:pt>
                <c:pt idx="1248">
                  <c:v>6.97143914823</c:v>
                </c:pt>
                <c:pt idx="1249">
                  <c:v>6.97144855907</c:v>
                </c:pt>
                <c:pt idx="1250">
                  <c:v>6.97161097989</c:v>
                </c:pt>
                <c:pt idx="1251">
                  <c:v>6.97161964111</c:v>
                </c:pt>
                <c:pt idx="1252">
                  <c:v>6.97168700359</c:v>
                </c:pt>
                <c:pt idx="1253">
                  <c:v>6.9717673747</c:v>
                </c:pt>
                <c:pt idx="1254">
                  <c:v>6.97177520161</c:v>
                </c:pt>
                <c:pt idx="1255">
                  <c:v>6.97190959543</c:v>
                </c:pt>
                <c:pt idx="1256">
                  <c:v>6.97191670962</c:v>
                </c:pt>
                <c:pt idx="1257">
                  <c:v>6.97204157872</c:v>
                </c:pt>
                <c:pt idx="1258">
                  <c:v>6.97204825438</c:v>
                </c:pt>
                <c:pt idx="1259">
                  <c:v>6.97216068838</c:v>
                </c:pt>
                <c:pt idx="1260">
                  <c:v>6.97216640759</c:v>
                </c:pt>
                <c:pt idx="1261">
                  <c:v>6.97224936608</c:v>
                </c:pt>
                <c:pt idx="1262">
                  <c:v>6.972252699</c:v>
                </c:pt>
                <c:pt idx="1263">
                  <c:v>6.97228299373</c:v>
                </c:pt>
                <c:pt idx="1264">
                  <c:v>6.97228269063</c:v>
                </c:pt>
                <c:pt idx="1265">
                  <c:v>6.97223479342</c:v>
                </c:pt>
                <c:pt idx="1266">
                  <c:v>6.97222947212</c:v>
                </c:pt>
                <c:pt idx="1267">
                  <c:v>6.97207645141</c:v>
                </c:pt>
                <c:pt idx="1268">
                  <c:v>6.97206469723</c:v>
                </c:pt>
                <c:pt idx="1269">
                  <c:v>6.97179137011</c:v>
                </c:pt>
                <c:pt idx="1270">
                  <c:v>6.97177283822</c:v>
                </c:pt>
                <c:pt idx="1271">
                  <c:v>6.97138052486</c:v>
                </c:pt>
                <c:pt idx="1272">
                  <c:v>6.97135544631</c:v>
                </c:pt>
                <c:pt idx="1273">
                  <c:v>6.97085028952</c:v>
                </c:pt>
                <c:pt idx="1274">
                  <c:v>6.97081932427</c:v>
                </c:pt>
                <c:pt idx="1275">
                  <c:v>6.97021218464</c:v>
                </c:pt>
                <c:pt idx="1276">
                  <c:v>6.97017583818</c:v>
                </c:pt>
                <c:pt idx="1277">
                  <c:v>6.96947434466</c:v>
                </c:pt>
                <c:pt idx="1278">
                  <c:v>6.96943284094</c:v>
                </c:pt>
                <c:pt idx="1279">
                  <c:v>6.96864551869</c:v>
                </c:pt>
                <c:pt idx="1280">
                  <c:v>6.96859957247</c:v>
                </c:pt>
                <c:pt idx="1281">
                  <c:v>6.96827233684</c:v>
                </c:pt>
                <c:pt idx="1282">
                  <c:v>6.96773710618</c:v>
                </c:pt>
                <c:pt idx="1283">
                  <c:v>6.96768728611</c:v>
                </c:pt>
                <c:pt idx="1284">
                  <c:v>6.96675711615</c:v>
                </c:pt>
                <c:pt idx="1285">
                  <c:v>6.96670370171</c:v>
                </c:pt>
                <c:pt idx="1286">
                  <c:v>6.96571095512</c:v>
                </c:pt>
                <c:pt idx="1287">
                  <c:v>6.96565411389</c:v>
                </c:pt>
                <c:pt idx="1288">
                  <c:v>6.96460450621</c:v>
                </c:pt>
                <c:pt idx="1289">
                  <c:v>6.96454471632</c:v>
                </c:pt>
                <c:pt idx="1290">
                  <c:v>6.96344629222</c:v>
                </c:pt>
                <c:pt idx="1291">
                  <c:v>6.96338414439</c:v>
                </c:pt>
                <c:pt idx="1292">
                  <c:v>6.96224514624</c:v>
                </c:pt>
                <c:pt idx="1293">
                  <c:v>6.9621808818</c:v>
                </c:pt>
                <c:pt idx="1294">
                  <c:v>6.96100682973</c:v>
                </c:pt>
                <c:pt idx="1295">
                  <c:v>6.96094070248</c:v>
                </c:pt>
                <c:pt idx="1296">
                  <c:v>6.959737801</c:v>
                </c:pt>
                <c:pt idx="1297">
                  <c:v>6.95967029165</c:v>
                </c:pt>
                <c:pt idx="1298">
                  <c:v>6.95844673415</c:v>
                </c:pt>
                <c:pt idx="1299">
                  <c:v>6.95837841909</c:v>
                </c:pt>
                <c:pt idx="1300">
                  <c:v>6.95714279914</c:v>
                </c:pt>
                <c:pt idx="1301">
                  <c:v>6.95707397022</c:v>
                </c:pt>
                <c:pt idx="1302">
                  <c:v>6.95583279108</c:v>
                </c:pt>
                <c:pt idx="1303">
                  <c:v>6.95576370044</c:v>
                </c:pt>
                <c:pt idx="1304">
                  <c:v>6.95452171177</c:v>
                </c:pt>
                <c:pt idx="1305">
                  <c:v>6.95445283869</c:v>
                </c:pt>
                <c:pt idx="1306">
                  <c:v>6.95321854426</c:v>
                </c:pt>
                <c:pt idx="1307">
                  <c:v>6.95315041081</c:v>
                </c:pt>
                <c:pt idx="1308">
                  <c:v>6.951932314</c:v>
                </c:pt>
                <c:pt idx="1309">
                  <c:v>6.95186520461</c:v>
                </c:pt>
                <c:pt idx="1310">
                  <c:v>6.95066905396</c:v>
                </c:pt>
                <c:pt idx="1311">
                  <c:v>6.95060322835</c:v>
                </c:pt>
                <c:pt idx="1312">
                  <c:v>6.94943364505</c:v>
                </c:pt>
                <c:pt idx="1313">
                  <c:v>6.94936952463</c:v>
                </c:pt>
                <c:pt idx="1314">
                  <c:v>6.94823260628</c:v>
                </c:pt>
                <c:pt idx="1315">
                  <c:v>6.94817057542</c:v>
                </c:pt>
                <c:pt idx="1316">
                  <c:v>6.94707449442</c:v>
                </c:pt>
                <c:pt idx="1317">
                  <c:v>6.94701482561</c:v>
                </c:pt>
                <c:pt idx="1318">
                  <c:v>6.94596447097</c:v>
                </c:pt>
                <c:pt idx="1319">
                  <c:v>6.94590742527</c:v>
                </c:pt>
                <c:pt idx="1320">
                  <c:v>6.9449068455</c:v>
                </c:pt>
                <c:pt idx="1321">
                  <c:v>6.94485274237</c:v>
                </c:pt>
                <c:pt idx="1322">
                  <c:v>6.9439063317</c:v>
                </c:pt>
                <c:pt idx="1323">
                  <c:v>6.94385544368</c:v>
                </c:pt>
                <c:pt idx="1324">
                  <c:v>6.94297058644</c:v>
                </c:pt>
                <c:pt idx="1325">
                  <c:v>6.94292323328</c:v>
                </c:pt>
                <c:pt idx="1326">
                  <c:v>6.94210486453</c:v>
                </c:pt>
                <c:pt idx="1327">
                  <c:v>6.94206118377</c:v>
                </c:pt>
                <c:pt idx="1328">
                  <c:v>6.94131078687</c:v>
                </c:pt>
                <c:pt idx="1329">
                  <c:v>6.94127112051</c:v>
                </c:pt>
                <c:pt idx="1330">
                  <c:v>6.94059276188</c:v>
                </c:pt>
                <c:pt idx="1331">
                  <c:v>6.94055722516</c:v>
                </c:pt>
                <c:pt idx="1332">
                  <c:v>6.93995563276</c:v>
                </c:pt>
                <c:pt idx="1333">
                  <c:v>6.93992435692</c:v>
                </c:pt>
                <c:pt idx="1334">
                  <c:v>6.93940292879</c:v>
                </c:pt>
                <c:pt idx="1335">
                  <c:v>6.93937619672</c:v>
                </c:pt>
                <c:pt idx="1336">
                  <c:v>6.93893612682</c:v>
                </c:pt>
                <c:pt idx="1337">
                  <c:v>6.93891396791</c:v>
                </c:pt>
                <c:pt idx="1338">
                  <c:v>6.93855550476</c:v>
                </c:pt>
                <c:pt idx="1339">
                  <c:v>6.93853796218</c:v>
                </c:pt>
                <c:pt idx="1340">
                  <c:v>6.93826532387</c:v>
                </c:pt>
                <c:pt idx="1341">
                  <c:v>6.93825254957</c:v>
                </c:pt>
                <c:pt idx="1342">
                  <c:v>6.93815997801</c:v>
                </c:pt>
                <c:pt idx="1343">
                  <c:v>6.93806748289</c:v>
                </c:pt>
                <c:pt idx="1344">
                  <c:v>6.93805961594</c:v>
                </c:pt>
                <c:pt idx="1345">
                  <c:v>6.93796194129</c:v>
                </c:pt>
                <c:pt idx="1346">
                  <c:v>6.93795895695</c:v>
                </c:pt>
                <c:pt idx="1347">
                  <c:v>6.93794200956</c:v>
                </c:pt>
                <c:pt idx="1348">
                  <c:v>6.93794720707</c:v>
                </c:pt>
                <c:pt idx="1349">
                  <c:v>6.93794899067</c:v>
                </c:pt>
                <c:pt idx="1350">
                  <c:v>6.93795328508</c:v>
                </c:pt>
                <c:pt idx="1351">
                  <c:v>6.9380244862</c:v>
                </c:pt>
                <c:pt idx="1352">
                  <c:v>6.93803107835</c:v>
                </c:pt>
                <c:pt idx="1353">
                  <c:v>6.93819518528</c:v>
                </c:pt>
                <c:pt idx="1354">
                  <c:v>6.93820669536</c:v>
                </c:pt>
                <c:pt idx="1355">
                  <c:v>6.93845679499</c:v>
                </c:pt>
                <c:pt idx="1356">
                  <c:v>6.93847311123</c:v>
                </c:pt>
                <c:pt idx="1357">
                  <c:v>6.93880700178</c:v>
                </c:pt>
                <c:pt idx="1358">
                  <c:v>6.93882785546</c:v>
                </c:pt>
                <c:pt idx="1359">
                  <c:v>6.9392445084</c:v>
                </c:pt>
                <c:pt idx="1360">
                  <c:v>6.93926989616</c:v>
                </c:pt>
                <c:pt idx="1361">
                  <c:v>6.93976836939</c:v>
                </c:pt>
                <c:pt idx="1362">
                  <c:v>6.93979831672</c:v>
                </c:pt>
                <c:pt idx="1363">
                  <c:v>6.94037679859</c:v>
                </c:pt>
                <c:pt idx="1364">
                  <c:v>6.94041108323</c:v>
                </c:pt>
                <c:pt idx="1365">
                  <c:v>6.94106332748</c:v>
                </c:pt>
                <c:pt idx="1366">
                  <c:v>6.9411015647</c:v>
                </c:pt>
                <c:pt idx="1367">
                  <c:v>6.94182580063</c:v>
                </c:pt>
                <c:pt idx="1368">
                  <c:v>6.94186794332</c:v>
                </c:pt>
                <c:pt idx="1369">
                  <c:v>6.9426626997</c:v>
                </c:pt>
                <c:pt idx="1370">
                  <c:v>6.94270876902</c:v>
                </c:pt>
                <c:pt idx="1371">
                  <c:v>6.94356914247</c:v>
                </c:pt>
                <c:pt idx="1372">
                  <c:v>6.9436187043</c:v>
                </c:pt>
                <c:pt idx="1373">
                  <c:v>6.94453951898</c:v>
                </c:pt>
                <c:pt idx="1374">
                  <c:v>6.94459224921</c:v>
                </c:pt>
                <c:pt idx="1375">
                  <c:v>6.94556902932</c:v>
                </c:pt>
                <c:pt idx="1376">
                  <c:v>6.94562470982</c:v>
                </c:pt>
                <c:pt idx="1377">
                  <c:v>6.94665419342</c:v>
                </c:pt>
                <c:pt idx="1378">
                  <c:v>6.94671281948</c:v>
                </c:pt>
                <c:pt idx="1379">
                  <c:v>6.94779113751</c:v>
                </c:pt>
                <c:pt idx="1380">
                  <c:v>6.94785231986</c:v>
                </c:pt>
                <c:pt idx="1381">
                  <c:v>6.94897204984</c:v>
                </c:pt>
                <c:pt idx="1382">
                  <c:v>6.949035251</c:v>
                </c:pt>
                <c:pt idx="1383">
                  <c:v>6.95019071232</c:v>
                </c:pt>
                <c:pt idx="1384">
                  <c:v>6.95025579824</c:v>
                </c:pt>
                <c:pt idx="1385">
                  <c:v>6.95144364625</c:v>
                </c:pt>
                <c:pt idx="1386">
                  <c:v>6.95151049289</c:v>
                </c:pt>
                <c:pt idx="1387">
                  <c:v>6.95272496697</c:v>
                </c:pt>
                <c:pt idx="1388">
                  <c:v>6.9527930773</c:v>
                </c:pt>
                <c:pt idx="1389">
                  <c:v>6.95402725386</c:v>
                </c:pt>
                <c:pt idx="1390">
                  <c:v>6.95409618992</c:v>
                </c:pt>
                <c:pt idx="1391">
                  <c:v>6.9553436075</c:v>
                </c:pt>
                <c:pt idx="1392">
                  <c:v>6.9554131409</c:v>
                </c:pt>
                <c:pt idx="1393">
                  <c:v>6.95666868134</c:v>
                </c:pt>
                <c:pt idx="1394">
                  <c:v>6.95673863132</c:v>
                </c:pt>
                <c:pt idx="1395">
                  <c:v>6.95799399238</c:v>
                </c:pt>
                <c:pt idx="1396">
                  <c:v>6.95806338229</c:v>
                </c:pt>
                <c:pt idx="1397">
                  <c:v>6.95929648815</c:v>
                </c:pt>
                <c:pt idx="1398">
                  <c:v>6.95936387202</c:v>
                </c:pt>
                <c:pt idx="1399">
                  <c:v>6.96055215483</c:v>
                </c:pt>
                <c:pt idx="1400">
                  <c:v>6.96061654228</c:v>
                </c:pt>
                <c:pt idx="1401">
                  <c:v>6.96174016481</c:v>
                </c:pt>
                <c:pt idx="1402">
                  <c:v>6.96180048558</c:v>
                </c:pt>
                <c:pt idx="1403">
                  <c:v>6.96256187795</c:v>
                </c:pt>
                <c:pt idx="1404">
                  <c:v>6.96284386615</c:v>
                </c:pt>
                <c:pt idx="1405">
                  <c:v>6.96289954835</c:v>
                </c:pt>
                <c:pt idx="1406">
                  <c:v>6.96386068229</c:v>
                </c:pt>
                <c:pt idx="1407">
                  <c:v>6.9639117328</c:v>
                </c:pt>
                <c:pt idx="1408">
                  <c:v>6.96479138279</c:v>
                </c:pt>
                <c:pt idx="1409">
                  <c:v>6.96483807987</c:v>
                </c:pt>
                <c:pt idx="1410">
                  <c:v>6.96564382508</c:v>
                </c:pt>
                <c:pt idx="1411">
                  <c:v>6.96568683763</c:v>
                </c:pt>
                <c:pt idx="1412">
                  <c:v>6.96642910833</c:v>
                </c:pt>
                <c:pt idx="1413">
                  <c:v>6.96646868185</c:v>
                </c:pt>
                <c:pt idx="1414">
                  <c:v>6.96715274695</c:v>
                </c:pt>
                <c:pt idx="1415">
                  <c:v>6.96718915794</c:v>
                </c:pt>
                <c:pt idx="1416">
                  <c:v>6.9678195563</c:v>
                </c:pt>
                <c:pt idx="1417">
                  <c:v>6.96785316367</c:v>
                </c:pt>
                <c:pt idx="1418">
                  <c:v>6.9684342719</c:v>
                </c:pt>
                <c:pt idx="1419">
                  <c:v>6.96846533597</c:v>
                </c:pt>
                <c:pt idx="1420">
                  <c:v>6.96900269603</c:v>
                </c:pt>
                <c:pt idx="1421">
                  <c:v>6.96903139599</c:v>
                </c:pt>
                <c:pt idx="1422">
                  <c:v>6.96952795636</c:v>
                </c:pt>
                <c:pt idx="1423">
                  <c:v>6.96955436349</c:v>
                </c:pt>
                <c:pt idx="1424">
                  <c:v>6.97001074675</c:v>
                </c:pt>
                <c:pt idx="1425">
                  <c:v>6.97003505141</c:v>
                </c:pt>
                <c:pt idx="1426">
                  <c:v>6.97045380044</c:v>
                </c:pt>
                <c:pt idx="1427">
                  <c:v>6.97047613349</c:v>
                </c:pt>
                <c:pt idx="1428">
                  <c:v>6.97086121057</c:v>
                </c:pt>
                <c:pt idx="1429">
                  <c:v>6.97088170859</c:v>
                </c:pt>
                <c:pt idx="1430">
                  <c:v>6.97123619753</c:v>
                </c:pt>
                <c:pt idx="1431">
                  <c:v>6.97125499833</c:v>
                </c:pt>
                <c:pt idx="1432">
                  <c:v>6.97157916217</c:v>
                </c:pt>
                <c:pt idx="1433">
                  <c:v>6.9715963806</c:v>
                </c:pt>
                <c:pt idx="1434">
                  <c:v>6.97189170703</c:v>
                </c:pt>
                <c:pt idx="1435">
                  <c:v>6.97190745162</c:v>
                </c:pt>
                <c:pt idx="1436">
                  <c:v>6.97217824783</c:v>
                </c:pt>
                <c:pt idx="1437">
                  <c:v>6.97219260047</c:v>
                </c:pt>
                <c:pt idx="1438">
                  <c:v>6.9724411115</c:v>
                </c:pt>
                <c:pt idx="1439">
                  <c:v>6.97245426582</c:v>
                </c:pt>
                <c:pt idx="1440">
                  <c:v>6.97267985107</c:v>
                </c:pt>
                <c:pt idx="1441">
                  <c:v>6.97269164809</c:v>
                </c:pt>
                <c:pt idx="1442">
                  <c:v>6.97288385327</c:v>
                </c:pt>
                <c:pt idx="1443">
                  <c:v>6.97289335385</c:v>
                </c:pt>
                <c:pt idx="1444">
                  <c:v>6.97300268523</c:v>
                </c:pt>
                <c:pt idx="1445">
                  <c:v>6.97303726298</c:v>
                </c:pt>
                <c:pt idx="1446">
                  <c:v>6.97304355335</c:v>
                </c:pt>
                <c:pt idx="1447">
                  <c:v>6.97312092673</c:v>
                </c:pt>
                <c:pt idx="1448">
                  <c:v>6.97312293525</c:v>
                </c:pt>
                <c:pt idx="1449">
                  <c:v>6.97312952921</c:v>
                </c:pt>
                <c:pt idx="1450">
                  <c:v>6.97311092768</c:v>
                </c:pt>
                <c:pt idx="1451">
                  <c:v>6.97310750401</c:v>
                </c:pt>
                <c:pt idx="1452">
                  <c:v>6.97299290726</c:v>
                </c:pt>
                <c:pt idx="1453">
                  <c:v>6.97298368505</c:v>
                </c:pt>
                <c:pt idx="1454">
                  <c:v>6.9727656732</c:v>
                </c:pt>
                <c:pt idx="1455">
                  <c:v>6.97275065886</c:v>
                </c:pt>
                <c:pt idx="1456">
                  <c:v>6.97243197212</c:v>
                </c:pt>
                <c:pt idx="1457">
                  <c:v>6.97241157199</c:v>
                </c:pt>
                <c:pt idx="1458">
                  <c:v>6.97199729269</c:v>
                </c:pt>
                <c:pt idx="1459">
                  <c:v>6.9719717436</c:v>
                </c:pt>
                <c:pt idx="1460">
                  <c:v>6.97146531941</c:v>
                </c:pt>
                <c:pt idx="1461">
                  <c:v>6.97143474963</c:v>
                </c:pt>
                <c:pt idx="1462">
                  <c:v>6.97084349868</c:v>
                </c:pt>
                <c:pt idx="1463">
                  <c:v>6.97080836925</c:v>
                </c:pt>
                <c:pt idx="1464">
                  <c:v>6.97013868372</c:v>
                </c:pt>
                <c:pt idx="1465">
                  <c:v>6.97009935941</c:v>
                </c:pt>
                <c:pt idx="1466">
                  <c:v>6.96935524414</c:v>
                </c:pt>
                <c:pt idx="1467">
                  <c:v>6.96931197528</c:v>
                </c:pt>
                <c:pt idx="1468">
                  <c:v>6.96849690902</c:v>
                </c:pt>
                <c:pt idx="1469">
                  <c:v>6.96844967336</c:v>
                </c:pt>
                <c:pt idx="1470">
                  <c:v>6.96756717724</c:v>
                </c:pt>
                <c:pt idx="1471">
                  <c:v>6.96751637129</c:v>
                </c:pt>
                <c:pt idx="1472">
                  <c:v>6.96657446937</c:v>
                </c:pt>
                <c:pt idx="1473">
                  <c:v>6.96652057929</c:v>
                </c:pt>
                <c:pt idx="1474">
                  <c:v>6.96552256076</c:v>
                </c:pt>
                <c:pt idx="1475">
                  <c:v>6.9654656656</c:v>
                </c:pt>
                <c:pt idx="1476">
                  <c:v>6.96441552319</c:v>
                </c:pt>
                <c:pt idx="1477">
                  <c:v>6.96435582878</c:v>
                </c:pt>
                <c:pt idx="1478">
                  <c:v>6.96325937924</c:v>
                </c:pt>
                <c:pt idx="1479">
                  <c:v>6.96319723438</c:v>
                </c:pt>
                <c:pt idx="1480">
                  <c:v>6.96206086158</c:v>
                </c:pt>
                <c:pt idx="1481">
                  <c:v>6.96199681617</c:v>
                </c:pt>
                <c:pt idx="1482">
                  <c:v>6.96082808107</c:v>
                </c:pt>
                <c:pt idx="1483">
                  <c:v>6.96076236152</c:v>
                </c:pt>
                <c:pt idx="1484">
                  <c:v>6.95956448125</c:v>
                </c:pt>
                <c:pt idx="1485">
                  <c:v>6.95949718271</c:v>
                </c:pt>
                <c:pt idx="1486">
                  <c:v>6.95827593723</c:v>
                </c:pt>
                <c:pt idx="1487">
                  <c:v>6.95820757134</c:v>
                </c:pt>
                <c:pt idx="1488">
                  <c:v>6.95697082137</c:v>
                </c:pt>
                <c:pt idx="1489">
                  <c:v>6.95690185348</c:v>
                </c:pt>
                <c:pt idx="1490">
                  <c:v>6.95565627966</c:v>
                </c:pt>
                <c:pt idx="1491">
                  <c:v>6.95558695779</c:v>
                </c:pt>
                <c:pt idx="1492">
                  <c:v>6.95433686232</c:v>
                </c:pt>
                <c:pt idx="1493">
                  <c:v>6.95426733369</c:v>
                </c:pt>
                <c:pt idx="1494">
                  <c:v>6.95301842713</c:v>
                </c:pt>
                <c:pt idx="1495">
                  <c:v>6.95294916999</c:v>
                </c:pt>
                <c:pt idx="1496">
                  <c:v>6.95170856411</c:v>
                </c:pt>
                <c:pt idx="1497">
                  <c:v>6.95164006738</c:v>
                </c:pt>
                <c:pt idx="1498">
                  <c:v>6.95041469252</c:v>
                </c:pt>
                <c:pt idx="1499">
                  <c:v>6.95034717405</c:v>
                </c:pt>
                <c:pt idx="1500">
                  <c:v>6.94914212034</c:v>
                </c:pt>
                <c:pt idx="1501">
                  <c:v>6.94907571962</c:v>
                </c:pt>
                <c:pt idx="1502">
                  <c:v>6.94789431157</c:v>
                </c:pt>
                <c:pt idx="1503">
                  <c:v>6.9478294348</c:v>
                </c:pt>
                <c:pt idx="1504">
                  <c:v>6.94667904916</c:v>
                </c:pt>
                <c:pt idx="1505">
                  <c:v>6.94661617312</c:v>
                </c:pt>
                <c:pt idx="1506">
                  <c:v>6.94550292537</c:v>
                </c:pt>
                <c:pt idx="1507">
                  <c:v>6.94544219635</c:v>
                </c:pt>
                <c:pt idx="1508">
                  <c:v>6.94437045544</c:v>
                </c:pt>
                <c:pt idx="1509">
                  <c:v>6.94431208274</c:v>
                </c:pt>
                <c:pt idx="1510">
                  <c:v>6.94328579374</c:v>
                </c:pt>
                <c:pt idx="1511">
                  <c:v>6.94323014093</c:v>
                </c:pt>
                <c:pt idx="1512">
                  <c:v>6.94225372947</c:v>
                </c:pt>
                <c:pt idx="1513">
                  <c:v>6.94220107319</c:v>
                </c:pt>
                <c:pt idx="1514">
                  <c:v>6.94128184254</c:v>
                </c:pt>
                <c:pt idx="1515">
                  <c:v>6.94123242665</c:v>
                </c:pt>
                <c:pt idx="1516">
                  <c:v>6.94037345313</c:v>
                </c:pt>
                <c:pt idx="1517">
                  <c:v>6.94032736396</c:v>
                </c:pt>
                <c:pt idx="1518">
                  <c:v>6.93953024255</c:v>
                </c:pt>
                <c:pt idx="1519">
                  <c:v>6.93948775766</c:v>
                </c:pt>
                <c:pt idx="1520">
                  <c:v>6.93875703899</c:v>
                </c:pt>
                <c:pt idx="1521">
                  <c:v>6.93871844831</c:v>
                </c:pt>
                <c:pt idx="1522">
                  <c:v>6.93805851812</c:v>
                </c:pt>
                <c:pt idx="1523">
                  <c:v>6.9380238734</c:v>
                </c:pt>
                <c:pt idx="1524">
                  <c:v>6.93743780053</c:v>
                </c:pt>
                <c:pt idx="1525">
                  <c:v>6.93740727091</c:v>
                </c:pt>
                <c:pt idx="1526">
                  <c:v>6.93689631725</c:v>
                </c:pt>
                <c:pt idx="1527">
                  <c:v>6.9368700315</c:v>
                </c:pt>
                <c:pt idx="1528">
                  <c:v>6.93643470416</c:v>
                </c:pt>
                <c:pt idx="1529">
                  <c:v>6.93641275536</c:v>
                </c:pt>
                <c:pt idx="1530">
                  <c:v>6.93605806496</c:v>
                </c:pt>
                <c:pt idx="1531">
                  <c:v>6.93604060464</c:v>
                </c:pt>
                <c:pt idx="1532">
                  <c:v>6.93576727303</c:v>
                </c:pt>
                <c:pt idx="1533">
                  <c:v>6.93575427561</c:v>
                </c:pt>
                <c:pt idx="1534">
                  <c:v>6.93557930407</c:v>
                </c:pt>
                <c:pt idx="1535">
                  <c:v>6.93556171235</c:v>
                </c:pt>
                <c:pt idx="1536">
                  <c:v>6.93555330585</c:v>
                </c:pt>
                <c:pt idx="1537">
                  <c:v>6.93544188725</c:v>
                </c:pt>
                <c:pt idx="1538">
                  <c:v>6.93543802624</c:v>
                </c:pt>
                <c:pt idx="1539">
                  <c:v>6.93540837747</c:v>
                </c:pt>
                <c:pt idx="1540">
                  <c:v>6.93540903904</c:v>
                </c:pt>
                <c:pt idx="1541">
                  <c:v>6.9354096878</c:v>
                </c:pt>
                <c:pt idx="1542">
                  <c:v>6.93541329977</c:v>
                </c:pt>
                <c:pt idx="1543">
                  <c:v>6.93546423594</c:v>
                </c:pt>
                <c:pt idx="1544">
                  <c:v>6.93546952727</c:v>
                </c:pt>
                <c:pt idx="1545">
                  <c:v>6.93560535946</c:v>
                </c:pt>
                <c:pt idx="1546">
                  <c:v>6.93561514843</c:v>
                </c:pt>
                <c:pt idx="1547">
                  <c:v>6.9358300384</c:v>
                </c:pt>
                <c:pt idx="1548">
                  <c:v>6.93584422322</c:v>
                </c:pt>
                <c:pt idx="1549">
                  <c:v>6.93613883924</c:v>
                </c:pt>
                <c:pt idx="1550">
                  <c:v>6.93615735236</c:v>
                </c:pt>
                <c:pt idx="1551">
                  <c:v>6.93653061334</c:v>
                </c:pt>
                <c:pt idx="1552">
                  <c:v>6.93655347998</c:v>
                </c:pt>
                <c:pt idx="1553">
                  <c:v>6.937002623</c:v>
                </c:pt>
                <c:pt idx="1554">
                  <c:v>6.93702963882</c:v>
                </c:pt>
                <c:pt idx="1555">
                  <c:v>6.93755050079</c:v>
                </c:pt>
                <c:pt idx="1556">
                  <c:v>6.93758144506</c:v>
                </c:pt>
                <c:pt idx="1557">
                  <c:v>6.93817338969</c:v>
                </c:pt>
                <c:pt idx="1558">
                  <c:v>6.93820814836</c:v>
                </c:pt>
                <c:pt idx="1559">
                  <c:v>6.93886888145</c:v>
                </c:pt>
                <c:pt idx="1560">
                  <c:v>6.93890740115</c:v>
                </c:pt>
                <c:pt idx="1561">
                  <c:v>6.93963263243</c:v>
                </c:pt>
                <c:pt idx="1562">
                  <c:v>6.93967470505</c:v>
                </c:pt>
                <c:pt idx="1563">
                  <c:v>6.94045983</c:v>
                </c:pt>
                <c:pt idx="1564">
                  <c:v>6.94050498614</c:v>
                </c:pt>
                <c:pt idx="1565">
                  <c:v>6.94134560771</c:v>
                </c:pt>
                <c:pt idx="1566">
                  <c:v>6.9413937964</c:v>
                </c:pt>
                <c:pt idx="1567">
                  <c:v>6.94228909983</c:v>
                </c:pt>
                <c:pt idx="1568">
                  <c:v>6.94234027234</c:v>
                </c:pt>
                <c:pt idx="1569">
                  <c:v>6.94328437273</c:v>
                </c:pt>
                <c:pt idx="1570">
                  <c:v>6.94333809509</c:v>
                </c:pt>
                <c:pt idx="1571">
                  <c:v>6.94432523945</c:v>
                </c:pt>
                <c:pt idx="1572">
                  <c:v>6.94438121541</c:v>
                </c:pt>
                <c:pt idx="1573">
                  <c:v>6.94540717535</c:v>
                </c:pt>
                <c:pt idx="1574">
                  <c:v>6.94546509129</c:v>
                </c:pt>
                <c:pt idx="1575">
                  <c:v>6.94652579308</c:v>
                </c:pt>
                <c:pt idx="1576">
                  <c:v>6.94658565297</c:v>
                </c:pt>
                <c:pt idx="1577">
                  <c:v>6.94767709373</c:v>
                </c:pt>
                <c:pt idx="1578">
                  <c:v>6.94773849335</c:v>
                </c:pt>
                <c:pt idx="1579">
                  <c:v>6.94885287694</c:v>
                </c:pt>
                <c:pt idx="1580">
                  <c:v>6.94891526249</c:v>
                </c:pt>
                <c:pt idx="1581">
                  <c:v>6.95004731156</c:v>
                </c:pt>
                <c:pt idx="1582">
                  <c:v>6.95011060338</c:v>
                </c:pt>
                <c:pt idx="1583">
                  <c:v>6.95125692339</c:v>
                </c:pt>
                <c:pt idx="1584">
                  <c:v>6.95132092991</c:v>
                </c:pt>
                <c:pt idx="1585">
                  <c:v>6.95247557063</c:v>
                </c:pt>
                <c:pt idx="1586">
                  <c:v>6.95253990642</c:v>
                </c:pt>
                <c:pt idx="1587">
                  <c:v>6.95369660637</c:v>
                </c:pt>
                <c:pt idx="1588">
                  <c:v>6.953760741</c:v>
                </c:pt>
                <c:pt idx="1589">
                  <c:v>6.9549126711</c:v>
                </c:pt>
                <c:pt idx="1590">
                  <c:v>6.95497641076</c:v>
                </c:pt>
                <c:pt idx="1591">
                  <c:v>6.95612001904</c:v>
                </c:pt>
                <c:pt idx="1592">
                  <c:v>6.9561833124</c:v>
                </c:pt>
                <c:pt idx="1593">
                  <c:v>6.95731417165</c:v>
                </c:pt>
                <c:pt idx="1594">
                  <c:v>6.95737653265</c:v>
                </c:pt>
                <c:pt idx="1595">
                  <c:v>6.95848752977</c:v>
                </c:pt>
                <c:pt idx="1596">
                  <c:v>6.95854853443</c:v>
                </c:pt>
                <c:pt idx="1597">
                  <c:v>6.95963401589</c:v>
                </c:pt>
                <c:pt idx="1598">
                  <c:v>6.95969349679</c:v>
                </c:pt>
                <c:pt idx="1599">
                  <c:v>6.96074942193</c:v>
                </c:pt>
                <c:pt idx="1600">
                  <c:v>6.96080723492</c:v>
                </c:pt>
                <c:pt idx="1601">
                  <c:v>6.96183004095</c:v>
                </c:pt>
                <c:pt idx="1602">
                  <c:v>6.96188587801</c:v>
                </c:pt>
                <c:pt idx="1603">
                  <c:v>6.96286929004</c:v>
                </c:pt>
                <c:pt idx="1604">
                  <c:v>6.96292264054</c:v>
                </c:pt>
                <c:pt idx="1605">
                  <c:v>6.96386076595</c:v>
                </c:pt>
                <c:pt idx="1606">
                  <c:v>6.96391155265</c:v>
                </c:pt>
                <c:pt idx="1607">
                  <c:v>6.96480102201</c:v>
                </c:pt>
                <c:pt idx="1608">
                  <c:v>6.96484909019</c:v>
                </c:pt>
                <c:pt idx="1609">
                  <c:v>6.96568688312</c:v>
                </c:pt>
                <c:pt idx="1610">
                  <c:v>6.9657319113</c:v>
                </c:pt>
                <c:pt idx="1611">
                  <c:v>6.96651351243</c:v>
                </c:pt>
                <c:pt idx="1612">
                  <c:v>6.96655519788</c:v>
                </c:pt>
                <c:pt idx="1613">
                  <c:v>6.96727521525</c:v>
                </c:pt>
                <c:pt idx="1614">
                  <c:v>6.9673134136</c:v>
                </c:pt>
                <c:pt idx="1615">
                  <c:v>6.9677212596</c:v>
                </c:pt>
                <c:pt idx="1616">
                  <c:v>6.96796888371</c:v>
                </c:pt>
                <c:pt idx="1617">
                  <c:v>6.96800357852</c:v>
                </c:pt>
                <c:pt idx="1618">
                  <c:v>6.96859362019</c:v>
                </c:pt>
                <c:pt idx="1619">
                  <c:v>6.9686245002</c:v>
                </c:pt>
                <c:pt idx="1620">
                  <c:v>6.96914543666</c:v>
                </c:pt>
                <c:pt idx="1621">
                  <c:v>6.96917234327</c:v>
                </c:pt>
                <c:pt idx="1622">
                  <c:v>6.9696204116</c:v>
                </c:pt>
                <c:pt idx="1623">
                  <c:v>6.96964323857</c:v>
                </c:pt>
                <c:pt idx="1624">
                  <c:v>6.97001618138</c:v>
                </c:pt>
                <c:pt idx="1625">
                  <c:v>6.97003486572</c:v>
                </c:pt>
                <c:pt idx="1626">
                  <c:v>6.97033277537</c:v>
                </c:pt>
                <c:pt idx="1627">
                  <c:v>6.97034721738</c:v>
                </c:pt>
                <c:pt idx="1628">
                  <c:v>6.97056881461</c:v>
                </c:pt>
                <c:pt idx="1629">
                  <c:v>6.97057888087</c:v>
                </c:pt>
                <c:pt idx="1630">
                  <c:v>6.97072101186</c:v>
                </c:pt>
                <c:pt idx="1631">
                  <c:v>6.9707267085</c:v>
                </c:pt>
                <c:pt idx="1632">
                  <c:v>6.9707892118</c:v>
                </c:pt>
                <c:pt idx="1633">
                  <c:v>6.97079054517</c:v>
                </c:pt>
                <c:pt idx="1634">
                  <c:v>6.97079340234</c:v>
                </c:pt>
                <c:pt idx="1635">
                  <c:v>6.97077400167</c:v>
                </c:pt>
                <c:pt idx="1636">
                  <c:v>6.97077086472</c:v>
                </c:pt>
                <c:pt idx="1637">
                  <c:v>6.97072730614</c:v>
                </c:pt>
                <c:pt idx="1638">
                  <c:v>6.97067607332</c:v>
                </c:pt>
                <c:pt idx="1639">
                  <c:v>6.97066859456</c:v>
                </c:pt>
                <c:pt idx="1640">
                  <c:v>6.97049464637</c:v>
                </c:pt>
                <c:pt idx="1641">
                  <c:v>6.97048279027</c:v>
                </c:pt>
                <c:pt idx="1642">
                  <c:v>6.97022863628</c:v>
                </c:pt>
                <c:pt idx="1643">
                  <c:v>6.97021239195</c:v>
                </c:pt>
                <c:pt idx="1644">
                  <c:v>6.96988187352</c:v>
                </c:pt>
                <c:pt idx="1645">
                  <c:v>6.96986139167</c:v>
                </c:pt>
                <c:pt idx="1646">
                  <c:v>6.96945632451</c:v>
                </c:pt>
                <c:pt idx="1647">
                  <c:v>6.96943169927</c:v>
                </c:pt>
                <c:pt idx="1648">
                  <c:v>6.96895190028</c:v>
                </c:pt>
                <c:pt idx="1649">
                  <c:v>6.96892327814</c:v>
                </c:pt>
                <c:pt idx="1650">
                  <c:v>6.96837086182</c:v>
                </c:pt>
                <c:pt idx="1651">
                  <c:v>6.96833821931</c:v>
                </c:pt>
                <c:pt idx="1652">
                  <c:v>6.96771591334</c:v>
                </c:pt>
                <c:pt idx="1653">
                  <c:v>6.96767943935</c:v>
                </c:pt>
                <c:pt idx="1654">
                  <c:v>6.96699215395</c:v>
                </c:pt>
                <c:pt idx="1655">
                  <c:v>6.96695217155</c:v>
                </c:pt>
                <c:pt idx="1656">
                  <c:v>6.9662012128</c:v>
                </c:pt>
                <c:pt idx="1657">
                  <c:v>6.96615777964</c:v>
                </c:pt>
                <c:pt idx="1658">
                  <c:v>6.96534499103</c:v>
                </c:pt>
                <c:pt idx="1659">
                  <c:v>6.96529824805</c:v>
                </c:pt>
                <c:pt idx="1660">
                  <c:v>6.96442891498</c:v>
                </c:pt>
                <c:pt idx="1661">
                  <c:v>6.96437907274</c:v>
                </c:pt>
                <c:pt idx="1662">
                  <c:v>6.96345732092</c:v>
                </c:pt>
                <c:pt idx="1663">
                  <c:v>6.96340472692</c:v>
                </c:pt>
                <c:pt idx="1664">
                  <c:v>6.96243472792</c:v>
                </c:pt>
                <c:pt idx="1665">
                  <c:v>6.96237961351</c:v>
                </c:pt>
                <c:pt idx="1666">
                  <c:v>6.96136393971</c:v>
                </c:pt>
                <c:pt idx="1667">
                  <c:v>6.96130631374</c:v>
                </c:pt>
                <c:pt idx="1668">
                  <c:v>6.96024965293</c:v>
                </c:pt>
                <c:pt idx="1669">
                  <c:v>6.96018988932</c:v>
                </c:pt>
                <c:pt idx="1670">
                  <c:v>6.95909950215</c:v>
                </c:pt>
                <c:pt idx="1671">
                  <c:v>6.959038097</c:v>
                </c:pt>
                <c:pt idx="1672">
                  <c:v>6.95791774915</c:v>
                </c:pt>
                <c:pt idx="1673">
                  <c:v>6.95785478212</c:v>
                </c:pt>
                <c:pt idx="1674">
                  <c:v>6.95670802151</c:v>
                </c:pt>
                <c:pt idx="1675">
                  <c:v>6.95664368117</c:v>
                </c:pt>
                <c:pt idx="1676">
                  <c:v>6.95547627201</c:v>
                </c:pt>
                <c:pt idx="1677">
                  <c:v>6.95541090472</c:v>
                </c:pt>
                <c:pt idx="1678">
                  <c:v>6.95422921434</c:v>
                </c:pt>
                <c:pt idx="1679">
                  <c:v>6.95416327691</c:v>
                </c:pt>
                <c:pt idx="1680">
                  <c:v>6.95297249305</c:v>
                </c:pt>
                <c:pt idx="1681">
                  <c:v>6.95290623316</c:v>
                </c:pt>
                <c:pt idx="1682">
                  <c:v>6.95257440849</c:v>
                </c:pt>
                <c:pt idx="1683">
                  <c:v>6.95250807302</c:v>
                </c:pt>
                <c:pt idx="1684">
                  <c:v>6.95244160722</c:v>
                </c:pt>
                <c:pt idx="1685">
                  <c:v>6.95237524591</c:v>
                </c:pt>
                <c:pt idx="1686">
                  <c:v>6.95230875793</c:v>
                </c:pt>
                <c:pt idx="1687">
                  <c:v>6.9517104496</c:v>
                </c:pt>
                <c:pt idx="1688">
                  <c:v>6.95164389775</c:v>
                </c:pt>
                <c:pt idx="1689">
                  <c:v>6.9504474431</c:v>
                </c:pt>
                <c:pt idx="1690">
                  <c:v>6.95038108882</c:v>
                </c:pt>
                <c:pt idx="1691">
                  <c:v>6.94919184696</c:v>
                </c:pt>
                <c:pt idx="1692">
                  <c:v>6.94912613852</c:v>
                </c:pt>
                <c:pt idx="1693">
                  <c:v>6.94794928144</c:v>
                </c:pt>
                <c:pt idx="1694">
                  <c:v>6.94788435995</c:v>
                </c:pt>
                <c:pt idx="1695">
                  <c:v>6.94672364103</c:v>
                </c:pt>
                <c:pt idx="1696">
                  <c:v>6.94665965104</c:v>
                </c:pt>
                <c:pt idx="1697">
                  <c:v>6.94552001673</c:v>
                </c:pt>
                <c:pt idx="1698">
                  <c:v>6.94545733264</c:v>
                </c:pt>
                <c:pt idx="1699">
                  <c:v>6.94434436466</c:v>
                </c:pt>
                <c:pt idx="1700">
                  <c:v>6.94428344768</c:v>
                </c:pt>
                <c:pt idx="1701">
                  <c:v>6.94320324551</c:v>
                </c:pt>
                <c:pt idx="1702">
                  <c:v>6.94314425041</c:v>
                </c:pt>
                <c:pt idx="1703">
                  <c:v>6.94210030533</c:v>
                </c:pt>
                <c:pt idx="1704">
                  <c:v>6.94204331578</c:v>
                </c:pt>
                <c:pt idx="1705">
                  <c:v>6.9410391273</c:v>
                </c:pt>
                <c:pt idx="1706">
                  <c:v>6.94098451158</c:v>
                </c:pt>
                <c:pt idx="1707">
                  <c:v>6.94002550549</c:v>
                </c:pt>
                <c:pt idx="1708">
                  <c:v>6.93997366181</c:v>
                </c:pt>
                <c:pt idx="1709">
                  <c:v>6.93906556358</c:v>
                </c:pt>
                <c:pt idx="1710">
                  <c:v>6.93901660499</c:v>
                </c:pt>
                <c:pt idx="1711">
                  <c:v>6.93816194344</c:v>
                </c:pt>
                <c:pt idx="1712">
                  <c:v>6.93811591717</c:v>
                </c:pt>
                <c:pt idx="1713">
                  <c:v>6.93731680177</c:v>
                </c:pt>
                <c:pt idx="1714">
                  <c:v>6.93727401339</c:v>
                </c:pt>
                <c:pt idx="1715">
                  <c:v>6.93653496138</c:v>
                </c:pt>
                <c:pt idx="1716">
                  <c:v>6.9364957239</c:v>
                </c:pt>
                <c:pt idx="1717">
                  <c:v>6.93582129177</c:v>
                </c:pt>
                <c:pt idx="1718">
                  <c:v>6.93578569639</c:v>
                </c:pt>
                <c:pt idx="1719">
                  <c:v>6.93517779224</c:v>
                </c:pt>
                <c:pt idx="1720">
                  <c:v>6.93514581408</c:v>
                </c:pt>
                <c:pt idx="1721">
                  <c:v>6.93460522433</c:v>
                </c:pt>
                <c:pt idx="1722">
                  <c:v>6.93457713205</c:v>
                </c:pt>
                <c:pt idx="1723">
                  <c:v>6.93410710065</c:v>
                </c:pt>
                <c:pt idx="1724">
                  <c:v>6.93408305911</c:v>
                </c:pt>
                <c:pt idx="1725">
                  <c:v>6.93368625592</c:v>
                </c:pt>
                <c:pt idx="1726">
                  <c:v>6.93366625893</c:v>
                </c:pt>
                <c:pt idx="1727">
                  <c:v>6.93334424681</c:v>
                </c:pt>
                <c:pt idx="1728">
                  <c:v>6.93332838011</c:v>
                </c:pt>
                <c:pt idx="1729">
                  <c:v>6.93308086693</c:v>
                </c:pt>
                <c:pt idx="1730">
                  <c:v>6.93306917751</c:v>
                </c:pt>
                <c:pt idx="1731">
                  <c:v>6.93289623749</c:v>
                </c:pt>
                <c:pt idx="1732">
                  <c:v>6.93288883517</c:v>
                </c:pt>
                <c:pt idx="1733">
                  <c:v>6.93286776456</c:v>
                </c:pt>
                <c:pt idx="1734">
                  <c:v>6.93279334275</c:v>
                </c:pt>
                <c:pt idx="1735">
                  <c:v>6.93279016652</c:v>
                </c:pt>
                <c:pt idx="1736">
                  <c:v>6.93276975634</c:v>
                </c:pt>
                <c:pt idx="1737">
                  <c:v>6.93277104893</c:v>
                </c:pt>
                <c:pt idx="1738">
                  <c:v>6.9327719773</c:v>
                </c:pt>
                <c:pt idx="1739">
                  <c:v>6.93277302313</c:v>
                </c:pt>
                <c:pt idx="1740">
                  <c:v>6.93282997652</c:v>
                </c:pt>
                <c:pt idx="1741">
                  <c:v>6.93283523578</c:v>
                </c:pt>
                <c:pt idx="1742">
                  <c:v>6.93296672954</c:v>
                </c:pt>
                <c:pt idx="1743">
                  <c:v>6.9329761689</c:v>
                </c:pt>
                <c:pt idx="1744">
                  <c:v>6.93318272186</c:v>
                </c:pt>
                <c:pt idx="1745">
                  <c:v>6.93319624691</c:v>
                </c:pt>
                <c:pt idx="1746">
                  <c:v>6.93347720007</c:v>
                </c:pt>
                <c:pt idx="1747">
                  <c:v>6.93349475978</c:v>
                </c:pt>
                <c:pt idx="1748">
                  <c:v>6.93384682169</c:v>
                </c:pt>
                <c:pt idx="1749">
                  <c:v>6.93386834489</c:v>
                </c:pt>
                <c:pt idx="1750">
                  <c:v>6.93428918893</c:v>
                </c:pt>
                <c:pt idx="1751">
                  <c:v>6.93431447052</c:v>
                </c:pt>
                <c:pt idx="1752">
                  <c:v>6.93480283905</c:v>
                </c:pt>
                <c:pt idx="1753">
                  <c:v>6.93483181522</c:v>
                </c:pt>
                <c:pt idx="1754">
                  <c:v>6.93538661472</c:v>
                </c:pt>
                <c:pt idx="1755">
                  <c:v>6.93541916458</c:v>
                </c:pt>
                <c:pt idx="1756">
                  <c:v>6.93603575613</c:v>
                </c:pt>
                <c:pt idx="1757">
                  <c:v>6.93607171287</c:v>
                </c:pt>
                <c:pt idx="1758">
                  <c:v>6.93674609099</c:v>
                </c:pt>
                <c:pt idx="1759">
                  <c:v>6.93678514133</c:v>
                </c:pt>
                <c:pt idx="1760">
                  <c:v>6.93751541587</c:v>
                </c:pt>
                <c:pt idx="1761">
                  <c:v>6.93755743952</c:v>
                </c:pt>
                <c:pt idx="1762">
                  <c:v>6.93834087993</c:v>
                </c:pt>
                <c:pt idx="1763">
                  <c:v>6.93838578633</c:v>
                </c:pt>
                <c:pt idx="1764">
                  <c:v>6.93921769896</c:v>
                </c:pt>
                <c:pt idx="1765">
                  <c:v>6.93926521673</c:v>
                </c:pt>
                <c:pt idx="1766">
                  <c:v>6.94014007677</c:v>
                </c:pt>
                <c:pt idx="1767">
                  <c:v>6.94018982612</c:v>
                </c:pt>
                <c:pt idx="1768">
                  <c:v>6.94110470005</c:v>
                </c:pt>
                <c:pt idx="1769">
                  <c:v>6.94115652246</c:v>
                </c:pt>
                <c:pt idx="1770">
                  <c:v>6.94210827298</c:v>
                </c:pt>
                <c:pt idx="1771">
                  <c:v>6.94216207249</c:v>
                </c:pt>
                <c:pt idx="1772">
                  <c:v>6.94314511133</c:v>
                </c:pt>
                <c:pt idx="1773">
                  <c:v>6.94320054345</c:v>
                </c:pt>
                <c:pt idx="1774">
                  <c:v>6.94420906538</c:v>
                </c:pt>
                <c:pt idx="1775">
                  <c:v>6.94426571163</c:v>
                </c:pt>
                <c:pt idx="1776">
                  <c:v>6.94529499258</c:v>
                </c:pt>
                <c:pt idx="1777">
                  <c:v>6.94535263151</c:v>
                </c:pt>
                <c:pt idx="1778">
                  <c:v>6.94639940517</c:v>
                </c:pt>
                <c:pt idx="1779">
                  <c:v>6.94645797223</c:v>
                </c:pt>
                <c:pt idx="1780">
                  <c:v>6.94751691141</c:v>
                </c:pt>
                <c:pt idx="1781">
                  <c:v>6.94757602694</c:v>
                </c:pt>
                <c:pt idx="1782">
                  <c:v>6.94864053032</c:v>
                </c:pt>
                <c:pt idx="1783">
                  <c:v>6.94869967791</c:v>
                </c:pt>
                <c:pt idx="1784">
                  <c:v>6.94976482124</c:v>
                </c:pt>
                <c:pt idx="1785">
                  <c:v>6.94982390083</c:v>
                </c:pt>
                <c:pt idx="1786">
                  <c:v>6.95088645202</c:v>
                </c:pt>
                <c:pt idx="1787">
                  <c:v>6.95094534289</c:v>
                </c:pt>
                <c:pt idx="1788">
                  <c:v>6.95200061396</c:v>
                </c:pt>
                <c:pt idx="1789">
                  <c:v>6.95205896291</c:v>
                </c:pt>
                <c:pt idx="1790">
                  <c:v>6.95309963336</c:v>
                </c:pt>
                <c:pt idx="1791">
                  <c:v>6.95315692971</c:v>
                </c:pt>
                <c:pt idx="1792">
                  <c:v>6.95417856205</c:v>
                </c:pt>
                <c:pt idx="1793">
                  <c:v>6.95423467179</c:v>
                </c:pt>
                <c:pt idx="1794">
                  <c:v>6.95523372863</c:v>
                </c:pt>
                <c:pt idx="1795">
                  <c:v>6.95528857179</c:v>
                </c:pt>
                <c:pt idx="1796">
                  <c:v>6.95626028575</c:v>
                </c:pt>
                <c:pt idx="1797">
                  <c:v>6.95631343036</c:v>
                </c:pt>
                <c:pt idx="1798">
                  <c:v>6.95725225271</c:v>
                </c:pt>
                <c:pt idx="1799">
                  <c:v>6.95730333329</c:v>
                </c:pt>
                <c:pt idx="1800">
                  <c:v>6.95820397548</c:v>
                </c:pt>
                <c:pt idx="1801">
                  <c:v>6.95825285079</c:v>
                </c:pt>
                <c:pt idx="1802">
                  <c:v>6.95911249039</c:v>
                </c:pt>
                <c:pt idx="1803">
                  <c:v>6.95915912861</c:v>
                </c:pt>
                <c:pt idx="1804">
                  <c:v>6.95993084033</c:v>
                </c:pt>
                <c:pt idx="1805">
                  <c:v>6.95997496309</c:v>
                </c:pt>
                <c:pt idx="1806">
                  <c:v>6.96001899847</c:v>
                </c:pt>
                <c:pt idx="1807">
                  <c:v>6.96078523637</c:v>
                </c:pt>
                <c:pt idx="1808">
                  <c:v>6.9608263173</c:v>
                </c:pt>
                <c:pt idx="1809">
                  <c:v>6.96153937024</c:v>
                </c:pt>
                <c:pt idx="1810">
                  <c:v>6.96157741484</c:v>
                </c:pt>
                <c:pt idx="1811">
                  <c:v>6.96223414083</c:v>
                </c:pt>
                <c:pt idx="1812">
                  <c:v>6.96226907082</c:v>
                </c:pt>
                <c:pt idx="1813">
                  <c:v>6.96286753421</c:v>
                </c:pt>
                <c:pt idx="1814">
                  <c:v>6.96289915143</c:v>
                </c:pt>
                <c:pt idx="1815">
                  <c:v>6.96343648413</c:v>
                </c:pt>
                <c:pt idx="1816">
                  <c:v>6.96346445162</c:v>
                </c:pt>
                <c:pt idx="1817">
                  <c:v>6.96393576482</c:v>
                </c:pt>
                <c:pt idx="1818">
                  <c:v>6.96396008652</c:v>
                </c:pt>
                <c:pt idx="1819">
                  <c:v>6.96436464041</c:v>
                </c:pt>
                <c:pt idx="1820">
                  <c:v>6.96438532413</c:v>
                </c:pt>
                <c:pt idx="1821">
                  <c:v>6.96472246287</c:v>
                </c:pt>
                <c:pt idx="1822">
                  <c:v>6.96473927377</c:v>
                </c:pt>
                <c:pt idx="1823">
                  <c:v>6.96500668478</c:v>
                </c:pt>
                <c:pt idx="1824">
                  <c:v>6.9650195004</c:v>
                </c:pt>
                <c:pt idx="1825">
                  <c:v>6.96521472149</c:v>
                </c:pt>
                <c:pt idx="1826">
                  <c:v>6.96522351111</c:v>
                </c:pt>
                <c:pt idx="1827">
                  <c:v>6.96534569199</c:v>
                </c:pt>
                <c:pt idx="1828">
                  <c:v>6.96535054865</c:v>
                </c:pt>
                <c:pt idx="1829">
                  <c:v>6.9654011836</c:v>
                </c:pt>
                <c:pt idx="1830">
                  <c:v>6.96540199444</c:v>
                </c:pt>
                <c:pt idx="1831">
                  <c:v>6.9654032057</c:v>
                </c:pt>
                <c:pt idx="1832">
                  <c:v>6.96538049859</c:v>
                </c:pt>
                <c:pt idx="1833">
                  <c:v>6.96537720112</c:v>
                </c:pt>
                <c:pt idx="1834">
                  <c:v>6.96536208871</c:v>
                </c:pt>
                <c:pt idx="1835">
                  <c:v>6.96528176577</c:v>
                </c:pt>
                <c:pt idx="1836">
                  <c:v>6.96527442607</c:v>
                </c:pt>
                <c:pt idx="1837">
                  <c:v>6.96510571173</c:v>
                </c:pt>
                <c:pt idx="1838">
                  <c:v>6.96509439638</c:v>
                </c:pt>
                <c:pt idx="1839">
                  <c:v>6.9648542934</c:v>
                </c:pt>
                <c:pt idx="1840">
                  <c:v>6.96483898375</c:v>
                </c:pt>
                <c:pt idx="1841">
                  <c:v>6.9645291489</c:v>
                </c:pt>
                <c:pt idx="1842">
                  <c:v>6.96450991573</c:v>
                </c:pt>
                <c:pt idx="1843">
                  <c:v>6.96412980297</c:v>
                </c:pt>
                <c:pt idx="1844">
                  <c:v>6.96410681205</c:v>
                </c:pt>
                <c:pt idx="1845">
                  <c:v>6.96365794487</c:v>
                </c:pt>
                <c:pt idx="1846">
                  <c:v>6.96363120473</c:v>
                </c:pt>
                <c:pt idx="1847">
                  <c:v>6.96311708295</c:v>
                </c:pt>
                <c:pt idx="1848">
                  <c:v>6.9630867379</c:v>
                </c:pt>
                <c:pt idx="1849">
                  <c:v>6.96251017359</c:v>
                </c:pt>
                <c:pt idx="1850">
                  <c:v>6.96247639908</c:v>
                </c:pt>
                <c:pt idx="1851">
                  <c:v>6.96183859025</c:v>
                </c:pt>
                <c:pt idx="1852">
                  <c:v>6.96180149955</c:v>
                </c:pt>
                <c:pt idx="1853">
                  <c:v>6.96110448316</c:v>
                </c:pt>
                <c:pt idx="1854">
                  <c:v>6.96106423154</c:v>
                </c:pt>
                <c:pt idx="1855">
                  <c:v>6.96031240748</c:v>
                </c:pt>
                <c:pt idx="1856">
                  <c:v>6.96026917476</c:v>
                </c:pt>
                <c:pt idx="1857">
                  <c:v>6.95946686006</c:v>
                </c:pt>
                <c:pt idx="1858">
                  <c:v>6.95942089508</c:v>
                </c:pt>
                <c:pt idx="1859">
                  <c:v>6.95857008754</c:v>
                </c:pt>
                <c:pt idx="1860">
                  <c:v>6.9585215782</c:v>
                </c:pt>
                <c:pt idx="1861">
                  <c:v>6.95762510254</c:v>
                </c:pt>
                <c:pt idx="1862">
                  <c:v>6.95757415555</c:v>
                </c:pt>
                <c:pt idx="1863">
                  <c:v>6.95663770592</c:v>
                </c:pt>
                <c:pt idx="1864">
                  <c:v>6.95658459007</c:v>
                </c:pt>
                <c:pt idx="1865">
                  <c:v>6.95561290448</c:v>
                </c:pt>
                <c:pt idx="1866">
                  <c:v>6.9555580133</c:v>
                </c:pt>
                <c:pt idx="1867">
                  <c:v>6.95455475777</c:v>
                </c:pt>
                <c:pt idx="1868">
                  <c:v>6.9544982559</c:v>
                </c:pt>
                <c:pt idx="1869">
                  <c:v>6.95346664543</c:v>
                </c:pt>
                <c:pt idx="1870">
                  <c:v>6.95340865109</c:v>
                </c:pt>
                <c:pt idx="1871">
                  <c:v>6.95235376843</c:v>
                </c:pt>
                <c:pt idx="1872">
                  <c:v>6.95229459354</c:v>
                </c:pt>
                <c:pt idx="1873">
                  <c:v>6.95122339392</c:v>
                </c:pt>
                <c:pt idx="1874">
                  <c:v>6.95116348423</c:v>
                </c:pt>
                <c:pt idx="1875">
                  <c:v>6.95007955442</c:v>
                </c:pt>
                <c:pt idx="1876">
                  <c:v>6.95001911118</c:v>
                </c:pt>
                <c:pt idx="1877">
                  <c:v>6.94892628345</c:v>
                </c:pt>
                <c:pt idx="1878">
                  <c:v>6.94886540266</c:v>
                </c:pt>
                <c:pt idx="1879">
                  <c:v>6.94776898742</c:v>
                </c:pt>
                <c:pt idx="1880">
                  <c:v>6.94770805072</c:v>
                </c:pt>
                <c:pt idx="1881">
                  <c:v>6.94661426095</c:v>
                </c:pt>
                <c:pt idx="1882">
                  <c:v>6.94655369012</c:v>
                </c:pt>
                <c:pt idx="1883">
                  <c:v>6.94546700001</c:v>
                </c:pt>
                <c:pt idx="1884">
                  <c:v>6.94540693442</c:v>
                </c:pt>
                <c:pt idx="1885">
                  <c:v>6.94433065845</c:v>
                </c:pt>
                <c:pt idx="1886">
                  <c:v>6.94427123533</c:v>
                </c:pt>
                <c:pt idx="1887">
                  <c:v>6.94321041022</c:v>
                </c:pt>
                <c:pt idx="1888">
                  <c:v>6.943151943</c:v>
                </c:pt>
                <c:pt idx="1889">
                  <c:v>6.94211220083</c:v>
                </c:pt>
                <c:pt idx="1890">
                  <c:v>6.94205514887</c:v>
                </c:pt>
                <c:pt idx="1891">
                  <c:v>6.9410415333</c:v>
                </c:pt>
                <c:pt idx="1892">
                  <c:v>6.9409860645</c:v>
                </c:pt>
                <c:pt idx="1893">
                  <c:v>6.94000132873</c:v>
                </c:pt>
                <c:pt idx="1894">
                  <c:v>6.93994742241</c:v>
                </c:pt>
                <c:pt idx="1895">
                  <c:v>6.93899517078</c:v>
                </c:pt>
                <c:pt idx="1896">
                  <c:v>6.93894325202</c:v>
                </c:pt>
                <c:pt idx="1897">
                  <c:v>6.93802967803</c:v>
                </c:pt>
                <c:pt idx="1898">
                  <c:v>6.93798013584</c:v>
                </c:pt>
                <c:pt idx="1899">
                  <c:v>6.93710933627</c:v>
                </c:pt>
                <c:pt idx="1900">
                  <c:v>6.93706223415</c:v>
                </c:pt>
                <c:pt idx="1901">
                  <c:v>6.93623730354</c:v>
                </c:pt>
                <c:pt idx="1902">
                  <c:v>6.93619276808</c:v>
                </c:pt>
                <c:pt idx="1903">
                  <c:v>6.93541639827</c:v>
                </c:pt>
                <c:pt idx="1904">
                  <c:v>6.93537463288</c:v>
                </c:pt>
                <c:pt idx="1905">
                  <c:v>6.93465118797</c:v>
                </c:pt>
                <c:pt idx="1906">
                  <c:v>6.93461264014</c:v>
                </c:pt>
                <c:pt idx="1907">
                  <c:v>6.93394657934</c:v>
                </c:pt>
                <c:pt idx="1908">
                  <c:v>6.93391121753</c:v>
                </c:pt>
                <c:pt idx="1909">
                  <c:v>6.93330334733</c:v>
                </c:pt>
                <c:pt idx="1910">
                  <c:v>6.93327115939</c:v>
                </c:pt>
                <c:pt idx="1911">
                  <c:v>6.93272375334</c:v>
                </c:pt>
                <c:pt idx="1912">
                  <c:v>6.93269507291</c:v>
                </c:pt>
                <c:pt idx="1913">
                  <c:v>6.93221108586</c:v>
                </c:pt>
                <c:pt idx="1914">
                  <c:v>6.93218605915</c:v>
                </c:pt>
                <c:pt idx="1915">
                  <c:v>6.93176802406</c:v>
                </c:pt>
                <c:pt idx="1916">
                  <c:v>6.9317467129</c:v>
                </c:pt>
                <c:pt idx="1917">
                  <c:v>6.93139645593</c:v>
                </c:pt>
                <c:pt idx="1918">
                  <c:v>6.93137879656</c:v>
                </c:pt>
                <c:pt idx="1919">
                  <c:v>6.93109540242</c:v>
                </c:pt>
                <c:pt idx="1920">
                  <c:v>6.93108152538</c:v>
                </c:pt>
                <c:pt idx="1921">
                  <c:v>6.93086701245</c:v>
                </c:pt>
                <c:pt idx="1922">
                  <c:v>6.9308571353</c:v>
                </c:pt>
                <c:pt idx="1923">
                  <c:v>6.93071385852</c:v>
                </c:pt>
                <c:pt idx="1924">
                  <c:v>6.93070787997</c:v>
                </c:pt>
                <c:pt idx="1925">
                  <c:v>6.93063521838</c:v>
                </c:pt>
                <c:pt idx="1926">
                  <c:v>6.93063305961</c:v>
                </c:pt>
                <c:pt idx="1927">
                  <c:v>6.93062324072</c:v>
                </c:pt>
                <c:pt idx="1928">
                  <c:v>6.93062311238</c:v>
                </c:pt>
                <c:pt idx="1929">
                  <c:v>6.93062963265</c:v>
                </c:pt>
                <c:pt idx="1930">
                  <c:v>6.93063134908</c:v>
                </c:pt>
                <c:pt idx="1931">
                  <c:v>6.93064591912</c:v>
                </c:pt>
                <c:pt idx="1932">
                  <c:v>6.93069738973</c:v>
                </c:pt>
                <c:pt idx="1933">
                  <c:v>6.93070304581</c:v>
                </c:pt>
                <c:pt idx="1934">
                  <c:v>6.93083922834</c:v>
                </c:pt>
                <c:pt idx="1935">
                  <c:v>6.93084871798</c:v>
                </c:pt>
                <c:pt idx="1936">
                  <c:v>6.9310539145</c:v>
                </c:pt>
                <c:pt idx="1937">
                  <c:v>6.93106712663</c:v>
                </c:pt>
                <c:pt idx="1938">
                  <c:v>6.93133899838</c:v>
                </c:pt>
                <c:pt idx="1939">
                  <c:v>6.93135592903</c:v>
                </c:pt>
                <c:pt idx="1940">
                  <c:v>6.93169237163</c:v>
                </c:pt>
                <c:pt idx="1941">
                  <c:v>6.93171291527</c:v>
                </c:pt>
                <c:pt idx="1942">
                  <c:v>6.93211404084</c:v>
                </c:pt>
                <c:pt idx="1943">
                  <c:v>6.93213806697</c:v>
                </c:pt>
                <c:pt idx="1944">
                  <c:v>6.93260210105</c:v>
                </c:pt>
                <c:pt idx="1945">
                  <c:v>6.93262948863</c:v>
                </c:pt>
                <c:pt idx="1946">
                  <c:v>6.93315209285</c:v>
                </c:pt>
                <c:pt idx="1947">
                  <c:v>6.93318272432</c:v>
                </c:pt>
                <c:pt idx="1948">
                  <c:v>6.93376124587</c:v>
                </c:pt>
                <c:pt idx="1949">
                  <c:v>6.93379496843</c:v>
                </c:pt>
                <c:pt idx="1950">
                  <c:v>6.93442798737</c:v>
                </c:pt>
                <c:pt idx="1951">
                  <c:v>6.93446458648</c:v>
                </c:pt>
                <c:pt idx="1952">
                  <c:v>6.93514939745</c:v>
                </c:pt>
                <c:pt idx="1953">
                  <c:v>6.93518875574</c:v>
                </c:pt>
                <c:pt idx="1954">
                  <c:v>6.93592072289</c:v>
                </c:pt>
                <c:pt idx="1955">
                  <c:v>6.93596264924</c:v>
                </c:pt>
                <c:pt idx="1956">
                  <c:v>6.93673740682</c:v>
                </c:pt>
                <c:pt idx="1957">
                  <c:v>6.93678162948</c:v>
                </c:pt>
                <c:pt idx="1958">
                  <c:v>6.93759677157</c:v>
                </c:pt>
                <c:pt idx="1959">
                  <c:v>6.93764308595</c:v>
                </c:pt>
                <c:pt idx="1960">
                  <c:v>6.93849573552</c:v>
                </c:pt>
                <c:pt idx="1961">
                  <c:v>6.93854402619</c:v>
                </c:pt>
                <c:pt idx="1962">
                  <c:v>6.93942863519</c:v>
                </c:pt>
                <c:pt idx="1963">
                  <c:v>6.93947860404</c:v>
                </c:pt>
                <c:pt idx="1964">
                  <c:v>6.94039011128</c:v>
                </c:pt>
                <c:pt idx="1965">
                  <c:v>6.94044145665</c:v>
                </c:pt>
                <c:pt idx="1966">
                  <c:v>6.94137634612</c:v>
                </c:pt>
                <c:pt idx="1967">
                  <c:v>6.94142884619</c:v>
                </c:pt>
                <c:pt idx="1968">
                  <c:v>6.94238434109</c:v>
                </c:pt>
                <c:pt idx="1969">
                  <c:v>6.94243786625</c:v>
                </c:pt>
                <c:pt idx="1970">
                  <c:v>6.94340812963</c:v>
                </c:pt>
                <c:pt idx="1971">
                  <c:v>6.94346236554</c:v>
                </c:pt>
                <c:pt idx="1972">
                  <c:v>6.94444131685</c:v>
                </c:pt>
                <c:pt idx="1973">
                  <c:v>6.94449585947</c:v>
                </c:pt>
                <c:pt idx="1974">
                  <c:v>6.94547992105</c:v>
                </c:pt>
                <c:pt idx="1975">
                  <c:v>6.94553460726</c:v>
                </c:pt>
                <c:pt idx="1976">
                  <c:v>6.94651971022</c:v>
                </c:pt>
                <c:pt idx="1977">
                  <c:v>6.94657441246</c:v>
                </c:pt>
                <c:pt idx="1978">
                  <c:v>6.94750174774</c:v>
                </c:pt>
                <c:pt idx="1979">
                  <c:v>6.94755603928</c:v>
                </c:pt>
                <c:pt idx="1980">
                  <c:v>6.94761042083</c:v>
                </c:pt>
                <c:pt idx="1981">
                  <c:v>6.94771897059</c:v>
                </c:pt>
                <c:pt idx="1982">
                  <c:v>6.94858216266</c:v>
                </c:pt>
                <c:pt idx="1983">
                  <c:v>6.94863578416</c:v>
                </c:pt>
                <c:pt idx="1984">
                  <c:v>6.94959401635</c:v>
                </c:pt>
                <c:pt idx="1985">
                  <c:v>6.94964676041</c:v>
                </c:pt>
                <c:pt idx="1986">
                  <c:v>6.95058826051</c:v>
                </c:pt>
                <c:pt idx="1987">
                  <c:v>6.95064003273</c:v>
                </c:pt>
                <c:pt idx="1988">
                  <c:v>6.95156025339</c:v>
                </c:pt>
                <c:pt idx="1989">
                  <c:v>6.95161073992</c:v>
                </c:pt>
                <c:pt idx="1990">
                  <c:v>6.95250425646</c:v>
                </c:pt>
                <c:pt idx="1991">
                  <c:v>6.95255303649</c:v>
                </c:pt>
                <c:pt idx="1992">
                  <c:v>6.95341537867</c:v>
                </c:pt>
                <c:pt idx="1993">
                  <c:v>6.9534623014</c:v>
                </c:pt>
                <c:pt idx="1994">
                  <c:v>6.954290928</c:v>
                </c:pt>
                <c:pt idx="1995">
                  <c:v>6.9543360015</c:v>
                </c:pt>
                <c:pt idx="1996">
                  <c:v>6.95512737001</c:v>
                </c:pt>
                <c:pt idx="1997">
                  <c:v>6.9551702437</c:v>
                </c:pt>
                <c:pt idx="1998">
                  <c:v>6.95591874471</c:v>
                </c:pt>
                <c:pt idx="1999">
                  <c:v>6.95595902648</c:v>
                </c:pt>
                <c:pt idx="2000">
                  <c:v>6.9566608906</c:v>
                </c:pt>
                <c:pt idx="2001">
                  <c:v>6.95669850757</c:v>
                </c:pt>
                <c:pt idx="2002">
                  <c:v>6.95735200524</c:v>
                </c:pt>
                <c:pt idx="2003">
                  <c:v>6.95738695967</c:v>
                </c:pt>
                <c:pt idx="2004">
                  <c:v>6.95798922339</c:v>
                </c:pt>
                <c:pt idx="2005">
                  <c:v>6.95802123206</c:v>
                </c:pt>
                <c:pt idx="2006">
                  <c:v>6.95856869085</c:v>
                </c:pt>
                <c:pt idx="2007">
                  <c:v>6.95859745256</c:v>
                </c:pt>
                <c:pt idx="2008">
                  <c:v>6.95908653991</c:v>
                </c:pt>
                <c:pt idx="2009">
                  <c:v>6.95911201844</c:v>
                </c:pt>
                <c:pt idx="2010">
                  <c:v>6.95954166168</c:v>
                </c:pt>
                <c:pt idx="2011">
                  <c:v>6.95956393966</c:v>
                </c:pt>
                <c:pt idx="2012">
                  <c:v>6.95993318404</c:v>
                </c:pt>
                <c:pt idx="2013">
                  <c:v>6.95995199769</c:v>
                </c:pt>
                <c:pt idx="2014">
                  <c:v>6.96025789261</c:v>
                </c:pt>
                <c:pt idx="2015">
                  <c:v>6.9602730076</c:v>
                </c:pt>
                <c:pt idx="2016">
                  <c:v>6.96051353138</c:v>
                </c:pt>
                <c:pt idx="2017">
                  <c:v>6.9605250337</c:v>
                </c:pt>
                <c:pt idx="2018">
                  <c:v>6.96069956175</c:v>
                </c:pt>
                <c:pt idx="2019">
                  <c:v>6.96070747962</c:v>
                </c:pt>
                <c:pt idx="2020">
                  <c:v>6.96081647046</c:v>
                </c:pt>
                <c:pt idx="2021">
                  <c:v>6.9608207145</c:v>
                </c:pt>
                <c:pt idx="2022">
                  <c:v>6.96086328346</c:v>
                </c:pt>
                <c:pt idx="2023">
                  <c:v>6.96086370413</c:v>
                </c:pt>
                <c:pt idx="2024">
                  <c:v>6.96086405887</c:v>
                </c:pt>
                <c:pt idx="2025">
                  <c:v>6.96084660926</c:v>
                </c:pt>
                <c:pt idx="2026">
                  <c:v>6.96083778731</c:v>
                </c:pt>
                <c:pt idx="2027">
                  <c:v>6.96083444812</c:v>
                </c:pt>
                <c:pt idx="2028">
                  <c:v>6.960740996</c:v>
                </c:pt>
                <c:pt idx="2029">
                  <c:v>6.96073401361</c:v>
                </c:pt>
                <c:pt idx="2030">
                  <c:v>6.96057512824</c:v>
                </c:pt>
                <c:pt idx="2031">
                  <c:v>6.96056448559</c:v>
                </c:pt>
                <c:pt idx="2032">
                  <c:v>6.96033998076</c:v>
                </c:pt>
                <c:pt idx="2033">
                  <c:v>6.96032560182</c:v>
                </c:pt>
                <c:pt idx="2034">
                  <c:v>6.96003508154</c:v>
                </c:pt>
                <c:pt idx="2035">
                  <c:v>6.96001713124</c:v>
                </c:pt>
                <c:pt idx="2036">
                  <c:v>6.9596624037</c:v>
                </c:pt>
                <c:pt idx="2037">
                  <c:v>6.95964105929</c:v>
                </c:pt>
                <c:pt idx="2038">
                  <c:v>6.95922518725</c:v>
                </c:pt>
                <c:pt idx="2039">
                  <c:v>6.95920037395</c:v>
                </c:pt>
                <c:pt idx="2040">
                  <c:v>6.9587246974</c:v>
                </c:pt>
                <c:pt idx="2041">
                  <c:v>6.95869659139</c:v>
                </c:pt>
                <c:pt idx="2042">
                  <c:v>6.95816246873</c:v>
                </c:pt>
                <c:pt idx="2043">
                  <c:v>6.95813118555</c:v>
                </c:pt>
                <c:pt idx="2044">
                  <c:v>6.95754011053</c:v>
                </c:pt>
                <c:pt idx="2045">
                  <c:v>6.95750583448</c:v>
                </c:pt>
                <c:pt idx="2046">
                  <c:v>6.95686265721</c:v>
                </c:pt>
                <c:pt idx="2047">
                  <c:v>6.9568255241</c:v>
                </c:pt>
                <c:pt idx="2048">
                  <c:v>6.95613319034</c:v>
                </c:pt>
                <c:pt idx="2049">
                  <c:v>6.95609331819</c:v>
                </c:pt>
                <c:pt idx="2050">
                  <c:v>6.95535309005</c:v>
                </c:pt>
                <c:pt idx="2051">
                  <c:v>6.95531074736</c:v>
                </c:pt>
                <c:pt idx="2052">
                  <c:v>6.95452627746</c:v>
                </c:pt>
                <c:pt idx="2053">
                  <c:v>6.95448157611</c:v>
                </c:pt>
                <c:pt idx="2054">
                  <c:v>6.95365695585</c:v>
                </c:pt>
                <c:pt idx="2055">
                  <c:v>6.95361008595</c:v>
                </c:pt>
                <c:pt idx="2056">
                  <c:v>6.95275018932</c:v>
                </c:pt>
                <c:pt idx="2057">
                  <c:v>6.95270141943</c:v>
                </c:pt>
                <c:pt idx="2058">
                  <c:v>6.95180818786</c:v>
                </c:pt>
                <c:pt idx="2059">
                  <c:v>6.9517577656</c:v>
                </c:pt>
                <c:pt idx="2060">
                  <c:v>6.95083529931</c:v>
                </c:pt>
                <c:pt idx="2061">
                  <c:v>6.95078334593</c:v>
                </c:pt>
                <c:pt idx="2062">
                  <c:v>6.94983629025</c:v>
                </c:pt>
                <c:pt idx="2063">
                  <c:v>6.9497830506</c:v>
                </c:pt>
                <c:pt idx="2064">
                  <c:v>6.94881712169</c:v>
                </c:pt>
                <c:pt idx="2065">
                  <c:v>6.94876299402</c:v>
                </c:pt>
                <c:pt idx="2066">
                  <c:v>6.94778159129</c:v>
                </c:pt>
                <c:pt idx="2067">
                  <c:v>6.94772670549</c:v>
                </c:pt>
                <c:pt idx="2068">
                  <c:v>6.94673225043</c:v>
                </c:pt>
                <c:pt idx="2069">
                  <c:v>6.9466767797</c:v>
                </c:pt>
                <c:pt idx="2070">
                  <c:v>6.94567572447</c:v>
                </c:pt>
                <c:pt idx="2071">
                  <c:v>6.94561998106</c:v>
                </c:pt>
                <c:pt idx="2072">
                  <c:v>6.94461719714</c:v>
                </c:pt>
                <c:pt idx="2073">
                  <c:v>6.94456149891</c:v>
                </c:pt>
                <c:pt idx="2074">
                  <c:v>6.943561109</c:v>
                </c:pt>
                <c:pt idx="2075">
                  <c:v>6.94350574056</c:v>
                </c:pt>
                <c:pt idx="2076">
                  <c:v>6.94251100915</c:v>
                </c:pt>
                <c:pt idx="2077">
                  <c:v>6.94245592566</c:v>
                </c:pt>
                <c:pt idx="2078">
                  <c:v>6.94147161881</c:v>
                </c:pt>
                <c:pt idx="2079">
                  <c:v>6.94141733143</c:v>
                </c:pt>
                <c:pt idx="2080">
                  <c:v>6.94044990831</c:v>
                </c:pt>
                <c:pt idx="2081">
                  <c:v>6.94039666644</c:v>
                </c:pt>
                <c:pt idx="2082">
                  <c:v>6.9394485299</c:v>
                </c:pt>
                <c:pt idx="2083">
                  <c:v>6.93939655409</c:v>
                </c:pt>
                <c:pt idx="2084">
                  <c:v>6.93847215372</c:v>
                </c:pt>
                <c:pt idx="2085">
                  <c:v>6.93842153444</c:v>
                </c:pt>
                <c:pt idx="2086">
                  <c:v>6.93752423937</c:v>
                </c:pt>
                <c:pt idx="2087">
                  <c:v>6.93747512319</c:v>
                </c:pt>
                <c:pt idx="2088">
                  <c:v>6.93661035928</c:v>
                </c:pt>
                <c:pt idx="2089">
                  <c:v>6.93656336273</c:v>
                </c:pt>
                <c:pt idx="2090">
                  <c:v>6.93573559162</c:v>
                </c:pt>
                <c:pt idx="2091">
                  <c:v>6.93569067834</c:v>
                </c:pt>
                <c:pt idx="2092">
                  <c:v>6.93490052186</c:v>
                </c:pt>
                <c:pt idx="2093">
                  <c:v>6.93485775666</c:v>
                </c:pt>
                <c:pt idx="2094">
                  <c:v>6.93411077721</c:v>
                </c:pt>
                <c:pt idx="2095">
                  <c:v>6.9340704808</c:v>
                </c:pt>
                <c:pt idx="2096">
                  <c:v>6.93336954405</c:v>
                </c:pt>
                <c:pt idx="2097">
                  <c:v>6.93333198911</c:v>
                </c:pt>
                <c:pt idx="2098">
                  <c:v>6.93268124727</c:v>
                </c:pt>
                <c:pt idx="2099">
                  <c:v>6.93264657414</c:v>
                </c:pt>
                <c:pt idx="2100">
                  <c:v>6.93204723339</c:v>
                </c:pt>
                <c:pt idx="2101">
                  <c:v>6.93201533561</c:v>
                </c:pt>
                <c:pt idx="2102">
                  <c:v>6.9314688356</c:v>
                </c:pt>
                <c:pt idx="2103">
                  <c:v>6.93143999755</c:v>
                </c:pt>
                <c:pt idx="2104">
                  <c:v>6.93095115148</c:v>
                </c:pt>
                <c:pt idx="2105">
                  <c:v>6.93092566878</c:v>
                </c:pt>
                <c:pt idx="2106">
                  <c:v>6.93049576141</c:v>
                </c:pt>
                <c:pt idx="2107">
                  <c:v>6.93047356751</c:v>
                </c:pt>
                <c:pt idx="2108">
                  <c:v>6.93010416246</c:v>
                </c:pt>
                <c:pt idx="2109">
                  <c:v>6.93008527269</c:v>
                </c:pt>
                <c:pt idx="2110">
                  <c:v>6.92977684236</c:v>
                </c:pt>
                <c:pt idx="2111">
                  <c:v>6.92976138785</c:v>
                </c:pt>
                <c:pt idx="2112">
                  <c:v>6.92951561204</c:v>
                </c:pt>
                <c:pt idx="2113">
                  <c:v>6.92950379725</c:v>
                </c:pt>
                <c:pt idx="2114">
                  <c:v>6.9293231158</c:v>
                </c:pt>
                <c:pt idx="2115">
                  <c:v>6.92931490442</c:v>
                </c:pt>
                <c:pt idx="2116">
                  <c:v>6.92919855731</c:v>
                </c:pt>
                <c:pt idx="2117">
                  <c:v>6.92919380038</c:v>
                </c:pt>
                <c:pt idx="2118">
                  <c:v>6.92914094295</c:v>
                </c:pt>
                <c:pt idx="2119">
                  <c:v>6.92913976191</c:v>
                </c:pt>
                <c:pt idx="2120">
                  <c:v>6.92913798983</c:v>
                </c:pt>
                <c:pt idx="2121">
                  <c:v>6.929136753</c:v>
                </c:pt>
                <c:pt idx="2122">
                  <c:v>6.92915146437</c:v>
                </c:pt>
                <c:pt idx="2123">
                  <c:v>6.92915399005</c:v>
                </c:pt>
                <c:pt idx="2124">
                  <c:v>6.92923106388</c:v>
                </c:pt>
                <c:pt idx="2125">
                  <c:v>6.92923715716</c:v>
                </c:pt>
                <c:pt idx="2126">
                  <c:v>6.92937801479</c:v>
                </c:pt>
                <c:pt idx="2127">
                  <c:v>6.92938750288</c:v>
                </c:pt>
                <c:pt idx="2128">
                  <c:v>6.92959015377</c:v>
                </c:pt>
                <c:pt idx="2129">
                  <c:v>6.9296031145</c:v>
                </c:pt>
                <c:pt idx="2130">
                  <c:v>6.92986702929</c:v>
                </c:pt>
                <c:pt idx="2131">
                  <c:v>6.92988347255</c:v>
                </c:pt>
                <c:pt idx="2132">
                  <c:v>6.93020863566</c:v>
                </c:pt>
                <c:pt idx="2133">
                  <c:v>6.93022834753</c:v>
                </c:pt>
                <c:pt idx="2134">
                  <c:v>6.93061250545</c:v>
                </c:pt>
                <c:pt idx="2135">
                  <c:v>6.93063536974</c:v>
                </c:pt>
                <c:pt idx="2136">
                  <c:v>6.93107547048</c:v>
                </c:pt>
                <c:pt idx="2137">
                  <c:v>6.93110143892</c:v>
                </c:pt>
                <c:pt idx="2138">
                  <c:v>6.93159492559</c:v>
                </c:pt>
                <c:pt idx="2139">
                  <c:v>6.93162385359</c:v>
                </c:pt>
                <c:pt idx="2140">
                  <c:v>6.93217007187</c:v>
                </c:pt>
                <c:pt idx="2141">
                  <c:v>6.93220184618</c:v>
                </c:pt>
                <c:pt idx="2142">
                  <c:v>6.93279827725</c:v>
                </c:pt>
                <c:pt idx="2143">
                  <c:v>6.9328326192</c:v>
                </c:pt>
                <c:pt idx="2144">
                  <c:v>6.93347394823</c:v>
                </c:pt>
                <c:pt idx="2145">
                  <c:v>6.93351080861</c:v>
                </c:pt>
                <c:pt idx="2146">
                  <c:v>6.93419504917</c:v>
                </c:pt>
                <c:pt idx="2147">
                  <c:v>6.93423425742</c:v>
                </c:pt>
                <c:pt idx="2148">
                  <c:v>6.93495880155</c:v>
                </c:pt>
                <c:pt idx="2149">
                  <c:v>6.9350000744</c:v>
                </c:pt>
                <c:pt idx="2150">
                  <c:v>6.93576198214</c:v>
                </c:pt>
                <c:pt idx="2151">
                  <c:v>6.93580525156</c:v>
                </c:pt>
                <c:pt idx="2152">
                  <c:v>6.93659985345</c:v>
                </c:pt>
                <c:pt idx="2153">
                  <c:v>6.93664482296</c:v>
                </c:pt>
                <c:pt idx="2154">
                  <c:v>6.93746690138</c:v>
                </c:pt>
                <c:pt idx="2155">
                  <c:v>6.9375133797</c:v>
                </c:pt>
                <c:pt idx="2156">
                  <c:v>6.93836154893</c:v>
                </c:pt>
                <c:pt idx="2157">
                  <c:v>6.9384092714</c:v>
                </c:pt>
                <c:pt idx="2158">
                  <c:v>6.93927912535</c:v>
                </c:pt>
                <c:pt idx="2159">
                  <c:v>6.93932791619</c:v>
                </c:pt>
                <c:pt idx="2160">
                  <c:v>6.94021452809</c:v>
                </c:pt>
                <c:pt idx="2161">
                  <c:v>6.94026421661</c:v>
                </c:pt>
                <c:pt idx="2162">
                  <c:v>6.94116243011</c:v>
                </c:pt>
                <c:pt idx="2163">
                  <c:v>6.94121261113</c:v>
                </c:pt>
                <c:pt idx="2164">
                  <c:v>6.94211942846</c:v>
                </c:pt>
                <c:pt idx="2165">
                  <c:v>6.94216997067</c:v>
                </c:pt>
                <c:pt idx="2166">
                  <c:v>6.94308252746</c:v>
                </c:pt>
                <c:pt idx="2167">
                  <c:v>6.94313324947</c:v>
                </c:pt>
                <c:pt idx="2168">
                  <c:v>6.94404546104</c:v>
                </c:pt>
                <c:pt idx="2169">
                  <c:v>6.94409609221</c:v>
                </c:pt>
                <c:pt idx="2170">
                  <c:v>6.94500357792</c:v>
                </c:pt>
                <c:pt idx="2171">
                  <c:v>6.94505381475</c:v>
                </c:pt>
                <c:pt idx="2172">
                  <c:v>6.94595281346</c:v>
                </c:pt>
                <c:pt idx="2173">
                  <c:v>6.94600239052</c:v>
                </c:pt>
                <c:pt idx="2174">
                  <c:v>6.94688960805</c:v>
                </c:pt>
                <c:pt idx="2175">
                  <c:v>6.94693851305</c:v>
                </c:pt>
                <c:pt idx="2176">
                  <c:v>6.94780967039</c:v>
                </c:pt>
                <c:pt idx="2177">
                  <c:v>6.94785755705</c:v>
                </c:pt>
                <c:pt idx="2178">
                  <c:v>6.94870653896</c:v>
                </c:pt>
                <c:pt idx="2179">
                  <c:v>6.94875302347</c:v>
                </c:pt>
                <c:pt idx="2180">
                  <c:v>6.94957694474</c:v>
                </c:pt>
                <c:pt idx="2181">
                  <c:v>6.94962191403</c:v>
                </c:pt>
                <c:pt idx="2182">
                  <c:v>6.95041821873</c:v>
                </c:pt>
                <c:pt idx="2183">
                  <c:v>6.95046157986</c:v>
                </c:pt>
                <c:pt idx="2184">
                  <c:v>6.95122532216</c:v>
                </c:pt>
                <c:pt idx="2185">
                  <c:v>6.95126685154</c:v>
                </c:pt>
                <c:pt idx="2186">
                  <c:v>6.9519941543</c:v>
                </c:pt>
                <c:pt idx="2187">
                  <c:v>6.95203346413</c:v>
                </c:pt>
                <c:pt idx="2188">
                  <c:v>6.952720489</c:v>
                </c:pt>
                <c:pt idx="2189">
                  <c:v>6.9527574601</c:v>
                </c:pt>
                <c:pt idx="2190">
                  <c:v>6.95340269956</c:v>
                </c:pt>
                <c:pt idx="2191">
                  <c:v>6.95343738974</c:v>
                </c:pt>
                <c:pt idx="2192">
                  <c:v>6.954038437</c:v>
                </c:pt>
                <c:pt idx="2193">
                  <c:v>6.95407053584</c:v>
                </c:pt>
                <c:pt idx="2194">
                  <c:v>6.95462211254</c:v>
                </c:pt>
                <c:pt idx="2195">
                  <c:v>6.95465131523</c:v>
                </c:pt>
                <c:pt idx="2196">
                  <c:v>6.95515191846</c:v>
                </c:pt>
                <c:pt idx="2197">
                  <c:v>6.95517823396</c:v>
                </c:pt>
                <c:pt idx="2198">
                  <c:v>6.95562632696</c:v>
                </c:pt>
                <c:pt idx="2199">
                  <c:v>6.95564973345</c:v>
                </c:pt>
                <c:pt idx="2200">
                  <c:v>6.95604303118</c:v>
                </c:pt>
                <c:pt idx="2201">
                  <c:v>6.95606338407</c:v>
                </c:pt>
                <c:pt idx="2202">
                  <c:v>6.95639996849</c:v>
                </c:pt>
                <c:pt idx="2203">
                  <c:v>6.95641698777</c:v>
                </c:pt>
                <c:pt idx="2204">
                  <c:v>6.95669403609</c:v>
                </c:pt>
                <c:pt idx="2205">
                  <c:v>6.9567077481</c:v>
                </c:pt>
                <c:pt idx="2206">
                  <c:v>6.9569255846</c:v>
                </c:pt>
                <c:pt idx="2207">
                  <c:v>6.95693609324</c:v>
                </c:pt>
                <c:pt idx="2208">
                  <c:v>6.95709446242</c:v>
                </c:pt>
                <c:pt idx="2209">
                  <c:v>6.95710159347</c:v>
                </c:pt>
                <c:pt idx="2210">
                  <c:v>6.95719819009</c:v>
                </c:pt>
                <c:pt idx="2211">
                  <c:v>6.95720179349</c:v>
                </c:pt>
                <c:pt idx="2212">
                  <c:v>6.9572361425</c:v>
                </c:pt>
                <c:pt idx="2213">
                  <c:v>6.95723625653</c:v>
                </c:pt>
                <c:pt idx="2214">
                  <c:v>6.95723625953</c:v>
                </c:pt>
                <c:pt idx="2215">
                  <c:v>6.95723100129</c:v>
                </c:pt>
                <c:pt idx="2216">
                  <c:v>6.95720849401</c:v>
                </c:pt>
                <c:pt idx="2217">
                  <c:v>6.95720531846</c:v>
                </c:pt>
                <c:pt idx="2218">
                  <c:v>6.95711701693</c:v>
                </c:pt>
                <c:pt idx="2219">
                  <c:v>6.95711044442</c:v>
                </c:pt>
                <c:pt idx="2220">
                  <c:v>6.95696129465</c:v>
                </c:pt>
                <c:pt idx="2221">
                  <c:v>6.95695121641</c:v>
                </c:pt>
                <c:pt idx="2222">
                  <c:v>6.95674015651</c:v>
                </c:pt>
                <c:pt idx="2223">
                  <c:v>6.95672675971</c:v>
                </c:pt>
                <c:pt idx="2224">
                  <c:v>6.95645617978</c:v>
                </c:pt>
                <c:pt idx="2225">
                  <c:v>6.95643958868</c:v>
                </c:pt>
                <c:pt idx="2226">
                  <c:v>6.95611154056</c:v>
                </c:pt>
                <c:pt idx="2227">
                  <c:v>6.9560917518</c:v>
                </c:pt>
                <c:pt idx="2228">
                  <c:v>6.95570696598</c:v>
                </c:pt>
                <c:pt idx="2229">
                  <c:v>6.95568394617</c:v>
                </c:pt>
                <c:pt idx="2230">
                  <c:v>6.95524313661</c:v>
                </c:pt>
                <c:pt idx="2231">
                  <c:v>6.95521714577</c:v>
                </c:pt>
                <c:pt idx="2232">
                  <c:v>6.95472285011</c:v>
                </c:pt>
                <c:pt idx="2233">
                  <c:v>6.95469401838</c:v>
                </c:pt>
                <c:pt idx="2234">
                  <c:v>6.95414967701</c:v>
                </c:pt>
                <c:pt idx="2235">
                  <c:v>6.954118103</c:v>
                </c:pt>
                <c:pt idx="2236">
                  <c:v>6.95352623538</c:v>
                </c:pt>
                <c:pt idx="2237">
                  <c:v>6.9534919923</c:v>
                </c:pt>
                <c:pt idx="2238">
                  <c:v>6.95285363519</c:v>
                </c:pt>
                <c:pt idx="2239">
                  <c:v>6.95281690365</c:v>
                </c:pt>
                <c:pt idx="2240">
                  <c:v>6.95213484596</c:v>
                </c:pt>
                <c:pt idx="2241">
                  <c:v>6.95209591679</c:v>
                </c:pt>
                <c:pt idx="2242">
                  <c:v>6.95137503898</c:v>
                </c:pt>
                <c:pt idx="2243">
                  <c:v>6.95133394508</c:v>
                </c:pt>
                <c:pt idx="2244">
                  <c:v>6.95057699214</c:v>
                </c:pt>
                <c:pt idx="2245">
                  <c:v>6.95053395258</c:v>
                </c:pt>
                <c:pt idx="2246">
                  <c:v>6.94974380263</c:v>
                </c:pt>
                <c:pt idx="2247">
                  <c:v>6.94969905308</c:v>
                </c:pt>
                <c:pt idx="2248">
                  <c:v>6.94887821559</c:v>
                </c:pt>
                <c:pt idx="2249">
                  <c:v>6.94883190199</c:v>
                </c:pt>
                <c:pt idx="2250">
                  <c:v>6.94798599679</c:v>
                </c:pt>
                <c:pt idx="2251">
                  <c:v>6.94793836219</c:v>
                </c:pt>
                <c:pt idx="2252">
                  <c:v>6.94707165317</c:v>
                </c:pt>
                <c:pt idx="2253">
                  <c:v>6.94702290421</c:v>
                </c:pt>
                <c:pt idx="2254">
                  <c:v>6.9461374167</c:v>
                </c:pt>
                <c:pt idx="2255">
                  <c:v>6.9460878192</c:v>
                </c:pt>
                <c:pt idx="2256">
                  <c:v>6.94518808719</c:v>
                </c:pt>
                <c:pt idx="2257">
                  <c:v>6.94513784705</c:v>
                </c:pt>
                <c:pt idx="2258">
                  <c:v>6.94422859599</c:v>
                </c:pt>
                <c:pt idx="2259">
                  <c:v>6.94417788882</c:v>
                </c:pt>
                <c:pt idx="2260">
                  <c:v>6.94331531756</c:v>
                </c:pt>
                <c:pt idx="2261">
                  <c:v>6.94326454274</c:v>
                </c:pt>
                <c:pt idx="2262">
                  <c:v>6.94321369279</c:v>
                </c:pt>
                <c:pt idx="2263">
                  <c:v>6.94316290539</c:v>
                </c:pt>
                <c:pt idx="2264">
                  <c:v>6.94229828565</c:v>
                </c:pt>
                <c:pt idx="2265">
                  <c:v>6.94224747664</c:v>
                </c:pt>
                <c:pt idx="2266">
                  <c:v>6.94133371499</c:v>
                </c:pt>
                <c:pt idx="2267">
                  <c:v>6.94128313505</c:v>
                </c:pt>
                <c:pt idx="2268">
                  <c:v>6.94042647497</c:v>
                </c:pt>
                <c:pt idx="2269">
                  <c:v>6.94037639225</c:v>
                </c:pt>
                <c:pt idx="2270">
                  <c:v>6.94032623392</c:v>
                </c:pt>
                <c:pt idx="2271">
                  <c:v>6.94027621383</c:v>
                </c:pt>
                <c:pt idx="2272">
                  <c:v>6.94002634065</c:v>
                </c:pt>
                <c:pt idx="2273">
                  <c:v>6.93943067007</c:v>
                </c:pt>
                <c:pt idx="2274">
                  <c:v>6.93938128476</c:v>
                </c:pt>
                <c:pt idx="2275">
                  <c:v>6.93854962717</c:v>
                </c:pt>
                <c:pt idx="2276">
                  <c:v>6.93850107245</c:v>
                </c:pt>
                <c:pt idx="2277">
                  <c:v>6.93845267625</c:v>
                </c:pt>
                <c:pt idx="2278">
                  <c:v>6.93835591986</c:v>
                </c:pt>
                <c:pt idx="2279">
                  <c:v>6.93758940331</c:v>
                </c:pt>
                <c:pt idx="2280">
                  <c:v>6.93754202346</c:v>
                </c:pt>
                <c:pt idx="2281">
                  <c:v>6.93674716873</c:v>
                </c:pt>
                <c:pt idx="2282">
                  <c:v>6.9367011689</c:v>
                </c:pt>
                <c:pt idx="2283">
                  <c:v>6.93665513593</c:v>
                </c:pt>
                <c:pt idx="2284">
                  <c:v>6.93660929472</c:v>
                </c:pt>
                <c:pt idx="2285">
                  <c:v>6.93584122464</c:v>
                </c:pt>
                <c:pt idx="2286">
                  <c:v>6.93579679213</c:v>
                </c:pt>
                <c:pt idx="2287">
                  <c:v>6.93501254824</c:v>
                </c:pt>
                <c:pt idx="2288">
                  <c:v>6.9349698936</c:v>
                </c:pt>
                <c:pt idx="2289">
                  <c:v>6.93421796475</c:v>
                </c:pt>
                <c:pt idx="2290">
                  <c:v>6.9341771545</c:v>
                </c:pt>
                <c:pt idx="2291">
                  <c:v>6.9334610258</c:v>
                </c:pt>
                <c:pt idx="2292">
                  <c:v>6.933422265</c:v>
                </c:pt>
                <c:pt idx="2293">
                  <c:v>6.93274711856</c:v>
                </c:pt>
                <c:pt idx="2294">
                  <c:v>6.93271080961</c:v>
                </c:pt>
                <c:pt idx="2295">
                  <c:v>6.93207851667</c:v>
                </c:pt>
                <c:pt idx="2296">
                  <c:v>6.93204466122</c:v>
                </c:pt>
                <c:pt idx="2297">
                  <c:v>6.93145748863</c:v>
                </c:pt>
                <c:pt idx="2298">
                  <c:v>6.93142613976</c:v>
                </c:pt>
                <c:pt idx="2299">
                  <c:v>6.93088640672</c:v>
                </c:pt>
                <c:pt idx="2300">
                  <c:v>6.93085774923</c:v>
                </c:pt>
                <c:pt idx="2301">
                  <c:v>6.93036888242</c:v>
                </c:pt>
                <c:pt idx="2302">
                  <c:v>6.93034322372</c:v>
                </c:pt>
                <c:pt idx="2303">
                  <c:v>6.92990758325</c:v>
                </c:pt>
                <c:pt idx="2304">
                  <c:v>6.92988491157</c:v>
                </c:pt>
                <c:pt idx="2305">
                  <c:v>6.92950296202</c:v>
                </c:pt>
                <c:pt idx="2306">
                  <c:v>6.92948321674</c:v>
                </c:pt>
                <c:pt idx="2307">
                  <c:v>6.92915630939</c:v>
                </c:pt>
                <c:pt idx="2308">
                  <c:v>6.92913968214</c:v>
                </c:pt>
                <c:pt idx="2309">
                  <c:v>6.92887033906</c:v>
                </c:pt>
                <c:pt idx="2310">
                  <c:v>6.92885704744</c:v>
                </c:pt>
                <c:pt idx="2311">
                  <c:v>6.92864669584</c:v>
                </c:pt>
                <c:pt idx="2312">
                  <c:v>6.9286366794</c:v>
                </c:pt>
                <c:pt idx="2313">
                  <c:v>6.92848466484</c:v>
                </c:pt>
                <c:pt idx="2314">
                  <c:v>6.92847778836</c:v>
                </c:pt>
                <c:pt idx="2315">
                  <c:v>6.92838425721</c:v>
                </c:pt>
                <c:pt idx="2316">
                  <c:v>6.92838065869</c:v>
                </c:pt>
                <c:pt idx="2317">
                  <c:v>6.92834935262</c:v>
                </c:pt>
                <c:pt idx="2318">
                  <c:v>6.92834677246</c:v>
                </c:pt>
                <c:pt idx="2319">
                  <c:v>6.92834661008</c:v>
                </c:pt>
                <c:pt idx="2320">
                  <c:v>6.92834653198</c:v>
                </c:pt>
                <c:pt idx="2321">
                  <c:v>6.92837306636</c:v>
                </c:pt>
                <c:pt idx="2322">
                  <c:v>6.92837624044</c:v>
                </c:pt>
                <c:pt idx="2323">
                  <c:v>6.92846150552</c:v>
                </c:pt>
                <c:pt idx="2324">
                  <c:v>6.92846779229</c:v>
                </c:pt>
                <c:pt idx="2325">
                  <c:v>6.92861059092</c:v>
                </c:pt>
                <c:pt idx="2326">
                  <c:v>6.92862011962</c:v>
                </c:pt>
                <c:pt idx="2327">
                  <c:v>6.92882109272</c:v>
                </c:pt>
                <c:pt idx="2328">
                  <c:v>6.92883388837</c:v>
                </c:pt>
                <c:pt idx="2329">
                  <c:v>6.92909159165</c:v>
                </c:pt>
                <c:pt idx="2330">
                  <c:v>6.92910749813</c:v>
                </c:pt>
                <c:pt idx="2331">
                  <c:v>6.92942108421</c:v>
                </c:pt>
                <c:pt idx="2332">
                  <c:v>6.92943992323</c:v>
                </c:pt>
                <c:pt idx="2333">
                  <c:v>6.92980582716</c:v>
                </c:pt>
                <c:pt idx="2334">
                  <c:v>6.92982755501</c:v>
                </c:pt>
                <c:pt idx="2335">
                  <c:v>6.93024482953</c:v>
                </c:pt>
                <c:pt idx="2336">
                  <c:v>6.93026952068</c:v>
                </c:pt>
                <c:pt idx="2337">
                  <c:v>6.93073784344</c:v>
                </c:pt>
                <c:pt idx="2338">
                  <c:v>6.93076521325</c:v>
                </c:pt>
                <c:pt idx="2339">
                  <c:v>6.93128073072</c:v>
                </c:pt>
                <c:pt idx="2340">
                  <c:v>6.93131058249</c:v>
                </c:pt>
                <c:pt idx="2341">
                  <c:v>6.931870718</c:v>
                </c:pt>
                <c:pt idx="2342">
                  <c:v>6.93190300192</c:v>
                </c:pt>
                <c:pt idx="2343">
                  <c:v>6.93250411131</c:v>
                </c:pt>
                <c:pt idx="2344">
                  <c:v>6.93253871628</c:v>
                </c:pt>
                <c:pt idx="2345">
                  <c:v>6.93318047171</c:v>
                </c:pt>
                <c:pt idx="2346">
                  <c:v>6.93321718925</c:v>
                </c:pt>
                <c:pt idx="2347">
                  <c:v>6.93389571491</c:v>
                </c:pt>
                <c:pt idx="2348">
                  <c:v>6.93393427502</c:v>
                </c:pt>
                <c:pt idx="2349">
                  <c:v>6.93464475309</c:v>
                </c:pt>
                <c:pt idx="2350">
                  <c:v>6.93468510067</c:v>
                </c:pt>
                <c:pt idx="2351">
                  <c:v>6.93542534725</c:v>
                </c:pt>
                <c:pt idx="2352">
                  <c:v>6.93546726204</c:v>
                </c:pt>
                <c:pt idx="2353">
                  <c:v>6.93623354048</c:v>
                </c:pt>
                <c:pt idx="2354">
                  <c:v>6.93627681727</c:v>
                </c:pt>
                <c:pt idx="2355">
                  <c:v>6.93706744608</c:v>
                </c:pt>
                <c:pt idx="2356">
                  <c:v>6.93711185273</c:v>
                </c:pt>
                <c:pt idx="2357">
                  <c:v>6.93792015937</c:v>
                </c:pt>
                <c:pt idx="2358">
                  <c:v>6.93796549302</c:v>
                </c:pt>
                <c:pt idx="2359">
                  <c:v>6.93878797806</c:v>
                </c:pt>
                <c:pt idx="2360">
                  <c:v>6.93883408362</c:v>
                </c:pt>
                <c:pt idx="2361">
                  <c:v>6.93966847636</c:v>
                </c:pt>
                <c:pt idx="2362">
                  <c:v>6.93971502357</c:v>
                </c:pt>
                <c:pt idx="2363">
                  <c:v>6.94055683751</c:v>
                </c:pt>
                <c:pt idx="2364">
                  <c:v>6.94060372658</c:v>
                </c:pt>
                <c:pt idx="2365">
                  <c:v>6.94144848532</c:v>
                </c:pt>
                <c:pt idx="2366">
                  <c:v>6.94149542329</c:v>
                </c:pt>
                <c:pt idx="2367">
                  <c:v>6.94233823753</c:v>
                </c:pt>
                <c:pt idx="2368">
                  <c:v>6.9423850094</c:v>
                </c:pt>
                <c:pt idx="2369">
                  <c:v>6.94322368981</c:v>
                </c:pt>
                <c:pt idx="2370">
                  <c:v>6.94327006653</c:v>
                </c:pt>
                <c:pt idx="2371">
                  <c:v>6.94410119697</c:v>
                </c:pt>
                <c:pt idx="2372">
                  <c:v>6.94414700578</c:v>
                </c:pt>
                <c:pt idx="2373">
                  <c:v>6.94496592445</c:v>
                </c:pt>
                <c:pt idx="2374">
                  <c:v>6.94501105127</c:v>
                </c:pt>
                <c:pt idx="2375">
                  <c:v>6.94581302927</c:v>
                </c:pt>
                <c:pt idx="2376">
                  <c:v>6.94585708368</c:v>
                </c:pt>
                <c:pt idx="2377">
                  <c:v>6.94663956726</c:v>
                </c:pt>
                <c:pt idx="2378">
                  <c:v>6.94668240884</c:v>
                </c:pt>
                <c:pt idx="2379">
                  <c:v>6.94744259464</c:v>
                </c:pt>
                <c:pt idx="2380">
                  <c:v>6.94748413118</c:v>
                </c:pt>
                <c:pt idx="2381">
                  <c:v>6.94821783727</c:v>
                </c:pt>
                <c:pt idx="2382">
                  <c:v>6.9482578288</c:v>
                </c:pt>
                <c:pt idx="2383">
                  <c:v>6.94896066914</c:v>
                </c:pt>
                <c:pt idx="2384">
                  <c:v>6.94899882208</c:v>
                </c:pt>
                <c:pt idx="2385">
                  <c:v>6.94966831198</c:v>
                </c:pt>
                <c:pt idx="2386">
                  <c:v>6.94970448984</c:v>
                </c:pt>
                <c:pt idx="2387">
                  <c:v>6.9503385585</c:v>
                </c:pt>
                <c:pt idx="2388">
                  <c:v>6.95037271926</c:v>
                </c:pt>
                <c:pt idx="2389">
                  <c:v>6.95096742937</c:v>
                </c:pt>
                <c:pt idx="2390">
                  <c:v>6.95099935429</c:v>
                </c:pt>
                <c:pt idx="2391">
                  <c:v>6.95155124005</c:v>
                </c:pt>
                <c:pt idx="2392">
                  <c:v>6.95158065526</c:v>
                </c:pt>
                <c:pt idx="2393">
                  <c:v>6.95208718113</c:v>
                </c:pt>
                <c:pt idx="2394">
                  <c:v>6.95211398921</c:v>
                </c:pt>
                <c:pt idx="2395">
                  <c:v>6.95257446447</c:v>
                </c:pt>
                <c:pt idx="2396">
                  <c:v>6.95259874829</c:v>
                </c:pt>
                <c:pt idx="2397">
                  <c:v>6.95301084505</c:v>
                </c:pt>
                <c:pt idx="2398">
                  <c:v>6.95303236423</c:v>
                </c:pt>
                <c:pt idx="2399">
                  <c:v>6.95339258906</c:v>
                </c:pt>
                <c:pt idx="2400">
                  <c:v>6.9534111104</c:v>
                </c:pt>
                <c:pt idx="2401">
                  <c:v>6.95371827984</c:v>
                </c:pt>
                <c:pt idx="2402">
                  <c:v>6.95373382914</c:v>
                </c:pt>
                <c:pt idx="2403">
                  <c:v>6.95398774214</c:v>
                </c:pt>
                <c:pt idx="2404">
                  <c:v>6.9540003843</c:v>
                </c:pt>
                <c:pt idx="2405">
                  <c:v>6.95419983554</c:v>
                </c:pt>
                <c:pt idx="2406">
                  <c:v>6.95420944342</c:v>
                </c:pt>
                <c:pt idx="2407">
                  <c:v>6.95435266163</c:v>
                </c:pt>
                <c:pt idx="2408">
                  <c:v>6.95435897871</c:v>
                </c:pt>
                <c:pt idx="2409">
                  <c:v>6.95444513371</c:v>
                </c:pt>
                <c:pt idx="2410">
                  <c:v>6.95444828411</c:v>
                </c:pt>
                <c:pt idx="2411">
                  <c:v>6.95447786651</c:v>
                </c:pt>
                <c:pt idx="2412">
                  <c:v>6.95447799954</c:v>
                </c:pt>
                <c:pt idx="2413">
                  <c:v>6.95447769333</c:v>
                </c:pt>
                <c:pt idx="2414">
                  <c:v>6.95445158282</c:v>
                </c:pt>
                <c:pt idx="2415">
                  <c:v>6.95444858616</c:v>
                </c:pt>
                <c:pt idx="2416">
                  <c:v>6.95436495236</c:v>
                </c:pt>
                <c:pt idx="2417">
                  <c:v>6.95435866473</c:v>
                </c:pt>
                <c:pt idx="2418">
                  <c:v>6.9542272232</c:v>
                </c:pt>
                <c:pt idx="2419">
                  <c:v>6.95421804362</c:v>
                </c:pt>
                <c:pt idx="2420">
                  <c:v>6.95420863479</c:v>
                </c:pt>
                <c:pt idx="2421">
                  <c:v>6.9540129266</c:v>
                </c:pt>
                <c:pt idx="2422">
                  <c:v>6.95400057737</c:v>
                </c:pt>
                <c:pt idx="2423">
                  <c:v>6.95375054352</c:v>
                </c:pt>
                <c:pt idx="2424">
                  <c:v>6.95373520498</c:v>
                </c:pt>
                <c:pt idx="2425">
                  <c:v>6.95343208976</c:v>
                </c:pt>
                <c:pt idx="2426">
                  <c:v>6.9534137199</c:v>
                </c:pt>
                <c:pt idx="2427">
                  <c:v>6.95305730078</c:v>
                </c:pt>
                <c:pt idx="2428">
                  <c:v>6.953036035</c:v>
                </c:pt>
                <c:pt idx="2429">
                  <c:v>6.95262889702</c:v>
                </c:pt>
                <c:pt idx="2430">
                  <c:v>6.95260501038</c:v>
                </c:pt>
                <c:pt idx="2431">
                  <c:v>6.95215080207</c:v>
                </c:pt>
                <c:pt idx="2432">
                  <c:v>6.95212428417</c:v>
                </c:pt>
                <c:pt idx="2433">
                  <c:v>6.95162311574</c:v>
                </c:pt>
                <c:pt idx="2434">
                  <c:v>6.95159395163</c:v>
                </c:pt>
                <c:pt idx="2435">
                  <c:v>6.95104827713</c:v>
                </c:pt>
                <c:pt idx="2436">
                  <c:v>6.95101674146</c:v>
                </c:pt>
                <c:pt idx="2437">
                  <c:v>6.95042908781</c:v>
                </c:pt>
                <c:pt idx="2438">
                  <c:v>6.95039539111</c:v>
                </c:pt>
                <c:pt idx="2439">
                  <c:v>6.94976940648</c:v>
                </c:pt>
                <c:pt idx="2440">
                  <c:v>6.94973362521</c:v>
                </c:pt>
                <c:pt idx="2441">
                  <c:v>6.9490719734</c:v>
                </c:pt>
                <c:pt idx="2442">
                  <c:v>6.94903419032</c:v>
                </c:pt>
                <c:pt idx="2443">
                  <c:v>6.94833849256</c:v>
                </c:pt>
                <c:pt idx="2444">
                  <c:v>6.94829897191</c:v>
                </c:pt>
                <c:pt idx="2445">
                  <c:v>6.94757307024</c:v>
                </c:pt>
                <c:pt idx="2446">
                  <c:v>6.94753202862</c:v>
                </c:pt>
                <c:pt idx="2447">
                  <c:v>6.94678005152</c:v>
                </c:pt>
                <c:pt idx="2448">
                  <c:v>6.94673762126</c:v>
                </c:pt>
                <c:pt idx="2449">
                  <c:v>6.94596373943</c:v>
                </c:pt>
                <c:pt idx="2450">
                  <c:v>6.94592009458</c:v>
                </c:pt>
                <c:pt idx="2451">
                  <c:v>6.94512554288</c:v>
                </c:pt>
                <c:pt idx="2452">
                  <c:v>6.94508090798</c:v>
                </c:pt>
                <c:pt idx="2453">
                  <c:v>6.944269566</c:v>
                </c:pt>
                <c:pt idx="2454">
                  <c:v>6.94422421182</c:v>
                </c:pt>
                <c:pt idx="2455">
                  <c:v>6.94340155523</c:v>
                </c:pt>
                <c:pt idx="2456">
                  <c:v>6.94335556511</c:v>
                </c:pt>
                <c:pt idx="2457">
                  <c:v>6.94252478677</c:v>
                </c:pt>
                <c:pt idx="2458">
                  <c:v>6.94247841746</c:v>
                </c:pt>
                <c:pt idx="2459">
                  <c:v>6.94164255912</c:v>
                </c:pt>
                <c:pt idx="2460">
                  <c:v>6.94159604519</c:v>
                </c:pt>
                <c:pt idx="2461">
                  <c:v>6.9407581934</c:v>
                </c:pt>
                <c:pt idx="2462">
                  <c:v>6.9407117738</c:v>
                </c:pt>
                <c:pt idx="2463">
                  <c:v>6.93987800229</c:v>
                </c:pt>
                <c:pt idx="2464">
                  <c:v>6.93983182848</c:v>
                </c:pt>
                <c:pt idx="2465">
                  <c:v>6.93900512249</c:v>
                </c:pt>
                <c:pt idx="2466">
                  <c:v>6.93895939837</c:v>
                </c:pt>
                <c:pt idx="2467">
                  <c:v>6.93814325967</c:v>
                </c:pt>
                <c:pt idx="2468">
                  <c:v>6.93809832292</c:v>
                </c:pt>
                <c:pt idx="2469">
                  <c:v>6.93729538602</c:v>
                </c:pt>
                <c:pt idx="2470">
                  <c:v>6.93725124227</c:v>
                </c:pt>
                <c:pt idx="2471">
                  <c:v>6.93646585684</c:v>
                </c:pt>
                <c:pt idx="2472">
                  <c:v>6.93642277849</c:v>
                </c:pt>
                <c:pt idx="2473">
                  <c:v>6.93565986838</c:v>
                </c:pt>
                <c:pt idx="2474">
                  <c:v>6.93561809012</c:v>
                </c:pt>
                <c:pt idx="2475">
                  <c:v>6.93487888025</c:v>
                </c:pt>
                <c:pt idx="2476">
                  <c:v>6.93483854767</c:v>
                </c:pt>
                <c:pt idx="2477">
                  <c:v>6.93412651747</c:v>
                </c:pt>
                <c:pt idx="2478">
                  <c:v>6.9340878336</c:v>
                </c:pt>
                <c:pt idx="2479">
                  <c:v>6.93340667038</c:v>
                </c:pt>
                <c:pt idx="2480">
                  <c:v>6.93336968217</c:v>
                </c:pt>
                <c:pt idx="2481">
                  <c:v>6.93272335833</c:v>
                </c:pt>
                <c:pt idx="2482">
                  <c:v>6.93268850304</c:v>
                </c:pt>
                <c:pt idx="2483">
                  <c:v>6.93207979599</c:v>
                </c:pt>
                <c:pt idx="2484">
                  <c:v>6.93204709876</c:v>
                </c:pt>
                <c:pt idx="2485">
                  <c:v>6.93147697176</c:v>
                </c:pt>
                <c:pt idx="2486">
                  <c:v>6.9314464447</c:v>
                </c:pt>
                <c:pt idx="2487">
                  <c:v>6.93091854654</c:v>
                </c:pt>
                <c:pt idx="2488">
                  <c:v>6.93089038717</c:v>
                </c:pt>
                <c:pt idx="2489">
                  <c:v>6.93040774961</c:v>
                </c:pt>
                <c:pt idx="2490">
                  <c:v>6.93038220486</c:v>
                </c:pt>
                <c:pt idx="2491">
                  <c:v>6.92994613365</c:v>
                </c:pt>
                <c:pt idx="2492">
                  <c:v>6.9299232952</c:v>
                </c:pt>
                <c:pt idx="2493">
                  <c:v>6.92953496872</c:v>
                </c:pt>
                <c:pt idx="2494">
                  <c:v>6.92951472368</c:v>
                </c:pt>
                <c:pt idx="2495">
                  <c:v>6.92917586548</c:v>
                </c:pt>
                <c:pt idx="2496">
                  <c:v>6.92915842924</c:v>
                </c:pt>
                <c:pt idx="2497">
                  <c:v>6.9289775625</c:v>
                </c:pt>
                <c:pt idx="2498">
                  <c:v>6.92887221148</c:v>
                </c:pt>
                <c:pt idx="2499">
                  <c:v>6.92885779399</c:v>
                </c:pt>
                <c:pt idx="2500">
                  <c:v>6.92862417898</c:v>
                </c:pt>
                <c:pt idx="2501">
                  <c:v>6.92861272457</c:v>
                </c:pt>
                <c:pt idx="2502">
                  <c:v>6.92843231147</c:v>
                </c:pt>
                <c:pt idx="2503">
                  <c:v>6.92842375786</c:v>
                </c:pt>
                <c:pt idx="2504">
                  <c:v>6.92829690292</c:v>
                </c:pt>
                <c:pt idx="2505">
                  <c:v>6.9282913113</c:v>
                </c:pt>
                <c:pt idx="2506">
                  <c:v>6.92821941096</c:v>
                </c:pt>
                <c:pt idx="2507">
                  <c:v>6.92821699934</c:v>
                </c:pt>
                <c:pt idx="2508">
                  <c:v>6.92820235557</c:v>
                </c:pt>
                <c:pt idx="2509">
                  <c:v>6.92819991489</c:v>
                </c:pt>
                <c:pt idx="2510">
                  <c:v>6.92820086152</c:v>
                </c:pt>
                <c:pt idx="2511">
                  <c:v>6.92820154341</c:v>
                </c:pt>
                <c:pt idx="2512">
                  <c:v>6.92823930927</c:v>
                </c:pt>
                <c:pt idx="2513">
                  <c:v>6.92824284659</c:v>
                </c:pt>
                <c:pt idx="2514">
                  <c:v>6.92833433443</c:v>
                </c:pt>
                <c:pt idx="2515">
                  <c:v>6.92834087151</c:v>
                </c:pt>
                <c:pt idx="2516">
                  <c:v>6.92848639722</c:v>
                </c:pt>
                <c:pt idx="2517">
                  <c:v>6.92849601362</c:v>
                </c:pt>
                <c:pt idx="2518">
                  <c:v>6.92869499848</c:v>
                </c:pt>
                <c:pt idx="2519">
                  <c:v>6.92870757463</c:v>
                </c:pt>
                <c:pt idx="2520">
                  <c:v>6.92895838833</c:v>
                </c:pt>
                <c:pt idx="2521">
                  <c:v>6.92897365498</c:v>
                </c:pt>
                <c:pt idx="2522">
                  <c:v>6.92927383013</c:v>
                </c:pt>
                <c:pt idx="2523">
                  <c:v>6.92929182856</c:v>
                </c:pt>
                <c:pt idx="2524">
                  <c:v>6.92964129882</c:v>
                </c:pt>
                <c:pt idx="2525">
                  <c:v>6.92966214325</c:v>
                </c:pt>
                <c:pt idx="2526">
                  <c:v>6.93006010663</c:v>
                </c:pt>
                <c:pt idx="2527">
                  <c:v>6.93008350766</c:v>
                </c:pt>
                <c:pt idx="2528">
                  <c:v>6.93052624751</c:v>
                </c:pt>
                <c:pt idx="2529">
                  <c:v>6.93055199712</c:v>
                </c:pt>
                <c:pt idx="2530">
                  <c:v>6.93103743307</c:v>
                </c:pt>
                <c:pt idx="2531">
                  <c:v>6.93106552653</c:v>
                </c:pt>
                <c:pt idx="2532">
                  <c:v>6.93159173458</c:v>
                </c:pt>
                <c:pt idx="2533">
                  <c:v>6.93162212006</c:v>
                </c:pt>
                <c:pt idx="2534">
                  <c:v>6.93218750984</c:v>
                </c:pt>
                <c:pt idx="2535">
                  <c:v>6.93221999056</c:v>
                </c:pt>
                <c:pt idx="2536">
                  <c:v>6.93282163871</c:v>
                </c:pt>
                <c:pt idx="2537">
                  <c:v>6.93285592802</c:v>
                </c:pt>
                <c:pt idx="2538">
                  <c:v>6.93348957156</c:v>
                </c:pt>
                <c:pt idx="2539">
                  <c:v>6.93352560111</c:v>
                </c:pt>
                <c:pt idx="2540">
                  <c:v>6.93418915759</c:v>
                </c:pt>
                <c:pt idx="2541">
                  <c:v>6.9342268819</c:v>
                </c:pt>
                <c:pt idx="2542">
                  <c:v>6.93491790127</c:v>
                </c:pt>
                <c:pt idx="2543">
                  <c:v>6.93495699279</c:v>
                </c:pt>
                <c:pt idx="2544">
                  <c:v>6.93567170905</c:v>
                </c:pt>
                <c:pt idx="2545">
                  <c:v>6.93571194263</c:v>
                </c:pt>
                <c:pt idx="2546">
                  <c:v>6.93644621267</c:v>
                </c:pt>
                <c:pt idx="2547">
                  <c:v>6.93648748286</c:v>
                </c:pt>
                <c:pt idx="2548">
                  <c:v>6.93723795152</c:v>
                </c:pt>
                <c:pt idx="2549">
                  <c:v>6.93728011028</c:v>
                </c:pt>
                <c:pt idx="2550">
                  <c:v>6.93804495848</c:v>
                </c:pt>
                <c:pt idx="2551">
                  <c:v>6.93808777285</c:v>
                </c:pt>
                <c:pt idx="2552">
                  <c:v>6.93886314588</c:v>
                </c:pt>
                <c:pt idx="2553">
                  <c:v>6.93890635288</c:v>
                </c:pt>
                <c:pt idx="2554">
                  <c:v>6.93968725128</c:v>
                </c:pt>
                <c:pt idx="2555">
                  <c:v>6.93973074415</c:v>
                </c:pt>
                <c:pt idx="2556">
                  <c:v>6.94051369468</c:v>
                </c:pt>
                <c:pt idx="2557">
                  <c:v>6.94055725686</c:v>
                </c:pt>
                <c:pt idx="2558">
                  <c:v>6.94133970149</c:v>
                </c:pt>
                <c:pt idx="2559">
                  <c:v>6.94138306563</c:v>
                </c:pt>
                <c:pt idx="2560">
                  <c:v>6.9421614138</c:v>
                </c:pt>
                <c:pt idx="2561">
                  <c:v>6.94220440696</c:v>
                </c:pt>
                <c:pt idx="2562">
                  <c:v>6.94297419516</c:v>
                </c:pt>
                <c:pt idx="2563">
                  <c:v>6.94301664413</c:v>
                </c:pt>
                <c:pt idx="2564">
                  <c:v>6.94377357919</c:v>
                </c:pt>
                <c:pt idx="2565">
                  <c:v>6.94381529934</c:v>
                </c:pt>
                <c:pt idx="2566">
                  <c:v>6.94455731996</c:v>
                </c:pt>
                <c:pt idx="2567">
                  <c:v>6.94459804784</c:v>
                </c:pt>
                <c:pt idx="2568">
                  <c:v>6.94532243708</c:v>
                </c:pt>
                <c:pt idx="2569">
                  <c:v>6.94536208185</c:v>
                </c:pt>
                <c:pt idx="2570">
                  <c:v>6.94606428085</c:v>
                </c:pt>
                <c:pt idx="2571">
                  <c:v>6.9461026264</c:v>
                </c:pt>
                <c:pt idx="2572">
                  <c:v>6.94677876758</c:v>
                </c:pt>
                <c:pt idx="2573">
                  <c:v>6.94681559582</c:v>
                </c:pt>
                <c:pt idx="2574">
                  <c:v>6.94746383227</c:v>
                </c:pt>
                <c:pt idx="2575">
                  <c:v>6.94749898152</c:v>
                </c:pt>
                <c:pt idx="2576">
                  <c:v>6.94811686649</c:v>
                </c:pt>
                <c:pt idx="2577">
                  <c:v>6.9481502479</c:v>
                </c:pt>
                <c:pt idx="2578">
                  <c:v>6.9487335057</c:v>
                </c:pt>
                <c:pt idx="2579">
                  <c:v>6.9487649669</c:v>
                </c:pt>
                <c:pt idx="2580">
                  <c:v>6.94931114934</c:v>
                </c:pt>
                <c:pt idx="2581">
                  <c:v>6.94934040201</c:v>
                </c:pt>
                <c:pt idx="2582">
                  <c:v>6.9498469732</c:v>
                </c:pt>
                <c:pt idx="2583">
                  <c:v>6.94987396837</c:v>
                </c:pt>
                <c:pt idx="2584">
                  <c:v>6.95034009343</c:v>
                </c:pt>
                <c:pt idx="2585">
                  <c:v>6.95036479566</c:v>
                </c:pt>
                <c:pt idx="2586">
                  <c:v>6.95078760883</c:v>
                </c:pt>
                <c:pt idx="2587">
                  <c:v>6.95080989175</c:v>
                </c:pt>
                <c:pt idx="2588">
                  <c:v>6.95118626069</c:v>
                </c:pt>
                <c:pt idx="2589">
                  <c:v>6.95120588665</c:v>
                </c:pt>
                <c:pt idx="2590">
                  <c:v>6.95153497433</c:v>
                </c:pt>
                <c:pt idx="2591">
                  <c:v>6.95155186561</c:v>
                </c:pt>
                <c:pt idx="2592">
                  <c:v>6.95183357999</c:v>
                </c:pt>
                <c:pt idx="2593">
                  <c:v>6.95184786778</c:v>
                </c:pt>
                <c:pt idx="2594">
                  <c:v>6.9520798425</c:v>
                </c:pt>
                <c:pt idx="2595">
                  <c:v>6.9520913687</c:v>
                </c:pt>
                <c:pt idx="2596">
                  <c:v>6.95227190209</c:v>
                </c:pt>
                <c:pt idx="2597">
                  <c:v>6.95228047789</c:v>
                </c:pt>
                <c:pt idx="2598">
                  <c:v>6.95240933831</c:v>
                </c:pt>
                <c:pt idx="2599">
                  <c:v>6.95241502118</c:v>
                </c:pt>
                <c:pt idx="2600">
                  <c:v>6.95249201647</c:v>
                </c:pt>
                <c:pt idx="2601">
                  <c:v>6.95249487869</c:v>
                </c:pt>
                <c:pt idx="2602">
                  <c:v>6.95249757095</c:v>
                </c:pt>
                <c:pt idx="2603">
                  <c:v>6.95252033597</c:v>
                </c:pt>
                <c:pt idx="2604">
                  <c:v>6.95252040359</c:v>
                </c:pt>
                <c:pt idx="2605">
                  <c:v>6.95252041805</c:v>
                </c:pt>
                <c:pt idx="2606">
                  <c:v>6.95249297297</c:v>
                </c:pt>
                <c:pt idx="2607">
                  <c:v>6.95248994552</c:v>
                </c:pt>
                <c:pt idx="2608">
                  <c:v>6.95241000221</c:v>
                </c:pt>
                <c:pt idx="2609">
                  <c:v>6.95240406263</c:v>
                </c:pt>
                <c:pt idx="2610">
                  <c:v>6.95227305551</c:v>
                </c:pt>
                <c:pt idx="2611">
                  <c:v>6.95226441487</c:v>
                </c:pt>
                <c:pt idx="2612">
                  <c:v>6.95208319122</c:v>
                </c:pt>
                <c:pt idx="2613">
                  <c:v>6.95207177099</c:v>
                </c:pt>
                <c:pt idx="2614">
                  <c:v>6.95183978744</c:v>
                </c:pt>
                <c:pt idx="2615">
                  <c:v>6.9518254565</c:v>
                </c:pt>
                <c:pt idx="2616">
                  <c:v>6.95154366951</c:v>
                </c:pt>
                <c:pt idx="2617">
                  <c:v>6.95152663496</c:v>
                </c:pt>
                <c:pt idx="2618">
                  <c:v>6.95119744988</c:v>
                </c:pt>
                <c:pt idx="2619">
                  <c:v>6.9511779276</c:v>
                </c:pt>
                <c:pt idx="2620">
                  <c:v>6.95080327746</c:v>
                </c:pt>
                <c:pt idx="2621">
                  <c:v>6.95078126748</c:v>
                </c:pt>
                <c:pt idx="2622">
                  <c:v>6.95036210365</c:v>
                </c:pt>
                <c:pt idx="2623">
                  <c:v>6.95033754377</c:v>
                </c:pt>
                <c:pt idx="2624">
                  <c:v>6.94987493285</c:v>
                </c:pt>
                <c:pt idx="2625">
                  <c:v>6.94984805413</c:v>
                </c:pt>
                <c:pt idx="2626">
                  <c:v>6.9493454888</c:v>
                </c:pt>
                <c:pt idx="2627">
                  <c:v>6.94931655783</c:v>
                </c:pt>
                <c:pt idx="2628">
                  <c:v>6.94877672369</c:v>
                </c:pt>
                <c:pt idx="2629">
                  <c:v>6.94874576617</c:v>
                </c:pt>
                <c:pt idx="2630">
                  <c:v>6.94817065232</c:v>
                </c:pt>
                <c:pt idx="2631">
                  <c:v>6.94813769262</c:v>
                </c:pt>
                <c:pt idx="2632">
                  <c:v>6.94752890205</c:v>
                </c:pt>
                <c:pt idx="2633">
                  <c:v>6.94749416045</c:v>
                </c:pt>
                <c:pt idx="2634">
                  <c:v>6.9468551848</c:v>
                </c:pt>
                <c:pt idx="2635">
                  <c:v>6.94681901202</c:v>
                </c:pt>
                <c:pt idx="2636">
                  <c:v>6.94615379284</c:v>
                </c:pt>
                <c:pt idx="2637">
                  <c:v>6.94611615835</c:v>
                </c:pt>
                <c:pt idx="2638">
                  <c:v>6.94542688905</c:v>
                </c:pt>
                <c:pt idx="2639">
                  <c:v>6.94538794637</c:v>
                </c:pt>
                <c:pt idx="2640">
                  <c:v>6.94467770775</c:v>
                </c:pt>
                <c:pt idx="2641">
                  <c:v>6.94463769166</c:v>
                </c:pt>
                <c:pt idx="2642">
                  <c:v>6.94390946786</c:v>
                </c:pt>
                <c:pt idx="2643">
                  <c:v>6.9438686628</c:v>
                </c:pt>
                <c:pt idx="2644">
                  <c:v>6.94312756967</c:v>
                </c:pt>
                <c:pt idx="2645">
                  <c:v>6.94308608515</c:v>
                </c:pt>
                <c:pt idx="2646">
                  <c:v>6.94233438894</c:v>
                </c:pt>
                <c:pt idx="2647">
                  <c:v>6.942292311</c:v>
                </c:pt>
                <c:pt idx="2648">
                  <c:v>6.94153263918</c:v>
                </c:pt>
                <c:pt idx="2649">
                  <c:v>6.9414902892</c:v>
                </c:pt>
                <c:pt idx="2650">
                  <c:v>6.9407263736</c:v>
                </c:pt>
                <c:pt idx="2651">
                  <c:v>6.94068395289</c:v>
                </c:pt>
                <c:pt idx="2652">
                  <c:v>6.93991970053</c:v>
                </c:pt>
                <c:pt idx="2653">
                  <c:v>6.93987733287</c:v>
                </c:pt>
                <c:pt idx="2654">
                  <c:v>6.93911750662</c:v>
                </c:pt>
                <c:pt idx="2655">
                  <c:v>6.93907535729</c:v>
                </c:pt>
                <c:pt idx="2656">
                  <c:v>6.93832062242</c:v>
                </c:pt>
                <c:pt idx="2657">
                  <c:v>6.93827892625</c:v>
                </c:pt>
                <c:pt idx="2658">
                  <c:v>6.93753370525</c:v>
                </c:pt>
                <c:pt idx="2659">
                  <c:v>6.93749269997</c:v>
                </c:pt>
                <c:pt idx="2660">
                  <c:v>6.9367613554</c:v>
                </c:pt>
                <c:pt idx="2661">
                  <c:v>6.93672112216</c:v>
                </c:pt>
                <c:pt idx="2662">
                  <c:v>6.93600713293</c:v>
                </c:pt>
                <c:pt idx="2663">
                  <c:v>6.93596794867</c:v>
                </c:pt>
                <c:pt idx="2664">
                  <c:v>6.9352733583</c:v>
                </c:pt>
                <c:pt idx="2665">
                  <c:v>6.93523536918</c:v>
                </c:pt>
                <c:pt idx="2666">
                  <c:v>6.93456326591</c:v>
                </c:pt>
                <c:pt idx="2667">
                  <c:v>6.93452667922</c:v>
                </c:pt>
                <c:pt idx="2668">
                  <c:v>6.93388115156</c:v>
                </c:pt>
                <c:pt idx="2669">
                  <c:v>6.93384607129</c:v>
                </c:pt>
                <c:pt idx="2670">
                  <c:v>6.93323044654</c:v>
                </c:pt>
                <c:pt idx="2671">
                  <c:v>6.93319706465</c:v>
                </c:pt>
                <c:pt idx="2672">
                  <c:v>6.93261331235</c:v>
                </c:pt>
                <c:pt idx="2673">
                  <c:v>6.93258185813</c:v>
                </c:pt>
                <c:pt idx="2674">
                  <c:v>6.93203162235</c:v>
                </c:pt>
                <c:pt idx="2675">
                  <c:v>6.93200204826</c:v>
                </c:pt>
                <c:pt idx="2676">
                  <c:v>6.93148836789</c:v>
                </c:pt>
                <c:pt idx="2677">
                  <c:v>6.93146090016</c:v>
                </c:pt>
                <c:pt idx="2678">
                  <c:v>6.9309875864</c:v>
                </c:pt>
                <c:pt idx="2679">
                  <c:v>6.93096237822</c:v>
                </c:pt>
                <c:pt idx="2680">
                  <c:v>6.93052955627</c:v>
                </c:pt>
                <c:pt idx="2681">
                  <c:v>6.93050672691</c:v>
                </c:pt>
                <c:pt idx="2682">
                  <c:v>6.9301165269</c:v>
                </c:pt>
                <c:pt idx="2683">
                  <c:v>6.93009608354</c:v>
                </c:pt>
                <c:pt idx="2684">
                  <c:v>6.9297505635</c:v>
                </c:pt>
                <c:pt idx="2685">
                  <c:v>6.92973260063</c:v>
                </c:pt>
                <c:pt idx="2686">
                  <c:v>6.92943433275</c:v>
                </c:pt>
                <c:pt idx="2687">
                  <c:v>6.92941908086</c:v>
                </c:pt>
                <c:pt idx="2688">
                  <c:v>6.92916849631</c:v>
                </c:pt>
                <c:pt idx="2689">
                  <c:v>6.9291559413</c:v>
                </c:pt>
                <c:pt idx="2690">
                  <c:v>6.92895278689</c:v>
                </c:pt>
                <c:pt idx="2691">
                  <c:v>6.9289428718</c:v>
                </c:pt>
                <c:pt idx="2692">
                  <c:v>6.92881926478</c:v>
                </c:pt>
                <c:pt idx="2693">
                  <c:v>6.92878928532</c:v>
                </c:pt>
                <c:pt idx="2694">
                  <c:v>6.92878209907</c:v>
                </c:pt>
                <c:pt idx="2695">
                  <c:v>6.92867866725</c:v>
                </c:pt>
                <c:pt idx="2696">
                  <c:v>6.92867432882</c:v>
                </c:pt>
                <c:pt idx="2697">
                  <c:v>6.92862181231</c:v>
                </c:pt>
                <c:pt idx="2698">
                  <c:v>6.92862034213</c:v>
                </c:pt>
                <c:pt idx="2699">
                  <c:v>6.9286142342</c:v>
                </c:pt>
                <c:pt idx="2700">
                  <c:v>6.92861303837</c:v>
                </c:pt>
                <c:pt idx="2701">
                  <c:v>6.92861745299</c:v>
                </c:pt>
                <c:pt idx="2702">
                  <c:v>6.92861865288</c:v>
                </c:pt>
                <c:pt idx="2703">
                  <c:v>6.92866530959</c:v>
                </c:pt>
                <c:pt idx="2704">
                  <c:v>6.92866925027</c:v>
                </c:pt>
                <c:pt idx="2705">
                  <c:v>6.92876693302</c:v>
                </c:pt>
                <c:pt idx="2706">
                  <c:v>6.92877376705</c:v>
                </c:pt>
                <c:pt idx="2707">
                  <c:v>6.92892068105</c:v>
                </c:pt>
                <c:pt idx="2708">
                  <c:v>6.92893024274</c:v>
                </c:pt>
                <c:pt idx="2709">
                  <c:v>6.92912530023</c:v>
                </c:pt>
                <c:pt idx="2710">
                  <c:v>6.92913743765</c:v>
                </c:pt>
                <c:pt idx="2711">
                  <c:v>6.92937959531</c:v>
                </c:pt>
                <c:pt idx="2712">
                  <c:v>6.92939428826</c:v>
                </c:pt>
                <c:pt idx="2713">
                  <c:v>6.92968270406</c:v>
                </c:pt>
                <c:pt idx="2714">
                  <c:v>6.92970005538</c:v>
                </c:pt>
                <c:pt idx="2715">
                  <c:v>6.93003455435</c:v>
                </c:pt>
                <c:pt idx="2716">
                  <c:v>6.93005441281</c:v>
                </c:pt>
                <c:pt idx="2717">
                  <c:v>6.93043152678</c:v>
                </c:pt>
                <c:pt idx="2718">
                  <c:v>6.93045355121</c:v>
                </c:pt>
                <c:pt idx="2719">
                  <c:v>6.93087117265</c:v>
                </c:pt>
                <c:pt idx="2720">
                  <c:v>6.93089548033</c:v>
                </c:pt>
                <c:pt idx="2721">
                  <c:v>6.93135333459</c:v>
                </c:pt>
                <c:pt idx="2722">
                  <c:v>6.93137984076</c:v>
                </c:pt>
                <c:pt idx="2723">
                  <c:v>6.93187535505</c:v>
                </c:pt>
                <c:pt idx="2724">
                  <c:v>6.93190394857</c:v>
                </c:pt>
                <c:pt idx="2725">
                  <c:v>6.9324346405</c:v>
                </c:pt>
                <c:pt idx="2726">
                  <c:v>6.9324649872</c:v>
                </c:pt>
                <c:pt idx="2727">
                  <c:v>6.93302726564</c:v>
                </c:pt>
                <c:pt idx="2728">
                  <c:v>6.93305930545</c:v>
                </c:pt>
                <c:pt idx="2729">
                  <c:v>6.93365151279</c:v>
                </c:pt>
                <c:pt idx="2730">
                  <c:v>6.93368529988</c:v>
                </c:pt>
                <c:pt idx="2731">
                  <c:v>6.9343059314</c:v>
                </c:pt>
                <c:pt idx="2732">
                  <c:v>6.93434111731</c:v>
                </c:pt>
                <c:pt idx="2733">
                  <c:v>6.93498548213</c:v>
                </c:pt>
                <c:pt idx="2734">
                  <c:v>6.93502182581</c:v>
                </c:pt>
                <c:pt idx="2735">
                  <c:v>6.93568713462</c:v>
                </c:pt>
                <c:pt idx="2736">
                  <c:v>6.93572459892</c:v>
                </c:pt>
                <c:pt idx="2737">
                  <c:v>6.93640746171</c:v>
                </c:pt>
                <c:pt idx="2738">
                  <c:v>6.93644590047</c:v>
                </c:pt>
                <c:pt idx="2739">
                  <c:v>6.93714432993</c:v>
                </c:pt>
                <c:pt idx="2740">
                  <c:v>6.93718352341</c:v>
                </c:pt>
                <c:pt idx="2741">
                  <c:v>6.93789413137</c:v>
                </c:pt>
                <c:pt idx="2742">
                  <c:v>6.93793380134</c:v>
                </c:pt>
                <c:pt idx="2743">
                  <c:v>6.93865165222</c:v>
                </c:pt>
                <c:pt idx="2744">
                  <c:v>6.93869165911</c:v>
                </c:pt>
                <c:pt idx="2745">
                  <c:v>6.93941443824</c:v>
                </c:pt>
                <c:pt idx="2746">
                  <c:v>6.93945478298</c:v>
                </c:pt>
                <c:pt idx="2747">
                  <c:v>6.94018042843</c:v>
                </c:pt>
                <c:pt idx="2748">
                  <c:v>6.94022071978</c:v>
                </c:pt>
                <c:pt idx="2749">
                  <c:v>6.94094470792</c:v>
                </c:pt>
                <c:pt idx="2750">
                  <c:v>6.94098477246</c:v>
                </c:pt>
                <c:pt idx="2751">
                  <c:v>6.94170410848</c:v>
                </c:pt>
                <c:pt idx="2752">
                  <c:v>6.94174387818</c:v>
                </c:pt>
                <c:pt idx="2753">
                  <c:v>6.94245429508</c:v>
                </c:pt>
                <c:pt idx="2754">
                  <c:v>6.94249352046</c:v>
                </c:pt>
                <c:pt idx="2755">
                  <c:v>6.94319322251</c:v>
                </c:pt>
                <c:pt idx="2756">
                  <c:v>6.94323175195</c:v>
                </c:pt>
                <c:pt idx="2757">
                  <c:v>6.94391802783</c:v>
                </c:pt>
                <c:pt idx="2758">
                  <c:v>6.94395561502</c:v>
                </c:pt>
                <c:pt idx="2759">
                  <c:v>6.94462304022</c:v>
                </c:pt>
                <c:pt idx="2760">
                  <c:v>6.94465957994</c:v>
                </c:pt>
                <c:pt idx="2761">
                  <c:v>6.94530618032</c:v>
                </c:pt>
                <c:pt idx="2762">
                  <c:v>6.94534153493</c:v>
                </c:pt>
                <c:pt idx="2763">
                  <c:v>6.94596504001</c:v>
                </c:pt>
                <c:pt idx="2764">
                  <c:v>6.94599895782</c:v>
                </c:pt>
                <c:pt idx="2765">
                  <c:v>6.94659724049</c:v>
                </c:pt>
                <c:pt idx="2766">
                  <c:v>6.94662965598</c:v>
                </c:pt>
                <c:pt idx="2767">
                  <c:v>6.94719864716</c:v>
                </c:pt>
                <c:pt idx="2768">
                  <c:v>6.9472294059</c:v>
                </c:pt>
                <c:pt idx="2769">
                  <c:v>6.94776581277</c:v>
                </c:pt>
                <c:pt idx="2770">
                  <c:v>6.94779477432</c:v>
                </c:pt>
                <c:pt idx="2771">
                  <c:v>6.94829833868</c:v>
                </c:pt>
                <c:pt idx="2772">
                  <c:v>6.94832531492</c:v>
                </c:pt>
                <c:pt idx="2773">
                  <c:v>6.94879283795</c:v>
                </c:pt>
                <c:pt idx="2774">
                  <c:v>6.94881773239</c:v>
                </c:pt>
                <c:pt idx="2775">
                  <c:v>6.94924671413</c:v>
                </c:pt>
                <c:pt idx="2776">
                  <c:v>6.94926949128</c:v>
                </c:pt>
                <c:pt idx="2777">
                  <c:v>6.94965738033</c:v>
                </c:pt>
                <c:pt idx="2778">
                  <c:v>6.94967777351</c:v>
                </c:pt>
                <c:pt idx="2779">
                  <c:v>6.95002313529</c:v>
                </c:pt>
                <c:pt idx="2780">
                  <c:v>6.95004112318</c:v>
                </c:pt>
                <c:pt idx="2781">
                  <c:v>6.95034421557</c:v>
                </c:pt>
                <c:pt idx="2782">
                  <c:v>6.95035977332</c:v>
                </c:pt>
                <c:pt idx="2783">
                  <c:v>6.95061746026</c:v>
                </c:pt>
                <c:pt idx="2784">
                  <c:v>6.95063054378</c:v>
                </c:pt>
                <c:pt idx="2785">
                  <c:v>6.95084178842</c:v>
                </c:pt>
                <c:pt idx="2786">
                  <c:v>6.95085224519</c:v>
                </c:pt>
                <c:pt idx="2787">
                  <c:v>6.95101637808</c:v>
                </c:pt>
                <c:pt idx="2788">
                  <c:v>6.95102414179</c:v>
                </c:pt>
                <c:pt idx="2789">
                  <c:v>6.9511304956</c:v>
                </c:pt>
                <c:pt idx="2790">
                  <c:v>6.95114133331</c:v>
                </c:pt>
                <c:pt idx="2791">
                  <c:v>6.95114653252</c:v>
                </c:pt>
                <c:pt idx="2792">
                  <c:v>6.95121643984</c:v>
                </c:pt>
                <c:pt idx="2793">
                  <c:v>6.95121901747</c:v>
                </c:pt>
                <c:pt idx="2794">
                  <c:v>6.95123904957</c:v>
                </c:pt>
                <c:pt idx="2795">
                  <c:v>6.95123969461</c:v>
                </c:pt>
                <c:pt idx="2796">
                  <c:v>6.95123963639</c:v>
                </c:pt>
                <c:pt idx="2797">
                  <c:v>6.95123943654</c:v>
                </c:pt>
                <c:pt idx="2798">
                  <c:v>6.95121209676</c:v>
                </c:pt>
                <c:pt idx="2799">
                  <c:v>6.95120919853</c:v>
                </c:pt>
                <c:pt idx="2800">
                  <c:v>6.95113469552</c:v>
                </c:pt>
                <c:pt idx="2801">
                  <c:v>6.95112926951</c:v>
                </c:pt>
                <c:pt idx="2802">
                  <c:v>6.95100779592</c:v>
                </c:pt>
                <c:pt idx="2803">
                  <c:v>6.95099978182</c:v>
                </c:pt>
                <c:pt idx="2804">
                  <c:v>6.95083056077</c:v>
                </c:pt>
                <c:pt idx="2805">
                  <c:v>6.95081984745</c:v>
                </c:pt>
                <c:pt idx="2806">
                  <c:v>6.95060415667</c:v>
                </c:pt>
                <c:pt idx="2807">
                  <c:v>6.9505908642</c:v>
                </c:pt>
                <c:pt idx="2808">
                  <c:v>6.95033089699</c:v>
                </c:pt>
                <c:pt idx="2809">
                  <c:v>6.9503152661</c:v>
                </c:pt>
                <c:pt idx="2810">
                  <c:v>6.95001190031</c:v>
                </c:pt>
                <c:pt idx="2811">
                  <c:v>6.94999388624</c:v>
                </c:pt>
                <c:pt idx="2812">
                  <c:v>6.94964773112</c:v>
                </c:pt>
                <c:pt idx="2813">
                  <c:v>6.94962729838</c:v>
                </c:pt>
                <c:pt idx="2814">
                  <c:v>6.94924026973</c:v>
                </c:pt>
                <c:pt idx="2815">
                  <c:v>6.94921761468</c:v>
                </c:pt>
                <c:pt idx="2816">
                  <c:v>6.94879188252</c:v>
                </c:pt>
                <c:pt idx="2817">
                  <c:v>6.94876725004</c:v>
                </c:pt>
                <c:pt idx="2818">
                  <c:v>6.948305722</c:v>
                </c:pt>
                <c:pt idx="2819">
                  <c:v>6.94827914466</c:v>
                </c:pt>
                <c:pt idx="2820">
                  <c:v>6.94778241596</c:v>
                </c:pt>
                <c:pt idx="2821">
                  <c:v>6.94775383425</c:v>
                </c:pt>
                <c:pt idx="2822">
                  <c:v>6.94722404249</c:v>
                </c:pt>
                <c:pt idx="2823">
                  <c:v>6.94719371613</c:v>
                </c:pt>
                <c:pt idx="2824">
                  <c:v>6.94663486821</c:v>
                </c:pt>
                <c:pt idx="2825">
                  <c:v>6.94660309501</c:v>
                </c:pt>
                <c:pt idx="2826">
                  <c:v>6.94601726319</c:v>
                </c:pt>
                <c:pt idx="2827">
                  <c:v>6.94598405732</c:v>
                </c:pt>
                <c:pt idx="2828">
                  <c:v>6.9453742022</c:v>
                </c:pt>
                <c:pt idx="2829">
                  <c:v>6.94533963409</c:v>
                </c:pt>
                <c:pt idx="2830">
                  <c:v>6.94470723734</c:v>
                </c:pt>
                <c:pt idx="2831">
                  <c:v>6.94467150642</c:v>
                </c:pt>
                <c:pt idx="2832">
                  <c:v>6.94402001405</c:v>
                </c:pt>
                <c:pt idx="2833">
                  <c:v>6.94398344536</c:v>
                </c:pt>
                <c:pt idx="2834">
                  <c:v>6.94331754583</c:v>
                </c:pt>
                <c:pt idx="2835">
                  <c:v>6.94328019617</c:v>
                </c:pt>
                <c:pt idx="2836">
                  <c:v>6.942601473</c:v>
                </c:pt>
                <c:pt idx="2837">
                  <c:v>6.942563414</c:v>
                </c:pt>
                <c:pt idx="2838">
                  <c:v>6.94187503358</c:v>
                </c:pt>
                <c:pt idx="2839">
                  <c:v>6.94183653458</c:v>
                </c:pt>
                <c:pt idx="2840">
                  <c:v>6.94114168808</c:v>
                </c:pt>
                <c:pt idx="2841">
                  <c:v>6.94110307862</c:v>
                </c:pt>
                <c:pt idx="2842">
                  <c:v>6.94040645733</c:v>
                </c:pt>
                <c:pt idx="2843">
                  <c:v>6.94036776112</c:v>
                </c:pt>
                <c:pt idx="2844">
                  <c:v>6.93967146006</c:v>
                </c:pt>
                <c:pt idx="2845">
                  <c:v>6.93963275315</c:v>
                </c:pt>
                <c:pt idx="2846">
                  <c:v>6.9389393267</c:v>
                </c:pt>
                <c:pt idx="2847">
                  <c:v>6.93890095085</c:v>
                </c:pt>
                <c:pt idx="2848">
                  <c:v>6.9382140111</c:v>
                </c:pt>
                <c:pt idx="2849">
                  <c:v>6.93817612746</c:v>
                </c:pt>
                <c:pt idx="2850">
                  <c:v>6.93749898428</c:v>
                </c:pt>
                <c:pt idx="2851">
                  <c:v>6.93746173266</c:v>
                </c:pt>
                <c:pt idx="2852">
                  <c:v>6.93679826424</c:v>
                </c:pt>
                <c:pt idx="2853">
                  <c:v>6.93676172106</c:v>
                </c:pt>
                <c:pt idx="2854">
                  <c:v>6.93611266157</c:v>
                </c:pt>
                <c:pt idx="2855">
                  <c:v>6.93607708374</c:v>
                </c:pt>
                <c:pt idx="2856">
                  <c:v>6.93544642819</c:v>
                </c:pt>
                <c:pt idx="2857">
                  <c:v>6.93541202474</c:v>
                </c:pt>
                <c:pt idx="2858">
                  <c:v>6.93480324649</c:v>
                </c:pt>
                <c:pt idx="2859">
                  <c:v>6.93477006385</c:v>
                </c:pt>
                <c:pt idx="2860">
                  <c:v>6.93418591219</c:v>
                </c:pt>
                <c:pt idx="2861">
                  <c:v>6.93415416078</c:v>
                </c:pt>
                <c:pt idx="2862">
                  <c:v>6.93359663743</c:v>
                </c:pt>
                <c:pt idx="2863">
                  <c:v>6.9335664206</c:v>
                </c:pt>
                <c:pt idx="2864">
                  <c:v>6.93303725373</c:v>
                </c:pt>
                <c:pt idx="2865">
                  <c:v>6.93300879156</c:v>
                </c:pt>
                <c:pt idx="2866">
                  <c:v>6.93251225039</c:v>
                </c:pt>
                <c:pt idx="2867">
                  <c:v>6.9324855624</c:v>
                </c:pt>
                <c:pt idx="2868">
                  <c:v>6.93202341673</c:v>
                </c:pt>
                <c:pt idx="2869">
                  <c:v>6.93199868471</c:v>
                </c:pt>
                <c:pt idx="2870">
                  <c:v>6.93157279816</c:v>
                </c:pt>
                <c:pt idx="2871">
                  <c:v>6.9315502207</c:v>
                </c:pt>
                <c:pt idx="2872">
                  <c:v>6.93116168815</c:v>
                </c:pt>
                <c:pt idx="2873">
                  <c:v>6.93114121984</c:v>
                </c:pt>
                <c:pt idx="2874">
                  <c:v>6.93079255601</c:v>
                </c:pt>
                <c:pt idx="2875">
                  <c:v>6.93077431563</c:v>
                </c:pt>
                <c:pt idx="2876">
                  <c:v>6.93046841179</c:v>
                </c:pt>
                <c:pt idx="2877">
                  <c:v>6.93045255672</c:v>
                </c:pt>
                <c:pt idx="2878">
                  <c:v>6.93018855343</c:v>
                </c:pt>
                <c:pt idx="2879">
                  <c:v>6.93017511536</c:v>
                </c:pt>
                <c:pt idx="2880">
                  <c:v>6.92995445834</c:v>
                </c:pt>
                <c:pt idx="2881">
                  <c:v>6.929943461</c:v>
                </c:pt>
                <c:pt idx="2882">
                  <c:v>6.92976762132</c:v>
                </c:pt>
                <c:pt idx="2883">
                  <c:v>6.92975907191</c:v>
                </c:pt>
                <c:pt idx="2884">
                  <c:v>6.92962948982</c:v>
                </c:pt>
                <c:pt idx="2885">
                  <c:v>6.92962355495</c:v>
                </c:pt>
                <c:pt idx="2886">
                  <c:v>6.92954341261</c:v>
                </c:pt>
                <c:pt idx="2887">
                  <c:v>6.92953984963</c:v>
                </c:pt>
                <c:pt idx="2888">
                  <c:v>6.92953652511</c:v>
                </c:pt>
                <c:pt idx="2889">
                  <c:v>6.92949822297</c:v>
                </c:pt>
                <c:pt idx="2890">
                  <c:v>6.92949739378</c:v>
                </c:pt>
                <c:pt idx="2891">
                  <c:v>6.92949567228</c:v>
                </c:pt>
                <c:pt idx="2892">
                  <c:v>6.92949522647</c:v>
                </c:pt>
                <c:pt idx="2893">
                  <c:v>6.92950579074</c:v>
                </c:pt>
                <c:pt idx="2894">
                  <c:v>6.92950751255</c:v>
                </c:pt>
                <c:pt idx="2895">
                  <c:v>6.92956248884</c:v>
                </c:pt>
                <c:pt idx="2896">
                  <c:v>6.92956681885</c:v>
                </c:pt>
                <c:pt idx="2897">
                  <c:v>6.92966832668</c:v>
                </c:pt>
                <c:pt idx="2898">
                  <c:v>6.92967526186</c:v>
                </c:pt>
                <c:pt idx="2899">
                  <c:v>6.92982072162</c:v>
                </c:pt>
                <c:pt idx="2900">
                  <c:v>6.92983004091</c:v>
                </c:pt>
                <c:pt idx="2901">
                  <c:v>6.93001981506</c:v>
                </c:pt>
                <c:pt idx="2902">
                  <c:v>6.93003155798</c:v>
                </c:pt>
                <c:pt idx="2903">
                  <c:v>6.93026560119</c:v>
                </c:pt>
                <c:pt idx="2904">
                  <c:v>6.93027980239</c:v>
                </c:pt>
                <c:pt idx="2905">
                  <c:v>6.93055632873</c:v>
                </c:pt>
                <c:pt idx="2906">
                  <c:v>6.93057288292</c:v>
                </c:pt>
                <c:pt idx="2907">
                  <c:v>6.9308904431</c:v>
                </c:pt>
                <c:pt idx="2908">
                  <c:v>6.93090915501</c:v>
                </c:pt>
                <c:pt idx="2909">
                  <c:v>6.93126538659</c:v>
                </c:pt>
                <c:pt idx="2910">
                  <c:v>6.93128618127</c:v>
                </c:pt>
                <c:pt idx="2911">
                  <c:v>6.93168109131</c:v>
                </c:pt>
                <c:pt idx="2912">
                  <c:v>6.93170412515</c:v>
                </c:pt>
                <c:pt idx="2913">
                  <c:v>6.93213540377</c:v>
                </c:pt>
                <c:pt idx="2914">
                  <c:v>6.93216037886</c:v>
                </c:pt>
                <c:pt idx="2915">
                  <c:v>6.93262532792</c:v>
                </c:pt>
                <c:pt idx="2916">
                  <c:v>6.93265204096</c:v>
                </c:pt>
                <c:pt idx="2917">
                  <c:v>6.93314861077</c:v>
                </c:pt>
                <c:pt idx="2918">
                  <c:v>6.93317697416</c:v>
                </c:pt>
                <c:pt idx="2919">
                  <c:v>6.93370308079</c:v>
                </c:pt>
                <c:pt idx="2920">
                  <c:v>6.93373314162</c:v>
                </c:pt>
                <c:pt idx="2921">
                  <c:v>6.9342874106</c:v>
                </c:pt>
                <c:pt idx="2922">
                  <c:v>6.93431894149</c:v>
                </c:pt>
                <c:pt idx="2923">
                  <c:v>6.93489704649</c:v>
                </c:pt>
                <c:pt idx="2924">
                  <c:v>6.93492974557</c:v>
                </c:pt>
                <c:pt idx="2925">
                  <c:v>6.93552936677</c:v>
                </c:pt>
                <c:pt idx="2926">
                  <c:v>6.93556320188</c:v>
                </c:pt>
                <c:pt idx="2927">
                  <c:v>6.93618239991</c:v>
                </c:pt>
                <c:pt idx="2928">
                  <c:v>6.93621733765</c:v>
                </c:pt>
                <c:pt idx="2929">
                  <c:v>6.93685331718</c:v>
                </c:pt>
                <c:pt idx="2930">
                  <c:v>6.93688910563</c:v>
                </c:pt>
                <c:pt idx="2931">
                  <c:v>6.93753879249</c:v>
                </c:pt>
                <c:pt idx="2932">
                  <c:v>6.93757513895</c:v>
                </c:pt>
                <c:pt idx="2933">
                  <c:v>6.93823408952</c:v>
                </c:pt>
                <c:pt idx="2934">
                  <c:v>6.93827086874</c:v>
                </c:pt>
                <c:pt idx="2935">
                  <c:v>6.93893702913</c:v>
                </c:pt>
                <c:pt idx="2936">
                  <c:v>6.93897425919</c:v>
                </c:pt>
                <c:pt idx="2937">
                  <c:v>6.93964555598</c:v>
                </c:pt>
                <c:pt idx="2938">
                  <c:v>6.93968293162</c:v>
                </c:pt>
                <c:pt idx="2939">
                  <c:v>6.9403549899</c:v>
                </c:pt>
                <c:pt idx="2940">
                  <c:v>6.94039222229</c:v>
                </c:pt>
                <c:pt idx="2941">
                  <c:v>6.94106159532</c:v>
                </c:pt>
                <c:pt idx="2942">
                  <c:v>6.94109866075</c:v>
                </c:pt>
                <c:pt idx="2943">
                  <c:v>6.94176308144</c:v>
                </c:pt>
                <c:pt idx="2944">
                  <c:v>6.94179988188</c:v>
                </c:pt>
                <c:pt idx="2945">
                  <c:v>6.94245689567</c:v>
                </c:pt>
                <c:pt idx="2946">
                  <c:v>6.94249314159</c:v>
                </c:pt>
                <c:pt idx="2947">
                  <c:v>6.94314005769</c:v>
                </c:pt>
                <c:pt idx="2948">
                  <c:v>6.94317557341</c:v>
                </c:pt>
                <c:pt idx="2949">
                  <c:v>6.94380789203</c:v>
                </c:pt>
                <c:pt idx="2950">
                  <c:v>6.9438425557</c:v>
                </c:pt>
                <c:pt idx="2951">
                  <c:v>6.94445796711</c:v>
                </c:pt>
                <c:pt idx="2952">
                  <c:v>6.94449172986</c:v>
                </c:pt>
                <c:pt idx="2953">
                  <c:v>6.94508887994</c:v>
                </c:pt>
                <c:pt idx="2954">
                  <c:v>6.94512148256</c:v>
                </c:pt>
                <c:pt idx="2955">
                  <c:v>6.94569677587</c:v>
                </c:pt>
                <c:pt idx="2956">
                  <c:v>6.94572801752</c:v>
                </c:pt>
                <c:pt idx="2957">
                  <c:v>6.94627865163</c:v>
                </c:pt>
                <c:pt idx="2958">
                  <c:v>6.94630852637</c:v>
                </c:pt>
                <c:pt idx="2959">
                  <c:v>6.94683175121</c:v>
                </c:pt>
                <c:pt idx="2960">
                  <c:v>6.94686004897</c:v>
                </c:pt>
                <c:pt idx="2961">
                  <c:v>6.94735410703</c:v>
                </c:pt>
                <c:pt idx="2962">
                  <c:v>6.9473807231</c:v>
                </c:pt>
                <c:pt idx="2963">
                  <c:v>6.94784427615</c:v>
                </c:pt>
                <c:pt idx="2964">
                  <c:v>6.94786903522</c:v>
                </c:pt>
                <c:pt idx="2965">
                  <c:v>6.94829753676</c:v>
                </c:pt>
                <c:pt idx="2966">
                  <c:v>6.94832035688</c:v>
                </c:pt>
                <c:pt idx="2967">
                  <c:v>6.94871307324</c:v>
                </c:pt>
                <c:pt idx="2968">
                  <c:v>6.94873393722</c:v>
                </c:pt>
                <c:pt idx="2969">
                  <c:v>6.94908962538</c:v>
                </c:pt>
                <c:pt idx="2970">
                  <c:v>6.94910827186</c:v>
                </c:pt>
                <c:pt idx="2971">
                  <c:v>6.94942539431</c:v>
                </c:pt>
                <c:pt idx="2972">
                  <c:v>6.94944188534</c:v>
                </c:pt>
                <c:pt idx="2973">
                  <c:v>6.94971902755</c:v>
                </c:pt>
                <c:pt idx="2974">
                  <c:v>6.94973330643</c:v>
                </c:pt>
                <c:pt idx="2975">
                  <c:v>6.94996777345</c:v>
                </c:pt>
                <c:pt idx="2976">
                  <c:v>6.94997966304</c:v>
                </c:pt>
                <c:pt idx="2977">
                  <c:v>6.95017246492</c:v>
                </c:pt>
                <c:pt idx="2978">
                  <c:v>6.95018196538</c:v>
                </c:pt>
                <c:pt idx="2979">
                  <c:v>6.95033212426</c:v>
                </c:pt>
                <c:pt idx="2980">
                  <c:v>6.95033921528</c:v>
                </c:pt>
                <c:pt idx="2981">
                  <c:v>6.95039153733</c:v>
                </c:pt>
                <c:pt idx="2982">
                  <c:v>6.95044536671</c:v>
                </c:pt>
                <c:pt idx="2983">
                  <c:v>6.9504500816</c:v>
                </c:pt>
                <c:pt idx="2984">
                  <c:v>6.95051154497</c:v>
                </c:pt>
                <c:pt idx="2985">
                  <c:v>6.95051372364</c:v>
                </c:pt>
                <c:pt idx="2986">
                  <c:v>6.95052880854</c:v>
                </c:pt>
                <c:pt idx="2987">
                  <c:v>6.95053064271</c:v>
                </c:pt>
                <c:pt idx="2988">
                  <c:v>6.95053046662</c:v>
                </c:pt>
                <c:pt idx="2989">
                  <c:v>6.95053013661</c:v>
                </c:pt>
                <c:pt idx="2990">
                  <c:v>6.95050403889</c:v>
                </c:pt>
                <c:pt idx="2991">
                  <c:v>6.95050139871</c:v>
                </c:pt>
                <c:pt idx="2992">
                  <c:v>6.95043126847</c:v>
                </c:pt>
                <c:pt idx="2993">
                  <c:v>6.95042618236</c:v>
                </c:pt>
                <c:pt idx="2994">
                  <c:v>6.95031188582</c:v>
                </c:pt>
                <c:pt idx="2995">
                  <c:v>6.95030435071</c:v>
                </c:pt>
                <c:pt idx="2996">
                  <c:v>6.95016594639</c:v>
                </c:pt>
                <c:pt idx="2997">
                  <c:v>6.95015615033</c:v>
                </c:pt>
                <c:pt idx="2998">
                  <c:v>6.95014634119</c:v>
                </c:pt>
              </c:numCache>
            </c:numRef>
          </c:yVal>
        </c:ser>
        <c:ser>
          <c:idx val="1"/>
          <c:order val="1"/>
          <c:tx>
            <c:v>Gefiltert</c:v>
          </c:tx>
          <c:spPr>
            <a:solidFill xmlns:a="http://schemas.openxmlformats.org/drawingml/2006/main">
              <a:srgbClr val="BD6A2A"/>
            </a:solidFill>
            <a:ln xmlns:a="http://schemas.openxmlformats.org/drawingml/2006/main" w="22860">
              <a:solidFill>
                <a:srgbClr val="BD6A2A"/>
              </a:solidFill>
              <a:prstDash val="solid"/>
            </a:ln>
          </c:spPr>
          <c:marker>
            <c:symbol val="none"/>
            <c:size val="5"/>
            <c:spPr>
              <a:solidFill xmlns:a="http://schemas.openxmlformats.org/drawingml/2006/main">
                <a:srgbClr val="BD6A2A"/>
              </a:solidFill>
            </c:spPr>
          </c:marker>
          <c:xVal>
            <c:numRef>
              <c:f>'Chart Data'!$C$2:$C$3000</c:f>
              <c:numCache>
                <c:formatCode>General</c:formatCode>
                <c:ptCount val="2999"/>
                <c:pt idx="0">
                  <c:v>0.0200000000001</c:v>
                </c:pt>
                <c:pt idx="1">
                  <c:v>0.0247500000001</c:v>
                </c:pt>
                <c:pt idx="2">
                  <c:v>0.0250000000001</c:v>
                </c:pt>
                <c:pt idx="3">
                  <c:v>0.0297500000001</c:v>
                </c:pt>
                <c:pt idx="4">
                  <c:v>0.0300000000001</c:v>
                </c:pt>
                <c:pt idx="5">
                  <c:v>0.0347500000002</c:v>
                </c:pt>
                <c:pt idx="6">
                  <c:v>0.0350000000002</c:v>
                </c:pt>
                <c:pt idx="7">
                  <c:v>0.0397500000002</c:v>
                </c:pt>
                <c:pt idx="8">
                  <c:v>0.0400000000002</c:v>
                </c:pt>
                <c:pt idx="9">
                  <c:v>0.0447500000002</c:v>
                </c:pt>
                <c:pt idx="10">
                  <c:v>0.0450000000002</c:v>
                </c:pt>
                <c:pt idx="11">
                  <c:v>0.0497500000002</c:v>
                </c:pt>
                <c:pt idx="12">
                  <c:v>0.0500000000002</c:v>
                </c:pt>
                <c:pt idx="13">
                  <c:v>0.0547500000003</c:v>
                </c:pt>
                <c:pt idx="14">
                  <c:v>0.0550000000003</c:v>
                </c:pt>
                <c:pt idx="15">
                  <c:v>0.0597500000003</c:v>
                </c:pt>
                <c:pt idx="16">
                  <c:v>0.0600000000003</c:v>
                </c:pt>
                <c:pt idx="17">
                  <c:v>0.0647500000003</c:v>
                </c:pt>
                <c:pt idx="18">
                  <c:v>0.0650000000003</c:v>
                </c:pt>
                <c:pt idx="19">
                  <c:v>0.0697500000003</c:v>
                </c:pt>
                <c:pt idx="20">
                  <c:v>0.0700000000003</c:v>
                </c:pt>
                <c:pt idx="21">
                  <c:v>0.0747500000004</c:v>
                </c:pt>
                <c:pt idx="22">
                  <c:v>0.0750000000004</c:v>
                </c:pt>
                <c:pt idx="23">
                  <c:v>0.0797500000004</c:v>
                </c:pt>
                <c:pt idx="24">
                  <c:v>0.0800000000004</c:v>
                </c:pt>
                <c:pt idx="25">
                  <c:v>0.0847500000004</c:v>
                </c:pt>
                <c:pt idx="26">
                  <c:v>0.0850000000004</c:v>
                </c:pt>
                <c:pt idx="27">
                  <c:v>0.0897500000004</c:v>
                </c:pt>
                <c:pt idx="28">
                  <c:v>0.0900000000004</c:v>
                </c:pt>
                <c:pt idx="29">
                  <c:v>0.0947500000005</c:v>
                </c:pt>
                <c:pt idx="30">
                  <c:v>0.0950000000005</c:v>
                </c:pt>
                <c:pt idx="31">
                  <c:v>0.0997500000005</c:v>
                </c:pt>
                <c:pt idx="32">
                  <c:v>0.1</c:v>
                </c:pt>
                <c:pt idx="33">
                  <c:v>0.104750000001</c:v>
                </c:pt>
                <c:pt idx="34">
                  <c:v>0.105000000001</c:v>
                </c:pt>
                <c:pt idx="35">
                  <c:v>0.109750000001</c:v>
                </c:pt>
                <c:pt idx="36">
                  <c:v>0.110000000001</c:v>
                </c:pt>
                <c:pt idx="37">
                  <c:v>0.114750000001</c:v>
                </c:pt>
                <c:pt idx="38">
                  <c:v>0.115000000001</c:v>
                </c:pt>
                <c:pt idx="39">
                  <c:v>0.119750000001</c:v>
                </c:pt>
                <c:pt idx="40">
                  <c:v>0.120000000001</c:v>
                </c:pt>
                <c:pt idx="41">
                  <c:v>0.124750000001</c:v>
                </c:pt>
                <c:pt idx="42">
                  <c:v>0.125000000001</c:v>
                </c:pt>
                <c:pt idx="43">
                  <c:v>0.129750000001</c:v>
                </c:pt>
                <c:pt idx="44">
                  <c:v>0.130000000001</c:v>
                </c:pt>
                <c:pt idx="45">
                  <c:v>0.134750000001</c:v>
                </c:pt>
                <c:pt idx="46">
                  <c:v>0.135000000001</c:v>
                </c:pt>
                <c:pt idx="47">
                  <c:v>0.139750000001</c:v>
                </c:pt>
                <c:pt idx="48">
                  <c:v>0.140000000001</c:v>
                </c:pt>
                <c:pt idx="49">
                  <c:v>0.144750000001</c:v>
                </c:pt>
                <c:pt idx="50">
                  <c:v>0.145000000001</c:v>
                </c:pt>
                <c:pt idx="51">
                  <c:v>0.149750000001</c:v>
                </c:pt>
                <c:pt idx="52">
                  <c:v>0.150000000001</c:v>
                </c:pt>
                <c:pt idx="53">
                  <c:v>0.154750000001</c:v>
                </c:pt>
                <c:pt idx="54">
                  <c:v>0.155000000001</c:v>
                </c:pt>
                <c:pt idx="55">
                  <c:v>0.159750000001</c:v>
                </c:pt>
                <c:pt idx="56">
                  <c:v>0.160000000001</c:v>
                </c:pt>
                <c:pt idx="57">
                  <c:v>0.164750000001</c:v>
                </c:pt>
                <c:pt idx="58">
                  <c:v>0.165000000001</c:v>
                </c:pt>
                <c:pt idx="59">
                  <c:v>0.169750000001</c:v>
                </c:pt>
                <c:pt idx="60">
                  <c:v>0.170000000001</c:v>
                </c:pt>
                <c:pt idx="61">
                  <c:v>0.174750000001</c:v>
                </c:pt>
                <c:pt idx="62">
                  <c:v>0.175000000001</c:v>
                </c:pt>
                <c:pt idx="63">
                  <c:v>0.179750000001</c:v>
                </c:pt>
                <c:pt idx="64">
                  <c:v>0.180000000001</c:v>
                </c:pt>
                <c:pt idx="65">
                  <c:v>0.184750000001</c:v>
                </c:pt>
                <c:pt idx="66">
                  <c:v>0.185000000001</c:v>
                </c:pt>
                <c:pt idx="67">
                  <c:v>0.189750000001</c:v>
                </c:pt>
                <c:pt idx="68">
                  <c:v>0.190000000001</c:v>
                </c:pt>
                <c:pt idx="69">
                  <c:v>0.194750000001</c:v>
                </c:pt>
                <c:pt idx="70">
                  <c:v>0.195000000001</c:v>
                </c:pt>
                <c:pt idx="71">
                  <c:v>0.199750000001</c:v>
                </c:pt>
                <c:pt idx="72">
                  <c:v>0.200000000001</c:v>
                </c:pt>
                <c:pt idx="73">
                  <c:v>0.204750000001</c:v>
                </c:pt>
                <c:pt idx="74">
                  <c:v>0.205000000001</c:v>
                </c:pt>
                <c:pt idx="75">
                  <c:v>0.209750000001</c:v>
                </c:pt>
                <c:pt idx="76">
                  <c:v>0.210000000001</c:v>
                </c:pt>
                <c:pt idx="77">
                  <c:v>0.214750000001</c:v>
                </c:pt>
                <c:pt idx="78">
                  <c:v>0.215000000001</c:v>
                </c:pt>
                <c:pt idx="79">
                  <c:v>0.219750000001</c:v>
                </c:pt>
                <c:pt idx="80">
                  <c:v>0.220000000001</c:v>
                </c:pt>
                <c:pt idx="81">
                  <c:v>0.224750000001</c:v>
                </c:pt>
                <c:pt idx="82">
                  <c:v>0.225000000001</c:v>
                </c:pt>
                <c:pt idx="83">
                  <c:v>0.229750000001</c:v>
                </c:pt>
                <c:pt idx="84">
                  <c:v>0.230000000001</c:v>
                </c:pt>
                <c:pt idx="85">
                  <c:v>0.234750000001</c:v>
                </c:pt>
                <c:pt idx="86">
                  <c:v>0.235000000001</c:v>
                </c:pt>
                <c:pt idx="87">
                  <c:v>0.239750000001</c:v>
                </c:pt>
                <c:pt idx="88">
                  <c:v>0.240000000001</c:v>
                </c:pt>
                <c:pt idx="89">
                  <c:v>0.244750000001</c:v>
                </c:pt>
                <c:pt idx="90">
                  <c:v>0.245000000001</c:v>
                </c:pt>
                <c:pt idx="91">
                  <c:v>0.249750000001</c:v>
                </c:pt>
                <c:pt idx="92">
                  <c:v>0.250000000001</c:v>
                </c:pt>
                <c:pt idx="93">
                  <c:v>0.254750000001</c:v>
                </c:pt>
                <c:pt idx="94">
                  <c:v>0.255000000001</c:v>
                </c:pt>
                <c:pt idx="95">
                  <c:v>0.259750000001</c:v>
                </c:pt>
                <c:pt idx="96">
                  <c:v>0.260000000001</c:v>
                </c:pt>
                <c:pt idx="97">
                  <c:v>0.264750000001</c:v>
                </c:pt>
                <c:pt idx="98">
                  <c:v>0.265000000001</c:v>
                </c:pt>
                <c:pt idx="99">
                  <c:v>0.269750000001</c:v>
                </c:pt>
                <c:pt idx="100">
                  <c:v>0.270000000001</c:v>
                </c:pt>
                <c:pt idx="101">
                  <c:v>0.274750000001</c:v>
                </c:pt>
                <c:pt idx="102">
                  <c:v>0.275000000001</c:v>
                </c:pt>
                <c:pt idx="103">
                  <c:v>0.279750000001</c:v>
                </c:pt>
                <c:pt idx="104">
                  <c:v>0.280000000001</c:v>
                </c:pt>
                <c:pt idx="105">
                  <c:v>0.284750000001</c:v>
                </c:pt>
                <c:pt idx="106">
                  <c:v>0.285000000001</c:v>
                </c:pt>
                <c:pt idx="107">
                  <c:v>0.289750000001</c:v>
                </c:pt>
                <c:pt idx="108">
                  <c:v>0.290000000001</c:v>
                </c:pt>
                <c:pt idx="109">
                  <c:v>0.294750000001</c:v>
                </c:pt>
                <c:pt idx="110">
                  <c:v>0.295000000001</c:v>
                </c:pt>
                <c:pt idx="111">
                  <c:v>0.299750000001</c:v>
                </c:pt>
                <c:pt idx="112">
                  <c:v>0.300000000001</c:v>
                </c:pt>
                <c:pt idx="113">
                  <c:v>0.304750000001</c:v>
                </c:pt>
                <c:pt idx="114">
                  <c:v>0.305000000001</c:v>
                </c:pt>
                <c:pt idx="115">
                  <c:v>0.309750000001</c:v>
                </c:pt>
                <c:pt idx="116">
                  <c:v>0.310000000001</c:v>
                </c:pt>
                <c:pt idx="117">
                  <c:v>0.314750000002</c:v>
                </c:pt>
                <c:pt idx="118">
                  <c:v>0.315000000002</c:v>
                </c:pt>
                <c:pt idx="119">
                  <c:v>0.319750000002</c:v>
                </c:pt>
                <c:pt idx="120">
                  <c:v>0.320000000002</c:v>
                </c:pt>
                <c:pt idx="121">
                  <c:v>0.324750000002</c:v>
                </c:pt>
                <c:pt idx="122">
                  <c:v>0.325000000002</c:v>
                </c:pt>
                <c:pt idx="123">
                  <c:v>0.329750000002</c:v>
                </c:pt>
                <c:pt idx="124">
                  <c:v>0.330000000002</c:v>
                </c:pt>
                <c:pt idx="125">
                  <c:v>0.334750000002</c:v>
                </c:pt>
                <c:pt idx="126">
                  <c:v>0.335000000002</c:v>
                </c:pt>
                <c:pt idx="127">
                  <c:v>0.339750000002</c:v>
                </c:pt>
                <c:pt idx="128">
                  <c:v>0.340000000002</c:v>
                </c:pt>
                <c:pt idx="129">
                  <c:v>0.344750000002</c:v>
                </c:pt>
                <c:pt idx="130">
                  <c:v>0.345000000002</c:v>
                </c:pt>
                <c:pt idx="131">
                  <c:v>0.349750000002</c:v>
                </c:pt>
                <c:pt idx="132">
                  <c:v>0.350000000002</c:v>
                </c:pt>
                <c:pt idx="133">
                  <c:v>0.354750000002</c:v>
                </c:pt>
                <c:pt idx="134">
                  <c:v>0.355000000002</c:v>
                </c:pt>
                <c:pt idx="135">
                  <c:v>0.359750000002</c:v>
                </c:pt>
                <c:pt idx="136">
                  <c:v>0.360000000002</c:v>
                </c:pt>
                <c:pt idx="137">
                  <c:v>0.364750000002</c:v>
                </c:pt>
                <c:pt idx="138">
                  <c:v>0.365000000002</c:v>
                </c:pt>
                <c:pt idx="139">
                  <c:v>0.369750000002</c:v>
                </c:pt>
                <c:pt idx="140">
                  <c:v>0.370000000002</c:v>
                </c:pt>
                <c:pt idx="141">
                  <c:v>0.374750000002</c:v>
                </c:pt>
                <c:pt idx="142">
                  <c:v>0.375000000002</c:v>
                </c:pt>
                <c:pt idx="143">
                  <c:v>0.379750000002</c:v>
                </c:pt>
                <c:pt idx="144">
                  <c:v>0.380000000002</c:v>
                </c:pt>
                <c:pt idx="145">
                  <c:v>0.384750000002</c:v>
                </c:pt>
                <c:pt idx="146">
                  <c:v>0.385000000002</c:v>
                </c:pt>
                <c:pt idx="147">
                  <c:v>0.389750000002</c:v>
                </c:pt>
                <c:pt idx="148">
                  <c:v>0.390000000002</c:v>
                </c:pt>
                <c:pt idx="149">
                  <c:v>0.394750000002</c:v>
                </c:pt>
                <c:pt idx="150">
                  <c:v>0.395000000002</c:v>
                </c:pt>
                <c:pt idx="151">
                  <c:v>0.399750000002</c:v>
                </c:pt>
                <c:pt idx="152">
                  <c:v>0.400000000002</c:v>
                </c:pt>
                <c:pt idx="153">
                  <c:v>0.404750000002</c:v>
                </c:pt>
                <c:pt idx="154">
                  <c:v>0.405000000002</c:v>
                </c:pt>
                <c:pt idx="155">
                  <c:v>0.409750000002</c:v>
                </c:pt>
                <c:pt idx="156">
                  <c:v>0.410000000002</c:v>
                </c:pt>
                <c:pt idx="157">
                  <c:v>0.414750000002</c:v>
                </c:pt>
                <c:pt idx="158">
                  <c:v>0.415000000002</c:v>
                </c:pt>
                <c:pt idx="159">
                  <c:v>0.419750000002</c:v>
                </c:pt>
                <c:pt idx="160">
                  <c:v>0.420000000002</c:v>
                </c:pt>
                <c:pt idx="161">
                  <c:v>0.424750000002</c:v>
                </c:pt>
                <c:pt idx="162">
                  <c:v>0.425000000002</c:v>
                </c:pt>
                <c:pt idx="163">
                  <c:v>0.429750000002</c:v>
                </c:pt>
                <c:pt idx="164">
                  <c:v>0.430000000002</c:v>
                </c:pt>
                <c:pt idx="165">
                  <c:v>0.434750000002</c:v>
                </c:pt>
                <c:pt idx="166">
                  <c:v>0.435000000002</c:v>
                </c:pt>
                <c:pt idx="167">
                  <c:v>0.439750000002</c:v>
                </c:pt>
                <c:pt idx="168">
                  <c:v>0.440000000002</c:v>
                </c:pt>
                <c:pt idx="169">
                  <c:v>0.444750000002</c:v>
                </c:pt>
                <c:pt idx="170">
                  <c:v>0.445000000002</c:v>
                </c:pt>
                <c:pt idx="171">
                  <c:v>0.449750000002</c:v>
                </c:pt>
                <c:pt idx="172">
                  <c:v>0.450000000002</c:v>
                </c:pt>
                <c:pt idx="173">
                  <c:v>0.454750000002</c:v>
                </c:pt>
                <c:pt idx="174">
                  <c:v>0.455000000002</c:v>
                </c:pt>
                <c:pt idx="175">
                  <c:v>0.459750000002</c:v>
                </c:pt>
                <c:pt idx="176">
                  <c:v>0.460000000002</c:v>
                </c:pt>
                <c:pt idx="177">
                  <c:v>0.464750000002</c:v>
                </c:pt>
                <c:pt idx="178">
                  <c:v>0.465000000002</c:v>
                </c:pt>
                <c:pt idx="179">
                  <c:v>0.469750000002</c:v>
                </c:pt>
                <c:pt idx="180">
                  <c:v>0.470000000002</c:v>
                </c:pt>
                <c:pt idx="181">
                  <c:v>0.474750000002</c:v>
                </c:pt>
                <c:pt idx="182">
                  <c:v>0.475000000002</c:v>
                </c:pt>
                <c:pt idx="183">
                  <c:v>0.479750000002</c:v>
                </c:pt>
                <c:pt idx="184">
                  <c:v>0.480000000002</c:v>
                </c:pt>
                <c:pt idx="185">
                  <c:v>0.484750000002</c:v>
                </c:pt>
                <c:pt idx="186">
                  <c:v>0.485000000002</c:v>
                </c:pt>
                <c:pt idx="187">
                  <c:v>0.489750000002</c:v>
                </c:pt>
                <c:pt idx="188">
                  <c:v>0.490000000002</c:v>
                </c:pt>
                <c:pt idx="189">
                  <c:v>0.494750000002</c:v>
                </c:pt>
                <c:pt idx="190">
                  <c:v>0.495000000002</c:v>
                </c:pt>
                <c:pt idx="191">
                  <c:v>0.499750000002</c:v>
                </c:pt>
                <c:pt idx="192">
                  <c:v>0.500000000002</c:v>
                </c:pt>
                <c:pt idx="193">
                  <c:v>0.504750000002</c:v>
                </c:pt>
                <c:pt idx="194">
                  <c:v>0.505000000002</c:v>
                </c:pt>
                <c:pt idx="195">
                  <c:v>0.509750000002</c:v>
                </c:pt>
                <c:pt idx="196">
                  <c:v>0.510000000002</c:v>
                </c:pt>
                <c:pt idx="197">
                  <c:v>0.514750000002</c:v>
                </c:pt>
                <c:pt idx="198">
                  <c:v>0.515000000002</c:v>
                </c:pt>
                <c:pt idx="199">
                  <c:v>0.519750000002</c:v>
                </c:pt>
                <c:pt idx="200">
                  <c:v>0.520000000002</c:v>
                </c:pt>
                <c:pt idx="201">
                  <c:v>0.524750000003</c:v>
                </c:pt>
                <c:pt idx="202">
                  <c:v>0.525000000003</c:v>
                </c:pt>
                <c:pt idx="203">
                  <c:v>0.529750000003</c:v>
                </c:pt>
                <c:pt idx="204">
                  <c:v>0.530000000003</c:v>
                </c:pt>
                <c:pt idx="205">
                  <c:v>0.534750000003</c:v>
                </c:pt>
                <c:pt idx="206">
                  <c:v>0.535000000003</c:v>
                </c:pt>
                <c:pt idx="207">
                  <c:v>0.539750000003</c:v>
                </c:pt>
                <c:pt idx="208">
                  <c:v>0.540000000003</c:v>
                </c:pt>
                <c:pt idx="209">
                  <c:v>0.544750000003</c:v>
                </c:pt>
                <c:pt idx="210">
                  <c:v>0.545000000003</c:v>
                </c:pt>
                <c:pt idx="211">
                  <c:v>0.549750000003</c:v>
                </c:pt>
                <c:pt idx="212">
                  <c:v>0.550000000003</c:v>
                </c:pt>
                <c:pt idx="213">
                  <c:v>0.554750000003</c:v>
                </c:pt>
                <c:pt idx="214">
                  <c:v>0.555000000003</c:v>
                </c:pt>
                <c:pt idx="215">
                  <c:v>0.559750000003</c:v>
                </c:pt>
                <c:pt idx="216">
                  <c:v>0.560000000003</c:v>
                </c:pt>
                <c:pt idx="217">
                  <c:v>0.564750000003</c:v>
                </c:pt>
                <c:pt idx="218">
                  <c:v>0.565000000003</c:v>
                </c:pt>
                <c:pt idx="219">
                  <c:v>0.569750000003</c:v>
                </c:pt>
                <c:pt idx="220">
                  <c:v>0.570000000003</c:v>
                </c:pt>
                <c:pt idx="221">
                  <c:v>0.574750000003</c:v>
                </c:pt>
                <c:pt idx="222">
                  <c:v>0.575000000003</c:v>
                </c:pt>
                <c:pt idx="223">
                  <c:v>0.579750000003</c:v>
                </c:pt>
                <c:pt idx="224">
                  <c:v>0.580000000003</c:v>
                </c:pt>
                <c:pt idx="225">
                  <c:v>0.584750000003</c:v>
                </c:pt>
                <c:pt idx="226">
                  <c:v>0.585000000003</c:v>
                </c:pt>
                <c:pt idx="227">
                  <c:v>0.589750000003</c:v>
                </c:pt>
                <c:pt idx="228">
                  <c:v>0.590000000003</c:v>
                </c:pt>
                <c:pt idx="229">
                  <c:v>0.594750000003</c:v>
                </c:pt>
                <c:pt idx="230">
                  <c:v>0.595000000003</c:v>
                </c:pt>
                <c:pt idx="231">
                  <c:v>0.599750000003</c:v>
                </c:pt>
                <c:pt idx="232">
                  <c:v>0.600000000003</c:v>
                </c:pt>
                <c:pt idx="233">
                  <c:v>0.604750000003</c:v>
                </c:pt>
                <c:pt idx="234">
                  <c:v>0.605000000003</c:v>
                </c:pt>
                <c:pt idx="235">
                  <c:v>0.609750000003</c:v>
                </c:pt>
                <c:pt idx="236">
                  <c:v>0.610000000003</c:v>
                </c:pt>
                <c:pt idx="237">
                  <c:v>0.614750000003</c:v>
                </c:pt>
                <c:pt idx="238">
                  <c:v>0.615000000003</c:v>
                </c:pt>
                <c:pt idx="239">
                  <c:v>0.619750000003</c:v>
                </c:pt>
                <c:pt idx="240">
                  <c:v>0.620000000003</c:v>
                </c:pt>
                <c:pt idx="241">
                  <c:v>0.624750000003</c:v>
                </c:pt>
                <c:pt idx="242">
                  <c:v>0.625000000003</c:v>
                </c:pt>
                <c:pt idx="243">
                  <c:v>0.629750000003</c:v>
                </c:pt>
                <c:pt idx="244">
                  <c:v>0.630000000003</c:v>
                </c:pt>
                <c:pt idx="245">
                  <c:v>0.634750000003</c:v>
                </c:pt>
                <c:pt idx="246">
                  <c:v>0.635000000003</c:v>
                </c:pt>
                <c:pt idx="247">
                  <c:v>0.639750000003</c:v>
                </c:pt>
                <c:pt idx="248">
                  <c:v>0.640000000003</c:v>
                </c:pt>
                <c:pt idx="249">
                  <c:v>0.644750000003</c:v>
                </c:pt>
                <c:pt idx="250">
                  <c:v>0.645000000003</c:v>
                </c:pt>
                <c:pt idx="251">
                  <c:v>0.649750000003</c:v>
                </c:pt>
                <c:pt idx="252">
                  <c:v>0.650000000003</c:v>
                </c:pt>
                <c:pt idx="253">
                  <c:v>0.654750000003</c:v>
                </c:pt>
                <c:pt idx="254">
                  <c:v>0.655000000003</c:v>
                </c:pt>
                <c:pt idx="255">
                  <c:v>0.659750000003</c:v>
                </c:pt>
                <c:pt idx="256">
                  <c:v>0.660000000003</c:v>
                </c:pt>
                <c:pt idx="257">
                  <c:v>0.664750000003</c:v>
                </c:pt>
                <c:pt idx="258">
                  <c:v>0.665000000003</c:v>
                </c:pt>
                <c:pt idx="259">
                  <c:v>0.669750000003</c:v>
                </c:pt>
                <c:pt idx="260">
                  <c:v>0.670000000003</c:v>
                </c:pt>
                <c:pt idx="261">
                  <c:v>0.674750000003</c:v>
                </c:pt>
                <c:pt idx="262">
                  <c:v>0.675000000003</c:v>
                </c:pt>
                <c:pt idx="263">
                  <c:v>0.679750000003</c:v>
                </c:pt>
                <c:pt idx="264">
                  <c:v>0.680000000003</c:v>
                </c:pt>
                <c:pt idx="265">
                  <c:v>0.684750000003</c:v>
                </c:pt>
                <c:pt idx="266">
                  <c:v>0.685000000003</c:v>
                </c:pt>
                <c:pt idx="267">
                  <c:v>0.689750000003</c:v>
                </c:pt>
                <c:pt idx="268">
                  <c:v>0.690000000003</c:v>
                </c:pt>
                <c:pt idx="269">
                  <c:v>0.694750000003</c:v>
                </c:pt>
                <c:pt idx="270">
                  <c:v>0.695000000003</c:v>
                </c:pt>
                <c:pt idx="271">
                  <c:v>0.699750000003</c:v>
                </c:pt>
                <c:pt idx="272">
                  <c:v>0.700000000003</c:v>
                </c:pt>
                <c:pt idx="273">
                  <c:v>0.704750000003</c:v>
                </c:pt>
                <c:pt idx="274">
                  <c:v>0.705000000003</c:v>
                </c:pt>
                <c:pt idx="275">
                  <c:v>0.709750000003</c:v>
                </c:pt>
                <c:pt idx="276">
                  <c:v>0.710000000003</c:v>
                </c:pt>
                <c:pt idx="277">
                  <c:v>0.714750000003</c:v>
                </c:pt>
                <c:pt idx="278">
                  <c:v>0.715000000003</c:v>
                </c:pt>
                <c:pt idx="279">
                  <c:v>0.719750000003</c:v>
                </c:pt>
                <c:pt idx="280">
                  <c:v>0.720000000003</c:v>
                </c:pt>
                <c:pt idx="281">
                  <c:v>0.724750000003</c:v>
                </c:pt>
                <c:pt idx="282">
                  <c:v>0.725000000003</c:v>
                </c:pt>
                <c:pt idx="283">
                  <c:v>0.729750000003</c:v>
                </c:pt>
                <c:pt idx="284">
                  <c:v>0.730000000003</c:v>
                </c:pt>
                <c:pt idx="285">
                  <c:v>0.734750000004</c:v>
                </c:pt>
                <c:pt idx="286">
                  <c:v>0.735000000004</c:v>
                </c:pt>
                <c:pt idx="287">
                  <c:v>0.739750000004</c:v>
                </c:pt>
                <c:pt idx="288">
                  <c:v>0.740000000004</c:v>
                </c:pt>
                <c:pt idx="289">
                  <c:v>0.744750000004</c:v>
                </c:pt>
                <c:pt idx="290">
                  <c:v>0.745000000004</c:v>
                </c:pt>
                <c:pt idx="291">
                  <c:v>0.749750000004</c:v>
                </c:pt>
                <c:pt idx="292">
                  <c:v>0.750000000004</c:v>
                </c:pt>
                <c:pt idx="293">
                  <c:v>0.754750000004</c:v>
                </c:pt>
                <c:pt idx="294">
                  <c:v>0.755000000004</c:v>
                </c:pt>
                <c:pt idx="295">
                  <c:v>0.759750000004</c:v>
                </c:pt>
                <c:pt idx="296">
                  <c:v>0.760000000004</c:v>
                </c:pt>
                <c:pt idx="297">
                  <c:v>0.764750000004</c:v>
                </c:pt>
                <c:pt idx="298">
                  <c:v>0.765000000004</c:v>
                </c:pt>
                <c:pt idx="299">
                  <c:v>0.769750000004</c:v>
                </c:pt>
                <c:pt idx="300">
                  <c:v>0.770000000004</c:v>
                </c:pt>
                <c:pt idx="301">
                  <c:v>0.774750000004</c:v>
                </c:pt>
                <c:pt idx="302">
                  <c:v>0.775000000004</c:v>
                </c:pt>
                <c:pt idx="303">
                  <c:v>0.779750000004</c:v>
                </c:pt>
                <c:pt idx="304">
                  <c:v>0.780000000004</c:v>
                </c:pt>
                <c:pt idx="305">
                  <c:v>0.784750000004</c:v>
                </c:pt>
                <c:pt idx="306">
                  <c:v>0.785000000004</c:v>
                </c:pt>
                <c:pt idx="307">
                  <c:v>0.789750000004</c:v>
                </c:pt>
                <c:pt idx="308">
                  <c:v>0.790000000004</c:v>
                </c:pt>
                <c:pt idx="309">
                  <c:v>0.794750000004</c:v>
                </c:pt>
                <c:pt idx="310">
                  <c:v>0.795000000004</c:v>
                </c:pt>
                <c:pt idx="311">
                  <c:v>0.799750000004</c:v>
                </c:pt>
                <c:pt idx="312">
                  <c:v>0.800000000004</c:v>
                </c:pt>
                <c:pt idx="313">
                  <c:v>0.804750000004</c:v>
                </c:pt>
                <c:pt idx="314">
                  <c:v>0.805000000004</c:v>
                </c:pt>
                <c:pt idx="315">
                  <c:v>0.809750000004</c:v>
                </c:pt>
                <c:pt idx="316">
                  <c:v>0.810000000004</c:v>
                </c:pt>
                <c:pt idx="317">
                  <c:v>0.814750000004</c:v>
                </c:pt>
                <c:pt idx="318">
                  <c:v>0.815000000004</c:v>
                </c:pt>
                <c:pt idx="319">
                  <c:v>0.819750000004</c:v>
                </c:pt>
                <c:pt idx="320">
                  <c:v>0.820000000004</c:v>
                </c:pt>
                <c:pt idx="321">
                  <c:v>0.824750000004</c:v>
                </c:pt>
                <c:pt idx="322">
                  <c:v>0.825000000004</c:v>
                </c:pt>
                <c:pt idx="323">
                  <c:v>0.829750000004</c:v>
                </c:pt>
                <c:pt idx="324">
                  <c:v>0.830000000004</c:v>
                </c:pt>
                <c:pt idx="325">
                  <c:v>0.834750000004</c:v>
                </c:pt>
                <c:pt idx="326">
                  <c:v>0.835000000004</c:v>
                </c:pt>
                <c:pt idx="327">
                  <c:v>0.839750000004</c:v>
                </c:pt>
                <c:pt idx="328">
                  <c:v>0.840000000004</c:v>
                </c:pt>
                <c:pt idx="329">
                  <c:v>0.844750000004</c:v>
                </c:pt>
                <c:pt idx="330">
                  <c:v>0.845000000004</c:v>
                </c:pt>
                <c:pt idx="331">
                  <c:v>0.849750000004</c:v>
                </c:pt>
                <c:pt idx="332">
                  <c:v>0.850000000004</c:v>
                </c:pt>
                <c:pt idx="333">
                  <c:v>0.854750000004</c:v>
                </c:pt>
                <c:pt idx="334">
                  <c:v>0.855000000004</c:v>
                </c:pt>
                <c:pt idx="335">
                  <c:v>0.859750000004</c:v>
                </c:pt>
                <c:pt idx="336">
                  <c:v>0.860000000004</c:v>
                </c:pt>
                <c:pt idx="337">
                  <c:v>0.864750000004</c:v>
                </c:pt>
                <c:pt idx="338">
                  <c:v>0.865000000004</c:v>
                </c:pt>
                <c:pt idx="339">
                  <c:v>0.869750000004</c:v>
                </c:pt>
                <c:pt idx="340">
                  <c:v>0.870000000004</c:v>
                </c:pt>
                <c:pt idx="341">
                  <c:v>0.874750000004</c:v>
                </c:pt>
                <c:pt idx="342">
                  <c:v>0.875000000004</c:v>
                </c:pt>
                <c:pt idx="343">
                  <c:v>0.879750000004</c:v>
                </c:pt>
                <c:pt idx="344">
                  <c:v>0.880000000004</c:v>
                </c:pt>
                <c:pt idx="345">
                  <c:v>0.884750000004</c:v>
                </c:pt>
                <c:pt idx="346">
                  <c:v>0.885000000004</c:v>
                </c:pt>
                <c:pt idx="347">
                  <c:v>0.889750000004</c:v>
                </c:pt>
                <c:pt idx="348">
                  <c:v>0.890000000004</c:v>
                </c:pt>
                <c:pt idx="349">
                  <c:v>0.894750000004</c:v>
                </c:pt>
                <c:pt idx="350">
                  <c:v>0.895000000004</c:v>
                </c:pt>
                <c:pt idx="351">
                  <c:v>0.899750000004</c:v>
                </c:pt>
                <c:pt idx="352">
                  <c:v>0.900000000004</c:v>
                </c:pt>
                <c:pt idx="353">
                  <c:v>0.904750000004</c:v>
                </c:pt>
                <c:pt idx="354">
                  <c:v>0.905000000004</c:v>
                </c:pt>
                <c:pt idx="355">
                  <c:v>0.909750000004</c:v>
                </c:pt>
                <c:pt idx="356">
                  <c:v>0.910000000004</c:v>
                </c:pt>
                <c:pt idx="357">
                  <c:v>0.914750000004</c:v>
                </c:pt>
                <c:pt idx="358">
                  <c:v>0.915000000004</c:v>
                </c:pt>
                <c:pt idx="359">
                  <c:v>0.919750000004</c:v>
                </c:pt>
                <c:pt idx="360">
                  <c:v>0.920000000004</c:v>
                </c:pt>
                <c:pt idx="361">
                  <c:v>0.924750000004</c:v>
                </c:pt>
                <c:pt idx="362">
                  <c:v>0.925000000004</c:v>
                </c:pt>
                <c:pt idx="363">
                  <c:v>0.929750000004</c:v>
                </c:pt>
                <c:pt idx="364">
                  <c:v>0.930000000004</c:v>
                </c:pt>
                <c:pt idx="365">
                  <c:v>0.934750000004</c:v>
                </c:pt>
                <c:pt idx="366">
                  <c:v>0.935000000004</c:v>
                </c:pt>
                <c:pt idx="367">
                  <c:v>0.939750000004</c:v>
                </c:pt>
                <c:pt idx="368">
                  <c:v>0.940000000004</c:v>
                </c:pt>
                <c:pt idx="369">
                  <c:v>0.944750000005</c:v>
                </c:pt>
                <c:pt idx="370">
                  <c:v>0.945000000005</c:v>
                </c:pt>
                <c:pt idx="371">
                  <c:v>0.949750000005</c:v>
                </c:pt>
                <c:pt idx="372">
                  <c:v>0.950000000005</c:v>
                </c:pt>
                <c:pt idx="373">
                  <c:v>0.954750000005</c:v>
                </c:pt>
                <c:pt idx="374">
                  <c:v>0.955000000005</c:v>
                </c:pt>
                <c:pt idx="375">
                  <c:v>0.959750000005</c:v>
                </c:pt>
                <c:pt idx="376">
                  <c:v>0.960000000005</c:v>
                </c:pt>
                <c:pt idx="377">
                  <c:v>0.964750000005</c:v>
                </c:pt>
                <c:pt idx="378">
                  <c:v>0.965000000005</c:v>
                </c:pt>
                <c:pt idx="379">
                  <c:v>0.969750000005</c:v>
                </c:pt>
                <c:pt idx="380">
                  <c:v>0.970000000005</c:v>
                </c:pt>
                <c:pt idx="381">
                  <c:v>0.974750000005</c:v>
                </c:pt>
                <c:pt idx="382">
                  <c:v>0.975000000005</c:v>
                </c:pt>
                <c:pt idx="383">
                  <c:v>0.979750000005</c:v>
                </c:pt>
                <c:pt idx="384">
                  <c:v>0.980000000005</c:v>
                </c:pt>
                <c:pt idx="385">
                  <c:v>0.984750000005</c:v>
                </c:pt>
                <c:pt idx="386">
                  <c:v>0.985000000005</c:v>
                </c:pt>
                <c:pt idx="387">
                  <c:v>0.989750000005</c:v>
                </c:pt>
                <c:pt idx="388">
                  <c:v>0.990000000005</c:v>
                </c:pt>
                <c:pt idx="389">
                  <c:v>0.994750000005</c:v>
                </c:pt>
                <c:pt idx="390">
                  <c:v>0.995000000005</c:v>
                </c:pt>
                <c:pt idx="391">
                  <c:v>0.999500000005</c:v>
                </c:pt>
                <c:pt idx="392">
                  <c:v>0.999750000005</c:v>
                </c:pt>
                <c:pt idx="393">
                  <c:v>1</c:v>
                </c:pt>
                <c:pt idx="394">
                  <c:v>1.00025</c:v>
                </c:pt>
                <c:pt idx="395">
                  <c:v>1.0005</c:v>
                </c:pt>
                <c:pt idx="396">
                  <c:v>1.00075</c:v>
                </c:pt>
                <c:pt idx="397">
                  <c:v>1.00125</c:v>
                </c:pt>
                <c:pt idx="398">
                  <c:v>1.00475</c:v>
                </c:pt>
                <c:pt idx="399">
                  <c:v>1.005</c:v>
                </c:pt>
                <c:pt idx="400">
                  <c:v>1.00975</c:v>
                </c:pt>
                <c:pt idx="401">
                  <c:v>1.01</c:v>
                </c:pt>
                <c:pt idx="402">
                  <c:v>1.01475</c:v>
                </c:pt>
                <c:pt idx="403">
                  <c:v>1.015</c:v>
                </c:pt>
                <c:pt idx="404">
                  <c:v>1.01875</c:v>
                </c:pt>
                <c:pt idx="405">
                  <c:v>1.01975</c:v>
                </c:pt>
                <c:pt idx="406">
                  <c:v>1.02</c:v>
                </c:pt>
                <c:pt idx="407">
                  <c:v>1.02475</c:v>
                </c:pt>
                <c:pt idx="408">
                  <c:v>1.025</c:v>
                </c:pt>
                <c:pt idx="409">
                  <c:v>1.02975</c:v>
                </c:pt>
                <c:pt idx="410">
                  <c:v>1.03</c:v>
                </c:pt>
                <c:pt idx="411">
                  <c:v>1.03475</c:v>
                </c:pt>
                <c:pt idx="412">
                  <c:v>1.035</c:v>
                </c:pt>
                <c:pt idx="413">
                  <c:v>1.03975</c:v>
                </c:pt>
                <c:pt idx="414">
                  <c:v>1.04</c:v>
                </c:pt>
                <c:pt idx="415">
                  <c:v>1.04475</c:v>
                </c:pt>
                <c:pt idx="416">
                  <c:v>1.045</c:v>
                </c:pt>
                <c:pt idx="417">
                  <c:v>1.04975000001</c:v>
                </c:pt>
                <c:pt idx="418">
                  <c:v>1.05000000001</c:v>
                </c:pt>
                <c:pt idx="419">
                  <c:v>1.05475000001</c:v>
                </c:pt>
                <c:pt idx="420">
                  <c:v>1.05500000001</c:v>
                </c:pt>
                <c:pt idx="421">
                  <c:v>1.05975000001</c:v>
                </c:pt>
                <c:pt idx="422">
                  <c:v>1.06000000001</c:v>
                </c:pt>
                <c:pt idx="423">
                  <c:v>1.06475000001</c:v>
                </c:pt>
                <c:pt idx="424">
                  <c:v>1.06500000001</c:v>
                </c:pt>
                <c:pt idx="425">
                  <c:v>1.06975000001</c:v>
                </c:pt>
                <c:pt idx="426">
                  <c:v>1.07000000001</c:v>
                </c:pt>
                <c:pt idx="427">
                  <c:v>1.07475000001</c:v>
                </c:pt>
                <c:pt idx="428">
                  <c:v>1.07500000001</c:v>
                </c:pt>
                <c:pt idx="429">
                  <c:v>1.07975000001</c:v>
                </c:pt>
                <c:pt idx="430">
                  <c:v>1.08000000001</c:v>
                </c:pt>
                <c:pt idx="431">
                  <c:v>1.08475000001</c:v>
                </c:pt>
                <c:pt idx="432">
                  <c:v>1.08500000001</c:v>
                </c:pt>
                <c:pt idx="433">
                  <c:v>1.08975000001</c:v>
                </c:pt>
                <c:pt idx="434">
                  <c:v>1.09000000001</c:v>
                </c:pt>
                <c:pt idx="435">
                  <c:v>1.09475000001</c:v>
                </c:pt>
                <c:pt idx="436">
                  <c:v>1.09500000001</c:v>
                </c:pt>
                <c:pt idx="437">
                  <c:v>1.09975000001</c:v>
                </c:pt>
                <c:pt idx="438">
                  <c:v>1.10000000001</c:v>
                </c:pt>
                <c:pt idx="439">
                  <c:v>1.10475000001</c:v>
                </c:pt>
                <c:pt idx="440">
                  <c:v>1.10500000001</c:v>
                </c:pt>
                <c:pt idx="441">
                  <c:v>1.10975000001</c:v>
                </c:pt>
                <c:pt idx="442">
                  <c:v>1.11000000001</c:v>
                </c:pt>
                <c:pt idx="443">
                  <c:v>1.11475000001</c:v>
                </c:pt>
                <c:pt idx="444">
                  <c:v>1.11500000001</c:v>
                </c:pt>
                <c:pt idx="445">
                  <c:v>1.11800000001</c:v>
                </c:pt>
                <c:pt idx="446">
                  <c:v>1.11925000001</c:v>
                </c:pt>
                <c:pt idx="447">
                  <c:v>1.11975000001</c:v>
                </c:pt>
                <c:pt idx="448">
                  <c:v>1.12000000001</c:v>
                </c:pt>
                <c:pt idx="449">
                  <c:v>1.12475000001</c:v>
                </c:pt>
                <c:pt idx="450">
                  <c:v>1.12500000001</c:v>
                </c:pt>
                <c:pt idx="451">
                  <c:v>1.12975000001</c:v>
                </c:pt>
                <c:pt idx="452">
                  <c:v>1.13000000001</c:v>
                </c:pt>
                <c:pt idx="453">
                  <c:v>1.13475000001</c:v>
                </c:pt>
                <c:pt idx="454">
                  <c:v>1.13500000001</c:v>
                </c:pt>
                <c:pt idx="455">
                  <c:v>1.13975000001</c:v>
                </c:pt>
                <c:pt idx="456">
                  <c:v>1.14000000001</c:v>
                </c:pt>
                <c:pt idx="457">
                  <c:v>1.14475000001</c:v>
                </c:pt>
                <c:pt idx="458">
                  <c:v>1.14500000001</c:v>
                </c:pt>
                <c:pt idx="459">
                  <c:v>1.14975000001</c:v>
                </c:pt>
                <c:pt idx="460">
                  <c:v>1.15000000001</c:v>
                </c:pt>
                <c:pt idx="461">
                  <c:v>1.15475000001</c:v>
                </c:pt>
                <c:pt idx="462">
                  <c:v>1.15500000001</c:v>
                </c:pt>
                <c:pt idx="463">
                  <c:v>1.15975000001</c:v>
                </c:pt>
                <c:pt idx="464">
                  <c:v>1.16000000001</c:v>
                </c:pt>
                <c:pt idx="465">
                  <c:v>1.16475000001</c:v>
                </c:pt>
                <c:pt idx="466">
                  <c:v>1.16500000001</c:v>
                </c:pt>
                <c:pt idx="467">
                  <c:v>1.16975000001</c:v>
                </c:pt>
                <c:pt idx="468">
                  <c:v>1.17000000001</c:v>
                </c:pt>
                <c:pt idx="469">
                  <c:v>1.17475000001</c:v>
                </c:pt>
                <c:pt idx="470">
                  <c:v>1.17500000001</c:v>
                </c:pt>
                <c:pt idx="471">
                  <c:v>1.17975000001</c:v>
                </c:pt>
                <c:pt idx="472">
                  <c:v>1.18000000001</c:v>
                </c:pt>
                <c:pt idx="473">
                  <c:v>1.18475000001</c:v>
                </c:pt>
                <c:pt idx="474">
                  <c:v>1.18500000001</c:v>
                </c:pt>
                <c:pt idx="475">
                  <c:v>1.18975000001</c:v>
                </c:pt>
                <c:pt idx="476">
                  <c:v>1.19000000001</c:v>
                </c:pt>
                <c:pt idx="477">
                  <c:v>1.19475000001</c:v>
                </c:pt>
                <c:pt idx="478">
                  <c:v>1.19500000001</c:v>
                </c:pt>
                <c:pt idx="479">
                  <c:v>1.19975000001</c:v>
                </c:pt>
                <c:pt idx="480">
                  <c:v>1.20000000001</c:v>
                </c:pt>
                <c:pt idx="481">
                  <c:v>1.20475000001</c:v>
                </c:pt>
                <c:pt idx="482">
                  <c:v>1.20500000001</c:v>
                </c:pt>
                <c:pt idx="483">
                  <c:v>1.20975000001</c:v>
                </c:pt>
                <c:pt idx="484">
                  <c:v>1.21000000001</c:v>
                </c:pt>
                <c:pt idx="485">
                  <c:v>1.21475000001</c:v>
                </c:pt>
                <c:pt idx="486">
                  <c:v>1.21500000001</c:v>
                </c:pt>
                <c:pt idx="487">
                  <c:v>1.21975000001</c:v>
                </c:pt>
                <c:pt idx="488">
                  <c:v>1.22000000001</c:v>
                </c:pt>
                <c:pt idx="489">
                  <c:v>1.22475000001</c:v>
                </c:pt>
                <c:pt idx="490">
                  <c:v>1.22500000001</c:v>
                </c:pt>
                <c:pt idx="491">
                  <c:v>1.22975000001</c:v>
                </c:pt>
                <c:pt idx="492">
                  <c:v>1.23000000001</c:v>
                </c:pt>
                <c:pt idx="493">
                  <c:v>1.23475000001</c:v>
                </c:pt>
                <c:pt idx="494">
                  <c:v>1.23500000001</c:v>
                </c:pt>
                <c:pt idx="495">
                  <c:v>1.23625000001</c:v>
                </c:pt>
                <c:pt idx="496">
                  <c:v>1.23975000001</c:v>
                </c:pt>
                <c:pt idx="497">
                  <c:v>1.24000000001</c:v>
                </c:pt>
                <c:pt idx="498">
                  <c:v>1.24475000001</c:v>
                </c:pt>
                <c:pt idx="499">
                  <c:v>1.24500000001</c:v>
                </c:pt>
                <c:pt idx="500">
                  <c:v>1.24975000001</c:v>
                </c:pt>
                <c:pt idx="501">
                  <c:v>1.25000000001</c:v>
                </c:pt>
                <c:pt idx="502">
                  <c:v>1.25475000001</c:v>
                </c:pt>
                <c:pt idx="503">
                  <c:v>1.25500000001</c:v>
                </c:pt>
                <c:pt idx="504">
                  <c:v>1.25975000001</c:v>
                </c:pt>
                <c:pt idx="505">
                  <c:v>1.26000000001</c:v>
                </c:pt>
                <c:pt idx="506">
                  <c:v>1.26475000001</c:v>
                </c:pt>
                <c:pt idx="507">
                  <c:v>1.26500000001</c:v>
                </c:pt>
                <c:pt idx="508">
                  <c:v>1.26975000001</c:v>
                </c:pt>
                <c:pt idx="509">
                  <c:v>1.27000000001</c:v>
                </c:pt>
                <c:pt idx="510">
                  <c:v>1.27475000001</c:v>
                </c:pt>
                <c:pt idx="511">
                  <c:v>1.27500000001</c:v>
                </c:pt>
                <c:pt idx="512">
                  <c:v>1.27975000001</c:v>
                </c:pt>
                <c:pt idx="513">
                  <c:v>1.28000000001</c:v>
                </c:pt>
                <c:pt idx="514">
                  <c:v>1.28475000001</c:v>
                </c:pt>
                <c:pt idx="515">
                  <c:v>1.28500000001</c:v>
                </c:pt>
                <c:pt idx="516">
                  <c:v>1.28975000001</c:v>
                </c:pt>
                <c:pt idx="517">
                  <c:v>1.29000000001</c:v>
                </c:pt>
                <c:pt idx="518">
                  <c:v>1.29475000001</c:v>
                </c:pt>
                <c:pt idx="519">
                  <c:v>1.29500000001</c:v>
                </c:pt>
                <c:pt idx="520">
                  <c:v>1.29975000001</c:v>
                </c:pt>
                <c:pt idx="521">
                  <c:v>1.30000000001</c:v>
                </c:pt>
                <c:pt idx="522">
                  <c:v>1.30475000001</c:v>
                </c:pt>
                <c:pt idx="523">
                  <c:v>1.30500000001</c:v>
                </c:pt>
                <c:pt idx="524">
                  <c:v>1.30975000001</c:v>
                </c:pt>
                <c:pt idx="525">
                  <c:v>1.31000000001</c:v>
                </c:pt>
                <c:pt idx="526">
                  <c:v>1.31475000001</c:v>
                </c:pt>
                <c:pt idx="527">
                  <c:v>1.31500000001</c:v>
                </c:pt>
                <c:pt idx="528">
                  <c:v>1.31975000001</c:v>
                </c:pt>
                <c:pt idx="529">
                  <c:v>1.32000000001</c:v>
                </c:pt>
                <c:pt idx="530">
                  <c:v>1.32475000001</c:v>
                </c:pt>
                <c:pt idx="531">
                  <c:v>1.32500000001</c:v>
                </c:pt>
                <c:pt idx="532">
                  <c:v>1.32975000001</c:v>
                </c:pt>
                <c:pt idx="533">
                  <c:v>1.33000000001</c:v>
                </c:pt>
                <c:pt idx="534">
                  <c:v>1.33475000001</c:v>
                </c:pt>
                <c:pt idx="535">
                  <c:v>1.33500000001</c:v>
                </c:pt>
                <c:pt idx="536">
                  <c:v>1.33975000001</c:v>
                </c:pt>
                <c:pt idx="537">
                  <c:v>1.34000000001</c:v>
                </c:pt>
                <c:pt idx="538">
                  <c:v>1.34475000001</c:v>
                </c:pt>
                <c:pt idx="539">
                  <c:v>1.34500000001</c:v>
                </c:pt>
                <c:pt idx="540">
                  <c:v>1.34975000001</c:v>
                </c:pt>
                <c:pt idx="541">
                  <c:v>1.35000000001</c:v>
                </c:pt>
                <c:pt idx="542">
                  <c:v>1.35475000001</c:v>
                </c:pt>
                <c:pt idx="543">
                  <c:v>1.35500000001</c:v>
                </c:pt>
                <c:pt idx="544">
                  <c:v>1.35975000001</c:v>
                </c:pt>
                <c:pt idx="545">
                  <c:v>1.36000000001</c:v>
                </c:pt>
                <c:pt idx="546">
                  <c:v>1.36475000001</c:v>
                </c:pt>
                <c:pt idx="547">
                  <c:v>1.36500000001</c:v>
                </c:pt>
                <c:pt idx="548">
                  <c:v>1.36975000001</c:v>
                </c:pt>
                <c:pt idx="549">
                  <c:v>1.37000000001</c:v>
                </c:pt>
                <c:pt idx="550">
                  <c:v>1.37475000001</c:v>
                </c:pt>
                <c:pt idx="551">
                  <c:v>1.37500000001</c:v>
                </c:pt>
                <c:pt idx="552">
                  <c:v>1.37975000001</c:v>
                </c:pt>
                <c:pt idx="553">
                  <c:v>1.38000000001</c:v>
                </c:pt>
                <c:pt idx="554">
                  <c:v>1.38475000001</c:v>
                </c:pt>
                <c:pt idx="555">
                  <c:v>1.38500000001</c:v>
                </c:pt>
                <c:pt idx="556">
                  <c:v>1.38975000001</c:v>
                </c:pt>
                <c:pt idx="557">
                  <c:v>1.39000000001</c:v>
                </c:pt>
                <c:pt idx="558">
                  <c:v>1.39475000001</c:v>
                </c:pt>
                <c:pt idx="559">
                  <c:v>1.39500000001</c:v>
                </c:pt>
                <c:pt idx="560">
                  <c:v>1.39975000001</c:v>
                </c:pt>
                <c:pt idx="561">
                  <c:v>1.40000000001</c:v>
                </c:pt>
                <c:pt idx="562">
                  <c:v>1.40475000001</c:v>
                </c:pt>
                <c:pt idx="563">
                  <c:v>1.40500000001</c:v>
                </c:pt>
                <c:pt idx="564">
                  <c:v>1.40975000001</c:v>
                </c:pt>
                <c:pt idx="565">
                  <c:v>1.41000000001</c:v>
                </c:pt>
                <c:pt idx="566">
                  <c:v>1.41475000001</c:v>
                </c:pt>
                <c:pt idx="567">
                  <c:v>1.41500000001</c:v>
                </c:pt>
                <c:pt idx="568">
                  <c:v>1.41975000001</c:v>
                </c:pt>
                <c:pt idx="569">
                  <c:v>1.42000000001</c:v>
                </c:pt>
                <c:pt idx="570">
                  <c:v>1.42475000001</c:v>
                </c:pt>
                <c:pt idx="571">
                  <c:v>1.42500000001</c:v>
                </c:pt>
                <c:pt idx="572">
                  <c:v>1.42975000001</c:v>
                </c:pt>
                <c:pt idx="573">
                  <c:v>1.43000000001</c:v>
                </c:pt>
                <c:pt idx="574">
                  <c:v>1.43475000001</c:v>
                </c:pt>
                <c:pt idx="575">
                  <c:v>1.43500000001</c:v>
                </c:pt>
                <c:pt idx="576">
                  <c:v>1.43975000001</c:v>
                </c:pt>
                <c:pt idx="577">
                  <c:v>1.44000000001</c:v>
                </c:pt>
                <c:pt idx="578">
                  <c:v>1.44475000001</c:v>
                </c:pt>
                <c:pt idx="579">
                  <c:v>1.44500000001</c:v>
                </c:pt>
                <c:pt idx="580">
                  <c:v>1.44975000001</c:v>
                </c:pt>
                <c:pt idx="581">
                  <c:v>1.45000000001</c:v>
                </c:pt>
                <c:pt idx="582">
                  <c:v>1.45475000001</c:v>
                </c:pt>
                <c:pt idx="583">
                  <c:v>1.45500000001</c:v>
                </c:pt>
                <c:pt idx="584">
                  <c:v>1.45975000001</c:v>
                </c:pt>
                <c:pt idx="585">
                  <c:v>1.46000000001</c:v>
                </c:pt>
                <c:pt idx="586">
                  <c:v>1.46475000001</c:v>
                </c:pt>
                <c:pt idx="587">
                  <c:v>1.46500000001</c:v>
                </c:pt>
                <c:pt idx="588">
                  <c:v>1.46975000001</c:v>
                </c:pt>
                <c:pt idx="589">
                  <c:v>1.47000000001</c:v>
                </c:pt>
                <c:pt idx="590">
                  <c:v>1.47475000001</c:v>
                </c:pt>
                <c:pt idx="591">
                  <c:v>1.47500000001</c:v>
                </c:pt>
                <c:pt idx="592">
                  <c:v>1.47975000001</c:v>
                </c:pt>
                <c:pt idx="593">
                  <c:v>1.48000000001</c:v>
                </c:pt>
                <c:pt idx="594">
                  <c:v>1.48475000001</c:v>
                </c:pt>
                <c:pt idx="595">
                  <c:v>1.48500000001</c:v>
                </c:pt>
                <c:pt idx="596">
                  <c:v>1.48975000001</c:v>
                </c:pt>
                <c:pt idx="597">
                  <c:v>1.49000000001</c:v>
                </c:pt>
                <c:pt idx="598">
                  <c:v>1.49475000001</c:v>
                </c:pt>
                <c:pt idx="599">
                  <c:v>1.49500000001</c:v>
                </c:pt>
                <c:pt idx="600">
                  <c:v>1.49950000001</c:v>
                </c:pt>
                <c:pt idx="601">
                  <c:v>1.49975000001</c:v>
                </c:pt>
                <c:pt idx="602">
                  <c:v>1.50425000001</c:v>
                </c:pt>
                <c:pt idx="603">
                  <c:v>1.50450000001</c:v>
                </c:pt>
                <c:pt idx="604">
                  <c:v>1.50900000001</c:v>
                </c:pt>
                <c:pt idx="605">
                  <c:v>1.50925000001</c:v>
                </c:pt>
                <c:pt idx="606">
                  <c:v>1.51375000001</c:v>
                </c:pt>
                <c:pt idx="607">
                  <c:v>1.51400000001</c:v>
                </c:pt>
                <c:pt idx="608">
                  <c:v>1.51850000001</c:v>
                </c:pt>
                <c:pt idx="609">
                  <c:v>1.51875000001</c:v>
                </c:pt>
                <c:pt idx="610">
                  <c:v>1.52325000001</c:v>
                </c:pt>
                <c:pt idx="611">
                  <c:v>1.52350000001</c:v>
                </c:pt>
                <c:pt idx="612">
                  <c:v>1.52800000001</c:v>
                </c:pt>
                <c:pt idx="613">
                  <c:v>1.52825000001</c:v>
                </c:pt>
                <c:pt idx="614">
                  <c:v>1.53275000001</c:v>
                </c:pt>
                <c:pt idx="615">
                  <c:v>1.53300000001</c:v>
                </c:pt>
                <c:pt idx="616">
                  <c:v>1.53750000001</c:v>
                </c:pt>
                <c:pt idx="617">
                  <c:v>1.53775000001</c:v>
                </c:pt>
                <c:pt idx="618">
                  <c:v>1.54225000001</c:v>
                </c:pt>
                <c:pt idx="619">
                  <c:v>1.54250000001</c:v>
                </c:pt>
                <c:pt idx="620">
                  <c:v>1.54700000001</c:v>
                </c:pt>
                <c:pt idx="621">
                  <c:v>1.54725000001</c:v>
                </c:pt>
                <c:pt idx="622">
                  <c:v>1.55175000001</c:v>
                </c:pt>
                <c:pt idx="623">
                  <c:v>1.55200000001</c:v>
                </c:pt>
                <c:pt idx="624">
                  <c:v>1.55650000001</c:v>
                </c:pt>
                <c:pt idx="625">
                  <c:v>1.55675000001</c:v>
                </c:pt>
                <c:pt idx="626">
                  <c:v>1.56125000001</c:v>
                </c:pt>
                <c:pt idx="627">
                  <c:v>1.56150000001</c:v>
                </c:pt>
                <c:pt idx="628">
                  <c:v>1.56600000001</c:v>
                </c:pt>
                <c:pt idx="629">
                  <c:v>1.56625000001</c:v>
                </c:pt>
                <c:pt idx="630">
                  <c:v>1.57075000001</c:v>
                </c:pt>
                <c:pt idx="631">
                  <c:v>1.57100000001</c:v>
                </c:pt>
                <c:pt idx="632">
                  <c:v>1.57550000001</c:v>
                </c:pt>
                <c:pt idx="633">
                  <c:v>1.57575000001</c:v>
                </c:pt>
                <c:pt idx="634">
                  <c:v>1.58025000001</c:v>
                </c:pt>
                <c:pt idx="635">
                  <c:v>1.58050000001</c:v>
                </c:pt>
                <c:pt idx="636">
                  <c:v>1.58500000001</c:v>
                </c:pt>
                <c:pt idx="637">
                  <c:v>1.58525000001</c:v>
                </c:pt>
                <c:pt idx="638">
                  <c:v>1.58975000001</c:v>
                </c:pt>
                <c:pt idx="639">
                  <c:v>1.59000000001</c:v>
                </c:pt>
                <c:pt idx="640">
                  <c:v>1.59450000001</c:v>
                </c:pt>
                <c:pt idx="641">
                  <c:v>1.59475000001</c:v>
                </c:pt>
                <c:pt idx="642">
                  <c:v>1.59925000001</c:v>
                </c:pt>
                <c:pt idx="643">
                  <c:v>1.59950000001</c:v>
                </c:pt>
                <c:pt idx="644">
                  <c:v>1.60400000001</c:v>
                </c:pt>
                <c:pt idx="645">
                  <c:v>1.60425000001</c:v>
                </c:pt>
                <c:pt idx="646">
                  <c:v>1.60875000001</c:v>
                </c:pt>
                <c:pt idx="647">
                  <c:v>1.60900000001</c:v>
                </c:pt>
                <c:pt idx="648">
                  <c:v>1.61350000001</c:v>
                </c:pt>
                <c:pt idx="649">
                  <c:v>1.61375000001</c:v>
                </c:pt>
                <c:pt idx="650">
                  <c:v>1.61825000001</c:v>
                </c:pt>
                <c:pt idx="651">
                  <c:v>1.61850000001</c:v>
                </c:pt>
                <c:pt idx="652">
                  <c:v>1.62300000001</c:v>
                </c:pt>
                <c:pt idx="653">
                  <c:v>1.62325000001</c:v>
                </c:pt>
                <c:pt idx="654">
                  <c:v>1.62775000001</c:v>
                </c:pt>
                <c:pt idx="655">
                  <c:v>1.62800000001</c:v>
                </c:pt>
                <c:pt idx="656">
                  <c:v>1.63250000001</c:v>
                </c:pt>
                <c:pt idx="657">
                  <c:v>1.63275000001</c:v>
                </c:pt>
                <c:pt idx="658">
                  <c:v>1.63725000001</c:v>
                </c:pt>
                <c:pt idx="659">
                  <c:v>1.63750000001</c:v>
                </c:pt>
                <c:pt idx="660">
                  <c:v>1.64200000001</c:v>
                </c:pt>
                <c:pt idx="661">
                  <c:v>1.64225000001</c:v>
                </c:pt>
                <c:pt idx="662">
                  <c:v>1.64675000001</c:v>
                </c:pt>
                <c:pt idx="663">
                  <c:v>1.64700000001</c:v>
                </c:pt>
                <c:pt idx="664">
                  <c:v>1.65150000001</c:v>
                </c:pt>
                <c:pt idx="665">
                  <c:v>1.65175000001</c:v>
                </c:pt>
                <c:pt idx="666">
                  <c:v>1.65625000001</c:v>
                </c:pt>
                <c:pt idx="667">
                  <c:v>1.65650000001</c:v>
                </c:pt>
                <c:pt idx="668">
                  <c:v>1.66100000001</c:v>
                </c:pt>
                <c:pt idx="669">
                  <c:v>1.66125000001</c:v>
                </c:pt>
                <c:pt idx="670">
                  <c:v>1.66575000001</c:v>
                </c:pt>
                <c:pt idx="671">
                  <c:v>1.66600000001</c:v>
                </c:pt>
                <c:pt idx="672">
                  <c:v>1.67050000001</c:v>
                </c:pt>
                <c:pt idx="673">
                  <c:v>1.67075000001</c:v>
                </c:pt>
                <c:pt idx="674">
                  <c:v>1.67525000001</c:v>
                </c:pt>
                <c:pt idx="675">
                  <c:v>1.67550000001</c:v>
                </c:pt>
                <c:pt idx="676">
                  <c:v>1.68000000001</c:v>
                </c:pt>
                <c:pt idx="677">
                  <c:v>1.68025000001</c:v>
                </c:pt>
                <c:pt idx="678">
                  <c:v>1.68475000001</c:v>
                </c:pt>
                <c:pt idx="679">
                  <c:v>1.68500000001</c:v>
                </c:pt>
                <c:pt idx="680">
                  <c:v>1.68950000001</c:v>
                </c:pt>
                <c:pt idx="681">
                  <c:v>1.68975000001</c:v>
                </c:pt>
                <c:pt idx="682">
                  <c:v>1.69425000001</c:v>
                </c:pt>
                <c:pt idx="683">
                  <c:v>1.69450000001</c:v>
                </c:pt>
                <c:pt idx="684">
                  <c:v>1.69900000001</c:v>
                </c:pt>
                <c:pt idx="685">
                  <c:v>1.69925000001</c:v>
                </c:pt>
                <c:pt idx="686">
                  <c:v>1.70375000001</c:v>
                </c:pt>
                <c:pt idx="687">
                  <c:v>1.70400000001</c:v>
                </c:pt>
                <c:pt idx="688">
                  <c:v>1.70850000001</c:v>
                </c:pt>
                <c:pt idx="689">
                  <c:v>1.70875000001</c:v>
                </c:pt>
                <c:pt idx="690">
                  <c:v>1.71325000001</c:v>
                </c:pt>
                <c:pt idx="691">
                  <c:v>1.71350000001</c:v>
                </c:pt>
                <c:pt idx="692">
                  <c:v>1.71800000001</c:v>
                </c:pt>
                <c:pt idx="693">
                  <c:v>1.71825000001</c:v>
                </c:pt>
                <c:pt idx="694">
                  <c:v>1.72275000001</c:v>
                </c:pt>
                <c:pt idx="695">
                  <c:v>1.72300000001</c:v>
                </c:pt>
                <c:pt idx="696">
                  <c:v>1.72750000001</c:v>
                </c:pt>
                <c:pt idx="697">
                  <c:v>1.72775000001</c:v>
                </c:pt>
                <c:pt idx="698">
                  <c:v>1.73225000001</c:v>
                </c:pt>
                <c:pt idx="699">
                  <c:v>1.73250000001</c:v>
                </c:pt>
                <c:pt idx="700">
                  <c:v>1.73700000001</c:v>
                </c:pt>
                <c:pt idx="701">
                  <c:v>1.73725000001</c:v>
                </c:pt>
                <c:pt idx="702">
                  <c:v>1.74175000001</c:v>
                </c:pt>
                <c:pt idx="703">
                  <c:v>1.74200000001</c:v>
                </c:pt>
                <c:pt idx="704">
                  <c:v>1.74650000001</c:v>
                </c:pt>
                <c:pt idx="705">
                  <c:v>1.74675000001</c:v>
                </c:pt>
                <c:pt idx="706">
                  <c:v>1.75125000001</c:v>
                </c:pt>
                <c:pt idx="707">
                  <c:v>1.75150000001</c:v>
                </c:pt>
                <c:pt idx="708">
                  <c:v>1.75600000001</c:v>
                </c:pt>
                <c:pt idx="709">
                  <c:v>1.75625000001</c:v>
                </c:pt>
                <c:pt idx="710">
                  <c:v>1.76075000001</c:v>
                </c:pt>
                <c:pt idx="711">
                  <c:v>1.76100000001</c:v>
                </c:pt>
                <c:pt idx="712">
                  <c:v>1.76550000001</c:v>
                </c:pt>
                <c:pt idx="713">
                  <c:v>1.76575000001</c:v>
                </c:pt>
                <c:pt idx="714">
                  <c:v>1.77025000001</c:v>
                </c:pt>
                <c:pt idx="715">
                  <c:v>1.77050000001</c:v>
                </c:pt>
                <c:pt idx="716">
                  <c:v>1.77500000001</c:v>
                </c:pt>
                <c:pt idx="717">
                  <c:v>1.77525000001</c:v>
                </c:pt>
                <c:pt idx="718">
                  <c:v>1.77975000001</c:v>
                </c:pt>
                <c:pt idx="719">
                  <c:v>1.78000000001</c:v>
                </c:pt>
                <c:pt idx="720">
                  <c:v>1.78450000001</c:v>
                </c:pt>
                <c:pt idx="721">
                  <c:v>1.78475000001</c:v>
                </c:pt>
                <c:pt idx="722">
                  <c:v>1.78925000001</c:v>
                </c:pt>
                <c:pt idx="723">
                  <c:v>1.78950000001</c:v>
                </c:pt>
                <c:pt idx="724">
                  <c:v>1.79400000001</c:v>
                </c:pt>
                <c:pt idx="725">
                  <c:v>1.79425000001</c:v>
                </c:pt>
                <c:pt idx="726">
                  <c:v>1.79875000001</c:v>
                </c:pt>
                <c:pt idx="727">
                  <c:v>1.79900000001</c:v>
                </c:pt>
                <c:pt idx="728">
                  <c:v>1.80350000001</c:v>
                </c:pt>
                <c:pt idx="729">
                  <c:v>1.80375000001</c:v>
                </c:pt>
                <c:pt idx="730">
                  <c:v>1.80825000001</c:v>
                </c:pt>
                <c:pt idx="731">
                  <c:v>1.80850000001</c:v>
                </c:pt>
                <c:pt idx="732">
                  <c:v>1.81300000001</c:v>
                </c:pt>
                <c:pt idx="733">
                  <c:v>1.81325000001</c:v>
                </c:pt>
                <c:pt idx="734">
                  <c:v>1.81775000001</c:v>
                </c:pt>
                <c:pt idx="735">
                  <c:v>1.81800000001</c:v>
                </c:pt>
                <c:pt idx="736">
                  <c:v>1.82250000001</c:v>
                </c:pt>
                <c:pt idx="737">
                  <c:v>1.82275000001</c:v>
                </c:pt>
                <c:pt idx="738">
                  <c:v>1.82725000001</c:v>
                </c:pt>
                <c:pt idx="739">
                  <c:v>1.82750000001</c:v>
                </c:pt>
                <c:pt idx="740">
                  <c:v>1.83200000001</c:v>
                </c:pt>
                <c:pt idx="741">
                  <c:v>1.83225000001</c:v>
                </c:pt>
                <c:pt idx="742">
                  <c:v>1.83675000001</c:v>
                </c:pt>
                <c:pt idx="743">
                  <c:v>1.83700000001</c:v>
                </c:pt>
                <c:pt idx="744">
                  <c:v>1.84150000001</c:v>
                </c:pt>
                <c:pt idx="745">
                  <c:v>1.84175000001</c:v>
                </c:pt>
                <c:pt idx="746">
                  <c:v>1.84625000001</c:v>
                </c:pt>
                <c:pt idx="747">
                  <c:v>1.84650000001</c:v>
                </c:pt>
                <c:pt idx="748">
                  <c:v>1.85100000001</c:v>
                </c:pt>
                <c:pt idx="749">
                  <c:v>1.85125000001</c:v>
                </c:pt>
                <c:pt idx="750">
                  <c:v>1.85575000001</c:v>
                </c:pt>
                <c:pt idx="751">
                  <c:v>1.85600000001</c:v>
                </c:pt>
                <c:pt idx="752">
                  <c:v>1.86050000001</c:v>
                </c:pt>
                <c:pt idx="753">
                  <c:v>1.86075000001</c:v>
                </c:pt>
                <c:pt idx="754">
                  <c:v>1.86525000001</c:v>
                </c:pt>
                <c:pt idx="755">
                  <c:v>1.86550000001</c:v>
                </c:pt>
                <c:pt idx="756">
                  <c:v>1.87000000001</c:v>
                </c:pt>
                <c:pt idx="757">
                  <c:v>1.87025000001</c:v>
                </c:pt>
                <c:pt idx="758">
                  <c:v>1.87475000001</c:v>
                </c:pt>
                <c:pt idx="759">
                  <c:v>1.87500000001</c:v>
                </c:pt>
                <c:pt idx="760">
                  <c:v>1.87950000001</c:v>
                </c:pt>
                <c:pt idx="761">
                  <c:v>1.87975000001</c:v>
                </c:pt>
                <c:pt idx="762">
                  <c:v>1.88425000001</c:v>
                </c:pt>
                <c:pt idx="763">
                  <c:v>1.88450000001</c:v>
                </c:pt>
                <c:pt idx="764">
                  <c:v>1.88900000001</c:v>
                </c:pt>
                <c:pt idx="765">
                  <c:v>1.88925000001</c:v>
                </c:pt>
                <c:pt idx="766">
                  <c:v>1.89375000001</c:v>
                </c:pt>
                <c:pt idx="767">
                  <c:v>1.89400000001</c:v>
                </c:pt>
                <c:pt idx="768">
                  <c:v>1.89725000001</c:v>
                </c:pt>
                <c:pt idx="769">
                  <c:v>1.89850000001</c:v>
                </c:pt>
                <c:pt idx="770">
                  <c:v>1.89875000001</c:v>
                </c:pt>
                <c:pt idx="771">
                  <c:v>1.90325000001</c:v>
                </c:pt>
                <c:pt idx="772">
                  <c:v>1.90350000001</c:v>
                </c:pt>
                <c:pt idx="773">
                  <c:v>1.90800000001</c:v>
                </c:pt>
                <c:pt idx="774">
                  <c:v>1.90825000001</c:v>
                </c:pt>
                <c:pt idx="775">
                  <c:v>1.91275000001</c:v>
                </c:pt>
                <c:pt idx="776">
                  <c:v>1.91300000001</c:v>
                </c:pt>
                <c:pt idx="777">
                  <c:v>1.91750000001</c:v>
                </c:pt>
                <c:pt idx="778">
                  <c:v>1.91775000001</c:v>
                </c:pt>
                <c:pt idx="779">
                  <c:v>1.92225000001</c:v>
                </c:pt>
                <c:pt idx="780">
                  <c:v>1.92250000001</c:v>
                </c:pt>
                <c:pt idx="781">
                  <c:v>1.92700000001</c:v>
                </c:pt>
                <c:pt idx="782">
                  <c:v>1.92725000001</c:v>
                </c:pt>
                <c:pt idx="783">
                  <c:v>1.93175000001</c:v>
                </c:pt>
                <c:pt idx="784">
                  <c:v>1.93200000001</c:v>
                </c:pt>
                <c:pt idx="785">
                  <c:v>1.93650000001</c:v>
                </c:pt>
                <c:pt idx="786">
                  <c:v>1.93675000001</c:v>
                </c:pt>
                <c:pt idx="787">
                  <c:v>1.94125000001</c:v>
                </c:pt>
                <c:pt idx="788">
                  <c:v>1.94150000001</c:v>
                </c:pt>
                <c:pt idx="789">
                  <c:v>1.94600000001</c:v>
                </c:pt>
                <c:pt idx="790">
                  <c:v>1.94625000001</c:v>
                </c:pt>
                <c:pt idx="791">
                  <c:v>1.95075000001</c:v>
                </c:pt>
                <c:pt idx="792">
                  <c:v>1.95100000001</c:v>
                </c:pt>
                <c:pt idx="793">
                  <c:v>1.95550000001</c:v>
                </c:pt>
                <c:pt idx="794">
                  <c:v>1.95575000001</c:v>
                </c:pt>
                <c:pt idx="795">
                  <c:v>1.96025000001</c:v>
                </c:pt>
                <c:pt idx="796">
                  <c:v>1.96050000001</c:v>
                </c:pt>
                <c:pt idx="797">
                  <c:v>1.96500000001</c:v>
                </c:pt>
                <c:pt idx="798">
                  <c:v>1.96525000001</c:v>
                </c:pt>
                <c:pt idx="799">
                  <c:v>1.96975000001</c:v>
                </c:pt>
                <c:pt idx="800">
                  <c:v>1.97000000001</c:v>
                </c:pt>
                <c:pt idx="801">
                  <c:v>1.97450000001</c:v>
                </c:pt>
                <c:pt idx="802">
                  <c:v>1.97475000001</c:v>
                </c:pt>
                <c:pt idx="803">
                  <c:v>1.97925000001</c:v>
                </c:pt>
                <c:pt idx="804">
                  <c:v>1.97950000001</c:v>
                </c:pt>
                <c:pt idx="805">
                  <c:v>1.98400000001</c:v>
                </c:pt>
                <c:pt idx="806">
                  <c:v>1.98425000001</c:v>
                </c:pt>
                <c:pt idx="807">
                  <c:v>1.98875000001</c:v>
                </c:pt>
                <c:pt idx="808">
                  <c:v>1.98900000001</c:v>
                </c:pt>
                <c:pt idx="809">
                  <c:v>1.99350000001</c:v>
                </c:pt>
                <c:pt idx="810">
                  <c:v>1.99375000001</c:v>
                </c:pt>
                <c:pt idx="811">
                  <c:v>1.99825000001</c:v>
                </c:pt>
                <c:pt idx="812">
                  <c:v>1.99850000001</c:v>
                </c:pt>
                <c:pt idx="813">
                  <c:v>2.00300000001</c:v>
                </c:pt>
                <c:pt idx="814">
                  <c:v>2.00325000001</c:v>
                </c:pt>
                <c:pt idx="815">
                  <c:v>2.00775000001</c:v>
                </c:pt>
                <c:pt idx="816">
                  <c:v>2.00800000001</c:v>
                </c:pt>
                <c:pt idx="817">
                  <c:v>2.01250000001</c:v>
                </c:pt>
                <c:pt idx="818">
                  <c:v>2.01275000001</c:v>
                </c:pt>
                <c:pt idx="819">
                  <c:v>2.01725000001</c:v>
                </c:pt>
                <c:pt idx="820">
                  <c:v>2.01750000001</c:v>
                </c:pt>
                <c:pt idx="821">
                  <c:v>2.02200000001</c:v>
                </c:pt>
                <c:pt idx="822">
                  <c:v>2.02225000001</c:v>
                </c:pt>
                <c:pt idx="823">
                  <c:v>2.02675000001</c:v>
                </c:pt>
                <c:pt idx="824">
                  <c:v>2.02700000001</c:v>
                </c:pt>
                <c:pt idx="825">
                  <c:v>2.03150000001</c:v>
                </c:pt>
                <c:pt idx="826">
                  <c:v>2.03175000001</c:v>
                </c:pt>
                <c:pt idx="827">
                  <c:v>2.03625000001</c:v>
                </c:pt>
                <c:pt idx="828">
                  <c:v>2.03650000001</c:v>
                </c:pt>
                <c:pt idx="829">
                  <c:v>2.04100000001</c:v>
                </c:pt>
                <c:pt idx="830">
                  <c:v>2.04125000001</c:v>
                </c:pt>
                <c:pt idx="831">
                  <c:v>2.04575000001</c:v>
                </c:pt>
                <c:pt idx="832">
                  <c:v>2.04600000001</c:v>
                </c:pt>
                <c:pt idx="833">
                  <c:v>2.05050000001</c:v>
                </c:pt>
                <c:pt idx="834">
                  <c:v>2.05075000001</c:v>
                </c:pt>
                <c:pt idx="835">
                  <c:v>2.05525000001</c:v>
                </c:pt>
                <c:pt idx="836">
                  <c:v>2.05550000001</c:v>
                </c:pt>
                <c:pt idx="837">
                  <c:v>2.06000000001</c:v>
                </c:pt>
                <c:pt idx="838">
                  <c:v>2.06025000001</c:v>
                </c:pt>
                <c:pt idx="839">
                  <c:v>2.06475000001</c:v>
                </c:pt>
                <c:pt idx="840">
                  <c:v>2.06500000001</c:v>
                </c:pt>
                <c:pt idx="841">
                  <c:v>2.06950000001</c:v>
                </c:pt>
                <c:pt idx="842">
                  <c:v>2.06975000001</c:v>
                </c:pt>
                <c:pt idx="843">
                  <c:v>2.07425000001</c:v>
                </c:pt>
                <c:pt idx="844">
                  <c:v>2.07450000001</c:v>
                </c:pt>
                <c:pt idx="845">
                  <c:v>2.07900000001</c:v>
                </c:pt>
                <c:pt idx="846">
                  <c:v>2.07925000001</c:v>
                </c:pt>
                <c:pt idx="847">
                  <c:v>2.08375000001</c:v>
                </c:pt>
                <c:pt idx="848">
                  <c:v>2.08400000001</c:v>
                </c:pt>
                <c:pt idx="849">
                  <c:v>2.08850000001</c:v>
                </c:pt>
                <c:pt idx="850">
                  <c:v>2.08875000001</c:v>
                </c:pt>
                <c:pt idx="851">
                  <c:v>2.09325000001</c:v>
                </c:pt>
                <c:pt idx="852">
                  <c:v>2.09350000001</c:v>
                </c:pt>
                <c:pt idx="853">
                  <c:v>2.09800000001</c:v>
                </c:pt>
                <c:pt idx="854">
                  <c:v>2.09825000001</c:v>
                </c:pt>
                <c:pt idx="855">
                  <c:v>2.10275000001</c:v>
                </c:pt>
                <c:pt idx="856">
                  <c:v>2.10300000001</c:v>
                </c:pt>
                <c:pt idx="857">
                  <c:v>2.10750000001</c:v>
                </c:pt>
                <c:pt idx="858">
                  <c:v>2.10775000001</c:v>
                </c:pt>
                <c:pt idx="859">
                  <c:v>2.11225000001</c:v>
                </c:pt>
                <c:pt idx="860">
                  <c:v>2.11250000001</c:v>
                </c:pt>
                <c:pt idx="861">
                  <c:v>2.11700000001</c:v>
                </c:pt>
                <c:pt idx="862">
                  <c:v>2.11725000001</c:v>
                </c:pt>
                <c:pt idx="863">
                  <c:v>2.12000000001</c:v>
                </c:pt>
                <c:pt idx="864">
                  <c:v>2.12175000001</c:v>
                </c:pt>
                <c:pt idx="865">
                  <c:v>2.12200000001</c:v>
                </c:pt>
                <c:pt idx="866">
                  <c:v>2.12650000001</c:v>
                </c:pt>
                <c:pt idx="867">
                  <c:v>2.12675000001</c:v>
                </c:pt>
                <c:pt idx="868">
                  <c:v>2.13125000001</c:v>
                </c:pt>
                <c:pt idx="869">
                  <c:v>2.13150000001</c:v>
                </c:pt>
                <c:pt idx="870">
                  <c:v>2.13600000001</c:v>
                </c:pt>
                <c:pt idx="871">
                  <c:v>2.13625000001</c:v>
                </c:pt>
                <c:pt idx="872">
                  <c:v>2.14075000001</c:v>
                </c:pt>
                <c:pt idx="873">
                  <c:v>2.14100000001</c:v>
                </c:pt>
                <c:pt idx="874">
                  <c:v>2.14550000001</c:v>
                </c:pt>
                <c:pt idx="875">
                  <c:v>2.14575000001</c:v>
                </c:pt>
                <c:pt idx="876">
                  <c:v>2.15025000001</c:v>
                </c:pt>
                <c:pt idx="877">
                  <c:v>2.15050000001</c:v>
                </c:pt>
                <c:pt idx="878">
                  <c:v>2.15500000001</c:v>
                </c:pt>
                <c:pt idx="879">
                  <c:v>2.15525000001</c:v>
                </c:pt>
                <c:pt idx="880">
                  <c:v>2.15975000001</c:v>
                </c:pt>
                <c:pt idx="881">
                  <c:v>2.16000000001</c:v>
                </c:pt>
                <c:pt idx="882">
                  <c:v>2.16450000001</c:v>
                </c:pt>
                <c:pt idx="883">
                  <c:v>2.16475000001</c:v>
                </c:pt>
                <c:pt idx="884">
                  <c:v>2.16925000001</c:v>
                </c:pt>
                <c:pt idx="885">
                  <c:v>2.16950000001</c:v>
                </c:pt>
                <c:pt idx="886">
                  <c:v>2.17400000001</c:v>
                </c:pt>
                <c:pt idx="887">
                  <c:v>2.17425000001</c:v>
                </c:pt>
                <c:pt idx="888">
                  <c:v>2.17875000001</c:v>
                </c:pt>
                <c:pt idx="889">
                  <c:v>2.17900000001</c:v>
                </c:pt>
                <c:pt idx="890">
                  <c:v>2.18350000001</c:v>
                </c:pt>
                <c:pt idx="891">
                  <c:v>2.18375000001</c:v>
                </c:pt>
                <c:pt idx="892">
                  <c:v>2.18825000001</c:v>
                </c:pt>
                <c:pt idx="893">
                  <c:v>2.18850000001</c:v>
                </c:pt>
                <c:pt idx="894">
                  <c:v>2.19300000001</c:v>
                </c:pt>
                <c:pt idx="895">
                  <c:v>2.19325000001</c:v>
                </c:pt>
                <c:pt idx="896">
                  <c:v>2.19550000001</c:v>
                </c:pt>
                <c:pt idx="897">
                  <c:v>2.19775000001</c:v>
                </c:pt>
                <c:pt idx="898">
                  <c:v>2.19800000001</c:v>
                </c:pt>
                <c:pt idx="899">
                  <c:v>2.20250000001</c:v>
                </c:pt>
                <c:pt idx="900">
                  <c:v>2.20275000001</c:v>
                </c:pt>
                <c:pt idx="901">
                  <c:v>2.20725000001</c:v>
                </c:pt>
                <c:pt idx="902">
                  <c:v>2.20750000001</c:v>
                </c:pt>
                <c:pt idx="903">
                  <c:v>2.21200000001</c:v>
                </c:pt>
                <c:pt idx="904">
                  <c:v>2.21225000001</c:v>
                </c:pt>
                <c:pt idx="905">
                  <c:v>2.21675000001</c:v>
                </c:pt>
                <c:pt idx="906">
                  <c:v>2.21700000001</c:v>
                </c:pt>
                <c:pt idx="907">
                  <c:v>2.22150000001</c:v>
                </c:pt>
                <c:pt idx="908">
                  <c:v>2.22175000001</c:v>
                </c:pt>
                <c:pt idx="909">
                  <c:v>2.22625000001</c:v>
                </c:pt>
                <c:pt idx="910">
                  <c:v>2.22650000001</c:v>
                </c:pt>
                <c:pt idx="911">
                  <c:v>2.23100000001</c:v>
                </c:pt>
                <c:pt idx="912">
                  <c:v>2.23125000001</c:v>
                </c:pt>
                <c:pt idx="913">
                  <c:v>2.23575000001</c:v>
                </c:pt>
                <c:pt idx="914">
                  <c:v>2.23600000001</c:v>
                </c:pt>
                <c:pt idx="915">
                  <c:v>2.24050000001</c:v>
                </c:pt>
                <c:pt idx="916">
                  <c:v>2.24075000001</c:v>
                </c:pt>
                <c:pt idx="917">
                  <c:v>2.24525000001</c:v>
                </c:pt>
                <c:pt idx="918">
                  <c:v>2.24550000001</c:v>
                </c:pt>
                <c:pt idx="919">
                  <c:v>2.25000000001</c:v>
                </c:pt>
                <c:pt idx="920">
                  <c:v>2.25025000001</c:v>
                </c:pt>
                <c:pt idx="921">
                  <c:v>2.25475000001</c:v>
                </c:pt>
                <c:pt idx="922">
                  <c:v>2.25500000001</c:v>
                </c:pt>
                <c:pt idx="923">
                  <c:v>2.25950000001</c:v>
                </c:pt>
                <c:pt idx="924">
                  <c:v>2.25975000001</c:v>
                </c:pt>
                <c:pt idx="925">
                  <c:v>2.26425000001</c:v>
                </c:pt>
                <c:pt idx="926">
                  <c:v>2.26450000001</c:v>
                </c:pt>
                <c:pt idx="927">
                  <c:v>2.26900000001</c:v>
                </c:pt>
                <c:pt idx="928">
                  <c:v>2.26925000001</c:v>
                </c:pt>
                <c:pt idx="929">
                  <c:v>2.27375000001</c:v>
                </c:pt>
                <c:pt idx="930">
                  <c:v>2.27400000001</c:v>
                </c:pt>
                <c:pt idx="931">
                  <c:v>2.27850000001</c:v>
                </c:pt>
                <c:pt idx="932">
                  <c:v>2.27875000001</c:v>
                </c:pt>
                <c:pt idx="933">
                  <c:v>2.28325000001</c:v>
                </c:pt>
                <c:pt idx="934">
                  <c:v>2.28350000001</c:v>
                </c:pt>
                <c:pt idx="935">
                  <c:v>2.28800000001</c:v>
                </c:pt>
                <c:pt idx="936">
                  <c:v>2.28825000001</c:v>
                </c:pt>
                <c:pt idx="937">
                  <c:v>2.29275000001</c:v>
                </c:pt>
                <c:pt idx="938">
                  <c:v>2.29300000001</c:v>
                </c:pt>
                <c:pt idx="939">
                  <c:v>2.29750000001</c:v>
                </c:pt>
                <c:pt idx="940">
                  <c:v>2.29775000001</c:v>
                </c:pt>
                <c:pt idx="941">
                  <c:v>2.30225000001</c:v>
                </c:pt>
                <c:pt idx="942">
                  <c:v>2.30250000001</c:v>
                </c:pt>
                <c:pt idx="943">
                  <c:v>2.30700000001</c:v>
                </c:pt>
                <c:pt idx="944">
                  <c:v>2.30725000001</c:v>
                </c:pt>
                <c:pt idx="945">
                  <c:v>2.31175000001</c:v>
                </c:pt>
                <c:pt idx="946">
                  <c:v>2.31200000001</c:v>
                </c:pt>
                <c:pt idx="947">
                  <c:v>2.31650000001</c:v>
                </c:pt>
                <c:pt idx="948">
                  <c:v>2.31675000001</c:v>
                </c:pt>
                <c:pt idx="949">
                  <c:v>2.32125000001</c:v>
                </c:pt>
                <c:pt idx="950">
                  <c:v>2.32150000001</c:v>
                </c:pt>
                <c:pt idx="951">
                  <c:v>2.32600000001</c:v>
                </c:pt>
                <c:pt idx="952">
                  <c:v>2.32625000001</c:v>
                </c:pt>
                <c:pt idx="953">
                  <c:v>2.33075000001</c:v>
                </c:pt>
                <c:pt idx="954">
                  <c:v>2.33100000001</c:v>
                </c:pt>
                <c:pt idx="955">
                  <c:v>2.33550000001</c:v>
                </c:pt>
                <c:pt idx="956">
                  <c:v>2.33575000001</c:v>
                </c:pt>
                <c:pt idx="957">
                  <c:v>2.34025000001</c:v>
                </c:pt>
                <c:pt idx="958">
                  <c:v>2.34050000001</c:v>
                </c:pt>
                <c:pt idx="959">
                  <c:v>2.34325000001</c:v>
                </c:pt>
                <c:pt idx="960">
                  <c:v>2.34500000001</c:v>
                </c:pt>
                <c:pt idx="961">
                  <c:v>2.34525000001</c:v>
                </c:pt>
                <c:pt idx="962">
                  <c:v>2.34975000001</c:v>
                </c:pt>
                <c:pt idx="963">
                  <c:v>2.35000000001</c:v>
                </c:pt>
                <c:pt idx="964">
                  <c:v>2.35450000001</c:v>
                </c:pt>
                <c:pt idx="965">
                  <c:v>2.35475000001</c:v>
                </c:pt>
                <c:pt idx="966">
                  <c:v>2.35925000001</c:v>
                </c:pt>
                <c:pt idx="967">
                  <c:v>2.35950000001</c:v>
                </c:pt>
                <c:pt idx="968">
                  <c:v>2.36400000001</c:v>
                </c:pt>
                <c:pt idx="969">
                  <c:v>2.36425000001</c:v>
                </c:pt>
                <c:pt idx="970">
                  <c:v>2.36875000001</c:v>
                </c:pt>
                <c:pt idx="971">
                  <c:v>2.36900000001</c:v>
                </c:pt>
                <c:pt idx="972">
                  <c:v>2.37350000001</c:v>
                </c:pt>
                <c:pt idx="973">
                  <c:v>2.37375000001</c:v>
                </c:pt>
                <c:pt idx="974">
                  <c:v>2.37825000001</c:v>
                </c:pt>
                <c:pt idx="975">
                  <c:v>2.37850000001</c:v>
                </c:pt>
                <c:pt idx="976">
                  <c:v>2.38300000001</c:v>
                </c:pt>
                <c:pt idx="977">
                  <c:v>2.38325000001</c:v>
                </c:pt>
                <c:pt idx="978">
                  <c:v>2.38775000001</c:v>
                </c:pt>
                <c:pt idx="979">
                  <c:v>2.38800000001</c:v>
                </c:pt>
                <c:pt idx="980">
                  <c:v>2.39250000001</c:v>
                </c:pt>
                <c:pt idx="981">
                  <c:v>2.39275000001</c:v>
                </c:pt>
                <c:pt idx="982">
                  <c:v>2.39725000001</c:v>
                </c:pt>
                <c:pt idx="983">
                  <c:v>2.39750000001</c:v>
                </c:pt>
                <c:pt idx="984">
                  <c:v>2.40200000001</c:v>
                </c:pt>
                <c:pt idx="985">
                  <c:v>2.40225000001</c:v>
                </c:pt>
                <c:pt idx="986">
                  <c:v>2.40675000001</c:v>
                </c:pt>
                <c:pt idx="987">
                  <c:v>2.40700000001</c:v>
                </c:pt>
                <c:pt idx="988">
                  <c:v>2.41150000001</c:v>
                </c:pt>
                <c:pt idx="989">
                  <c:v>2.41175000001</c:v>
                </c:pt>
                <c:pt idx="990">
                  <c:v>2.41625000001</c:v>
                </c:pt>
                <c:pt idx="991">
                  <c:v>2.41650000001</c:v>
                </c:pt>
                <c:pt idx="992">
                  <c:v>2.42100000001</c:v>
                </c:pt>
                <c:pt idx="993">
                  <c:v>2.42125000001</c:v>
                </c:pt>
                <c:pt idx="994">
                  <c:v>2.42575000001</c:v>
                </c:pt>
                <c:pt idx="995">
                  <c:v>2.42600000001</c:v>
                </c:pt>
                <c:pt idx="996">
                  <c:v>2.43050000001</c:v>
                </c:pt>
                <c:pt idx="997">
                  <c:v>2.43075000001</c:v>
                </c:pt>
                <c:pt idx="998">
                  <c:v>2.43525000001</c:v>
                </c:pt>
                <c:pt idx="999">
                  <c:v>2.43550000001</c:v>
                </c:pt>
                <c:pt idx="1000">
                  <c:v>2.44000000001</c:v>
                </c:pt>
                <c:pt idx="1001">
                  <c:v>2.44025000001</c:v>
                </c:pt>
                <c:pt idx="1002">
                  <c:v>2.44475000001</c:v>
                </c:pt>
                <c:pt idx="1003">
                  <c:v>2.44500000001</c:v>
                </c:pt>
                <c:pt idx="1004">
                  <c:v>2.44900000001</c:v>
                </c:pt>
                <c:pt idx="1005">
                  <c:v>2.44950000001</c:v>
                </c:pt>
                <c:pt idx="1006">
                  <c:v>2.44975000001</c:v>
                </c:pt>
                <c:pt idx="1007">
                  <c:v>2.45425000001</c:v>
                </c:pt>
                <c:pt idx="1008">
                  <c:v>2.45450000001</c:v>
                </c:pt>
                <c:pt idx="1009">
                  <c:v>2.45900000001</c:v>
                </c:pt>
                <c:pt idx="1010">
                  <c:v>2.45925000001</c:v>
                </c:pt>
                <c:pt idx="1011">
                  <c:v>2.46375000001</c:v>
                </c:pt>
                <c:pt idx="1012">
                  <c:v>2.46400000001</c:v>
                </c:pt>
                <c:pt idx="1013">
                  <c:v>2.46850000001</c:v>
                </c:pt>
                <c:pt idx="1014">
                  <c:v>2.46875000001</c:v>
                </c:pt>
                <c:pt idx="1015">
                  <c:v>2.47325000001</c:v>
                </c:pt>
                <c:pt idx="1016">
                  <c:v>2.47350000001</c:v>
                </c:pt>
                <c:pt idx="1017">
                  <c:v>2.47800000001</c:v>
                </c:pt>
                <c:pt idx="1018">
                  <c:v>2.47825000001</c:v>
                </c:pt>
                <c:pt idx="1019">
                  <c:v>2.48275000001</c:v>
                </c:pt>
                <c:pt idx="1020">
                  <c:v>2.48300000001</c:v>
                </c:pt>
                <c:pt idx="1021">
                  <c:v>2.48750000001</c:v>
                </c:pt>
                <c:pt idx="1022">
                  <c:v>2.48775000001</c:v>
                </c:pt>
                <c:pt idx="1023">
                  <c:v>2.49225000001</c:v>
                </c:pt>
                <c:pt idx="1024">
                  <c:v>2.49250000001</c:v>
                </c:pt>
                <c:pt idx="1025">
                  <c:v>2.49700000001</c:v>
                </c:pt>
                <c:pt idx="1026">
                  <c:v>2.49725000001</c:v>
                </c:pt>
                <c:pt idx="1027">
                  <c:v>2.50175000001</c:v>
                </c:pt>
                <c:pt idx="1028">
                  <c:v>2.50200000001</c:v>
                </c:pt>
                <c:pt idx="1029">
                  <c:v>2.50650000001</c:v>
                </c:pt>
                <c:pt idx="1030">
                  <c:v>2.50675000001</c:v>
                </c:pt>
                <c:pt idx="1031">
                  <c:v>2.51125000001</c:v>
                </c:pt>
                <c:pt idx="1032">
                  <c:v>2.51150000001</c:v>
                </c:pt>
                <c:pt idx="1033">
                  <c:v>2.51600000001</c:v>
                </c:pt>
                <c:pt idx="1034">
                  <c:v>2.51625000001</c:v>
                </c:pt>
                <c:pt idx="1035">
                  <c:v>2.52075000001</c:v>
                </c:pt>
                <c:pt idx="1036">
                  <c:v>2.52100000001</c:v>
                </c:pt>
                <c:pt idx="1037">
                  <c:v>2.52550000001</c:v>
                </c:pt>
                <c:pt idx="1038">
                  <c:v>2.52575000001</c:v>
                </c:pt>
                <c:pt idx="1039">
                  <c:v>2.53025000001</c:v>
                </c:pt>
                <c:pt idx="1040">
                  <c:v>2.53050000001</c:v>
                </c:pt>
                <c:pt idx="1041">
                  <c:v>2.53500000001</c:v>
                </c:pt>
                <c:pt idx="1042">
                  <c:v>2.53525000001</c:v>
                </c:pt>
                <c:pt idx="1043">
                  <c:v>2.53975000001</c:v>
                </c:pt>
                <c:pt idx="1044">
                  <c:v>2.54000000001</c:v>
                </c:pt>
                <c:pt idx="1045">
                  <c:v>2.54450000001</c:v>
                </c:pt>
                <c:pt idx="1046">
                  <c:v>2.54475000001</c:v>
                </c:pt>
                <c:pt idx="1047">
                  <c:v>2.54750000001</c:v>
                </c:pt>
                <c:pt idx="1048">
                  <c:v>2.54925000001</c:v>
                </c:pt>
                <c:pt idx="1049">
                  <c:v>2.54950000001</c:v>
                </c:pt>
                <c:pt idx="1050">
                  <c:v>2.55400000001</c:v>
                </c:pt>
                <c:pt idx="1051">
                  <c:v>2.55425000001</c:v>
                </c:pt>
                <c:pt idx="1052">
                  <c:v>2.55875000001</c:v>
                </c:pt>
                <c:pt idx="1053">
                  <c:v>2.55900000001</c:v>
                </c:pt>
                <c:pt idx="1054">
                  <c:v>2.56350000001</c:v>
                </c:pt>
                <c:pt idx="1055">
                  <c:v>2.56375000001</c:v>
                </c:pt>
                <c:pt idx="1056">
                  <c:v>2.56675000001</c:v>
                </c:pt>
                <c:pt idx="1057">
                  <c:v>2.56825000001</c:v>
                </c:pt>
                <c:pt idx="1058">
                  <c:v>2.56850000001</c:v>
                </c:pt>
                <c:pt idx="1059">
                  <c:v>2.57300000001</c:v>
                </c:pt>
                <c:pt idx="1060">
                  <c:v>2.57325000001</c:v>
                </c:pt>
                <c:pt idx="1061">
                  <c:v>2.57775000001</c:v>
                </c:pt>
                <c:pt idx="1062">
                  <c:v>2.57800000001</c:v>
                </c:pt>
                <c:pt idx="1063">
                  <c:v>2.58250000001</c:v>
                </c:pt>
                <c:pt idx="1064">
                  <c:v>2.58275000001</c:v>
                </c:pt>
                <c:pt idx="1065">
                  <c:v>2.58725000001</c:v>
                </c:pt>
                <c:pt idx="1066">
                  <c:v>2.58750000001</c:v>
                </c:pt>
                <c:pt idx="1067">
                  <c:v>2.59200000001</c:v>
                </c:pt>
                <c:pt idx="1068">
                  <c:v>2.59225000001</c:v>
                </c:pt>
                <c:pt idx="1069">
                  <c:v>2.59675000001</c:v>
                </c:pt>
                <c:pt idx="1070">
                  <c:v>2.59700000001</c:v>
                </c:pt>
                <c:pt idx="1071">
                  <c:v>2.60150000001</c:v>
                </c:pt>
                <c:pt idx="1072">
                  <c:v>2.60175000001</c:v>
                </c:pt>
                <c:pt idx="1073">
                  <c:v>2.60625000001</c:v>
                </c:pt>
                <c:pt idx="1074">
                  <c:v>2.60650000001</c:v>
                </c:pt>
                <c:pt idx="1075">
                  <c:v>2.61100000001</c:v>
                </c:pt>
                <c:pt idx="1076">
                  <c:v>2.61125000001</c:v>
                </c:pt>
                <c:pt idx="1077">
                  <c:v>2.61325000001</c:v>
                </c:pt>
                <c:pt idx="1078">
                  <c:v>2.61575000001</c:v>
                </c:pt>
                <c:pt idx="1079">
                  <c:v>2.61600000001</c:v>
                </c:pt>
                <c:pt idx="1080">
                  <c:v>2.62050000001</c:v>
                </c:pt>
                <c:pt idx="1081">
                  <c:v>2.62075000001</c:v>
                </c:pt>
                <c:pt idx="1082">
                  <c:v>2.62525000001</c:v>
                </c:pt>
                <c:pt idx="1083">
                  <c:v>2.62550000001</c:v>
                </c:pt>
                <c:pt idx="1084">
                  <c:v>2.63000000001</c:v>
                </c:pt>
                <c:pt idx="1085">
                  <c:v>2.63025000001</c:v>
                </c:pt>
                <c:pt idx="1086">
                  <c:v>2.63475000001</c:v>
                </c:pt>
                <c:pt idx="1087">
                  <c:v>2.63500000001</c:v>
                </c:pt>
                <c:pt idx="1088">
                  <c:v>2.63950000001</c:v>
                </c:pt>
                <c:pt idx="1089">
                  <c:v>2.63975000001</c:v>
                </c:pt>
                <c:pt idx="1090">
                  <c:v>2.64425000001</c:v>
                </c:pt>
                <c:pt idx="1091">
                  <c:v>2.64450000001</c:v>
                </c:pt>
                <c:pt idx="1092">
                  <c:v>2.64900000001</c:v>
                </c:pt>
                <c:pt idx="1093">
                  <c:v>2.64925000001</c:v>
                </c:pt>
                <c:pt idx="1094">
                  <c:v>2.65375000001</c:v>
                </c:pt>
                <c:pt idx="1095">
                  <c:v>2.65400000001</c:v>
                </c:pt>
                <c:pt idx="1096">
                  <c:v>2.65850000001</c:v>
                </c:pt>
                <c:pt idx="1097">
                  <c:v>2.65875000001</c:v>
                </c:pt>
                <c:pt idx="1098">
                  <c:v>2.66325000001</c:v>
                </c:pt>
                <c:pt idx="1099">
                  <c:v>2.66350000001</c:v>
                </c:pt>
                <c:pt idx="1100">
                  <c:v>2.66800000001</c:v>
                </c:pt>
                <c:pt idx="1101">
                  <c:v>2.66825000001</c:v>
                </c:pt>
                <c:pt idx="1102">
                  <c:v>2.67125000001</c:v>
                </c:pt>
                <c:pt idx="1103">
                  <c:v>2.67275000001</c:v>
                </c:pt>
                <c:pt idx="1104">
                  <c:v>2.67300000001</c:v>
                </c:pt>
                <c:pt idx="1105">
                  <c:v>2.67750000001</c:v>
                </c:pt>
                <c:pt idx="1106">
                  <c:v>2.67775000001</c:v>
                </c:pt>
                <c:pt idx="1107">
                  <c:v>2.68225000001</c:v>
                </c:pt>
                <c:pt idx="1108">
                  <c:v>2.68250000001</c:v>
                </c:pt>
                <c:pt idx="1109">
                  <c:v>2.68700000001</c:v>
                </c:pt>
                <c:pt idx="1110">
                  <c:v>2.68725000001</c:v>
                </c:pt>
                <c:pt idx="1111">
                  <c:v>2.69175000001</c:v>
                </c:pt>
                <c:pt idx="1112">
                  <c:v>2.69200000001</c:v>
                </c:pt>
                <c:pt idx="1113">
                  <c:v>2.69650000001</c:v>
                </c:pt>
                <c:pt idx="1114">
                  <c:v>2.69675000001</c:v>
                </c:pt>
                <c:pt idx="1115">
                  <c:v>2.70125000001</c:v>
                </c:pt>
                <c:pt idx="1116">
                  <c:v>2.70150000001</c:v>
                </c:pt>
                <c:pt idx="1117">
                  <c:v>2.70600000001</c:v>
                </c:pt>
                <c:pt idx="1118">
                  <c:v>2.70625000001</c:v>
                </c:pt>
                <c:pt idx="1119">
                  <c:v>2.71075000001</c:v>
                </c:pt>
                <c:pt idx="1120">
                  <c:v>2.71100000001</c:v>
                </c:pt>
                <c:pt idx="1121">
                  <c:v>2.71550000001</c:v>
                </c:pt>
                <c:pt idx="1122">
                  <c:v>2.71575000001</c:v>
                </c:pt>
                <c:pt idx="1123">
                  <c:v>2.72025000001</c:v>
                </c:pt>
                <c:pt idx="1124">
                  <c:v>2.72050000001</c:v>
                </c:pt>
                <c:pt idx="1125">
                  <c:v>2.72500000001</c:v>
                </c:pt>
                <c:pt idx="1126">
                  <c:v>2.72525000001</c:v>
                </c:pt>
                <c:pt idx="1127">
                  <c:v>2.72975000001</c:v>
                </c:pt>
                <c:pt idx="1128">
                  <c:v>2.73000000001</c:v>
                </c:pt>
                <c:pt idx="1129">
                  <c:v>2.73450000001</c:v>
                </c:pt>
                <c:pt idx="1130">
                  <c:v>2.73475000001</c:v>
                </c:pt>
                <c:pt idx="1131">
                  <c:v>2.73925000001</c:v>
                </c:pt>
                <c:pt idx="1132">
                  <c:v>2.73950000001</c:v>
                </c:pt>
                <c:pt idx="1133">
                  <c:v>2.74400000001</c:v>
                </c:pt>
                <c:pt idx="1134">
                  <c:v>2.74425000001</c:v>
                </c:pt>
                <c:pt idx="1135">
                  <c:v>2.74875000001</c:v>
                </c:pt>
                <c:pt idx="1136">
                  <c:v>2.74900000001</c:v>
                </c:pt>
                <c:pt idx="1137">
                  <c:v>2.75350000001</c:v>
                </c:pt>
                <c:pt idx="1138">
                  <c:v>2.75375000001</c:v>
                </c:pt>
                <c:pt idx="1139">
                  <c:v>2.75825000001</c:v>
                </c:pt>
                <c:pt idx="1140">
                  <c:v>2.75850000001</c:v>
                </c:pt>
                <c:pt idx="1141">
                  <c:v>2.76300000001</c:v>
                </c:pt>
                <c:pt idx="1142">
                  <c:v>2.76325000001</c:v>
                </c:pt>
                <c:pt idx="1143">
                  <c:v>2.76775000001</c:v>
                </c:pt>
                <c:pt idx="1144">
                  <c:v>2.76800000001</c:v>
                </c:pt>
                <c:pt idx="1145">
                  <c:v>2.77050000001</c:v>
                </c:pt>
                <c:pt idx="1146">
                  <c:v>2.77250000001</c:v>
                </c:pt>
                <c:pt idx="1147">
                  <c:v>2.77275000001</c:v>
                </c:pt>
                <c:pt idx="1148">
                  <c:v>2.77725000001</c:v>
                </c:pt>
                <c:pt idx="1149">
                  <c:v>2.77750000001</c:v>
                </c:pt>
                <c:pt idx="1150">
                  <c:v>2.78200000001</c:v>
                </c:pt>
                <c:pt idx="1151">
                  <c:v>2.78225000001</c:v>
                </c:pt>
                <c:pt idx="1152">
                  <c:v>2.78575000001</c:v>
                </c:pt>
                <c:pt idx="1153">
                  <c:v>2.78675000001</c:v>
                </c:pt>
                <c:pt idx="1154">
                  <c:v>2.78700000001</c:v>
                </c:pt>
                <c:pt idx="1155">
                  <c:v>2.78975000001</c:v>
                </c:pt>
                <c:pt idx="1156">
                  <c:v>2.79150000001</c:v>
                </c:pt>
                <c:pt idx="1157">
                  <c:v>2.79175000001</c:v>
                </c:pt>
                <c:pt idx="1158">
                  <c:v>2.79625000001</c:v>
                </c:pt>
                <c:pt idx="1159">
                  <c:v>2.79650000001</c:v>
                </c:pt>
                <c:pt idx="1160">
                  <c:v>2.80100000001</c:v>
                </c:pt>
                <c:pt idx="1161">
                  <c:v>2.80125000001</c:v>
                </c:pt>
                <c:pt idx="1162">
                  <c:v>2.80575000001</c:v>
                </c:pt>
                <c:pt idx="1163">
                  <c:v>2.80600000001</c:v>
                </c:pt>
                <c:pt idx="1164">
                  <c:v>2.81050000001</c:v>
                </c:pt>
                <c:pt idx="1165">
                  <c:v>2.81075000001</c:v>
                </c:pt>
                <c:pt idx="1166">
                  <c:v>2.81525000001</c:v>
                </c:pt>
                <c:pt idx="1167">
                  <c:v>2.81550000001</c:v>
                </c:pt>
                <c:pt idx="1168">
                  <c:v>2.82000000001</c:v>
                </c:pt>
                <c:pt idx="1169">
                  <c:v>2.82025000001</c:v>
                </c:pt>
                <c:pt idx="1170">
                  <c:v>2.82475000001</c:v>
                </c:pt>
                <c:pt idx="1171">
                  <c:v>2.82500000001</c:v>
                </c:pt>
                <c:pt idx="1172">
                  <c:v>2.82950000001</c:v>
                </c:pt>
                <c:pt idx="1173">
                  <c:v>2.82975000001</c:v>
                </c:pt>
                <c:pt idx="1174">
                  <c:v>2.83425000001</c:v>
                </c:pt>
                <c:pt idx="1175">
                  <c:v>2.83450000001</c:v>
                </c:pt>
                <c:pt idx="1176">
                  <c:v>2.83900000001</c:v>
                </c:pt>
                <c:pt idx="1177">
                  <c:v>2.83925000001</c:v>
                </c:pt>
                <c:pt idx="1178">
                  <c:v>2.84375000001</c:v>
                </c:pt>
                <c:pt idx="1179">
                  <c:v>2.84400000001</c:v>
                </c:pt>
                <c:pt idx="1180">
                  <c:v>2.84850000001</c:v>
                </c:pt>
                <c:pt idx="1181">
                  <c:v>2.84875000001</c:v>
                </c:pt>
                <c:pt idx="1182">
                  <c:v>2.85325000001</c:v>
                </c:pt>
                <c:pt idx="1183">
                  <c:v>2.85350000001</c:v>
                </c:pt>
                <c:pt idx="1184">
                  <c:v>2.85800000001</c:v>
                </c:pt>
                <c:pt idx="1185">
                  <c:v>2.85825000001</c:v>
                </c:pt>
                <c:pt idx="1186">
                  <c:v>2.86275000001</c:v>
                </c:pt>
                <c:pt idx="1187">
                  <c:v>2.86300000001</c:v>
                </c:pt>
                <c:pt idx="1188">
                  <c:v>2.86750000001</c:v>
                </c:pt>
                <c:pt idx="1189">
                  <c:v>2.86775000001</c:v>
                </c:pt>
                <c:pt idx="1190">
                  <c:v>2.87225000001</c:v>
                </c:pt>
                <c:pt idx="1191">
                  <c:v>2.87250000001</c:v>
                </c:pt>
                <c:pt idx="1192">
                  <c:v>2.87700000001</c:v>
                </c:pt>
                <c:pt idx="1193">
                  <c:v>2.87725000001</c:v>
                </c:pt>
                <c:pt idx="1194">
                  <c:v>2.88175000001</c:v>
                </c:pt>
                <c:pt idx="1195">
                  <c:v>2.88200000001</c:v>
                </c:pt>
                <c:pt idx="1196">
                  <c:v>2.88650000001</c:v>
                </c:pt>
                <c:pt idx="1197">
                  <c:v>2.88675000001</c:v>
                </c:pt>
                <c:pt idx="1198">
                  <c:v>2.89125000001</c:v>
                </c:pt>
                <c:pt idx="1199">
                  <c:v>2.89150000001</c:v>
                </c:pt>
                <c:pt idx="1200">
                  <c:v>2.89600000001</c:v>
                </c:pt>
                <c:pt idx="1201">
                  <c:v>2.89625000001</c:v>
                </c:pt>
                <c:pt idx="1202">
                  <c:v>2.89775000001</c:v>
                </c:pt>
                <c:pt idx="1203">
                  <c:v>2.90075000001</c:v>
                </c:pt>
                <c:pt idx="1204">
                  <c:v>2.90100000001</c:v>
                </c:pt>
                <c:pt idx="1205">
                  <c:v>2.90550000001</c:v>
                </c:pt>
                <c:pt idx="1206">
                  <c:v>2.90575000001</c:v>
                </c:pt>
                <c:pt idx="1207">
                  <c:v>2.91025000001</c:v>
                </c:pt>
                <c:pt idx="1208">
                  <c:v>2.91050000001</c:v>
                </c:pt>
                <c:pt idx="1209">
                  <c:v>2.91500000001</c:v>
                </c:pt>
                <c:pt idx="1210">
                  <c:v>2.91525000001</c:v>
                </c:pt>
                <c:pt idx="1211">
                  <c:v>2.91975000001</c:v>
                </c:pt>
                <c:pt idx="1212">
                  <c:v>2.92000000001</c:v>
                </c:pt>
                <c:pt idx="1213">
                  <c:v>2.92450000001</c:v>
                </c:pt>
                <c:pt idx="1214">
                  <c:v>2.92475000001</c:v>
                </c:pt>
                <c:pt idx="1215">
                  <c:v>2.92925000001</c:v>
                </c:pt>
                <c:pt idx="1216">
                  <c:v>2.92950000001</c:v>
                </c:pt>
                <c:pt idx="1217">
                  <c:v>2.93400000001</c:v>
                </c:pt>
                <c:pt idx="1218">
                  <c:v>2.93425000001</c:v>
                </c:pt>
                <c:pt idx="1219">
                  <c:v>2.93875000001</c:v>
                </c:pt>
                <c:pt idx="1220">
                  <c:v>2.93900000001</c:v>
                </c:pt>
                <c:pt idx="1221">
                  <c:v>2.94350000001</c:v>
                </c:pt>
                <c:pt idx="1222">
                  <c:v>2.94375000001</c:v>
                </c:pt>
                <c:pt idx="1223">
                  <c:v>2.94825000001</c:v>
                </c:pt>
                <c:pt idx="1224">
                  <c:v>2.94850000001</c:v>
                </c:pt>
                <c:pt idx="1225">
                  <c:v>2.95300000001</c:v>
                </c:pt>
                <c:pt idx="1226">
                  <c:v>2.95325000001</c:v>
                </c:pt>
                <c:pt idx="1227">
                  <c:v>2.95775000001</c:v>
                </c:pt>
                <c:pt idx="1228">
                  <c:v>2.95800000001</c:v>
                </c:pt>
                <c:pt idx="1229">
                  <c:v>2.96250000001</c:v>
                </c:pt>
                <c:pt idx="1230">
                  <c:v>2.96275000001</c:v>
                </c:pt>
                <c:pt idx="1231">
                  <c:v>2.96725000001</c:v>
                </c:pt>
                <c:pt idx="1232">
                  <c:v>2.96750000001</c:v>
                </c:pt>
                <c:pt idx="1233">
                  <c:v>2.97200000001</c:v>
                </c:pt>
                <c:pt idx="1234">
                  <c:v>2.97225000001</c:v>
                </c:pt>
                <c:pt idx="1235">
                  <c:v>2.97675000001</c:v>
                </c:pt>
                <c:pt idx="1236">
                  <c:v>2.97700000001</c:v>
                </c:pt>
                <c:pt idx="1237">
                  <c:v>2.98150000001</c:v>
                </c:pt>
                <c:pt idx="1238">
                  <c:v>2.98175000001</c:v>
                </c:pt>
                <c:pt idx="1239">
                  <c:v>2.98625000001</c:v>
                </c:pt>
                <c:pt idx="1240">
                  <c:v>2.98650000001</c:v>
                </c:pt>
                <c:pt idx="1241">
                  <c:v>2.99100000001</c:v>
                </c:pt>
                <c:pt idx="1242">
                  <c:v>2.99125000001</c:v>
                </c:pt>
                <c:pt idx="1243">
                  <c:v>2.99575000001</c:v>
                </c:pt>
                <c:pt idx="1244">
                  <c:v>2.99600000001</c:v>
                </c:pt>
                <c:pt idx="1245">
                  <c:v>2.99975000001</c:v>
                </c:pt>
                <c:pt idx="1246">
                  <c:v>3.00050000001</c:v>
                </c:pt>
                <c:pt idx="1247">
                  <c:v>3.00075000001</c:v>
                </c:pt>
                <c:pt idx="1248">
                  <c:v>3.00525000001</c:v>
                </c:pt>
                <c:pt idx="1249">
                  <c:v>3.00550000001</c:v>
                </c:pt>
                <c:pt idx="1250">
                  <c:v>3.01000000001</c:v>
                </c:pt>
                <c:pt idx="1251">
                  <c:v>3.01025000001</c:v>
                </c:pt>
                <c:pt idx="1252">
                  <c:v>3.01225000001</c:v>
                </c:pt>
                <c:pt idx="1253">
                  <c:v>3.01475000001</c:v>
                </c:pt>
                <c:pt idx="1254">
                  <c:v>3.01500000001</c:v>
                </c:pt>
                <c:pt idx="1255">
                  <c:v>3.01950000001</c:v>
                </c:pt>
                <c:pt idx="1256">
                  <c:v>3.01975000001</c:v>
                </c:pt>
                <c:pt idx="1257">
                  <c:v>3.02425000001</c:v>
                </c:pt>
                <c:pt idx="1258">
                  <c:v>3.02450000001</c:v>
                </c:pt>
                <c:pt idx="1259">
                  <c:v>3.02900000001</c:v>
                </c:pt>
                <c:pt idx="1260">
                  <c:v>3.02925000001</c:v>
                </c:pt>
                <c:pt idx="1261">
                  <c:v>3.03375000001</c:v>
                </c:pt>
                <c:pt idx="1262">
                  <c:v>3.03400000001</c:v>
                </c:pt>
                <c:pt idx="1263">
                  <c:v>3.03850000001</c:v>
                </c:pt>
                <c:pt idx="1264">
                  <c:v>3.03875000001</c:v>
                </c:pt>
                <c:pt idx="1265">
                  <c:v>3.04325000001</c:v>
                </c:pt>
                <c:pt idx="1266">
                  <c:v>3.04350000001</c:v>
                </c:pt>
                <c:pt idx="1267">
                  <c:v>3.04800000001</c:v>
                </c:pt>
                <c:pt idx="1268">
                  <c:v>3.04825000001</c:v>
                </c:pt>
                <c:pt idx="1269">
                  <c:v>3.05275000001</c:v>
                </c:pt>
                <c:pt idx="1270">
                  <c:v>3.05300000001</c:v>
                </c:pt>
                <c:pt idx="1271">
                  <c:v>3.05750000001</c:v>
                </c:pt>
                <c:pt idx="1272">
                  <c:v>3.05775000001</c:v>
                </c:pt>
                <c:pt idx="1273">
                  <c:v>3.06225000001</c:v>
                </c:pt>
                <c:pt idx="1274">
                  <c:v>3.06250000001</c:v>
                </c:pt>
                <c:pt idx="1275">
                  <c:v>3.06700000001</c:v>
                </c:pt>
                <c:pt idx="1276">
                  <c:v>3.06725000001</c:v>
                </c:pt>
                <c:pt idx="1277">
                  <c:v>3.07175000001</c:v>
                </c:pt>
                <c:pt idx="1278">
                  <c:v>3.07200000001</c:v>
                </c:pt>
                <c:pt idx="1279">
                  <c:v>3.07650000001</c:v>
                </c:pt>
                <c:pt idx="1280">
                  <c:v>3.07675000001</c:v>
                </c:pt>
                <c:pt idx="1281">
                  <c:v>3.07850000001</c:v>
                </c:pt>
                <c:pt idx="1282">
                  <c:v>3.08125000001</c:v>
                </c:pt>
                <c:pt idx="1283">
                  <c:v>3.08150000001</c:v>
                </c:pt>
                <c:pt idx="1284">
                  <c:v>3.08600000001</c:v>
                </c:pt>
                <c:pt idx="1285">
                  <c:v>3.08625000001</c:v>
                </c:pt>
                <c:pt idx="1286">
                  <c:v>3.09075000001</c:v>
                </c:pt>
                <c:pt idx="1287">
                  <c:v>3.09100000001</c:v>
                </c:pt>
                <c:pt idx="1288">
                  <c:v>3.09550000001</c:v>
                </c:pt>
                <c:pt idx="1289">
                  <c:v>3.09575000001</c:v>
                </c:pt>
                <c:pt idx="1290">
                  <c:v>3.10025000001</c:v>
                </c:pt>
                <c:pt idx="1291">
                  <c:v>3.10050000001</c:v>
                </c:pt>
                <c:pt idx="1292">
                  <c:v>3.10500000001</c:v>
                </c:pt>
                <c:pt idx="1293">
                  <c:v>3.10525000001</c:v>
                </c:pt>
                <c:pt idx="1294">
                  <c:v>3.10975000001</c:v>
                </c:pt>
                <c:pt idx="1295">
                  <c:v>3.11000000001</c:v>
                </c:pt>
                <c:pt idx="1296">
                  <c:v>3.11450000001</c:v>
                </c:pt>
                <c:pt idx="1297">
                  <c:v>3.11475000001</c:v>
                </c:pt>
                <c:pt idx="1298">
                  <c:v>3.11925000001</c:v>
                </c:pt>
                <c:pt idx="1299">
                  <c:v>3.11950000001</c:v>
                </c:pt>
                <c:pt idx="1300">
                  <c:v>3.12400000001</c:v>
                </c:pt>
                <c:pt idx="1301">
                  <c:v>3.12425000001</c:v>
                </c:pt>
                <c:pt idx="1302">
                  <c:v>3.12875000001</c:v>
                </c:pt>
                <c:pt idx="1303">
                  <c:v>3.12900000001</c:v>
                </c:pt>
                <c:pt idx="1304">
                  <c:v>3.13350000001</c:v>
                </c:pt>
                <c:pt idx="1305">
                  <c:v>3.13375000001</c:v>
                </c:pt>
                <c:pt idx="1306">
                  <c:v>3.13825000001</c:v>
                </c:pt>
                <c:pt idx="1307">
                  <c:v>3.13850000001</c:v>
                </c:pt>
                <c:pt idx="1308">
                  <c:v>3.14300000002</c:v>
                </c:pt>
                <c:pt idx="1309">
                  <c:v>3.14325000002</c:v>
                </c:pt>
                <c:pt idx="1310">
                  <c:v>3.14775000002</c:v>
                </c:pt>
                <c:pt idx="1311">
                  <c:v>3.14800000002</c:v>
                </c:pt>
                <c:pt idx="1312">
                  <c:v>3.15250000002</c:v>
                </c:pt>
                <c:pt idx="1313">
                  <c:v>3.15275000002</c:v>
                </c:pt>
                <c:pt idx="1314">
                  <c:v>3.15725000002</c:v>
                </c:pt>
                <c:pt idx="1315">
                  <c:v>3.15750000002</c:v>
                </c:pt>
                <c:pt idx="1316">
                  <c:v>3.16200000002</c:v>
                </c:pt>
                <c:pt idx="1317">
                  <c:v>3.16225000002</c:v>
                </c:pt>
                <c:pt idx="1318">
                  <c:v>3.16675000002</c:v>
                </c:pt>
                <c:pt idx="1319">
                  <c:v>3.16700000002</c:v>
                </c:pt>
                <c:pt idx="1320">
                  <c:v>3.17150000002</c:v>
                </c:pt>
                <c:pt idx="1321">
                  <c:v>3.17175000002</c:v>
                </c:pt>
                <c:pt idx="1322">
                  <c:v>3.17625000002</c:v>
                </c:pt>
                <c:pt idx="1323">
                  <c:v>3.17650000002</c:v>
                </c:pt>
                <c:pt idx="1324">
                  <c:v>3.18100000002</c:v>
                </c:pt>
                <c:pt idx="1325">
                  <c:v>3.18125000002</c:v>
                </c:pt>
                <c:pt idx="1326">
                  <c:v>3.18575000002</c:v>
                </c:pt>
                <c:pt idx="1327">
                  <c:v>3.18600000002</c:v>
                </c:pt>
                <c:pt idx="1328">
                  <c:v>3.19050000002</c:v>
                </c:pt>
                <c:pt idx="1329">
                  <c:v>3.19075000002</c:v>
                </c:pt>
                <c:pt idx="1330">
                  <c:v>3.19525000002</c:v>
                </c:pt>
                <c:pt idx="1331">
                  <c:v>3.19550000002</c:v>
                </c:pt>
                <c:pt idx="1332">
                  <c:v>3.20000000002</c:v>
                </c:pt>
                <c:pt idx="1333">
                  <c:v>3.20025000002</c:v>
                </c:pt>
                <c:pt idx="1334">
                  <c:v>3.20475000002</c:v>
                </c:pt>
                <c:pt idx="1335">
                  <c:v>3.20500000002</c:v>
                </c:pt>
                <c:pt idx="1336">
                  <c:v>3.20950000002</c:v>
                </c:pt>
                <c:pt idx="1337">
                  <c:v>3.20975000002</c:v>
                </c:pt>
                <c:pt idx="1338">
                  <c:v>3.21425000002</c:v>
                </c:pt>
                <c:pt idx="1339">
                  <c:v>3.21450000002</c:v>
                </c:pt>
                <c:pt idx="1340">
                  <c:v>3.21900000002</c:v>
                </c:pt>
                <c:pt idx="1341">
                  <c:v>3.21925000002</c:v>
                </c:pt>
                <c:pt idx="1342">
                  <c:v>3.22125000002</c:v>
                </c:pt>
                <c:pt idx="1343">
                  <c:v>3.22375000002</c:v>
                </c:pt>
                <c:pt idx="1344">
                  <c:v>3.22400000002</c:v>
                </c:pt>
                <c:pt idx="1345">
                  <c:v>3.22850000002</c:v>
                </c:pt>
                <c:pt idx="1346">
                  <c:v>3.22875000002</c:v>
                </c:pt>
                <c:pt idx="1347">
                  <c:v>3.23175000002</c:v>
                </c:pt>
                <c:pt idx="1348">
                  <c:v>3.23325000002</c:v>
                </c:pt>
                <c:pt idx="1349">
                  <c:v>3.23350000002</c:v>
                </c:pt>
                <c:pt idx="1350">
                  <c:v>3.23400000002</c:v>
                </c:pt>
                <c:pt idx="1351">
                  <c:v>3.23800000002</c:v>
                </c:pt>
                <c:pt idx="1352">
                  <c:v>3.23825000002</c:v>
                </c:pt>
                <c:pt idx="1353">
                  <c:v>3.24275000002</c:v>
                </c:pt>
                <c:pt idx="1354">
                  <c:v>3.24300000002</c:v>
                </c:pt>
                <c:pt idx="1355">
                  <c:v>3.24750000002</c:v>
                </c:pt>
                <c:pt idx="1356">
                  <c:v>3.24775000002</c:v>
                </c:pt>
                <c:pt idx="1357">
                  <c:v>3.25225000002</c:v>
                </c:pt>
                <c:pt idx="1358">
                  <c:v>3.25250000002</c:v>
                </c:pt>
                <c:pt idx="1359">
                  <c:v>3.25700000002</c:v>
                </c:pt>
                <c:pt idx="1360">
                  <c:v>3.25725000002</c:v>
                </c:pt>
                <c:pt idx="1361">
                  <c:v>3.26175000002</c:v>
                </c:pt>
                <c:pt idx="1362">
                  <c:v>3.26200000002</c:v>
                </c:pt>
                <c:pt idx="1363">
                  <c:v>3.26650000002</c:v>
                </c:pt>
                <c:pt idx="1364">
                  <c:v>3.26675000002</c:v>
                </c:pt>
                <c:pt idx="1365">
                  <c:v>3.27125000002</c:v>
                </c:pt>
                <c:pt idx="1366">
                  <c:v>3.27150000002</c:v>
                </c:pt>
                <c:pt idx="1367">
                  <c:v>3.27600000002</c:v>
                </c:pt>
                <c:pt idx="1368">
                  <c:v>3.27625000002</c:v>
                </c:pt>
                <c:pt idx="1369">
                  <c:v>3.28075000002</c:v>
                </c:pt>
                <c:pt idx="1370">
                  <c:v>3.28100000002</c:v>
                </c:pt>
                <c:pt idx="1371">
                  <c:v>3.28550000002</c:v>
                </c:pt>
                <c:pt idx="1372">
                  <c:v>3.28575000002</c:v>
                </c:pt>
                <c:pt idx="1373">
                  <c:v>3.29025000002</c:v>
                </c:pt>
                <c:pt idx="1374">
                  <c:v>3.29050000002</c:v>
                </c:pt>
                <c:pt idx="1375">
                  <c:v>3.29500000002</c:v>
                </c:pt>
                <c:pt idx="1376">
                  <c:v>3.29525000002</c:v>
                </c:pt>
                <c:pt idx="1377">
                  <c:v>3.29975000002</c:v>
                </c:pt>
                <c:pt idx="1378">
                  <c:v>3.30000000002</c:v>
                </c:pt>
                <c:pt idx="1379">
                  <c:v>3.30450000002</c:v>
                </c:pt>
                <c:pt idx="1380">
                  <c:v>3.30475000002</c:v>
                </c:pt>
                <c:pt idx="1381">
                  <c:v>3.30925000002</c:v>
                </c:pt>
                <c:pt idx="1382">
                  <c:v>3.30950000002</c:v>
                </c:pt>
                <c:pt idx="1383">
                  <c:v>3.31400000002</c:v>
                </c:pt>
                <c:pt idx="1384">
                  <c:v>3.31425000002</c:v>
                </c:pt>
                <c:pt idx="1385">
                  <c:v>3.31875000002</c:v>
                </c:pt>
                <c:pt idx="1386">
                  <c:v>3.31900000002</c:v>
                </c:pt>
                <c:pt idx="1387">
                  <c:v>3.32350000002</c:v>
                </c:pt>
                <c:pt idx="1388">
                  <c:v>3.32375000002</c:v>
                </c:pt>
                <c:pt idx="1389">
                  <c:v>3.32825000002</c:v>
                </c:pt>
                <c:pt idx="1390">
                  <c:v>3.32850000002</c:v>
                </c:pt>
                <c:pt idx="1391">
                  <c:v>3.33300000002</c:v>
                </c:pt>
                <c:pt idx="1392">
                  <c:v>3.33325000002</c:v>
                </c:pt>
                <c:pt idx="1393">
                  <c:v>3.33775000002</c:v>
                </c:pt>
                <c:pt idx="1394">
                  <c:v>3.33800000002</c:v>
                </c:pt>
                <c:pt idx="1395">
                  <c:v>3.34250000002</c:v>
                </c:pt>
                <c:pt idx="1396">
                  <c:v>3.34275000002</c:v>
                </c:pt>
                <c:pt idx="1397">
                  <c:v>3.34725000002</c:v>
                </c:pt>
                <c:pt idx="1398">
                  <c:v>3.34750000002</c:v>
                </c:pt>
                <c:pt idx="1399">
                  <c:v>3.35200000002</c:v>
                </c:pt>
                <c:pt idx="1400">
                  <c:v>3.35225000002</c:v>
                </c:pt>
                <c:pt idx="1401">
                  <c:v>3.35675000002</c:v>
                </c:pt>
                <c:pt idx="1402">
                  <c:v>3.35700000002</c:v>
                </c:pt>
                <c:pt idx="1403">
                  <c:v>3.36025000002</c:v>
                </c:pt>
                <c:pt idx="1404">
                  <c:v>3.36150000002</c:v>
                </c:pt>
                <c:pt idx="1405">
                  <c:v>3.36175000002</c:v>
                </c:pt>
                <c:pt idx="1406">
                  <c:v>3.36625000002</c:v>
                </c:pt>
                <c:pt idx="1407">
                  <c:v>3.36650000002</c:v>
                </c:pt>
                <c:pt idx="1408">
                  <c:v>3.37100000002</c:v>
                </c:pt>
                <c:pt idx="1409">
                  <c:v>3.37125000002</c:v>
                </c:pt>
                <c:pt idx="1410">
                  <c:v>3.37575000002</c:v>
                </c:pt>
                <c:pt idx="1411">
                  <c:v>3.37600000002</c:v>
                </c:pt>
                <c:pt idx="1412">
                  <c:v>3.38050000002</c:v>
                </c:pt>
                <c:pt idx="1413">
                  <c:v>3.38075000002</c:v>
                </c:pt>
                <c:pt idx="1414">
                  <c:v>3.38525000002</c:v>
                </c:pt>
                <c:pt idx="1415">
                  <c:v>3.38550000002</c:v>
                </c:pt>
                <c:pt idx="1416">
                  <c:v>3.39000000002</c:v>
                </c:pt>
                <c:pt idx="1417">
                  <c:v>3.39025000002</c:v>
                </c:pt>
                <c:pt idx="1418">
                  <c:v>3.39475000002</c:v>
                </c:pt>
                <c:pt idx="1419">
                  <c:v>3.39500000002</c:v>
                </c:pt>
                <c:pt idx="1420">
                  <c:v>3.39950000002</c:v>
                </c:pt>
                <c:pt idx="1421">
                  <c:v>3.39975000002</c:v>
                </c:pt>
                <c:pt idx="1422">
                  <c:v>3.40425000002</c:v>
                </c:pt>
                <c:pt idx="1423">
                  <c:v>3.40450000002</c:v>
                </c:pt>
                <c:pt idx="1424">
                  <c:v>3.40900000002</c:v>
                </c:pt>
                <c:pt idx="1425">
                  <c:v>3.40925000002</c:v>
                </c:pt>
                <c:pt idx="1426">
                  <c:v>3.41375000002</c:v>
                </c:pt>
                <c:pt idx="1427">
                  <c:v>3.41400000002</c:v>
                </c:pt>
                <c:pt idx="1428">
                  <c:v>3.41850000002</c:v>
                </c:pt>
                <c:pt idx="1429">
                  <c:v>3.41875000002</c:v>
                </c:pt>
                <c:pt idx="1430">
                  <c:v>3.42325000002</c:v>
                </c:pt>
                <c:pt idx="1431">
                  <c:v>3.42350000002</c:v>
                </c:pt>
                <c:pt idx="1432">
                  <c:v>3.42800000002</c:v>
                </c:pt>
                <c:pt idx="1433">
                  <c:v>3.42825000002</c:v>
                </c:pt>
                <c:pt idx="1434">
                  <c:v>3.43275000002</c:v>
                </c:pt>
                <c:pt idx="1435">
                  <c:v>3.43300000002</c:v>
                </c:pt>
                <c:pt idx="1436">
                  <c:v>3.43750000002</c:v>
                </c:pt>
                <c:pt idx="1437">
                  <c:v>3.43775000002</c:v>
                </c:pt>
                <c:pt idx="1438">
                  <c:v>3.44225000002</c:v>
                </c:pt>
                <c:pt idx="1439">
                  <c:v>3.44250000002</c:v>
                </c:pt>
                <c:pt idx="1440">
                  <c:v>3.44700000002</c:v>
                </c:pt>
                <c:pt idx="1441">
                  <c:v>3.44725000002</c:v>
                </c:pt>
                <c:pt idx="1442">
                  <c:v>3.45175000002</c:v>
                </c:pt>
                <c:pt idx="1443">
                  <c:v>3.45200000002</c:v>
                </c:pt>
                <c:pt idx="1444">
                  <c:v>3.45525000002</c:v>
                </c:pt>
                <c:pt idx="1445">
                  <c:v>3.45650000002</c:v>
                </c:pt>
                <c:pt idx="1446">
                  <c:v>3.45675000002</c:v>
                </c:pt>
                <c:pt idx="1447">
                  <c:v>3.46125000002</c:v>
                </c:pt>
                <c:pt idx="1448">
                  <c:v>3.46150000002</c:v>
                </c:pt>
                <c:pt idx="1449">
                  <c:v>3.46325000002</c:v>
                </c:pt>
                <c:pt idx="1450">
                  <c:v>3.46600000002</c:v>
                </c:pt>
                <c:pt idx="1451">
                  <c:v>3.46625000002</c:v>
                </c:pt>
                <c:pt idx="1452">
                  <c:v>3.47075000002</c:v>
                </c:pt>
                <c:pt idx="1453">
                  <c:v>3.47100000002</c:v>
                </c:pt>
                <c:pt idx="1454">
                  <c:v>3.47550000002</c:v>
                </c:pt>
                <c:pt idx="1455">
                  <c:v>3.47575000002</c:v>
                </c:pt>
                <c:pt idx="1456">
                  <c:v>3.48025000002</c:v>
                </c:pt>
                <c:pt idx="1457">
                  <c:v>3.48050000002</c:v>
                </c:pt>
                <c:pt idx="1458">
                  <c:v>3.48500000002</c:v>
                </c:pt>
                <c:pt idx="1459">
                  <c:v>3.48525000002</c:v>
                </c:pt>
                <c:pt idx="1460">
                  <c:v>3.48975000002</c:v>
                </c:pt>
                <c:pt idx="1461">
                  <c:v>3.49000000002</c:v>
                </c:pt>
                <c:pt idx="1462">
                  <c:v>3.49450000002</c:v>
                </c:pt>
                <c:pt idx="1463">
                  <c:v>3.49475000002</c:v>
                </c:pt>
                <c:pt idx="1464">
                  <c:v>3.49925000002</c:v>
                </c:pt>
                <c:pt idx="1465">
                  <c:v>3.49950000002</c:v>
                </c:pt>
                <c:pt idx="1466">
                  <c:v>3.50400000002</c:v>
                </c:pt>
                <c:pt idx="1467">
                  <c:v>3.50425000002</c:v>
                </c:pt>
                <c:pt idx="1468">
                  <c:v>3.50875000002</c:v>
                </c:pt>
                <c:pt idx="1469">
                  <c:v>3.50900000002</c:v>
                </c:pt>
                <c:pt idx="1470">
                  <c:v>3.51350000002</c:v>
                </c:pt>
                <c:pt idx="1471">
                  <c:v>3.51375000002</c:v>
                </c:pt>
                <c:pt idx="1472">
                  <c:v>3.51825000002</c:v>
                </c:pt>
                <c:pt idx="1473">
                  <c:v>3.51850000002</c:v>
                </c:pt>
                <c:pt idx="1474">
                  <c:v>3.52300000002</c:v>
                </c:pt>
                <c:pt idx="1475">
                  <c:v>3.52325000002</c:v>
                </c:pt>
                <c:pt idx="1476">
                  <c:v>3.52775000002</c:v>
                </c:pt>
                <c:pt idx="1477">
                  <c:v>3.52800000002</c:v>
                </c:pt>
                <c:pt idx="1478">
                  <c:v>3.53250000002</c:v>
                </c:pt>
                <c:pt idx="1479">
                  <c:v>3.53275000002</c:v>
                </c:pt>
                <c:pt idx="1480">
                  <c:v>3.53725000002</c:v>
                </c:pt>
                <c:pt idx="1481">
                  <c:v>3.53750000002</c:v>
                </c:pt>
                <c:pt idx="1482">
                  <c:v>3.54200000002</c:v>
                </c:pt>
                <c:pt idx="1483">
                  <c:v>3.54225000002</c:v>
                </c:pt>
                <c:pt idx="1484">
                  <c:v>3.54675000002</c:v>
                </c:pt>
                <c:pt idx="1485">
                  <c:v>3.54700000002</c:v>
                </c:pt>
                <c:pt idx="1486">
                  <c:v>3.55150000002</c:v>
                </c:pt>
                <c:pt idx="1487">
                  <c:v>3.55175000002</c:v>
                </c:pt>
                <c:pt idx="1488">
                  <c:v>3.55625000002</c:v>
                </c:pt>
                <c:pt idx="1489">
                  <c:v>3.55650000002</c:v>
                </c:pt>
                <c:pt idx="1490">
                  <c:v>3.56100000002</c:v>
                </c:pt>
                <c:pt idx="1491">
                  <c:v>3.56125000002</c:v>
                </c:pt>
                <c:pt idx="1492">
                  <c:v>3.56575000002</c:v>
                </c:pt>
                <c:pt idx="1493">
                  <c:v>3.56600000002</c:v>
                </c:pt>
                <c:pt idx="1494">
                  <c:v>3.57050000002</c:v>
                </c:pt>
                <c:pt idx="1495">
                  <c:v>3.57075000002</c:v>
                </c:pt>
                <c:pt idx="1496">
                  <c:v>3.57525000002</c:v>
                </c:pt>
                <c:pt idx="1497">
                  <c:v>3.57550000002</c:v>
                </c:pt>
                <c:pt idx="1498">
                  <c:v>3.58000000002</c:v>
                </c:pt>
                <c:pt idx="1499">
                  <c:v>3.58025000002</c:v>
                </c:pt>
                <c:pt idx="1500">
                  <c:v>3.58475000002</c:v>
                </c:pt>
                <c:pt idx="1501">
                  <c:v>3.58500000002</c:v>
                </c:pt>
                <c:pt idx="1502">
                  <c:v>3.58950000002</c:v>
                </c:pt>
                <c:pt idx="1503">
                  <c:v>3.58975000002</c:v>
                </c:pt>
                <c:pt idx="1504">
                  <c:v>3.59425000002</c:v>
                </c:pt>
                <c:pt idx="1505">
                  <c:v>3.59450000002</c:v>
                </c:pt>
                <c:pt idx="1506">
                  <c:v>3.59900000002</c:v>
                </c:pt>
                <c:pt idx="1507">
                  <c:v>3.59925000002</c:v>
                </c:pt>
                <c:pt idx="1508">
                  <c:v>3.60375000002</c:v>
                </c:pt>
                <c:pt idx="1509">
                  <c:v>3.60400000002</c:v>
                </c:pt>
                <c:pt idx="1510">
                  <c:v>3.60850000002</c:v>
                </c:pt>
                <c:pt idx="1511">
                  <c:v>3.60875000002</c:v>
                </c:pt>
                <c:pt idx="1512">
                  <c:v>3.61325000002</c:v>
                </c:pt>
                <c:pt idx="1513">
                  <c:v>3.61350000002</c:v>
                </c:pt>
                <c:pt idx="1514">
                  <c:v>3.61800000002</c:v>
                </c:pt>
                <c:pt idx="1515">
                  <c:v>3.61825000002</c:v>
                </c:pt>
                <c:pt idx="1516">
                  <c:v>3.62275000002</c:v>
                </c:pt>
                <c:pt idx="1517">
                  <c:v>3.62300000002</c:v>
                </c:pt>
                <c:pt idx="1518">
                  <c:v>3.62750000002</c:v>
                </c:pt>
                <c:pt idx="1519">
                  <c:v>3.62775000002</c:v>
                </c:pt>
                <c:pt idx="1520">
                  <c:v>3.63225000002</c:v>
                </c:pt>
                <c:pt idx="1521">
                  <c:v>3.63250000002</c:v>
                </c:pt>
                <c:pt idx="1522">
                  <c:v>3.63700000002</c:v>
                </c:pt>
                <c:pt idx="1523">
                  <c:v>3.63725000002</c:v>
                </c:pt>
                <c:pt idx="1524">
                  <c:v>3.64175000002</c:v>
                </c:pt>
                <c:pt idx="1525">
                  <c:v>3.64200000002</c:v>
                </c:pt>
                <c:pt idx="1526">
                  <c:v>3.64650000002</c:v>
                </c:pt>
                <c:pt idx="1527">
                  <c:v>3.64675000002</c:v>
                </c:pt>
                <c:pt idx="1528">
                  <c:v>3.65125000002</c:v>
                </c:pt>
                <c:pt idx="1529">
                  <c:v>3.65150000002</c:v>
                </c:pt>
                <c:pt idx="1530">
                  <c:v>3.65600000002</c:v>
                </c:pt>
                <c:pt idx="1531">
                  <c:v>3.65625000002</c:v>
                </c:pt>
                <c:pt idx="1532">
                  <c:v>3.66075000002</c:v>
                </c:pt>
                <c:pt idx="1533">
                  <c:v>3.66100000002</c:v>
                </c:pt>
                <c:pt idx="1534">
                  <c:v>3.66500000002</c:v>
                </c:pt>
                <c:pt idx="1535">
                  <c:v>3.66550000002</c:v>
                </c:pt>
                <c:pt idx="1536">
                  <c:v>3.66575000002</c:v>
                </c:pt>
                <c:pt idx="1537">
                  <c:v>3.67025000002</c:v>
                </c:pt>
                <c:pt idx="1538">
                  <c:v>3.67050000002</c:v>
                </c:pt>
                <c:pt idx="1539">
                  <c:v>3.67425000002</c:v>
                </c:pt>
                <c:pt idx="1540">
                  <c:v>3.67500000002</c:v>
                </c:pt>
                <c:pt idx="1541">
                  <c:v>3.67525000002</c:v>
                </c:pt>
                <c:pt idx="1542">
                  <c:v>3.67600000002</c:v>
                </c:pt>
                <c:pt idx="1543">
                  <c:v>3.67975000002</c:v>
                </c:pt>
                <c:pt idx="1544">
                  <c:v>3.68000000002</c:v>
                </c:pt>
                <c:pt idx="1545">
                  <c:v>3.68450000002</c:v>
                </c:pt>
                <c:pt idx="1546">
                  <c:v>3.68475000002</c:v>
                </c:pt>
                <c:pt idx="1547">
                  <c:v>3.68925000002</c:v>
                </c:pt>
                <c:pt idx="1548">
                  <c:v>3.68950000002</c:v>
                </c:pt>
                <c:pt idx="1549">
                  <c:v>3.69400000002</c:v>
                </c:pt>
                <c:pt idx="1550">
                  <c:v>3.69425000002</c:v>
                </c:pt>
                <c:pt idx="1551">
                  <c:v>3.69875000002</c:v>
                </c:pt>
                <c:pt idx="1552">
                  <c:v>3.69900000002</c:v>
                </c:pt>
                <c:pt idx="1553">
                  <c:v>3.70350000002</c:v>
                </c:pt>
                <c:pt idx="1554">
                  <c:v>3.70375000002</c:v>
                </c:pt>
                <c:pt idx="1555">
                  <c:v>3.70825000002</c:v>
                </c:pt>
                <c:pt idx="1556">
                  <c:v>3.70850000002</c:v>
                </c:pt>
                <c:pt idx="1557">
                  <c:v>3.71300000002</c:v>
                </c:pt>
                <c:pt idx="1558">
                  <c:v>3.71325000002</c:v>
                </c:pt>
                <c:pt idx="1559">
                  <c:v>3.71775000002</c:v>
                </c:pt>
                <c:pt idx="1560">
                  <c:v>3.71800000002</c:v>
                </c:pt>
                <c:pt idx="1561">
                  <c:v>3.72250000002</c:v>
                </c:pt>
                <c:pt idx="1562">
                  <c:v>3.72275000002</c:v>
                </c:pt>
                <c:pt idx="1563">
                  <c:v>3.72725000002</c:v>
                </c:pt>
                <c:pt idx="1564">
                  <c:v>3.72750000002</c:v>
                </c:pt>
                <c:pt idx="1565">
                  <c:v>3.73200000002</c:v>
                </c:pt>
                <c:pt idx="1566">
                  <c:v>3.73225000002</c:v>
                </c:pt>
                <c:pt idx="1567">
                  <c:v>3.73675000002</c:v>
                </c:pt>
                <c:pt idx="1568">
                  <c:v>3.73700000002</c:v>
                </c:pt>
                <c:pt idx="1569">
                  <c:v>3.74150000002</c:v>
                </c:pt>
                <c:pt idx="1570">
                  <c:v>3.74175000002</c:v>
                </c:pt>
                <c:pt idx="1571">
                  <c:v>3.74625000002</c:v>
                </c:pt>
                <c:pt idx="1572">
                  <c:v>3.74650000002</c:v>
                </c:pt>
                <c:pt idx="1573">
                  <c:v>3.75100000002</c:v>
                </c:pt>
                <c:pt idx="1574">
                  <c:v>3.75125000002</c:v>
                </c:pt>
                <c:pt idx="1575">
                  <c:v>3.75575000002</c:v>
                </c:pt>
                <c:pt idx="1576">
                  <c:v>3.75600000002</c:v>
                </c:pt>
                <c:pt idx="1577">
                  <c:v>3.76050000002</c:v>
                </c:pt>
                <c:pt idx="1578">
                  <c:v>3.76075000002</c:v>
                </c:pt>
                <c:pt idx="1579">
                  <c:v>3.76525000002</c:v>
                </c:pt>
                <c:pt idx="1580">
                  <c:v>3.76550000002</c:v>
                </c:pt>
                <c:pt idx="1581">
                  <c:v>3.77000000002</c:v>
                </c:pt>
                <c:pt idx="1582">
                  <c:v>3.77025000002</c:v>
                </c:pt>
                <c:pt idx="1583">
                  <c:v>3.77475000002</c:v>
                </c:pt>
                <c:pt idx="1584">
                  <c:v>3.77500000002</c:v>
                </c:pt>
                <c:pt idx="1585">
                  <c:v>3.77950000002</c:v>
                </c:pt>
                <c:pt idx="1586">
                  <c:v>3.77975000002</c:v>
                </c:pt>
                <c:pt idx="1587">
                  <c:v>3.78425000002</c:v>
                </c:pt>
                <c:pt idx="1588">
                  <c:v>3.78450000002</c:v>
                </c:pt>
                <c:pt idx="1589">
                  <c:v>3.78900000002</c:v>
                </c:pt>
                <c:pt idx="1590">
                  <c:v>3.78925000002</c:v>
                </c:pt>
                <c:pt idx="1591">
                  <c:v>3.79375000002</c:v>
                </c:pt>
                <c:pt idx="1592">
                  <c:v>3.79400000002</c:v>
                </c:pt>
                <c:pt idx="1593">
                  <c:v>3.79850000002</c:v>
                </c:pt>
                <c:pt idx="1594">
                  <c:v>3.79875000002</c:v>
                </c:pt>
                <c:pt idx="1595">
                  <c:v>3.80325000002</c:v>
                </c:pt>
                <c:pt idx="1596">
                  <c:v>3.80350000002</c:v>
                </c:pt>
                <c:pt idx="1597">
                  <c:v>3.80800000002</c:v>
                </c:pt>
                <c:pt idx="1598">
                  <c:v>3.80825000002</c:v>
                </c:pt>
                <c:pt idx="1599">
                  <c:v>3.81275000002</c:v>
                </c:pt>
                <c:pt idx="1600">
                  <c:v>3.81300000002</c:v>
                </c:pt>
                <c:pt idx="1601">
                  <c:v>3.81750000002</c:v>
                </c:pt>
                <c:pt idx="1602">
                  <c:v>3.81775000002</c:v>
                </c:pt>
                <c:pt idx="1603">
                  <c:v>3.82225000002</c:v>
                </c:pt>
                <c:pt idx="1604">
                  <c:v>3.82250000002</c:v>
                </c:pt>
                <c:pt idx="1605">
                  <c:v>3.82700000002</c:v>
                </c:pt>
                <c:pt idx="1606">
                  <c:v>3.82725000002</c:v>
                </c:pt>
                <c:pt idx="1607">
                  <c:v>3.83175000002</c:v>
                </c:pt>
                <c:pt idx="1608">
                  <c:v>3.83200000002</c:v>
                </c:pt>
                <c:pt idx="1609">
                  <c:v>3.83650000002</c:v>
                </c:pt>
                <c:pt idx="1610">
                  <c:v>3.83675000002</c:v>
                </c:pt>
                <c:pt idx="1611">
                  <c:v>3.84125000002</c:v>
                </c:pt>
                <c:pt idx="1612">
                  <c:v>3.84150000002</c:v>
                </c:pt>
                <c:pt idx="1613">
                  <c:v>3.84600000002</c:v>
                </c:pt>
                <c:pt idx="1614">
                  <c:v>3.84625000002</c:v>
                </c:pt>
                <c:pt idx="1615">
                  <c:v>3.84900000002</c:v>
                </c:pt>
                <c:pt idx="1616">
                  <c:v>3.85075000002</c:v>
                </c:pt>
                <c:pt idx="1617">
                  <c:v>3.85100000002</c:v>
                </c:pt>
                <c:pt idx="1618">
                  <c:v>3.85550000002</c:v>
                </c:pt>
                <c:pt idx="1619">
                  <c:v>3.85575000002</c:v>
                </c:pt>
                <c:pt idx="1620">
                  <c:v>3.86025000002</c:v>
                </c:pt>
                <c:pt idx="1621">
                  <c:v>3.86050000002</c:v>
                </c:pt>
                <c:pt idx="1622">
                  <c:v>3.86500000002</c:v>
                </c:pt>
                <c:pt idx="1623">
                  <c:v>3.86525000002</c:v>
                </c:pt>
                <c:pt idx="1624">
                  <c:v>3.86975000002</c:v>
                </c:pt>
                <c:pt idx="1625">
                  <c:v>3.87000000002</c:v>
                </c:pt>
                <c:pt idx="1626">
                  <c:v>3.87450000002</c:v>
                </c:pt>
                <c:pt idx="1627">
                  <c:v>3.87475000002</c:v>
                </c:pt>
                <c:pt idx="1628">
                  <c:v>3.87925000002</c:v>
                </c:pt>
                <c:pt idx="1629">
                  <c:v>3.87950000002</c:v>
                </c:pt>
                <c:pt idx="1630">
                  <c:v>3.88400000002</c:v>
                </c:pt>
                <c:pt idx="1631">
                  <c:v>3.88425000002</c:v>
                </c:pt>
                <c:pt idx="1632">
                  <c:v>3.88875000002</c:v>
                </c:pt>
                <c:pt idx="1633">
                  <c:v>3.88900000002</c:v>
                </c:pt>
                <c:pt idx="1634">
                  <c:v>3.89025000002</c:v>
                </c:pt>
                <c:pt idx="1635">
                  <c:v>3.89350000002</c:v>
                </c:pt>
                <c:pt idx="1636">
                  <c:v>3.89375000002</c:v>
                </c:pt>
                <c:pt idx="1637">
                  <c:v>3.89625000002</c:v>
                </c:pt>
                <c:pt idx="1638">
                  <c:v>3.89825000002</c:v>
                </c:pt>
                <c:pt idx="1639">
                  <c:v>3.89850000002</c:v>
                </c:pt>
                <c:pt idx="1640">
                  <c:v>3.90300000002</c:v>
                </c:pt>
                <c:pt idx="1641">
                  <c:v>3.90325000002</c:v>
                </c:pt>
                <c:pt idx="1642">
                  <c:v>3.90775000002</c:v>
                </c:pt>
                <c:pt idx="1643">
                  <c:v>3.90800000002</c:v>
                </c:pt>
                <c:pt idx="1644">
                  <c:v>3.91250000002</c:v>
                </c:pt>
                <c:pt idx="1645">
                  <c:v>3.91275000002</c:v>
                </c:pt>
                <c:pt idx="1646">
                  <c:v>3.91725000002</c:v>
                </c:pt>
                <c:pt idx="1647">
                  <c:v>3.91750000002</c:v>
                </c:pt>
                <c:pt idx="1648">
                  <c:v>3.92200000002</c:v>
                </c:pt>
                <c:pt idx="1649">
                  <c:v>3.92225000002</c:v>
                </c:pt>
                <c:pt idx="1650">
                  <c:v>3.92675000002</c:v>
                </c:pt>
                <c:pt idx="1651">
                  <c:v>3.92700000002</c:v>
                </c:pt>
                <c:pt idx="1652">
                  <c:v>3.93150000002</c:v>
                </c:pt>
                <c:pt idx="1653">
                  <c:v>3.93175000002</c:v>
                </c:pt>
                <c:pt idx="1654">
                  <c:v>3.93625000002</c:v>
                </c:pt>
                <c:pt idx="1655">
                  <c:v>3.93650000002</c:v>
                </c:pt>
                <c:pt idx="1656">
                  <c:v>3.94100000002</c:v>
                </c:pt>
                <c:pt idx="1657">
                  <c:v>3.94125000002</c:v>
                </c:pt>
                <c:pt idx="1658">
                  <c:v>3.94575000002</c:v>
                </c:pt>
                <c:pt idx="1659">
                  <c:v>3.94600000002</c:v>
                </c:pt>
                <c:pt idx="1660">
                  <c:v>3.95050000002</c:v>
                </c:pt>
                <c:pt idx="1661">
                  <c:v>3.95075000002</c:v>
                </c:pt>
                <c:pt idx="1662">
                  <c:v>3.95525000002</c:v>
                </c:pt>
                <c:pt idx="1663">
                  <c:v>3.95550000002</c:v>
                </c:pt>
                <c:pt idx="1664">
                  <c:v>3.96000000002</c:v>
                </c:pt>
                <c:pt idx="1665">
                  <c:v>3.96025000002</c:v>
                </c:pt>
                <c:pt idx="1666">
                  <c:v>3.96475000002</c:v>
                </c:pt>
                <c:pt idx="1667">
                  <c:v>3.96500000002</c:v>
                </c:pt>
                <c:pt idx="1668">
                  <c:v>3.96950000002</c:v>
                </c:pt>
                <c:pt idx="1669">
                  <c:v>3.96975000002</c:v>
                </c:pt>
                <c:pt idx="1670">
                  <c:v>3.97425000002</c:v>
                </c:pt>
                <c:pt idx="1671">
                  <c:v>3.97450000002</c:v>
                </c:pt>
                <c:pt idx="1672">
                  <c:v>3.97900000002</c:v>
                </c:pt>
                <c:pt idx="1673">
                  <c:v>3.97925000002</c:v>
                </c:pt>
                <c:pt idx="1674">
                  <c:v>3.98375000002</c:v>
                </c:pt>
                <c:pt idx="1675">
                  <c:v>3.98400000002</c:v>
                </c:pt>
                <c:pt idx="1676">
                  <c:v>3.98850000002</c:v>
                </c:pt>
                <c:pt idx="1677">
                  <c:v>3.98875000002</c:v>
                </c:pt>
                <c:pt idx="1678">
                  <c:v>3.99325000002</c:v>
                </c:pt>
                <c:pt idx="1679">
                  <c:v>3.99350000002</c:v>
                </c:pt>
                <c:pt idx="1680">
                  <c:v>3.99800000002</c:v>
                </c:pt>
                <c:pt idx="1681">
                  <c:v>3.99825000002</c:v>
                </c:pt>
                <c:pt idx="1682">
                  <c:v>3.99950000002</c:v>
                </c:pt>
                <c:pt idx="1683">
                  <c:v>3.99975000002</c:v>
                </c:pt>
                <c:pt idx="1684">
                  <c:v>4.00000000002</c:v>
                </c:pt>
                <c:pt idx="1685">
                  <c:v>4.00025000002</c:v>
                </c:pt>
                <c:pt idx="1686">
                  <c:v>4.00050000002</c:v>
                </c:pt>
                <c:pt idx="1687">
                  <c:v>4.00275000002</c:v>
                </c:pt>
                <c:pt idx="1688">
                  <c:v>4.00300000002</c:v>
                </c:pt>
                <c:pt idx="1689">
                  <c:v>4.00750000002</c:v>
                </c:pt>
                <c:pt idx="1690">
                  <c:v>4.00775000002</c:v>
                </c:pt>
                <c:pt idx="1691">
                  <c:v>4.01225000002</c:v>
                </c:pt>
                <c:pt idx="1692">
                  <c:v>4.01250000002</c:v>
                </c:pt>
                <c:pt idx="1693">
                  <c:v>4.01700000002</c:v>
                </c:pt>
                <c:pt idx="1694">
                  <c:v>4.01725000002</c:v>
                </c:pt>
                <c:pt idx="1695">
                  <c:v>4.02175000002</c:v>
                </c:pt>
                <c:pt idx="1696">
                  <c:v>4.02200000002</c:v>
                </c:pt>
                <c:pt idx="1697">
                  <c:v>4.02650000002</c:v>
                </c:pt>
                <c:pt idx="1698">
                  <c:v>4.02675000002</c:v>
                </c:pt>
                <c:pt idx="1699">
                  <c:v>4.03125000002</c:v>
                </c:pt>
                <c:pt idx="1700">
                  <c:v>4.03150000002</c:v>
                </c:pt>
                <c:pt idx="1701">
                  <c:v>4.03600000002</c:v>
                </c:pt>
                <c:pt idx="1702">
                  <c:v>4.03625000002</c:v>
                </c:pt>
                <c:pt idx="1703">
                  <c:v>4.04075000002</c:v>
                </c:pt>
                <c:pt idx="1704">
                  <c:v>4.04100000002</c:v>
                </c:pt>
                <c:pt idx="1705">
                  <c:v>4.04550000002</c:v>
                </c:pt>
                <c:pt idx="1706">
                  <c:v>4.04575000002</c:v>
                </c:pt>
                <c:pt idx="1707">
                  <c:v>4.05025000002</c:v>
                </c:pt>
                <c:pt idx="1708">
                  <c:v>4.05050000002</c:v>
                </c:pt>
                <c:pt idx="1709">
                  <c:v>4.05500000002</c:v>
                </c:pt>
                <c:pt idx="1710">
                  <c:v>4.05525000002</c:v>
                </c:pt>
                <c:pt idx="1711">
                  <c:v>4.05975000002</c:v>
                </c:pt>
                <c:pt idx="1712">
                  <c:v>4.06000000002</c:v>
                </c:pt>
                <c:pt idx="1713">
                  <c:v>4.06450000002</c:v>
                </c:pt>
                <c:pt idx="1714">
                  <c:v>4.06475000002</c:v>
                </c:pt>
                <c:pt idx="1715">
                  <c:v>4.06925000002</c:v>
                </c:pt>
                <c:pt idx="1716">
                  <c:v>4.06950000002</c:v>
                </c:pt>
                <c:pt idx="1717">
                  <c:v>4.07400000002</c:v>
                </c:pt>
                <c:pt idx="1718">
                  <c:v>4.07425000002</c:v>
                </c:pt>
                <c:pt idx="1719">
                  <c:v>4.07875000002</c:v>
                </c:pt>
                <c:pt idx="1720">
                  <c:v>4.07900000002</c:v>
                </c:pt>
                <c:pt idx="1721">
                  <c:v>4.08350000002</c:v>
                </c:pt>
                <c:pt idx="1722">
                  <c:v>4.08375000002</c:v>
                </c:pt>
                <c:pt idx="1723">
                  <c:v>4.08825000002</c:v>
                </c:pt>
                <c:pt idx="1724">
                  <c:v>4.08850000002</c:v>
                </c:pt>
                <c:pt idx="1725">
                  <c:v>4.09300000002</c:v>
                </c:pt>
                <c:pt idx="1726">
                  <c:v>4.09325000002</c:v>
                </c:pt>
                <c:pt idx="1727">
                  <c:v>4.09775000002</c:v>
                </c:pt>
                <c:pt idx="1728">
                  <c:v>4.09800000002</c:v>
                </c:pt>
                <c:pt idx="1729">
                  <c:v>4.10250000002</c:v>
                </c:pt>
                <c:pt idx="1730">
                  <c:v>4.10275000002</c:v>
                </c:pt>
                <c:pt idx="1731">
                  <c:v>4.10725000002</c:v>
                </c:pt>
                <c:pt idx="1732">
                  <c:v>4.10750000002</c:v>
                </c:pt>
                <c:pt idx="1733">
                  <c:v>4.10825000002</c:v>
                </c:pt>
                <c:pt idx="1734">
                  <c:v>4.11200000002</c:v>
                </c:pt>
                <c:pt idx="1735">
                  <c:v>4.11225000002</c:v>
                </c:pt>
                <c:pt idx="1736">
                  <c:v>4.11550000002</c:v>
                </c:pt>
                <c:pt idx="1737">
                  <c:v>4.11650000002</c:v>
                </c:pt>
                <c:pt idx="1738">
                  <c:v>4.11675000002</c:v>
                </c:pt>
                <c:pt idx="1739">
                  <c:v>4.11700000002</c:v>
                </c:pt>
                <c:pt idx="1740">
                  <c:v>4.12150000002</c:v>
                </c:pt>
                <c:pt idx="1741">
                  <c:v>4.12175000002</c:v>
                </c:pt>
                <c:pt idx="1742">
                  <c:v>4.12625000002</c:v>
                </c:pt>
                <c:pt idx="1743">
                  <c:v>4.12650000002</c:v>
                </c:pt>
                <c:pt idx="1744">
                  <c:v>4.13100000002</c:v>
                </c:pt>
                <c:pt idx="1745">
                  <c:v>4.13125000002</c:v>
                </c:pt>
                <c:pt idx="1746">
                  <c:v>4.13575000002</c:v>
                </c:pt>
                <c:pt idx="1747">
                  <c:v>4.13600000002</c:v>
                </c:pt>
                <c:pt idx="1748">
                  <c:v>4.14050000002</c:v>
                </c:pt>
                <c:pt idx="1749">
                  <c:v>4.14075000002</c:v>
                </c:pt>
                <c:pt idx="1750">
                  <c:v>4.14525000002</c:v>
                </c:pt>
                <c:pt idx="1751">
                  <c:v>4.14550000002</c:v>
                </c:pt>
                <c:pt idx="1752">
                  <c:v>4.15000000002</c:v>
                </c:pt>
                <c:pt idx="1753">
                  <c:v>4.15025000002</c:v>
                </c:pt>
                <c:pt idx="1754">
                  <c:v>4.15475000002</c:v>
                </c:pt>
                <c:pt idx="1755">
                  <c:v>4.15500000002</c:v>
                </c:pt>
                <c:pt idx="1756">
                  <c:v>4.15950000002</c:v>
                </c:pt>
                <c:pt idx="1757">
                  <c:v>4.15975000002</c:v>
                </c:pt>
                <c:pt idx="1758">
                  <c:v>4.16425000002</c:v>
                </c:pt>
                <c:pt idx="1759">
                  <c:v>4.16450000002</c:v>
                </c:pt>
                <c:pt idx="1760">
                  <c:v>4.16900000002</c:v>
                </c:pt>
                <c:pt idx="1761">
                  <c:v>4.16925000002</c:v>
                </c:pt>
                <c:pt idx="1762">
                  <c:v>4.17375000002</c:v>
                </c:pt>
                <c:pt idx="1763">
                  <c:v>4.17400000002</c:v>
                </c:pt>
                <c:pt idx="1764">
                  <c:v>4.17850000002</c:v>
                </c:pt>
                <c:pt idx="1765">
                  <c:v>4.17875000002</c:v>
                </c:pt>
                <c:pt idx="1766">
                  <c:v>4.18325000002</c:v>
                </c:pt>
                <c:pt idx="1767">
                  <c:v>4.18350000002</c:v>
                </c:pt>
                <c:pt idx="1768">
                  <c:v>4.18800000002</c:v>
                </c:pt>
                <c:pt idx="1769">
                  <c:v>4.18825000002</c:v>
                </c:pt>
                <c:pt idx="1770">
                  <c:v>4.19275000002</c:v>
                </c:pt>
                <c:pt idx="1771">
                  <c:v>4.19300000002</c:v>
                </c:pt>
                <c:pt idx="1772">
                  <c:v>4.19750000002</c:v>
                </c:pt>
                <c:pt idx="1773">
                  <c:v>4.19775000002</c:v>
                </c:pt>
                <c:pt idx="1774">
                  <c:v>4.20225000002</c:v>
                </c:pt>
                <c:pt idx="1775">
                  <c:v>4.20250000002</c:v>
                </c:pt>
                <c:pt idx="1776">
                  <c:v>4.20700000002</c:v>
                </c:pt>
                <c:pt idx="1777">
                  <c:v>4.20725000002</c:v>
                </c:pt>
                <c:pt idx="1778">
                  <c:v>4.21175000002</c:v>
                </c:pt>
                <c:pt idx="1779">
                  <c:v>4.21200000002</c:v>
                </c:pt>
                <c:pt idx="1780">
                  <c:v>4.21650000002</c:v>
                </c:pt>
                <c:pt idx="1781">
                  <c:v>4.21675000002</c:v>
                </c:pt>
                <c:pt idx="1782">
                  <c:v>4.22125000002</c:v>
                </c:pt>
                <c:pt idx="1783">
                  <c:v>4.22150000002</c:v>
                </c:pt>
                <c:pt idx="1784">
                  <c:v>4.22600000002</c:v>
                </c:pt>
                <c:pt idx="1785">
                  <c:v>4.22625000002</c:v>
                </c:pt>
                <c:pt idx="1786">
                  <c:v>4.23075000002</c:v>
                </c:pt>
                <c:pt idx="1787">
                  <c:v>4.23100000002</c:v>
                </c:pt>
                <c:pt idx="1788">
                  <c:v>4.23550000002</c:v>
                </c:pt>
                <c:pt idx="1789">
                  <c:v>4.23575000002</c:v>
                </c:pt>
                <c:pt idx="1790">
                  <c:v>4.24025000002</c:v>
                </c:pt>
                <c:pt idx="1791">
                  <c:v>4.24050000002</c:v>
                </c:pt>
                <c:pt idx="1792">
                  <c:v>4.24500000002</c:v>
                </c:pt>
                <c:pt idx="1793">
                  <c:v>4.24525000002</c:v>
                </c:pt>
                <c:pt idx="1794">
                  <c:v>4.24975000002</c:v>
                </c:pt>
                <c:pt idx="1795">
                  <c:v>4.25000000002</c:v>
                </c:pt>
                <c:pt idx="1796">
                  <c:v>4.25450000002</c:v>
                </c:pt>
                <c:pt idx="1797">
                  <c:v>4.25475000002</c:v>
                </c:pt>
                <c:pt idx="1798">
                  <c:v>4.25925000002</c:v>
                </c:pt>
                <c:pt idx="1799">
                  <c:v>4.25950000002</c:v>
                </c:pt>
                <c:pt idx="1800">
                  <c:v>4.26400000002</c:v>
                </c:pt>
                <c:pt idx="1801">
                  <c:v>4.26425000002</c:v>
                </c:pt>
                <c:pt idx="1802">
                  <c:v>4.26875000002</c:v>
                </c:pt>
                <c:pt idx="1803">
                  <c:v>4.26900000002</c:v>
                </c:pt>
                <c:pt idx="1804">
                  <c:v>4.27325000002</c:v>
                </c:pt>
                <c:pt idx="1805">
                  <c:v>4.27350000002</c:v>
                </c:pt>
                <c:pt idx="1806">
                  <c:v>4.27375000002</c:v>
                </c:pt>
                <c:pt idx="1807">
                  <c:v>4.27825000002</c:v>
                </c:pt>
                <c:pt idx="1808">
                  <c:v>4.27850000002</c:v>
                </c:pt>
                <c:pt idx="1809">
                  <c:v>4.28300000002</c:v>
                </c:pt>
                <c:pt idx="1810">
                  <c:v>4.28325000002</c:v>
                </c:pt>
                <c:pt idx="1811">
                  <c:v>4.28775000002</c:v>
                </c:pt>
                <c:pt idx="1812">
                  <c:v>4.28800000002</c:v>
                </c:pt>
                <c:pt idx="1813">
                  <c:v>4.29250000002</c:v>
                </c:pt>
                <c:pt idx="1814">
                  <c:v>4.29275000002</c:v>
                </c:pt>
                <c:pt idx="1815">
                  <c:v>4.29725000002</c:v>
                </c:pt>
                <c:pt idx="1816">
                  <c:v>4.29750000002</c:v>
                </c:pt>
                <c:pt idx="1817">
                  <c:v>4.30200000002</c:v>
                </c:pt>
                <c:pt idx="1818">
                  <c:v>4.30225000002</c:v>
                </c:pt>
                <c:pt idx="1819">
                  <c:v>4.30675000002</c:v>
                </c:pt>
                <c:pt idx="1820">
                  <c:v>4.30700000002</c:v>
                </c:pt>
                <c:pt idx="1821">
                  <c:v>4.31150000002</c:v>
                </c:pt>
                <c:pt idx="1822">
                  <c:v>4.31175000002</c:v>
                </c:pt>
                <c:pt idx="1823">
                  <c:v>4.31625000002</c:v>
                </c:pt>
                <c:pt idx="1824">
                  <c:v>4.31650000002</c:v>
                </c:pt>
                <c:pt idx="1825">
                  <c:v>4.32100000002</c:v>
                </c:pt>
                <c:pt idx="1826">
                  <c:v>4.32125000002</c:v>
                </c:pt>
                <c:pt idx="1827">
                  <c:v>4.32575000002</c:v>
                </c:pt>
                <c:pt idx="1828">
                  <c:v>4.32600000002</c:v>
                </c:pt>
                <c:pt idx="1829">
                  <c:v>4.33050000002</c:v>
                </c:pt>
                <c:pt idx="1830">
                  <c:v>4.33075000002</c:v>
                </c:pt>
                <c:pt idx="1831">
                  <c:v>4.33150000002</c:v>
                </c:pt>
                <c:pt idx="1832">
                  <c:v>4.33525000002</c:v>
                </c:pt>
                <c:pt idx="1833">
                  <c:v>4.33550000002</c:v>
                </c:pt>
                <c:pt idx="1834">
                  <c:v>4.33650000002</c:v>
                </c:pt>
                <c:pt idx="1835">
                  <c:v>4.34000000002</c:v>
                </c:pt>
                <c:pt idx="1836">
                  <c:v>4.34025000002</c:v>
                </c:pt>
                <c:pt idx="1837">
                  <c:v>4.34475000002</c:v>
                </c:pt>
                <c:pt idx="1838">
                  <c:v>4.34500000002</c:v>
                </c:pt>
                <c:pt idx="1839">
                  <c:v>4.34950000002</c:v>
                </c:pt>
                <c:pt idx="1840">
                  <c:v>4.34975000002</c:v>
                </c:pt>
                <c:pt idx="1841">
                  <c:v>4.35425000002</c:v>
                </c:pt>
                <c:pt idx="1842">
                  <c:v>4.35450000002</c:v>
                </c:pt>
                <c:pt idx="1843">
                  <c:v>4.35900000002</c:v>
                </c:pt>
                <c:pt idx="1844">
                  <c:v>4.35925000002</c:v>
                </c:pt>
                <c:pt idx="1845">
                  <c:v>4.36375000002</c:v>
                </c:pt>
                <c:pt idx="1846">
                  <c:v>4.36400000002</c:v>
                </c:pt>
                <c:pt idx="1847">
                  <c:v>4.36850000002</c:v>
                </c:pt>
                <c:pt idx="1848">
                  <c:v>4.36875000002</c:v>
                </c:pt>
                <c:pt idx="1849">
                  <c:v>4.37325000002</c:v>
                </c:pt>
                <c:pt idx="1850">
                  <c:v>4.37350000002</c:v>
                </c:pt>
                <c:pt idx="1851">
                  <c:v>4.37800000002</c:v>
                </c:pt>
                <c:pt idx="1852">
                  <c:v>4.37825000002</c:v>
                </c:pt>
                <c:pt idx="1853">
                  <c:v>4.38275000002</c:v>
                </c:pt>
                <c:pt idx="1854">
                  <c:v>4.38300000002</c:v>
                </c:pt>
                <c:pt idx="1855">
                  <c:v>4.38750000002</c:v>
                </c:pt>
                <c:pt idx="1856">
                  <c:v>4.38775000002</c:v>
                </c:pt>
                <c:pt idx="1857">
                  <c:v>4.39225000002</c:v>
                </c:pt>
                <c:pt idx="1858">
                  <c:v>4.39250000002</c:v>
                </c:pt>
                <c:pt idx="1859">
                  <c:v>4.39700000002</c:v>
                </c:pt>
                <c:pt idx="1860">
                  <c:v>4.39725000002</c:v>
                </c:pt>
                <c:pt idx="1861">
                  <c:v>4.40175000002</c:v>
                </c:pt>
                <c:pt idx="1862">
                  <c:v>4.40200000002</c:v>
                </c:pt>
                <c:pt idx="1863">
                  <c:v>4.40650000002</c:v>
                </c:pt>
                <c:pt idx="1864">
                  <c:v>4.40675000002</c:v>
                </c:pt>
                <c:pt idx="1865">
                  <c:v>4.41125000002</c:v>
                </c:pt>
                <c:pt idx="1866">
                  <c:v>4.41150000002</c:v>
                </c:pt>
                <c:pt idx="1867">
                  <c:v>4.41600000002</c:v>
                </c:pt>
                <c:pt idx="1868">
                  <c:v>4.41625000002</c:v>
                </c:pt>
                <c:pt idx="1869">
                  <c:v>4.42075000002</c:v>
                </c:pt>
                <c:pt idx="1870">
                  <c:v>4.42100000002</c:v>
                </c:pt>
                <c:pt idx="1871">
                  <c:v>4.42550000002</c:v>
                </c:pt>
                <c:pt idx="1872">
                  <c:v>4.42575000002</c:v>
                </c:pt>
                <c:pt idx="1873">
                  <c:v>4.43025000002</c:v>
                </c:pt>
                <c:pt idx="1874">
                  <c:v>4.43050000002</c:v>
                </c:pt>
                <c:pt idx="1875">
                  <c:v>4.43500000002</c:v>
                </c:pt>
                <c:pt idx="1876">
                  <c:v>4.43525000002</c:v>
                </c:pt>
                <c:pt idx="1877">
                  <c:v>4.43975000002</c:v>
                </c:pt>
                <c:pt idx="1878">
                  <c:v>4.44000000002</c:v>
                </c:pt>
                <c:pt idx="1879">
                  <c:v>4.44450000002</c:v>
                </c:pt>
                <c:pt idx="1880">
                  <c:v>4.44475000002</c:v>
                </c:pt>
                <c:pt idx="1881">
                  <c:v>4.44925000002</c:v>
                </c:pt>
                <c:pt idx="1882">
                  <c:v>4.44950000002</c:v>
                </c:pt>
                <c:pt idx="1883">
                  <c:v>4.45400000002</c:v>
                </c:pt>
                <c:pt idx="1884">
                  <c:v>4.45425000002</c:v>
                </c:pt>
                <c:pt idx="1885">
                  <c:v>4.45875000002</c:v>
                </c:pt>
                <c:pt idx="1886">
                  <c:v>4.45900000002</c:v>
                </c:pt>
                <c:pt idx="1887">
                  <c:v>4.46350000002</c:v>
                </c:pt>
                <c:pt idx="1888">
                  <c:v>4.46375000002</c:v>
                </c:pt>
                <c:pt idx="1889">
                  <c:v>4.46825000002</c:v>
                </c:pt>
                <c:pt idx="1890">
                  <c:v>4.46850000002</c:v>
                </c:pt>
                <c:pt idx="1891">
                  <c:v>4.47300000002</c:v>
                </c:pt>
                <c:pt idx="1892">
                  <c:v>4.47325000002</c:v>
                </c:pt>
                <c:pt idx="1893">
                  <c:v>4.47775000002</c:v>
                </c:pt>
                <c:pt idx="1894">
                  <c:v>4.47800000002</c:v>
                </c:pt>
                <c:pt idx="1895">
                  <c:v>4.48250000002</c:v>
                </c:pt>
                <c:pt idx="1896">
                  <c:v>4.48275000002</c:v>
                </c:pt>
                <c:pt idx="1897">
                  <c:v>4.48725000002</c:v>
                </c:pt>
                <c:pt idx="1898">
                  <c:v>4.48750000002</c:v>
                </c:pt>
                <c:pt idx="1899">
                  <c:v>4.49200000002</c:v>
                </c:pt>
                <c:pt idx="1900">
                  <c:v>4.49225000002</c:v>
                </c:pt>
                <c:pt idx="1901">
                  <c:v>4.49675000002</c:v>
                </c:pt>
                <c:pt idx="1902">
                  <c:v>4.49700000002</c:v>
                </c:pt>
                <c:pt idx="1903">
                  <c:v>4.50150000002</c:v>
                </c:pt>
                <c:pt idx="1904">
                  <c:v>4.50175000002</c:v>
                </c:pt>
                <c:pt idx="1905">
                  <c:v>4.50625000002</c:v>
                </c:pt>
                <c:pt idx="1906">
                  <c:v>4.50650000002</c:v>
                </c:pt>
                <c:pt idx="1907">
                  <c:v>4.51100000002</c:v>
                </c:pt>
                <c:pt idx="1908">
                  <c:v>4.51125000002</c:v>
                </c:pt>
                <c:pt idx="1909">
                  <c:v>4.51575000002</c:v>
                </c:pt>
                <c:pt idx="1910">
                  <c:v>4.51600000002</c:v>
                </c:pt>
                <c:pt idx="1911">
                  <c:v>4.52050000002</c:v>
                </c:pt>
                <c:pt idx="1912">
                  <c:v>4.52075000002</c:v>
                </c:pt>
                <c:pt idx="1913">
                  <c:v>4.52525000002</c:v>
                </c:pt>
                <c:pt idx="1914">
                  <c:v>4.52550000002</c:v>
                </c:pt>
                <c:pt idx="1915">
                  <c:v>4.53000000002</c:v>
                </c:pt>
                <c:pt idx="1916">
                  <c:v>4.53025000002</c:v>
                </c:pt>
                <c:pt idx="1917">
                  <c:v>4.53475000002</c:v>
                </c:pt>
                <c:pt idx="1918">
                  <c:v>4.53500000002</c:v>
                </c:pt>
                <c:pt idx="1919">
                  <c:v>4.53950000002</c:v>
                </c:pt>
                <c:pt idx="1920">
                  <c:v>4.53975000002</c:v>
                </c:pt>
                <c:pt idx="1921">
                  <c:v>4.54425000002</c:v>
                </c:pt>
                <c:pt idx="1922">
                  <c:v>4.54450000002</c:v>
                </c:pt>
                <c:pt idx="1923">
                  <c:v>4.54900000002</c:v>
                </c:pt>
                <c:pt idx="1924">
                  <c:v>4.54925000002</c:v>
                </c:pt>
                <c:pt idx="1925">
                  <c:v>4.55375000002</c:v>
                </c:pt>
                <c:pt idx="1926">
                  <c:v>4.55400000002</c:v>
                </c:pt>
                <c:pt idx="1927">
                  <c:v>4.55625000002</c:v>
                </c:pt>
                <c:pt idx="1928">
                  <c:v>4.55650000002</c:v>
                </c:pt>
                <c:pt idx="1929">
                  <c:v>4.55850000002</c:v>
                </c:pt>
                <c:pt idx="1930">
                  <c:v>4.55875000002</c:v>
                </c:pt>
                <c:pt idx="1931">
                  <c:v>4.56025000002</c:v>
                </c:pt>
                <c:pt idx="1932">
                  <c:v>4.56325000002</c:v>
                </c:pt>
                <c:pt idx="1933">
                  <c:v>4.56350000002</c:v>
                </c:pt>
                <c:pt idx="1934">
                  <c:v>4.56800000002</c:v>
                </c:pt>
                <c:pt idx="1935">
                  <c:v>4.56825000002</c:v>
                </c:pt>
                <c:pt idx="1936">
                  <c:v>4.57275000002</c:v>
                </c:pt>
                <c:pt idx="1937">
                  <c:v>4.57300000002</c:v>
                </c:pt>
                <c:pt idx="1938">
                  <c:v>4.57750000002</c:v>
                </c:pt>
                <c:pt idx="1939">
                  <c:v>4.57775000002</c:v>
                </c:pt>
                <c:pt idx="1940">
                  <c:v>4.58225000002</c:v>
                </c:pt>
                <c:pt idx="1941">
                  <c:v>4.58250000002</c:v>
                </c:pt>
                <c:pt idx="1942">
                  <c:v>4.58700000002</c:v>
                </c:pt>
                <c:pt idx="1943">
                  <c:v>4.58725000002</c:v>
                </c:pt>
                <c:pt idx="1944">
                  <c:v>4.59175000002</c:v>
                </c:pt>
                <c:pt idx="1945">
                  <c:v>4.59200000002</c:v>
                </c:pt>
                <c:pt idx="1946">
                  <c:v>4.59650000002</c:v>
                </c:pt>
                <c:pt idx="1947">
                  <c:v>4.59675000002</c:v>
                </c:pt>
                <c:pt idx="1948">
                  <c:v>4.60125000002</c:v>
                </c:pt>
                <c:pt idx="1949">
                  <c:v>4.60150000002</c:v>
                </c:pt>
                <c:pt idx="1950">
                  <c:v>4.60600000002</c:v>
                </c:pt>
                <c:pt idx="1951">
                  <c:v>4.60625000002</c:v>
                </c:pt>
                <c:pt idx="1952">
                  <c:v>4.61075000002</c:v>
                </c:pt>
                <c:pt idx="1953">
                  <c:v>4.61100000002</c:v>
                </c:pt>
                <c:pt idx="1954">
                  <c:v>4.61550000002</c:v>
                </c:pt>
                <c:pt idx="1955">
                  <c:v>4.61575000002</c:v>
                </c:pt>
                <c:pt idx="1956">
                  <c:v>4.62025000002</c:v>
                </c:pt>
                <c:pt idx="1957">
                  <c:v>4.62050000002</c:v>
                </c:pt>
                <c:pt idx="1958">
                  <c:v>4.62500000002</c:v>
                </c:pt>
                <c:pt idx="1959">
                  <c:v>4.62525000002</c:v>
                </c:pt>
                <c:pt idx="1960">
                  <c:v>4.62975000002</c:v>
                </c:pt>
                <c:pt idx="1961">
                  <c:v>4.63000000002</c:v>
                </c:pt>
                <c:pt idx="1962">
                  <c:v>4.63450000002</c:v>
                </c:pt>
                <c:pt idx="1963">
                  <c:v>4.63475000002</c:v>
                </c:pt>
                <c:pt idx="1964">
                  <c:v>4.63925000002</c:v>
                </c:pt>
                <c:pt idx="1965">
                  <c:v>4.63950000002</c:v>
                </c:pt>
                <c:pt idx="1966">
                  <c:v>4.64400000002</c:v>
                </c:pt>
                <c:pt idx="1967">
                  <c:v>4.64425000002</c:v>
                </c:pt>
                <c:pt idx="1968">
                  <c:v>4.64875000002</c:v>
                </c:pt>
                <c:pt idx="1969">
                  <c:v>4.64900000002</c:v>
                </c:pt>
                <c:pt idx="1970">
                  <c:v>4.65350000002</c:v>
                </c:pt>
                <c:pt idx="1971">
                  <c:v>4.65375000002</c:v>
                </c:pt>
                <c:pt idx="1972">
                  <c:v>4.65825000002</c:v>
                </c:pt>
                <c:pt idx="1973">
                  <c:v>4.65850000002</c:v>
                </c:pt>
                <c:pt idx="1974">
                  <c:v>4.66300000002</c:v>
                </c:pt>
                <c:pt idx="1975">
                  <c:v>4.66325000002</c:v>
                </c:pt>
                <c:pt idx="1976">
                  <c:v>4.66775000002</c:v>
                </c:pt>
                <c:pt idx="1977">
                  <c:v>4.66800000002</c:v>
                </c:pt>
                <c:pt idx="1978">
                  <c:v>4.67225000002</c:v>
                </c:pt>
                <c:pt idx="1979">
                  <c:v>4.67250000002</c:v>
                </c:pt>
                <c:pt idx="1980">
                  <c:v>4.67275000002</c:v>
                </c:pt>
                <c:pt idx="1981">
                  <c:v>4.67325000002</c:v>
                </c:pt>
                <c:pt idx="1982">
                  <c:v>4.67725000002</c:v>
                </c:pt>
                <c:pt idx="1983">
                  <c:v>4.67750000002</c:v>
                </c:pt>
                <c:pt idx="1984">
                  <c:v>4.68200000002</c:v>
                </c:pt>
                <c:pt idx="1985">
                  <c:v>4.68225000002</c:v>
                </c:pt>
                <c:pt idx="1986">
                  <c:v>4.68675000002</c:v>
                </c:pt>
                <c:pt idx="1987">
                  <c:v>4.68700000002</c:v>
                </c:pt>
                <c:pt idx="1988">
                  <c:v>4.69150000002</c:v>
                </c:pt>
                <c:pt idx="1989">
                  <c:v>4.69175000002</c:v>
                </c:pt>
                <c:pt idx="1990">
                  <c:v>4.69625000002</c:v>
                </c:pt>
                <c:pt idx="1991">
                  <c:v>4.69650000002</c:v>
                </c:pt>
                <c:pt idx="1992">
                  <c:v>4.70100000002</c:v>
                </c:pt>
                <c:pt idx="1993">
                  <c:v>4.70125000002</c:v>
                </c:pt>
                <c:pt idx="1994">
                  <c:v>4.70575000002</c:v>
                </c:pt>
                <c:pt idx="1995">
                  <c:v>4.70600000002</c:v>
                </c:pt>
                <c:pt idx="1996">
                  <c:v>4.71050000002</c:v>
                </c:pt>
                <c:pt idx="1997">
                  <c:v>4.71075000002</c:v>
                </c:pt>
                <c:pt idx="1998">
                  <c:v>4.71525000002</c:v>
                </c:pt>
                <c:pt idx="1999">
                  <c:v>4.71550000002</c:v>
                </c:pt>
                <c:pt idx="2000">
                  <c:v>4.72000000002</c:v>
                </c:pt>
                <c:pt idx="2001">
                  <c:v>4.72025000002</c:v>
                </c:pt>
                <c:pt idx="2002">
                  <c:v>4.72475000002</c:v>
                </c:pt>
                <c:pt idx="2003">
                  <c:v>4.72500000002</c:v>
                </c:pt>
                <c:pt idx="2004">
                  <c:v>4.72950000002</c:v>
                </c:pt>
                <c:pt idx="2005">
                  <c:v>4.72975000002</c:v>
                </c:pt>
                <c:pt idx="2006">
                  <c:v>4.73425000002</c:v>
                </c:pt>
                <c:pt idx="2007">
                  <c:v>4.73450000002</c:v>
                </c:pt>
                <c:pt idx="2008">
                  <c:v>4.73900000002</c:v>
                </c:pt>
                <c:pt idx="2009">
                  <c:v>4.73925000002</c:v>
                </c:pt>
                <c:pt idx="2010">
                  <c:v>4.74375000002</c:v>
                </c:pt>
                <c:pt idx="2011">
                  <c:v>4.74400000002</c:v>
                </c:pt>
                <c:pt idx="2012">
                  <c:v>4.74850000002</c:v>
                </c:pt>
                <c:pt idx="2013">
                  <c:v>4.74875000002</c:v>
                </c:pt>
                <c:pt idx="2014">
                  <c:v>4.75325000002</c:v>
                </c:pt>
                <c:pt idx="2015">
                  <c:v>4.75350000002</c:v>
                </c:pt>
                <c:pt idx="2016">
                  <c:v>4.75800000002</c:v>
                </c:pt>
                <c:pt idx="2017">
                  <c:v>4.75825000002</c:v>
                </c:pt>
                <c:pt idx="2018">
                  <c:v>4.76275000002</c:v>
                </c:pt>
                <c:pt idx="2019">
                  <c:v>4.76300000002</c:v>
                </c:pt>
                <c:pt idx="2020">
                  <c:v>4.76750000002</c:v>
                </c:pt>
                <c:pt idx="2021">
                  <c:v>4.76775000002</c:v>
                </c:pt>
                <c:pt idx="2022">
                  <c:v>4.77225000002</c:v>
                </c:pt>
                <c:pt idx="2023">
                  <c:v>4.77250000002</c:v>
                </c:pt>
                <c:pt idx="2024">
                  <c:v>4.77300000002</c:v>
                </c:pt>
                <c:pt idx="2025">
                  <c:v>4.77625000002</c:v>
                </c:pt>
                <c:pt idx="2026">
                  <c:v>4.77700000002</c:v>
                </c:pt>
                <c:pt idx="2027">
                  <c:v>4.77725000002</c:v>
                </c:pt>
                <c:pt idx="2028">
                  <c:v>4.78175000002</c:v>
                </c:pt>
                <c:pt idx="2029">
                  <c:v>4.78200000002</c:v>
                </c:pt>
                <c:pt idx="2030">
                  <c:v>4.78650000002</c:v>
                </c:pt>
                <c:pt idx="2031">
                  <c:v>4.78675000002</c:v>
                </c:pt>
                <c:pt idx="2032">
                  <c:v>4.79125000002</c:v>
                </c:pt>
                <c:pt idx="2033">
                  <c:v>4.79150000002</c:v>
                </c:pt>
                <c:pt idx="2034">
                  <c:v>4.79600000002</c:v>
                </c:pt>
                <c:pt idx="2035">
                  <c:v>4.79625000002</c:v>
                </c:pt>
                <c:pt idx="2036">
                  <c:v>4.80075000002</c:v>
                </c:pt>
                <c:pt idx="2037">
                  <c:v>4.80100000002</c:v>
                </c:pt>
                <c:pt idx="2038">
                  <c:v>4.80550000002</c:v>
                </c:pt>
                <c:pt idx="2039">
                  <c:v>4.80575000002</c:v>
                </c:pt>
                <c:pt idx="2040">
                  <c:v>4.81025000002</c:v>
                </c:pt>
                <c:pt idx="2041">
                  <c:v>4.81050000002</c:v>
                </c:pt>
                <c:pt idx="2042">
                  <c:v>4.81500000002</c:v>
                </c:pt>
                <c:pt idx="2043">
                  <c:v>4.81525000002</c:v>
                </c:pt>
                <c:pt idx="2044">
                  <c:v>4.81975000002</c:v>
                </c:pt>
                <c:pt idx="2045">
                  <c:v>4.82000000002</c:v>
                </c:pt>
                <c:pt idx="2046">
                  <c:v>4.82450000002</c:v>
                </c:pt>
                <c:pt idx="2047">
                  <c:v>4.82475000002</c:v>
                </c:pt>
                <c:pt idx="2048">
                  <c:v>4.82925000002</c:v>
                </c:pt>
                <c:pt idx="2049">
                  <c:v>4.82950000002</c:v>
                </c:pt>
                <c:pt idx="2050">
                  <c:v>4.83400000002</c:v>
                </c:pt>
                <c:pt idx="2051">
                  <c:v>4.83425000002</c:v>
                </c:pt>
                <c:pt idx="2052">
                  <c:v>4.83875000002</c:v>
                </c:pt>
                <c:pt idx="2053">
                  <c:v>4.83900000002</c:v>
                </c:pt>
                <c:pt idx="2054">
                  <c:v>4.84350000002</c:v>
                </c:pt>
                <c:pt idx="2055">
                  <c:v>4.84375000002</c:v>
                </c:pt>
                <c:pt idx="2056">
                  <c:v>4.84825000002</c:v>
                </c:pt>
                <c:pt idx="2057">
                  <c:v>4.84850000002</c:v>
                </c:pt>
                <c:pt idx="2058">
                  <c:v>4.85300000002</c:v>
                </c:pt>
                <c:pt idx="2059">
                  <c:v>4.85325000002</c:v>
                </c:pt>
                <c:pt idx="2060">
                  <c:v>4.85775000002</c:v>
                </c:pt>
                <c:pt idx="2061">
                  <c:v>4.85800000002</c:v>
                </c:pt>
                <c:pt idx="2062">
                  <c:v>4.86250000002</c:v>
                </c:pt>
                <c:pt idx="2063">
                  <c:v>4.86275000002</c:v>
                </c:pt>
                <c:pt idx="2064">
                  <c:v>4.86725000002</c:v>
                </c:pt>
                <c:pt idx="2065">
                  <c:v>4.86750000002</c:v>
                </c:pt>
                <c:pt idx="2066">
                  <c:v>4.87200000002</c:v>
                </c:pt>
                <c:pt idx="2067">
                  <c:v>4.87225000002</c:v>
                </c:pt>
                <c:pt idx="2068">
                  <c:v>4.87675000002</c:v>
                </c:pt>
                <c:pt idx="2069">
                  <c:v>4.87700000002</c:v>
                </c:pt>
                <c:pt idx="2070">
                  <c:v>4.88150000002</c:v>
                </c:pt>
                <c:pt idx="2071">
                  <c:v>4.88175000002</c:v>
                </c:pt>
                <c:pt idx="2072">
                  <c:v>4.88625000002</c:v>
                </c:pt>
                <c:pt idx="2073">
                  <c:v>4.88650000002</c:v>
                </c:pt>
                <c:pt idx="2074">
                  <c:v>4.89100000002</c:v>
                </c:pt>
                <c:pt idx="2075">
                  <c:v>4.89125000002</c:v>
                </c:pt>
                <c:pt idx="2076">
                  <c:v>4.89575000002</c:v>
                </c:pt>
                <c:pt idx="2077">
                  <c:v>4.89600000002</c:v>
                </c:pt>
                <c:pt idx="2078">
                  <c:v>4.90050000002</c:v>
                </c:pt>
                <c:pt idx="2079">
                  <c:v>4.90075000002</c:v>
                </c:pt>
                <c:pt idx="2080">
                  <c:v>4.90525000002</c:v>
                </c:pt>
                <c:pt idx="2081">
                  <c:v>4.90550000002</c:v>
                </c:pt>
                <c:pt idx="2082">
                  <c:v>4.91000000002</c:v>
                </c:pt>
                <c:pt idx="2083">
                  <c:v>4.91025000002</c:v>
                </c:pt>
                <c:pt idx="2084">
                  <c:v>4.91475000002</c:v>
                </c:pt>
                <c:pt idx="2085">
                  <c:v>4.91500000002</c:v>
                </c:pt>
                <c:pt idx="2086">
                  <c:v>4.91950000002</c:v>
                </c:pt>
                <c:pt idx="2087">
                  <c:v>4.91975000002</c:v>
                </c:pt>
                <c:pt idx="2088">
                  <c:v>4.92425000002</c:v>
                </c:pt>
                <c:pt idx="2089">
                  <c:v>4.92450000002</c:v>
                </c:pt>
                <c:pt idx="2090">
                  <c:v>4.92900000002</c:v>
                </c:pt>
                <c:pt idx="2091">
                  <c:v>4.92925000002</c:v>
                </c:pt>
                <c:pt idx="2092">
                  <c:v>4.93375000002</c:v>
                </c:pt>
                <c:pt idx="2093">
                  <c:v>4.93400000002</c:v>
                </c:pt>
                <c:pt idx="2094">
                  <c:v>4.93850000002</c:v>
                </c:pt>
                <c:pt idx="2095">
                  <c:v>4.93875000002</c:v>
                </c:pt>
                <c:pt idx="2096">
                  <c:v>4.94325000002</c:v>
                </c:pt>
                <c:pt idx="2097">
                  <c:v>4.94350000002</c:v>
                </c:pt>
                <c:pt idx="2098">
                  <c:v>4.94800000002</c:v>
                </c:pt>
                <c:pt idx="2099">
                  <c:v>4.94825000002</c:v>
                </c:pt>
                <c:pt idx="2100">
                  <c:v>4.95275000002</c:v>
                </c:pt>
                <c:pt idx="2101">
                  <c:v>4.95300000002</c:v>
                </c:pt>
                <c:pt idx="2102">
                  <c:v>4.95750000002</c:v>
                </c:pt>
                <c:pt idx="2103">
                  <c:v>4.95775000002</c:v>
                </c:pt>
                <c:pt idx="2104">
                  <c:v>4.96225000002</c:v>
                </c:pt>
                <c:pt idx="2105">
                  <c:v>4.96250000002</c:v>
                </c:pt>
                <c:pt idx="2106">
                  <c:v>4.96700000002</c:v>
                </c:pt>
                <c:pt idx="2107">
                  <c:v>4.96725000002</c:v>
                </c:pt>
                <c:pt idx="2108">
                  <c:v>4.97175000002</c:v>
                </c:pt>
                <c:pt idx="2109">
                  <c:v>4.97200000002</c:v>
                </c:pt>
                <c:pt idx="2110">
                  <c:v>4.97650000002</c:v>
                </c:pt>
                <c:pt idx="2111">
                  <c:v>4.97675000002</c:v>
                </c:pt>
                <c:pt idx="2112">
                  <c:v>4.98125000002</c:v>
                </c:pt>
                <c:pt idx="2113">
                  <c:v>4.98150000002</c:v>
                </c:pt>
                <c:pt idx="2114">
                  <c:v>4.98600000002</c:v>
                </c:pt>
                <c:pt idx="2115">
                  <c:v>4.98625000002</c:v>
                </c:pt>
                <c:pt idx="2116">
                  <c:v>4.99075000002</c:v>
                </c:pt>
                <c:pt idx="2117">
                  <c:v>4.99100000002</c:v>
                </c:pt>
                <c:pt idx="2118">
                  <c:v>4.99550000002</c:v>
                </c:pt>
                <c:pt idx="2119">
                  <c:v>4.99575000002</c:v>
                </c:pt>
                <c:pt idx="2120">
                  <c:v>4.99625000002</c:v>
                </c:pt>
                <c:pt idx="2121">
                  <c:v>4.99725000002</c:v>
                </c:pt>
                <c:pt idx="2122">
                  <c:v>5.00025000002</c:v>
                </c:pt>
                <c:pt idx="2123">
                  <c:v>5.00050000002</c:v>
                </c:pt>
                <c:pt idx="2124">
                  <c:v>5.00500000002</c:v>
                </c:pt>
                <c:pt idx="2125">
                  <c:v>5.00525000002</c:v>
                </c:pt>
                <c:pt idx="2126">
                  <c:v>5.00975000002</c:v>
                </c:pt>
                <c:pt idx="2127">
                  <c:v>5.01000000002</c:v>
                </c:pt>
                <c:pt idx="2128">
                  <c:v>5.01450000002</c:v>
                </c:pt>
                <c:pt idx="2129">
                  <c:v>5.01475000002</c:v>
                </c:pt>
                <c:pt idx="2130">
                  <c:v>5.01925000002</c:v>
                </c:pt>
                <c:pt idx="2131">
                  <c:v>5.01950000002</c:v>
                </c:pt>
                <c:pt idx="2132">
                  <c:v>5.02400000002</c:v>
                </c:pt>
                <c:pt idx="2133">
                  <c:v>5.02425000002</c:v>
                </c:pt>
                <c:pt idx="2134">
                  <c:v>5.02875000002</c:v>
                </c:pt>
                <c:pt idx="2135">
                  <c:v>5.02900000002</c:v>
                </c:pt>
                <c:pt idx="2136">
                  <c:v>5.03350000002</c:v>
                </c:pt>
                <c:pt idx="2137">
                  <c:v>5.03375000002</c:v>
                </c:pt>
                <c:pt idx="2138">
                  <c:v>5.03825000002</c:v>
                </c:pt>
                <c:pt idx="2139">
                  <c:v>5.03850000002</c:v>
                </c:pt>
                <c:pt idx="2140">
                  <c:v>5.04300000002</c:v>
                </c:pt>
                <c:pt idx="2141">
                  <c:v>5.04325000002</c:v>
                </c:pt>
                <c:pt idx="2142">
                  <c:v>5.04775000002</c:v>
                </c:pt>
                <c:pt idx="2143">
                  <c:v>5.04800000002</c:v>
                </c:pt>
                <c:pt idx="2144">
                  <c:v>5.05250000002</c:v>
                </c:pt>
                <c:pt idx="2145">
                  <c:v>5.05275000002</c:v>
                </c:pt>
                <c:pt idx="2146">
                  <c:v>5.05725000002</c:v>
                </c:pt>
                <c:pt idx="2147">
                  <c:v>5.05750000002</c:v>
                </c:pt>
                <c:pt idx="2148">
                  <c:v>5.06200000002</c:v>
                </c:pt>
                <c:pt idx="2149">
                  <c:v>5.06225000002</c:v>
                </c:pt>
                <c:pt idx="2150">
                  <c:v>5.06675000002</c:v>
                </c:pt>
                <c:pt idx="2151">
                  <c:v>5.06700000002</c:v>
                </c:pt>
                <c:pt idx="2152">
                  <c:v>5.07150000002</c:v>
                </c:pt>
                <c:pt idx="2153">
                  <c:v>5.07175000002</c:v>
                </c:pt>
                <c:pt idx="2154">
                  <c:v>5.07625000002</c:v>
                </c:pt>
                <c:pt idx="2155">
                  <c:v>5.07650000002</c:v>
                </c:pt>
                <c:pt idx="2156">
                  <c:v>5.08100000002</c:v>
                </c:pt>
                <c:pt idx="2157">
                  <c:v>5.08125000002</c:v>
                </c:pt>
                <c:pt idx="2158">
                  <c:v>5.08575000002</c:v>
                </c:pt>
                <c:pt idx="2159">
                  <c:v>5.08600000002</c:v>
                </c:pt>
                <c:pt idx="2160">
                  <c:v>5.09050000002</c:v>
                </c:pt>
                <c:pt idx="2161">
                  <c:v>5.09075000002</c:v>
                </c:pt>
                <c:pt idx="2162">
                  <c:v>5.09525000002</c:v>
                </c:pt>
                <c:pt idx="2163">
                  <c:v>5.09550000002</c:v>
                </c:pt>
                <c:pt idx="2164">
                  <c:v>5.10000000002</c:v>
                </c:pt>
                <c:pt idx="2165">
                  <c:v>5.10025000002</c:v>
                </c:pt>
                <c:pt idx="2166">
                  <c:v>5.10475000002</c:v>
                </c:pt>
                <c:pt idx="2167">
                  <c:v>5.10500000002</c:v>
                </c:pt>
                <c:pt idx="2168">
                  <c:v>5.10950000002</c:v>
                </c:pt>
                <c:pt idx="2169">
                  <c:v>5.10975000002</c:v>
                </c:pt>
                <c:pt idx="2170">
                  <c:v>5.11425000002</c:v>
                </c:pt>
                <c:pt idx="2171">
                  <c:v>5.11450000002</c:v>
                </c:pt>
                <c:pt idx="2172">
                  <c:v>5.11900000002</c:v>
                </c:pt>
                <c:pt idx="2173">
                  <c:v>5.11925000002</c:v>
                </c:pt>
                <c:pt idx="2174">
                  <c:v>5.12375000002</c:v>
                </c:pt>
                <c:pt idx="2175">
                  <c:v>5.12400000002</c:v>
                </c:pt>
                <c:pt idx="2176">
                  <c:v>5.12850000002</c:v>
                </c:pt>
                <c:pt idx="2177">
                  <c:v>5.12875000002</c:v>
                </c:pt>
                <c:pt idx="2178">
                  <c:v>5.13325000002</c:v>
                </c:pt>
                <c:pt idx="2179">
                  <c:v>5.13350000002</c:v>
                </c:pt>
                <c:pt idx="2180">
                  <c:v>5.13800000002</c:v>
                </c:pt>
                <c:pt idx="2181">
                  <c:v>5.13825000002</c:v>
                </c:pt>
                <c:pt idx="2182">
                  <c:v>5.14275000002</c:v>
                </c:pt>
                <c:pt idx="2183">
                  <c:v>5.14300000002</c:v>
                </c:pt>
                <c:pt idx="2184">
                  <c:v>5.14750000002</c:v>
                </c:pt>
                <c:pt idx="2185">
                  <c:v>5.14775000002</c:v>
                </c:pt>
                <c:pt idx="2186">
                  <c:v>5.15225000002</c:v>
                </c:pt>
                <c:pt idx="2187">
                  <c:v>5.15250000002</c:v>
                </c:pt>
                <c:pt idx="2188">
                  <c:v>5.15700000002</c:v>
                </c:pt>
                <c:pt idx="2189">
                  <c:v>5.15725000002</c:v>
                </c:pt>
                <c:pt idx="2190">
                  <c:v>5.16175000002</c:v>
                </c:pt>
                <c:pt idx="2191">
                  <c:v>5.16200000002</c:v>
                </c:pt>
                <c:pt idx="2192">
                  <c:v>5.16650000002</c:v>
                </c:pt>
                <c:pt idx="2193">
                  <c:v>5.16675000002</c:v>
                </c:pt>
                <c:pt idx="2194">
                  <c:v>5.17125000002</c:v>
                </c:pt>
                <c:pt idx="2195">
                  <c:v>5.17150000002</c:v>
                </c:pt>
                <c:pt idx="2196">
                  <c:v>5.17600000002</c:v>
                </c:pt>
                <c:pt idx="2197">
                  <c:v>5.17625000002</c:v>
                </c:pt>
                <c:pt idx="2198">
                  <c:v>5.18075000002</c:v>
                </c:pt>
                <c:pt idx="2199">
                  <c:v>5.18100000002</c:v>
                </c:pt>
                <c:pt idx="2200">
                  <c:v>5.18550000002</c:v>
                </c:pt>
                <c:pt idx="2201">
                  <c:v>5.18575000002</c:v>
                </c:pt>
                <c:pt idx="2202">
                  <c:v>5.19025000002</c:v>
                </c:pt>
                <c:pt idx="2203">
                  <c:v>5.19050000002</c:v>
                </c:pt>
                <c:pt idx="2204">
                  <c:v>5.19500000002</c:v>
                </c:pt>
                <c:pt idx="2205">
                  <c:v>5.19525000002</c:v>
                </c:pt>
                <c:pt idx="2206">
                  <c:v>5.19975000002</c:v>
                </c:pt>
                <c:pt idx="2207">
                  <c:v>5.20000000002</c:v>
                </c:pt>
                <c:pt idx="2208">
                  <c:v>5.20450000002</c:v>
                </c:pt>
                <c:pt idx="2209">
                  <c:v>5.20475000002</c:v>
                </c:pt>
                <c:pt idx="2210">
                  <c:v>5.20925000002</c:v>
                </c:pt>
                <c:pt idx="2211">
                  <c:v>5.20950000002</c:v>
                </c:pt>
                <c:pt idx="2212">
                  <c:v>5.21400000002</c:v>
                </c:pt>
                <c:pt idx="2213">
                  <c:v>5.21425000002</c:v>
                </c:pt>
                <c:pt idx="2214">
                  <c:v>5.21450000002</c:v>
                </c:pt>
                <c:pt idx="2215">
                  <c:v>5.21625000002</c:v>
                </c:pt>
                <c:pt idx="2216">
                  <c:v>5.21875000002</c:v>
                </c:pt>
                <c:pt idx="2217">
                  <c:v>5.21900000002</c:v>
                </c:pt>
                <c:pt idx="2218">
                  <c:v>5.22350000002</c:v>
                </c:pt>
                <c:pt idx="2219">
                  <c:v>5.22375000002</c:v>
                </c:pt>
                <c:pt idx="2220">
                  <c:v>5.22825000002</c:v>
                </c:pt>
                <c:pt idx="2221">
                  <c:v>5.22850000002</c:v>
                </c:pt>
                <c:pt idx="2222">
                  <c:v>5.23300000002</c:v>
                </c:pt>
                <c:pt idx="2223">
                  <c:v>5.23325000002</c:v>
                </c:pt>
                <c:pt idx="2224">
                  <c:v>5.23775000003</c:v>
                </c:pt>
                <c:pt idx="2225">
                  <c:v>5.23800000003</c:v>
                </c:pt>
                <c:pt idx="2226">
                  <c:v>5.24250000003</c:v>
                </c:pt>
                <c:pt idx="2227">
                  <c:v>5.24275000003</c:v>
                </c:pt>
                <c:pt idx="2228">
                  <c:v>5.24725000003</c:v>
                </c:pt>
                <c:pt idx="2229">
                  <c:v>5.24750000003</c:v>
                </c:pt>
                <c:pt idx="2230">
                  <c:v>5.25200000003</c:v>
                </c:pt>
                <c:pt idx="2231">
                  <c:v>5.25225000003</c:v>
                </c:pt>
                <c:pt idx="2232">
                  <c:v>5.25675000003</c:v>
                </c:pt>
                <c:pt idx="2233">
                  <c:v>5.25700000003</c:v>
                </c:pt>
                <c:pt idx="2234">
                  <c:v>5.26150000003</c:v>
                </c:pt>
                <c:pt idx="2235">
                  <c:v>5.26175000003</c:v>
                </c:pt>
                <c:pt idx="2236">
                  <c:v>5.26625000003</c:v>
                </c:pt>
                <c:pt idx="2237">
                  <c:v>5.26650000003</c:v>
                </c:pt>
                <c:pt idx="2238">
                  <c:v>5.27100000003</c:v>
                </c:pt>
                <c:pt idx="2239">
                  <c:v>5.27125000003</c:v>
                </c:pt>
                <c:pt idx="2240">
                  <c:v>5.27575000003</c:v>
                </c:pt>
                <c:pt idx="2241">
                  <c:v>5.27600000003</c:v>
                </c:pt>
                <c:pt idx="2242">
                  <c:v>5.28050000003</c:v>
                </c:pt>
                <c:pt idx="2243">
                  <c:v>5.28075000003</c:v>
                </c:pt>
                <c:pt idx="2244">
                  <c:v>5.28525000003</c:v>
                </c:pt>
                <c:pt idx="2245">
                  <c:v>5.28550000003</c:v>
                </c:pt>
                <c:pt idx="2246">
                  <c:v>5.29000000003</c:v>
                </c:pt>
                <c:pt idx="2247">
                  <c:v>5.29025000003</c:v>
                </c:pt>
                <c:pt idx="2248">
                  <c:v>5.29475000003</c:v>
                </c:pt>
                <c:pt idx="2249">
                  <c:v>5.29500000003</c:v>
                </c:pt>
                <c:pt idx="2250">
                  <c:v>5.29950000003</c:v>
                </c:pt>
                <c:pt idx="2251">
                  <c:v>5.29975000003</c:v>
                </c:pt>
                <c:pt idx="2252">
                  <c:v>5.30425000003</c:v>
                </c:pt>
                <c:pt idx="2253">
                  <c:v>5.30450000003</c:v>
                </c:pt>
                <c:pt idx="2254">
                  <c:v>5.30900000003</c:v>
                </c:pt>
                <c:pt idx="2255">
                  <c:v>5.30925000003</c:v>
                </c:pt>
                <c:pt idx="2256">
                  <c:v>5.31375000003</c:v>
                </c:pt>
                <c:pt idx="2257">
                  <c:v>5.31400000003</c:v>
                </c:pt>
                <c:pt idx="2258">
                  <c:v>5.31850000003</c:v>
                </c:pt>
                <c:pt idx="2259">
                  <c:v>5.31875000003</c:v>
                </c:pt>
                <c:pt idx="2260">
                  <c:v>5.32300000003</c:v>
                </c:pt>
                <c:pt idx="2261">
                  <c:v>5.32325000003</c:v>
                </c:pt>
                <c:pt idx="2262">
                  <c:v>5.32350000003</c:v>
                </c:pt>
                <c:pt idx="2263">
                  <c:v>5.32375000003</c:v>
                </c:pt>
                <c:pt idx="2264">
                  <c:v>5.32800000003</c:v>
                </c:pt>
                <c:pt idx="2265">
                  <c:v>5.32825000003</c:v>
                </c:pt>
                <c:pt idx="2266">
                  <c:v>5.33275000003</c:v>
                </c:pt>
                <c:pt idx="2267">
                  <c:v>5.33300000003</c:v>
                </c:pt>
                <c:pt idx="2268">
                  <c:v>5.33725000003</c:v>
                </c:pt>
                <c:pt idx="2269">
                  <c:v>5.33750000003</c:v>
                </c:pt>
                <c:pt idx="2270">
                  <c:v>5.33775000003</c:v>
                </c:pt>
                <c:pt idx="2271">
                  <c:v>5.33800000003</c:v>
                </c:pt>
                <c:pt idx="2272">
                  <c:v>5.33925000003</c:v>
                </c:pt>
                <c:pt idx="2273">
                  <c:v>5.34225000003</c:v>
                </c:pt>
                <c:pt idx="2274">
                  <c:v>5.34250000003</c:v>
                </c:pt>
                <c:pt idx="2275">
                  <c:v>5.34675000003</c:v>
                </c:pt>
                <c:pt idx="2276">
                  <c:v>5.34700000003</c:v>
                </c:pt>
                <c:pt idx="2277">
                  <c:v>5.34725000003</c:v>
                </c:pt>
                <c:pt idx="2278">
                  <c:v>5.34775000003</c:v>
                </c:pt>
                <c:pt idx="2279">
                  <c:v>5.35175000003</c:v>
                </c:pt>
                <c:pt idx="2280">
                  <c:v>5.35200000003</c:v>
                </c:pt>
                <c:pt idx="2281">
                  <c:v>5.35625000003</c:v>
                </c:pt>
                <c:pt idx="2282">
                  <c:v>5.35650000003</c:v>
                </c:pt>
                <c:pt idx="2283">
                  <c:v>5.35675000003</c:v>
                </c:pt>
                <c:pt idx="2284">
                  <c:v>5.35700000003</c:v>
                </c:pt>
                <c:pt idx="2285">
                  <c:v>5.36125000003</c:v>
                </c:pt>
                <c:pt idx="2286">
                  <c:v>5.36150000003</c:v>
                </c:pt>
                <c:pt idx="2287">
                  <c:v>5.36600000003</c:v>
                </c:pt>
                <c:pt idx="2288">
                  <c:v>5.36625000003</c:v>
                </c:pt>
                <c:pt idx="2289">
                  <c:v>5.37075000003</c:v>
                </c:pt>
                <c:pt idx="2290">
                  <c:v>5.37100000003</c:v>
                </c:pt>
                <c:pt idx="2291">
                  <c:v>5.37550000003</c:v>
                </c:pt>
                <c:pt idx="2292">
                  <c:v>5.37575000003</c:v>
                </c:pt>
                <c:pt idx="2293">
                  <c:v>5.38025000003</c:v>
                </c:pt>
                <c:pt idx="2294">
                  <c:v>5.38050000003</c:v>
                </c:pt>
                <c:pt idx="2295">
                  <c:v>5.38500000003</c:v>
                </c:pt>
                <c:pt idx="2296">
                  <c:v>5.38525000003</c:v>
                </c:pt>
                <c:pt idx="2297">
                  <c:v>5.38975000003</c:v>
                </c:pt>
                <c:pt idx="2298">
                  <c:v>5.39000000003</c:v>
                </c:pt>
                <c:pt idx="2299">
                  <c:v>5.39450000003</c:v>
                </c:pt>
                <c:pt idx="2300">
                  <c:v>5.39475000003</c:v>
                </c:pt>
                <c:pt idx="2301">
                  <c:v>5.39925000003</c:v>
                </c:pt>
                <c:pt idx="2302">
                  <c:v>5.39950000003</c:v>
                </c:pt>
                <c:pt idx="2303">
                  <c:v>5.40400000003</c:v>
                </c:pt>
                <c:pt idx="2304">
                  <c:v>5.40425000003</c:v>
                </c:pt>
                <c:pt idx="2305">
                  <c:v>5.40875000003</c:v>
                </c:pt>
                <c:pt idx="2306">
                  <c:v>5.40900000003</c:v>
                </c:pt>
                <c:pt idx="2307">
                  <c:v>5.41350000003</c:v>
                </c:pt>
                <c:pt idx="2308">
                  <c:v>5.41375000003</c:v>
                </c:pt>
                <c:pt idx="2309">
                  <c:v>5.41825000003</c:v>
                </c:pt>
                <c:pt idx="2310">
                  <c:v>5.41850000003</c:v>
                </c:pt>
                <c:pt idx="2311">
                  <c:v>5.42300000003</c:v>
                </c:pt>
                <c:pt idx="2312">
                  <c:v>5.42325000003</c:v>
                </c:pt>
                <c:pt idx="2313">
                  <c:v>5.42775000003</c:v>
                </c:pt>
                <c:pt idx="2314">
                  <c:v>5.42800000003</c:v>
                </c:pt>
                <c:pt idx="2315">
                  <c:v>5.43250000003</c:v>
                </c:pt>
                <c:pt idx="2316">
                  <c:v>5.43275000003</c:v>
                </c:pt>
                <c:pt idx="2317">
                  <c:v>5.43625000003</c:v>
                </c:pt>
                <c:pt idx="2318">
                  <c:v>5.43725000003</c:v>
                </c:pt>
                <c:pt idx="2319">
                  <c:v>5.43750000003</c:v>
                </c:pt>
                <c:pt idx="2320">
                  <c:v>5.43775000003</c:v>
                </c:pt>
                <c:pt idx="2321">
                  <c:v>5.44200000003</c:v>
                </c:pt>
                <c:pt idx="2322">
                  <c:v>5.44225000003</c:v>
                </c:pt>
                <c:pt idx="2323">
                  <c:v>5.44675000003</c:v>
                </c:pt>
                <c:pt idx="2324">
                  <c:v>5.44700000003</c:v>
                </c:pt>
                <c:pt idx="2325">
                  <c:v>5.45150000003</c:v>
                </c:pt>
                <c:pt idx="2326">
                  <c:v>5.45175000003</c:v>
                </c:pt>
                <c:pt idx="2327">
                  <c:v>5.45625000003</c:v>
                </c:pt>
                <c:pt idx="2328">
                  <c:v>5.45650000003</c:v>
                </c:pt>
                <c:pt idx="2329">
                  <c:v>5.46100000003</c:v>
                </c:pt>
                <c:pt idx="2330">
                  <c:v>5.46125000003</c:v>
                </c:pt>
                <c:pt idx="2331">
                  <c:v>5.46575000003</c:v>
                </c:pt>
                <c:pt idx="2332">
                  <c:v>5.46600000003</c:v>
                </c:pt>
                <c:pt idx="2333">
                  <c:v>5.47050000003</c:v>
                </c:pt>
                <c:pt idx="2334">
                  <c:v>5.47075000003</c:v>
                </c:pt>
                <c:pt idx="2335">
                  <c:v>5.47525000003</c:v>
                </c:pt>
                <c:pt idx="2336">
                  <c:v>5.47550000003</c:v>
                </c:pt>
                <c:pt idx="2337">
                  <c:v>5.48000000003</c:v>
                </c:pt>
                <c:pt idx="2338">
                  <c:v>5.48025000003</c:v>
                </c:pt>
                <c:pt idx="2339">
                  <c:v>5.48475000003</c:v>
                </c:pt>
                <c:pt idx="2340">
                  <c:v>5.48500000003</c:v>
                </c:pt>
                <c:pt idx="2341">
                  <c:v>5.48950000003</c:v>
                </c:pt>
                <c:pt idx="2342">
                  <c:v>5.48975000003</c:v>
                </c:pt>
                <c:pt idx="2343">
                  <c:v>5.49425000003</c:v>
                </c:pt>
                <c:pt idx="2344">
                  <c:v>5.49450000003</c:v>
                </c:pt>
                <c:pt idx="2345">
                  <c:v>5.49900000003</c:v>
                </c:pt>
                <c:pt idx="2346">
                  <c:v>5.49925000003</c:v>
                </c:pt>
                <c:pt idx="2347">
                  <c:v>5.50375000003</c:v>
                </c:pt>
                <c:pt idx="2348">
                  <c:v>5.50400000003</c:v>
                </c:pt>
                <c:pt idx="2349">
                  <c:v>5.50850000003</c:v>
                </c:pt>
                <c:pt idx="2350">
                  <c:v>5.50875000003</c:v>
                </c:pt>
                <c:pt idx="2351">
                  <c:v>5.51325000003</c:v>
                </c:pt>
                <c:pt idx="2352">
                  <c:v>5.51350000003</c:v>
                </c:pt>
                <c:pt idx="2353">
                  <c:v>5.51800000003</c:v>
                </c:pt>
                <c:pt idx="2354">
                  <c:v>5.51825000003</c:v>
                </c:pt>
                <c:pt idx="2355">
                  <c:v>5.52275000003</c:v>
                </c:pt>
                <c:pt idx="2356">
                  <c:v>5.52300000003</c:v>
                </c:pt>
                <c:pt idx="2357">
                  <c:v>5.52750000003</c:v>
                </c:pt>
                <c:pt idx="2358">
                  <c:v>5.52775000003</c:v>
                </c:pt>
                <c:pt idx="2359">
                  <c:v>5.53225000003</c:v>
                </c:pt>
                <c:pt idx="2360">
                  <c:v>5.53250000003</c:v>
                </c:pt>
                <c:pt idx="2361">
                  <c:v>5.53700000003</c:v>
                </c:pt>
                <c:pt idx="2362">
                  <c:v>5.53725000003</c:v>
                </c:pt>
                <c:pt idx="2363">
                  <c:v>5.54175000003</c:v>
                </c:pt>
                <c:pt idx="2364">
                  <c:v>5.54200000003</c:v>
                </c:pt>
                <c:pt idx="2365">
                  <c:v>5.54650000003</c:v>
                </c:pt>
                <c:pt idx="2366">
                  <c:v>5.54675000003</c:v>
                </c:pt>
                <c:pt idx="2367">
                  <c:v>5.55125000003</c:v>
                </c:pt>
                <c:pt idx="2368">
                  <c:v>5.55150000003</c:v>
                </c:pt>
                <c:pt idx="2369">
                  <c:v>5.55600000003</c:v>
                </c:pt>
                <c:pt idx="2370">
                  <c:v>5.55625000003</c:v>
                </c:pt>
                <c:pt idx="2371">
                  <c:v>5.56075000003</c:v>
                </c:pt>
                <c:pt idx="2372">
                  <c:v>5.56100000003</c:v>
                </c:pt>
                <c:pt idx="2373">
                  <c:v>5.56550000003</c:v>
                </c:pt>
                <c:pt idx="2374">
                  <c:v>5.56575000003</c:v>
                </c:pt>
                <c:pt idx="2375">
                  <c:v>5.57025000003</c:v>
                </c:pt>
                <c:pt idx="2376">
                  <c:v>5.57050000003</c:v>
                </c:pt>
                <c:pt idx="2377">
                  <c:v>5.57500000003</c:v>
                </c:pt>
                <c:pt idx="2378">
                  <c:v>5.57525000003</c:v>
                </c:pt>
                <c:pt idx="2379">
                  <c:v>5.57975000003</c:v>
                </c:pt>
                <c:pt idx="2380">
                  <c:v>5.58000000003</c:v>
                </c:pt>
                <c:pt idx="2381">
                  <c:v>5.58450000003</c:v>
                </c:pt>
                <c:pt idx="2382">
                  <c:v>5.58475000003</c:v>
                </c:pt>
                <c:pt idx="2383">
                  <c:v>5.58925000003</c:v>
                </c:pt>
                <c:pt idx="2384">
                  <c:v>5.58950000003</c:v>
                </c:pt>
                <c:pt idx="2385">
                  <c:v>5.59400000003</c:v>
                </c:pt>
                <c:pt idx="2386">
                  <c:v>5.59425000003</c:v>
                </c:pt>
                <c:pt idx="2387">
                  <c:v>5.59875000003</c:v>
                </c:pt>
                <c:pt idx="2388">
                  <c:v>5.59900000003</c:v>
                </c:pt>
                <c:pt idx="2389">
                  <c:v>5.60350000003</c:v>
                </c:pt>
                <c:pt idx="2390">
                  <c:v>5.60375000003</c:v>
                </c:pt>
                <c:pt idx="2391">
                  <c:v>5.60825000003</c:v>
                </c:pt>
                <c:pt idx="2392">
                  <c:v>5.60850000003</c:v>
                </c:pt>
                <c:pt idx="2393">
                  <c:v>5.61300000003</c:v>
                </c:pt>
                <c:pt idx="2394">
                  <c:v>5.61325000003</c:v>
                </c:pt>
                <c:pt idx="2395">
                  <c:v>5.61775000003</c:v>
                </c:pt>
                <c:pt idx="2396">
                  <c:v>5.61800000003</c:v>
                </c:pt>
                <c:pt idx="2397">
                  <c:v>5.62250000003</c:v>
                </c:pt>
                <c:pt idx="2398">
                  <c:v>5.62275000003</c:v>
                </c:pt>
                <c:pt idx="2399">
                  <c:v>5.62725000003</c:v>
                </c:pt>
                <c:pt idx="2400">
                  <c:v>5.62750000003</c:v>
                </c:pt>
                <c:pt idx="2401">
                  <c:v>5.63200000003</c:v>
                </c:pt>
                <c:pt idx="2402">
                  <c:v>5.63225000003</c:v>
                </c:pt>
                <c:pt idx="2403">
                  <c:v>5.63675000003</c:v>
                </c:pt>
                <c:pt idx="2404">
                  <c:v>5.63700000003</c:v>
                </c:pt>
                <c:pt idx="2405">
                  <c:v>5.64150000003</c:v>
                </c:pt>
                <c:pt idx="2406">
                  <c:v>5.64175000003</c:v>
                </c:pt>
                <c:pt idx="2407">
                  <c:v>5.64625000003</c:v>
                </c:pt>
                <c:pt idx="2408">
                  <c:v>5.64650000003</c:v>
                </c:pt>
                <c:pt idx="2409">
                  <c:v>5.65100000003</c:v>
                </c:pt>
                <c:pt idx="2410">
                  <c:v>5.65125000003</c:v>
                </c:pt>
                <c:pt idx="2411">
                  <c:v>5.65575000003</c:v>
                </c:pt>
                <c:pt idx="2412">
                  <c:v>5.65600000003</c:v>
                </c:pt>
                <c:pt idx="2413">
                  <c:v>5.65650000003</c:v>
                </c:pt>
                <c:pt idx="2414">
                  <c:v>5.66050000003</c:v>
                </c:pt>
                <c:pt idx="2415">
                  <c:v>5.66075000003</c:v>
                </c:pt>
                <c:pt idx="2416">
                  <c:v>5.66525000003</c:v>
                </c:pt>
                <c:pt idx="2417">
                  <c:v>5.66550000003</c:v>
                </c:pt>
                <c:pt idx="2418">
                  <c:v>5.66975000003</c:v>
                </c:pt>
                <c:pt idx="2419">
                  <c:v>5.67000000003</c:v>
                </c:pt>
                <c:pt idx="2420">
                  <c:v>5.67025000003</c:v>
                </c:pt>
                <c:pt idx="2421">
                  <c:v>5.67475000003</c:v>
                </c:pt>
                <c:pt idx="2422">
                  <c:v>5.67500000003</c:v>
                </c:pt>
                <c:pt idx="2423">
                  <c:v>5.67950000003</c:v>
                </c:pt>
                <c:pt idx="2424">
                  <c:v>5.67975000003</c:v>
                </c:pt>
                <c:pt idx="2425">
                  <c:v>5.68425000003</c:v>
                </c:pt>
                <c:pt idx="2426">
                  <c:v>5.68450000003</c:v>
                </c:pt>
                <c:pt idx="2427">
                  <c:v>5.68900000003</c:v>
                </c:pt>
                <c:pt idx="2428">
                  <c:v>5.68925000003</c:v>
                </c:pt>
                <c:pt idx="2429">
                  <c:v>5.69375000003</c:v>
                </c:pt>
                <c:pt idx="2430">
                  <c:v>5.69400000003</c:v>
                </c:pt>
                <c:pt idx="2431">
                  <c:v>5.69850000003</c:v>
                </c:pt>
                <c:pt idx="2432">
                  <c:v>5.69875000003</c:v>
                </c:pt>
                <c:pt idx="2433">
                  <c:v>5.70325000003</c:v>
                </c:pt>
                <c:pt idx="2434">
                  <c:v>5.70350000003</c:v>
                </c:pt>
                <c:pt idx="2435">
                  <c:v>5.70800000003</c:v>
                </c:pt>
                <c:pt idx="2436">
                  <c:v>5.70825000003</c:v>
                </c:pt>
                <c:pt idx="2437">
                  <c:v>5.71275000003</c:v>
                </c:pt>
                <c:pt idx="2438">
                  <c:v>5.71300000003</c:v>
                </c:pt>
                <c:pt idx="2439">
                  <c:v>5.71750000003</c:v>
                </c:pt>
                <c:pt idx="2440">
                  <c:v>5.71775000003</c:v>
                </c:pt>
                <c:pt idx="2441">
                  <c:v>5.72225000003</c:v>
                </c:pt>
                <c:pt idx="2442">
                  <c:v>5.72250000003</c:v>
                </c:pt>
                <c:pt idx="2443">
                  <c:v>5.72700000003</c:v>
                </c:pt>
                <c:pt idx="2444">
                  <c:v>5.72725000003</c:v>
                </c:pt>
                <c:pt idx="2445">
                  <c:v>5.73175000003</c:v>
                </c:pt>
                <c:pt idx="2446">
                  <c:v>5.73200000003</c:v>
                </c:pt>
                <c:pt idx="2447">
                  <c:v>5.73650000003</c:v>
                </c:pt>
                <c:pt idx="2448">
                  <c:v>5.73675000003</c:v>
                </c:pt>
                <c:pt idx="2449">
                  <c:v>5.74125000003</c:v>
                </c:pt>
                <c:pt idx="2450">
                  <c:v>5.74150000003</c:v>
                </c:pt>
                <c:pt idx="2451">
                  <c:v>5.74600000003</c:v>
                </c:pt>
                <c:pt idx="2452">
                  <c:v>5.74625000003</c:v>
                </c:pt>
                <c:pt idx="2453">
                  <c:v>5.75075000003</c:v>
                </c:pt>
                <c:pt idx="2454">
                  <c:v>5.75100000003</c:v>
                </c:pt>
                <c:pt idx="2455">
                  <c:v>5.75550000003</c:v>
                </c:pt>
                <c:pt idx="2456">
                  <c:v>5.75575000003</c:v>
                </c:pt>
                <c:pt idx="2457">
                  <c:v>5.76025000003</c:v>
                </c:pt>
                <c:pt idx="2458">
                  <c:v>5.76050000003</c:v>
                </c:pt>
                <c:pt idx="2459">
                  <c:v>5.76500000003</c:v>
                </c:pt>
                <c:pt idx="2460">
                  <c:v>5.76525000003</c:v>
                </c:pt>
                <c:pt idx="2461">
                  <c:v>5.76975000003</c:v>
                </c:pt>
                <c:pt idx="2462">
                  <c:v>5.77000000003</c:v>
                </c:pt>
                <c:pt idx="2463">
                  <c:v>5.77450000003</c:v>
                </c:pt>
                <c:pt idx="2464">
                  <c:v>5.77475000003</c:v>
                </c:pt>
                <c:pt idx="2465">
                  <c:v>5.77925000003</c:v>
                </c:pt>
                <c:pt idx="2466">
                  <c:v>5.77950000003</c:v>
                </c:pt>
                <c:pt idx="2467">
                  <c:v>5.78400000003</c:v>
                </c:pt>
                <c:pt idx="2468">
                  <c:v>5.78425000003</c:v>
                </c:pt>
                <c:pt idx="2469">
                  <c:v>5.78875000003</c:v>
                </c:pt>
                <c:pt idx="2470">
                  <c:v>5.78900000003</c:v>
                </c:pt>
                <c:pt idx="2471">
                  <c:v>5.79350000003</c:v>
                </c:pt>
                <c:pt idx="2472">
                  <c:v>5.79375000003</c:v>
                </c:pt>
                <c:pt idx="2473">
                  <c:v>5.79825000003</c:v>
                </c:pt>
                <c:pt idx="2474">
                  <c:v>5.79850000003</c:v>
                </c:pt>
                <c:pt idx="2475">
                  <c:v>5.80300000003</c:v>
                </c:pt>
                <c:pt idx="2476">
                  <c:v>5.80325000003</c:v>
                </c:pt>
                <c:pt idx="2477">
                  <c:v>5.80775000003</c:v>
                </c:pt>
                <c:pt idx="2478">
                  <c:v>5.80800000003</c:v>
                </c:pt>
                <c:pt idx="2479">
                  <c:v>5.81250000003</c:v>
                </c:pt>
                <c:pt idx="2480">
                  <c:v>5.81275000003</c:v>
                </c:pt>
                <c:pt idx="2481">
                  <c:v>5.81725000003</c:v>
                </c:pt>
                <c:pt idx="2482">
                  <c:v>5.81750000003</c:v>
                </c:pt>
                <c:pt idx="2483">
                  <c:v>5.82200000003</c:v>
                </c:pt>
                <c:pt idx="2484">
                  <c:v>5.82225000003</c:v>
                </c:pt>
                <c:pt idx="2485">
                  <c:v>5.82675000003</c:v>
                </c:pt>
                <c:pt idx="2486">
                  <c:v>5.82700000003</c:v>
                </c:pt>
                <c:pt idx="2487">
                  <c:v>5.83150000003</c:v>
                </c:pt>
                <c:pt idx="2488">
                  <c:v>5.83175000003</c:v>
                </c:pt>
                <c:pt idx="2489">
                  <c:v>5.83625000003</c:v>
                </c:pt>
                <c:pt idx="2490">
                  <c:v>5.83650000003</c:v>
                </c:pt>
                <c:pt idx="2491">
                  <c:v>5.84100000003</c:v>
                </c:pt>
                <c:pt idx="2492">
                  <c:v>5.84125000003</c:v>
                </c:pt>
                <c:pt idx="2493">
                  <c:v>5.84575000003</c:v>
                </c:pt>
                <c:pt idx="2494">
                  <c:v>5.84600000003</c:v>
                </c:pt>
                <c:pt idx="2495">
                  <c:v>5.85050000003</c:v>
                </c:pt>
                <c:pt idx="2496">
                  <c:v>5.85075000003</c:v>
                </c:pt>
                <c:pt idx="2497">
                  <c:v>5.85350000003</c:v>
                </c:pt>
                <c:pt idx="2498">
                  <c:v>5.85525000003</c:v>
                </c:pt>
                <c:pt idx="2499">
                  <c:v>5.85550000003</c:v>
                </c:pt>
                <c:pt idx="2500">
                  <c:v>5.86000000003</c:v>
                </c:pt>
                <c:pt idx="2501">
                  <c:v>5.86025000003</c:v>
                </c:pt>
                <c:pt idx="2502">
                  <c:v>5.86475000003</c:v>
                </c:pt>
                <c:pt idx="2503">
                  <c:v>5.86500000003</c:v>
                </c:pt>
                <c:pt idx="2504">
                  <c:v>5.86950000003</c:v>
                </c:pt>
                <c:pt idx="2505">
                  <c:v>5.86975000003</c:v>
                </c:pt>
                <c:pt idx="2506">
                  <c:v>5.87425000003</c:v>
                </c:pt>
                <c:pt idx="2507">
                  <c:v>5.87450000003</c:v>
                </c:pt>
                <c:pt idx="2508">
                  <c:v>5.87675000003</c:v>
                </c:pt>
                <c:pt idx="2509">
                  <c:v>5.87800000003</c:v>
                </c:pt>
                <c:pt idx="2510">
                  <c:v>5.87900000003</c:v>
                </c:pt>
                <c:pt idx="2511">
                  <c:v>5.87925000003</c:v>
                </c:pt>
                <c:pt idx="2512">
                  <c:v>5.88375000003</c:v>
                </c:pt>
                <c:pt idx="2513">
                  <c:v>5.88400000003</c:v>
                </c:pt>
                <c:pt idx="2514">
                  <c:v>5.88850000003</c:v>
                </c:pt>
                <c:pt idx="2515">
                  <c:v>5.88875000003</c:v>
                </c:pt>
                <c:pt idx="2516">
                  <c:v>5.89325000003</c:v>
                </c:pt>
                <c:pt idx="2517">
                  <c:v>5.89350000003</c:v>
                </c:pt>
                <c:pt idx="2518">
                  <c:v>5.89800000003</c:v>
                </c:pt>
                <c:pt idx="2519">
                  <c:v>5.89825000003</c:v>
                </c:pt>
                <c:pt idx="2520">
                  <c:v>5.90275000003</c:v>
                </c:pt>
                <c:pt idx="2521">
                  <c:v>5.90300000003</c:v>
                </c:pt>
                <c:pt idx="2522">
                  <c:v>5.90750000003</c:v>
                </c:pt>
                <c:pt idx="2523">
                  <c:v>5.90775000003</c:v>
                </c:pt>
                <c:pt idx="2524">
                  <c:v>5.91225000003</c:v>
                </c:pt>
                <c:pt idx="2525">
                  <c:v>5.91250000003</c:v>
                </c:pt>
                <c:pt idx="2526">
                  <c:v>5.91700000003</c:v>
                </c:pt>
                <c:pt idx="2527">
                  <c:v>5.91725000003</c:v>
                </c:pt>
                <c:pt idx="2528">
                  <c:v>5.92175000003</c:v>
                </c:pt>
                <c:pt idx="2529">
                  <c:v>5.92200000003</c:v>
                </c:pt>
                <c:pt idx="2530">
                  <c:v>5.92650000003</c:v>
                </c:pt>
                <c:pt idx="2531">
                  <c:v>5.92675000003</c:v>
                </c:pt>
                <c:pt idx="2532">
                  <c:v>5.93125000003</c:v>
                </c:pt>
                <c:pt idx="2533">
                  <c:v>5.93150000003</c:v>
                </c:pt>
                <c:pt idx="2534">
                  <c:v>5.93600000003</c:v>
                </c:pt>
                <c:pt idx="2535">
                  <c:v>5.93625000003</c:v>
                </c:pt>
                <c:pt idx="2536">
                  <c:v>5.94075000003</c:v>
                </c:pt>
                <c:pt idx="2537">
                  <c:v>5.94100000003</c:v>
                </c:pt>
                <c:pt idx="2538">
                  <c:v>5.94550000003</c:v>
                </c:pt>
                <c:pt idx="2539">
                  <c:v>5.94575000003</c:v>
                </c:pt>
                <c:pt idx="2540">
                  <c:v>5.95025000003</c:v>
                </c:pt>
                <c:pt idx="2541">
                  <c:v>5.95050000003</c:v>
                </c:pt>
                <c:pt idx="2542">
                  <c:v>5.95500000003</c:v>
                </c:pt>
                <c:pt idx="2543">
                  <c:v>5.95525000003</c:v>
                </c:pt>
                <c:pt idx="2544">
                  <c:v>5.95975000003</c:v>
                </c:pt>
                <c:pt idx="2545">
                  <c:v>5.96000000003</c:v>
                </c:pt>
                <c:pt idx="2546">
                  <c:v>5.96450000003</c:v>
                </c:pt>
                <c:pt idx="2547">
                  <c:v>5.96475000003</c:v>
                </c:pt>
                <c:pt idx="2548">
                  <c:v>5.96925000003</c:v>
                </c:pt>
                <c:pt idx="2549">
                  <c:v>5.96950000003</c:v>
                </c:pt>
                <c:pt idx="2550">
                  <c:v>5.97400000003</c:v>
                </c:pt>
                <c:pt idx="2551">
                  <c:v>5.97425000003</c:v>
                </c:pt>
                <c:pt idx="2552">
                  <c:v>5.97875000003</c:v>
                </c:pt>
                <c:pt idx="2553">
                  <c:v>5.97900000003</c:v>
                </c:pt>
                <c:pt idx="2554">
                  <c:v>5.98350000003</c:v>
                </c:pt>
                <c:pt idx="2555">
                  <c:v>5.98375000003</c:v>
                </c:pt>
                <c:pt idx="2556">
                  <c:v>5.98825000003</c:v>
                </c:pt>
                <c:pt idx="2557">
                  <c:v>5.98850000003</c:v>
                </c:pt>
                <c:pt idx="2558">
                  <c:v>5.99300000003</c:v>
                </c:pt>
                <c:pt idx="2559">
                  <c:v>5.99325000003</c:v>
                </c:pt>
                <c:pt idx="2560">
                  <c:v>5.99775000003</c:v>
                </c:pt>
                <c:pt idx="2561">
                  <c:v>5.99800000003</c:v>
                </c:pt>
                <c:pt idx="2562">
                  <c:v>6.00250000003</c:v>
                </c:pt>
                <c:pt idx="2563">
                  <c:v>6.00275000003</c:v>
                </c:pt>
                <c:pt idx="2564">
                  <c:v>6.00725000003</c:v>
                </c:pt>
                <c:pt idx="2565">
                  <c:v>6.00750000003</c:v>
                </c:pt>
                <c:pt idx="2566">
                  <c:v>6.01200000003</c:v>
                </c:pt>
                <c:pt idx="2567">
                  <c:v>6.01225000003</c:v>
                </c:pt>
                <c:pt idx="2568">
                  <c:v>6.01675000003</c:v>
                </c:pt>
                <c:pt idx="2569">
                  <c:v>6.01700000003</c:v>
                </c:pt>
                <c:pt idx="2570">
                  <c:v>6.02150000003</c:v>
                </c:pt>
                <c:pt idx="2571">
                  <c:v>6.02175000003</c:v>
                </c:pt>
                <c:pt idx="2572">
                  <c:v>6.02625000003</c:v>
                </c:pt>
                <c:pt idx="2573">
                  <c:v>6.02650000003</c:v>
                </c:pt>
                <c:pt idx="2574">
                  <c:v>6.03100000003</c:v>
                </c:pt>
                <c:pt idx="2575">
                  <c:v>6.03125000003</c:v>
                </c:pt>
                <c:pt idx="2576">
                  <c:v>6.03575000003</c:v>
                </c:pt>
                <c:pt idx="2577">
                  <c:v>6.03600000003</c:v>
                </c:pt>
                <c:pt idx="2578">
                  <c:v>6.04050000003</c:v>
                </c:pt>
                <c:pt idx="2579">
                  <c:v>6.04075000003</c:v>
                </c:pt>
                <c:pt idx="2580">
                  <c:v>6.04525000003</c:v>
                </c:pt>
                <c:pt idx="2581">
                  <c:v>6.04550000003</c:v>
                </c:pt>
                <c:pt idx="2582">
                  <c:v>6.05000000003</c:v>
                </c:pt>
                <c:pt idx="2583">
                  <c:v>6.05025000003</c:v>
                </c:pt>
                <c:pt idx="2584">
                  <c:v>6.05475000003</c:v>
                </c:pt>
                <c:pt idx="2585">
                  <c:v>6.05500000003</c:v>
                </c:pt>
                <c:pt idx="2586">
                  <c:v>6.05950000003</c:v>
                </c:pt>
                <c:pt idx="2587">
                  <c:v>6.05975000003</c:v>
                </c:pt>
                <c:pt idx="2588">
                  <c:v>6.06425000003</c:v>
                </c:pt>
                <c:pt idx="2589">
                  <c:v>6.06450000003</c:v>
                </c:pt>
                <c:pt idx="2590">
                  <c:v>6.06900000003</c:v>
                </c:pt>
                <c:pt idx="2591">
                  <c:v>6.06925000003</c:v>
                </c:pt>
                <c:pt idx="2592">
                  <c:v>6.07375000003</c:v>
                </c:pt>
                <c:pt idx="2593">
                  <c:v>6.07400000003</c:v>
                </c:pt>
                <c:pt idx="2594">
                  <c:v>6.07850000003</c:v>
                </c:pt>
                <c:pt idx="2595">
                  <c:v>6.07875000003</c:v>
                </c:pt>
                <c:pt idx="2596">
                  <c:v>6.08325000003</c:v>
                </c:pt>
                <c:pt idx="2597">
                  <c:v>6.08350000003</c:v>
                </c:pt>
                <c:pt idx="2598">
                  <c:v>6.08800000003</c:v>
                </c:pt>
                <c:pt idx="2599">
                  <c:v>6.08825000003</c:v>
                </c:pt>
                <c:pt idx="2600">
                  <c:v>6.09275000003</c:v>
                </c:pt>
                <c:pt idx="2601">
                  <c:v>6.09300000003</c:v>
                </c:pt>
                <c:pt idx="2602">
                  <c:v>6.09325000003</c:v>
                </c:pt>
                <c:pt idx="2603">
                  <c:v>6.09725000003</c:v>
                </c:pt>
                <c:pt idx="2604">
                  <c:v>6.09750000003</c:v>
                </c:pt>
                <c:pt idx="2605">
                  <c:v>6.09775000003</c:v>
                </c:pt>
                <c:pt idx="2606">
                  <c:v>6.10225000003</c:v>
                </c:pt>
                <c:pt idx="2607">
                  <c:v>6.10250000003</c:v>
                </c:pt>
                <c:pt idx="2608">
                  <c:v>6.10700000003</c:v>
                </c:pt>
                <c:pt idx="2609">
                  <c:v>6.10725000003</c:v>
                </c:pt>
                <c:pt idx="2610">
                  <c:v>6.11175000003</c:v>
                </c:pt>
                <c:pt idx="2611">
                  <c:v>6.11200000003</c:v>
                </c:pt>
                <c:pt idx="2612">
                  <c:v>6.11650000003</c:v>
                </c:pt>
                <c:pt idx="2613">
                  <c:v>6.11675000003</c:v>
                </c:pt>
                <c:pt idx="2614">
                  <c:v>6.12125000003</c:v>
                </c:pt>
                <c:pt idx="2615">
                  <c:v>6.12150000003</c:v>
                </c:pt>
                <c:pt idx="2616">
                  <c:v>6.12600000003</c:v>
                </c:pt>
                <c:pt idx="2617">
                  <c:v>6.12625000003</c:v>
                </c:pt>
                <c:pt idx="2618">
                  <c:v>6.13075000003</c:v>
                </c:pt>
                <c:pt idx="2619">
                  <c:v>6.13100000003</c:v>
                </c:pt>
                <c:pt idx="2620">
                  <c:v>6.13550000003</c:v>
                </c:pt>
                <c:pt idx="2621">
                  <c:v>6.13575000003</c:v>
                </c:pt>
                <c:pt idx="2622">
                  <c:v>6.14025000003</c:v>
                </c:pt>
                <c:pt idx="2623">
                  <c:v>6.14050000003</c:v>
                </c:pt>
                <c:pt idx="2624">
                  <c:v>6.14500000003</c:v>
                </c:pt>
                <c:pt idx="2625">
                  <c:v>6.14525000003</c:v>
                </c:pt>
                <c:pt idx="2626">
                  <c:v>6.14975000003</c:v>
                </c:pt>
                <c:pt idx="2627">
                  <c:v>6.15000000003</c:v>
                </c:pt>
                <c:pt idx="2628">
                  <c:v>6.15450000003</c:v>
                </c:pt>
                <c:pt idx="2629">
                  <c:v>6.15475000003</c:v>
                </c:pt>
                <c:pt idx="2630">
                  <c:v>6.15925000003</c:v>
                </c:pt>
                <c:pt idx="2631">
                  <c:v>6.15950000003</c:v>
                </c:pt>
                <c:pt idx="2632">
                  <c:v>6.16400000003</c:v>
                </c:pt>
                <c:pt idx="2633">
                  <c:v>6.16425000003</c:v>
                </c:pt>
                <c:pt idx="2634">
                  <c:v>6.16875000003</c:v>
                </c:pt>
                <c:pt idx="2635">
                  <c:v>6.16900000003</c:v>
                </c:pt>
                <c:pt idx="2636">
                  <c:v>6.17350000003</c:v>
                </c:pt>
                <c:pt idx="2637">
                  <c:v>6.17375000003</c:v>
                </c:pt>
                <c:pt idx="2638">
                  <c:v>6.17825000003</c:v>
                </c:pt>
                <c:pt idx="2639">
                  <c:v>6.17850000003</c:v>
                </c:pt>
                <c:pt idx="2640">
                  <c:v>6.18300000003</c:v>
                </c:pt>
                <c:pt idx="2641">
                  <c:v>6.18325000003</c:v>
                </c:pt>
                <c:pt idx="2642">
                  <c:v>6.18775000003</c:v>
                </c:pt>
                <c:pt idx="2643">
                  <c:v>6.18800000003</c:v>
                </c:pt>
                <c:pt idx="2644">
                  <c:v>6.19250000003</c:v>
                </c:pt>
                <c:pt idx="2645">
                  <c:v>6.19275000003</c:v>
                </c:pt>
                <c:pt idx="2646">
                  <c:v>6.19725000003</c:v>
                </c:pt>
                <c:pt idx="2647">
                  <c:v>6.19750000003</c:v>
                </c:pt>
                <c:pt idx="2648">
                  <c:v>6.20200000003</c:v>
                </c:pt>
                <c:pt idx="2649">
                  <c:v>6.20225000003</c:v>
                </c:pt>
                <c:pt idx="2650">
                  <c:v>6.20675000003</c:v>
                </c:pt>
                <c:pt idx="2651">
                  <c:v>6.20700000003</c:v>
                </c:pt>
                <c:pt idx="2652">
                  <c:v>6.21150000003</c:v>
                </c:pt>
                <c:pt idx="2653">
                  <c:v>6.21175000003</c:v>
                </c:pt>
                <c:pt idx="2654">
                  <c:v>6.21625000003</c:v>
                </c:pt>
                <c:pt idx="2655">
                  <c:v>6.21650000003</c:v>
                </c:pt>
                <c:pt idx="2656">
                  <c:v>6.22100000003</c:v>
                </c:pt>
                <c:pt idx="2657">
                  <c:v>6.22125000003</c:v>
                </c:pt>
                <c:pt idx="2658">
                  <c:v>6.22575000003</c:v>
                </c:pt>
                <c:pt idx="2659">
                  <c:v>6.22600000003</c:v>
                </c:pt>
                <c:pt idx="2660">
                  <c:v>6.23050000003</c:v>
                </c:pt>
                <c:pt idx="2661">
                  <c:v>6.23075000003</c:v>
                </c:pt>
                <c:pt idx="2662">
                  <c:v>6.23525000003</c:v>
                </c:pt>
                <c:pt idx="2663">
                  <c:v>6.23550000003</c:v>
                </c:pt>
                <c:pt idx="2664">
                  <c:v>6.24000000003</c:v>
                </c:pt>
                <c:pt idx="2665">
                  <c:v>6.24025000003</c:v>
                </c:pt>
                <c:pt idx="2666">
                  <c:v>6.24475000003</c:v>
                </c:pt>
                <c:pt idx="2667">
                  <c:v>6.24500000003</c:v>
                </c:pt>
                <c:pt idx="2668">
                  <c:v>6.24950000003</c:v>
                </c:pt>
                <c:pt idx="2669">
                  <c:v>6.24975000003</c:v>
                </c:pt>
                <c:pt idx="2670">
                  <c:v>6.25425000003</c:v>
                </c:pt>
                <c:pt idx="2671">
                  <c:v>6.25450000003</c:v>
                </c:pt>
                <c:pt idx="2672">
                  <c:v>6.25900000003</c:v>
                </c:pt>
                <c:pt idx="2673">
                  <c:v>6.25925000003</c:v>
                </c:pt>
                <c:pt idx="2674">
                  <c:v>6.26375000003</c:v>
                </c:pt>
                <c:pt idx="2675">
                  <c:v>6.26400000003</c:v>
                </c:pt>
                <c:pt idx="2676">
                  <c:v>6.26850000003</c:v>
                </c:pt>
                <c:pt idx="2677">
                  <c:v>6.26875000003</c:v>
                </c:pt>
                <c:pt idx="2678">
                  <c:v>6.27325000003</c:v>
                </c:pt>
                <c:pt idx="2679">
                  <c:v>6.27350000003</c:v>
                </c:pt>
                <c:pt idx="2680">
                  <c:v>6.27800000003</c:v>
                </c:pt>
                <c:pt idx="2681">
                  <c:v>6.27825000003</c:v>
                </c:pt>
                <c:pt idx="2682">
                  <c:v>6.28275000003</c:v>
                </c:pt>
                <c:pt idx="2683">
                  <c:v>6.28300000003</c:v>
                </c:pt>
                <c:pt idx="2684">
                  <c:v>6.28750000003</c:v>
                </c:pt>
                <c:pt idx="2685">
                  <c:v>6.28775000003</c:v>
                </c:pt>
                <c:pt idx="2686">
                  <c:v>6.29225000003</c:v>
                </c:pt>
                <c:pt idx="2687">
                  <c:v>6.29250000003</c:v>
                </c:pt>
                <c:pt idx="2688">
                  <c:v>6.29700000003</c:v>
                </c:pt>
                <c:pt idx="2689">
                  <c:v>6.29725000003</c:v>
                </c:pt>
                <c:pt idx="2690">
                  <c:v>6.30175000003</c:v>
                </c:pt>
                <c:pt idx="2691">
                  <c:v>6.30200000003</c:v>
                </c:pt>
                <c:pt idx="2692">
                  <c:v>6.30550000003</c:v>
                </c:pt>
                <c:pt idx="2693">
                  <c:v>6.30650000003</c:v>
                </c:pt>
                <c:pt idx="2694">
                  <c:v>6.30675000003</c:v>
                </c:pt>
                <c:pt idx="2695">
                  <c:v>6.31125000003</c:v>
                </c:pt>
                <c:pt idx="2696">
                  <c:v>6.31150000003</c:v>
                </c:pt>
                <c:pt idx="2697">
                  <c:v>6.31600000003</c:v>
                </c:pt>
                <c:pt idx="2698">
                  <c:v>6.31625000003</c:v>
                </c:pt>
                <c:pt idx="2699">
                  <c:v>6.31775000003</c:v>
                </c:pt>
                <c:pt idx="2700">
                  <c:v>6.31875000003</c:v>
                </c:pt>
                <c:pt idx="2701">
                  <c:v>6.32075000003</c:v>
                </c:pt>
                <c:pt idx="2702">
                  <c:v>6.32100000003</c:v>
                </c:pt>
                <c:pt idx="2703">
                  <c:v>6.32550000003</c:v>
                </c:pt>
                <c:pt idx="2704">
                  <c:v>6.32575000003</c:v>
                </c:pt>
                <c:pt idx="2705">
                  <c:v>6.33025000003</c:v>
                </c:pt>
                <c:pt idx="2706">
                  <c:v>6.33050000003</c:v>
                </c:pt>
                <c:pt idx="2707">
                  <c:v>6.33500000003</c:v>
                </c:pt>
                <c:pt idx="2708">
                  <c:v>6.33525000003</c:v>
                </c:pt>
                <c:pt idx="2709">
                  <c:v>6.33975000003</c:v>
                </c:pt>
                <c:pt idx="2710">
                  <c:v>6.34000000003</c:v>
                </c:pt>
                <c:pt idx="2711">
                  <c:v>6.34450000003</c:v>
                </c:pt>
                <c:pt idx="2712">
                  <c:v>6.34475000003</c:v>
                </c:pt>
                <c:pt idx="2713">
                  <c:v>6.34925000003</c:v>
                </c:pt>
                <c:pt idx="2714">
                  <c:v>6.34950000003</c:v>
                </c:pt>
                <c:pt idx="2715">
                  <c:v>6.35400000003</c:v>
                </c:pt>
                <c:pt idx="2716">
                  <c:v>6.35425000003</c:v>
                </c:pt>
                <c:pt idx="2717">
                  <c:v>6.35875000003</c:v>
                </c:pt>
                <c:pt idx="2718">
                  <c:v>6.35900000003</c:v>
                </c:pt>
                <c:pt idx="2719">
                  <c:v>6.36350000003</c:v>
                </c:pt>
                <c:pt idx="2720">
                  <c:v>6.36375000003</c:v>
                </c:pt>
                <c:pt idx="2721">
                  <c:v>6.36825000003</c:v>
                </c:pt>
                <c:pt idx="2722">
                  <c:v>6.36850000003</c:v>
                </c:pt>
                <c:pt idx="2723">
                  <c:v>6.37300000003</c:v>
                </c:pt>
                <c:pt idx="2724">
                  <c:v>6.37325000003</c:v>
                </c:pt>
                <c:pt idx="2725">
                  <c:v>6.37775000003</c:v>
                </c:pt>
                <c:pt idx="2726">
                  <c:v>6.37800000003</c:v>
                </c:pt>
                <c:pt idx="2727">
                  <c:v>6.38250000003</c:v>
                </c:pt>
                <c:pt idx="2728">
                  <c:v>6.38275000003</c:v>
                </c:pt>
                <c:pt idx="2729">
                  <c:v>6.38725000003</c:v>
                </c:pt>
                <c:pt idx="2730">
                  <c:v>6.38750000003</c:v>
                </c:pt>
                <c:pt idx="2731">
                  <c:v>6.39200000003</c:v>
                </c:pt>
                <c:pt idx="2732">
                  <c:v>6.39225000003</c:v>
                </c:pt>
                <c:pt idx="2733">
                  <c:v>6.39675000003</c:v>
                </c:pt>
                <c:pt idx="2734">
                  <c:v>6.39700000003</c:v>
                </c:pt>
                <c:pt idx="2735">
                  <c:v>6.40150000003</c:v>
                </c:pt>
                <c:pt idx="2736">
                  <c:v>6.40175000003</c:v>
                </c:pt>
                <c:pt idx="2737">
                  <c:v>6.40625000003</c:v>
                </c:pt>
                <c:pt idx="2738">
                  <c:v>6.40650000003</c:v>
                </c:pt>
                <c:pt idx="2739">
                  <c:v>6.41100000003</c:v>
                </c:pt>
                <c:pt idx="2740">
                  <c:v>6.41125000003</c:v>
                </c:pt>
                <c:pt idx="2741">
                  <c:v>6.41575000003</c:v>
                </c:pt>
                <c:pt idx="2742">
                  <c:v>6.41600000003</c:v>
                </c:pt>
                <c:pt idx="2743">
                  <c:v>6.42050000003</c:v>
                </c:pt>
                <c:pt idx="2744">
                  <c:v>6.42075000003</c:v>
                </c:pt>
                <c:pt idx="2745">
                  <c:v>6.42525000003</c:v>
                </c:pt>
                <c:pt idx="2746">
                  <c:v>6.42550000003</c:v>
                </c:pt>
                <c:pt idx="2747">
                  <c:v>6.43000000003</c:v>
                </c:pt>
                <c:pt idx="2748">
                  <c:v>6.43025000003</c:v>
                </c:pt>
                <c:pt idx="2749">
                  <c:v>6.43475000003</c:v>
                </c:pt>
                <c:pt idx="2750">
                  <c:v>6.43500000003</c:v>
                </c:pt>
                <c:pt idx="2751">
                  <c:v>6.43950000003</c:v>
                </c:pt>
                <c:pt idx="2752">
                  <c:v>6.43975000003</c:v>
                </c:pt>
                <c:pt idx="2753">
                  <c:v>6.44425000003</c:v>
                </c:pt>
                <c:pt idx="2754">
                  <c:v>6.44450000003</c:v>
                </c:pt>
                <c:pt idx="2755">
                  <c:v>6.44900000003</c:v>
                </c:pt>
                <c:pt idx="2756">
                  <c:v>6.44925000003</c:v>
                </c:pt>
                <c:pt idx="2757">
                  <c:v>6.45375000003</c:v>
                </c:pt>
                <c:pt idx="2758">
                  <c:v>6.45400000003</c:v>
                </c:pt>
                <c:pt idx="2759">
                  <c:v>6.45850000003</c:v>
                </c:pt>
                <c:pt idx="2760">
                  <c:v>6.45875000003</c:v>
                </c:pt>
                <c:pt idx="2761">
                  <c:v>6.46325000003</c:v>
                </c:pt>
                <c:pt idx="2762">
                  <c:v>6.46350000003</c:v>
                </c:pt>
                <c:pt idx="2763">
                  <c:v>6.46800000003</c:v>
                </c:pt>
                <c:pt idx="2764">
                  <c:v>6.46825000003</c:v>
                </c:pt>
                <c:pt idx="2765">
                  <c:v>6.47275000003</c:v>
                </c:pt>
                <c:pt idx="2766">
                  <c:v>6.47300000003</c:v>
                </c:pt>
                <c:pt idx="2767">
                  <c:v>6.47750000003</c:v>
                </c:pt>
                <c:pt idx="2768">
                  <c:v>6.47775000003</c:v>
                </c:pt>
                <c:pt idx="2769">
                  <c:v>6.48225000003</c:v>
                </c:pt>
                <c:pt idx="2770">
                  <c:v>6.48250000003</c:v>
                </c:pt>
                <c:pt idx="2771">
                  <c:v>6.48700000003</c:v>
                </c:pt>
                <c:pt idx="2772">
                  <c:v>6.48725000003</c:v>
                </c:pt>
                <c:pt idx="2773">
                  <c:v>6.49175000003</c:v>
                </c:pt>
                <c:pt idx="2774">
                  <c:v>6.49200000003</c:v>
                </c:pt>
                <c:pt idx="2775">
                  <c:v>6.49650000003</c:v>
                </c:pt>
                <c:pt idx="2776">
                  <c:v>6.49675000003</c:v>
                </c:pt>
                <c:pt idx="2777">
                  <c:v>6.50125000003</c:v>
                </c:pt>
                <c:pt idx="2778">
                  <c:v>6.50150000003</c:v>
                </c:pt>
                <c:pt idx="2779">
                  <c:v>6.50600000003</c:v>
                </c:pt>
                <c:pt idx="2780">
                  <c:v>6.50625000003</c:v>
                </c:pt>
                <c:pt idx="2781">
                  <c:v>6.51075000003</c:v>
                </c:pt>
                <c:pt idx="2782">
                  <c:v>6.51100000003</c:v>
                </c:pt>
                <c:pt idx="2783">
                  <c:v>6.51550000003</c:v>
                </c:pt>
                <c:pt idx="2784">
                  <c:v>6.51575000003</c:v>
                </c:pt>
                <c:pt idx="2785">
                  <c:v>6.52025000003</c:v>
                </c:pt>
                <c:pt idx="2786">
                  <c:v>6.52050000003</c:v>
                </c:pt>
                <c:pt idx="2787">
                  <c:v>6.52500000003</c:v>
                </c:pt>
                <c:pt idx="2788">
                  <c:v>6.52525000003</c:v>
                </c:pt>
                <c:pt idx="2789">
                  <c:v>6.52925000003</c:v>
                </c:pt>
                <c:pt idx="2790">
                  <c:v>6.52975000003</c:v>
                </c:pt>
                <c:pt idx="2791">
                  <c:v>6.53000000003</c:v>
                </c:pt>
                <c:pt idx="2792">
                  <c:v>6.53450000003</c:v>
                </c:pt>
                <c:pt idx="2793">
                  <c:v>6.53475000003</c:v>
                </c:pt>
                <c:pt idx="2794">
                  <c:v>6.53825000003</c:v>
                </c:pt>
                <c:pt idx="2795">
                  <c:v>6.53900000003</c:v>
                </c:pt>
                <c:pt idx="2796">
                  <c:v>6.53925000003</c:v>
                </c:pt>
                <c:pt idx="2797">
                  <c:v>6.53950000003</c:v>
                </c:pt>
                <c:pt idx="2798">
                  <c:v>6.54400000003</c:v>
                </c:pt>
                <c:pt idx="2799">
                  <c:v>6.54425000003</c:v>
                </c:pt>
                <c:pt idx="2800">
                  <c:v>6.54875000003</c:v>
                </c:pt>
                <c:pt idx="2801">
                  <c:v>6.54900000003</c:v>
                </c:pt>
                <c:pt idx="2802">
                  <c:v>6.55350000003</c:v>
                </c:pt>
                <c:pt idx="2803">
                  <c:v>6.55375000003</c:v>
                </c:pt>
                <c:pt idx="2804">
                  <c:v>6.55825000003</c:v>
                </c:pt>
                <c:pt idx="2805">
                  <c:v>6.55850000003</c:v>
                </c:pt>
                <c:pt idx="2806">
                  <c:v>6.56300000003</c:v>
                </c:pt>
                <c:pt idx="2807">
                  <c:v>6.56325000003</c:v>
                </c:pt>
                <c:pt idx="2808">
                  <c:v>6.56775000003</c:v>
                </c:pt>
                <c:pt idx="2809">
                  <c:v>6.56800000003</c:v>
                </c:pt>
                <c:pt idx="2810">
                  <c:v>6.57250000003</c:v>
                </c:pt>
                <c:pt idx="2811">
                  <c:v>6.57275000003</c:v>
                </c:pt>
                <c:pt idx="2812">
                  <c:v>6.57725000003</c:v>
                </c:pt>
                <c:pt idx="2813">
                  <c:v>6.57750000003</c:v>
                </c:pt>
                <c:pt idx="2814">
                  <c:v>6.58200000003</c:v>
                </c:pt>
                <c:pt idx="2815">
                  <c:v>6.58225000003</c:v>
                </c:pt>
                <c:pt idx="2816">
                  <c:v>6.58675000003</c:v>
                </c:pt>
                <c:pt idx="2817">
                  <c:v>6.58700000003</c:v>
                </c:pt>
                <c:pt idx="2818">
                  <c:v>6.59150000003</c:v>
                </c:pt>
                <c:pt idx="2819">
                  <c:v>6.59175000003</c:v>
                </c:pt>
                <c:pt idx="2820">
                  <c:v>6.59625000003</c:v>
                </c:pt>
                <c:pt idx="2821">
                  <c:v>6.59650000003</c:v>
                </c:pt>
                <c:pt idx="2822">
                  <c:v>6.60100000003</c:v>
                </c:pt>
                <c:pt idx="2823">
                  <c:v>6.60125000003</c:v>
                </c:pt>
                <c:pt idx="2824">
                  <c:v>6.60575000003</c:v>
                </c:pt>
                <c:pt idx="2825">
                  <c:v>6.60600000003</c:v>
                </c:pt>
                <c:pt idx="2826">
                  <c:v>6.61050000003</c:v>
                </c:pt>
                <c:pt idx="2827">
                  <c:v>6.61075000003</c:v>
                </c:pt>
                <c:pt idx="2828">
                  <c:v>6.61525000003</c:v>
                </c:pt>
                <c:pt idx="2829">
                  <c:v>6.61550000003</c:v>
                </c:pt>
                <c:pt idx="2830">
                  <c:v>6.62000000003</c:v>
                </c:pt>
                <c:pt idx="2831">
                  <c:v>6.62025000003</c:v>
                </c:pt>
                <c:pt idx="2832">
                  <c:v>6.62475000003</c:v>
                </c:pt>
                <c:pt idx="2833">
                  <c:v>6.62500000003</c:v>
                </c:pt>
                <c:pt idx="2834">
                  <c:v>6.62950000003</c:v>
                </c:pt>
                <c:pt idx="2835">
                  <c:v>6.62975000003</c:v>
                </c:pt>
                <c:pt idx="2836">
                  <c:v>6.63425000003</c:v>
                </c:pt>
                <c:pt idx="2837">
                  <c:v>6.63450000003</c:v>
                </c:pt>
                <c:pt idx="2838">
                  <c:v>6.63900000003</c:v>
                </c:pt>
                <c:pt idx="2839">
                  <c:v>6.63925000003</c:v>
                </c:pt>
                <c:pt idx="2840">
                  <c:v>6.64375000003</c:v>
                </c:pt>
                <c:pt idx="2841">
                  <c:v>6.64400000003</c:v>
                </c:pt>
                <c:pt idx="2842">
                  <c:v>6.64850000003</c:v>
                </c:pt>
                <c:pt idx="2843">
                  <c:v>6.64875000003</c:v>
                </c:pt>
                <c:pt idx="2844">
                  <c:v>6.65325000003</c:v>
                </c:pt>
                <c:pt idx="2845">
                  <c:v>6.65350000003</c:v>
                </c:pt>
                <c:pt idx="2846">
                  <c:v>6.65800000003</c:v>
                </c:pt>
                <c:pt idx="2847">
                  <c:v>6.65825000003</c:v>
                </c:pt>
                <c:pt idx="2848">
                  <c:v>6.66275000003</c:v>
                </c:pt>
                <c:pt idx="2849">
                  <c:v>6.66300000003</c:v>
                </c:pt>
                <c:pt idx="2850">
                  <c:v>6.66750000003</c:v>
                </c:pt>
                <c:pt idx="2851">
                  <c:v>6.66775000003</c:v>
                </c:pt>
                <c:pt idx="2852">
                  <c:v>6.67225000003</c:v>
                </c:pt>
                <c:pt idx="2853">
                  <c:v>6.67250000003</c:v>
                </c:pt>
                <c:pt idx="2854">
                  <c:v>6.67700000003</c:v>
                </c:pt>
                <c:pt idx="2855">
                  <c:v>6.67725000003</c:v>
                </c:pt>
                <c:pt idx="2856">
                  <c:v>6.68175000003</c:v>
                </c:pt>
                <c:pt idx="2857">
                  <c:v>6.68200000003</c:v>
                </c:pt>
                <c:pt idx="2858">
                  <c:v>6.68650000003</c:v>
                </c:pt>
                <c:pt idx="2859">
                  <c:v>6.68675000003</c:v>
                </c:pt>
                <c:pt idx="2860">
                  <c:v>6.69125000003</c:v>
                </c:pt>
                <c:pt idx="2861">
                  <c:v>6.69150000003</c:v>
                </c:pt>
                <c:pt idx="2862">
                  <c:v>6.69600000003</c:v>
                </c:pt>
                <c:pt idx="2863">
                  <c:v>6.69625000003</c:v>
                </c:pt>
                <c:pt idx="2864">
                  <c:v>6.70075000003</c:v>
                </c:pt>
                <c:pt idx="2865">
                  <c:v>6.70100000003</c:v>
                </c:pt>
                <c:pt idx="2866">
                  <c:v>6.70550000003</c:v>
                </c:pt>
                <c:pt idx="2867">
                  <c:v>6.70575000003</c:v>
                </c:pt>
                <c:pt idx="2868">
                  <c:v>6.71025000003</c:v>
                </c:pt>
                <c:pt idx="2869">
                  <c:v>6.71050000003</c:v>
                </c:pt>
                <c:pt idx="2870">
                  <c:v>6.71500000003</c:v>
                </c:pt>
                <c:pt idx="2871">
                  <c:v>6.71525000003</c:v>
                </c:pt>
                <c:pt idx="2872">
                  <c:v>6.71975000003</c:v>
                </c:pt>
                <c:pt idx="2873">
                  <c:v>6.72000000003</c:v>
                </c:pt>
                <c:pt idx="2874">
                  <c:v>6.72450000003</c:v>
                </c:pt>
                <c:pt idx="2875">
                  <c:v>6.72475000003</c:v>
                </c:pt>
                <c:pt idx="2876">
                  <c:v>6.72925000003</c:v>
                </c:pt>
                <c:pt idx="2877">
                  <c:v>6.72950000003</c:v>
                </c:pt>
                <c:pt idx="2878">
                  <c:v>6.73400000003</c:v>
                </c:pt>
                <c:pt idx="2879">
                  <c:v>6.73425000003</c:v>
                </c:pt>
                <c:pt idx="2880">
                  <c:v>6.73875000003</c:v>
                </c:pt>
                <c:pt idx="2881">
                  <c:v>6.73900000003</c:v>
                </c:pt>
                <c:pt idx="2882">
                  <c:v>6.74350000003</c:v>
                </c:pt>
                <c:pt idx="2883">
                  <c:v>6.74375000003</c:v>
                </c:pt>
                <c:pt idx="2884">
                  <c:v>6.74825000003</c:v>
                </c:pt>
                <c:pt idx="2885">
                  <c:v>6.74850000003</c:v>
                </c:pt>
                <c:pt idx="2886">
                  <c:v>6.75275000003</c:v>
                </c:pt>
                <c:pt idx="2887">
                  <c:v>6.75300000003</c:v>
                </c:pt>
                <c:pt idx="2888">
                  <c:v>6.75325000003</c:v>
                </c:pt>
                <c:pt idx="2889">
                  <c:v>6.75775000003</c:v>
                </c:pt>
                <c:pt idx="2890">
                  <c:v>6.75800000003</c:v>
                </c:pt>
                <c:pt idx="2891">
                  <c:v>6.75875000003</c:v>
                </c:pt>
                <c:pt idx="2892">
                  <c:v>6.75925000003</c:v>
                </c:pt>
                <c:pt idx="2893">
                  <c:v>6.76250000003</c:v>
                </c:pt>
                <c:pt idx="2894">
                  <c:v>6.76275000003</c:v>
                </c:pt>
                <c:pt idx="2895">
                  <c:v>6.76725000003</c:v>
                </c:pt>
                <c:pt idx="2896">
                  <c:v>6.76750000003</c:v>
                </c:pt>
                <c:pt idx="2897">
                  <c:v>6.77200000003</c:v>
                </c:pt>
                <c:pt idx="2898">
                  <c:v>6.77225000003</c:v>
                </c:pt>
                <c:pt idx="2899">
                  <c:v>6.77675000003</c:v>
                </c:pt>
                <c:pt idx="2900">
                  <c:v>6.77700000003</c:v>
                </c:pt>
                <c:pt idx="2901">
                  <c:v>6.78150000003</c:v>
                </c:pt>
                <c:pt idx="2902">
                  <c:v>6.78175000003</c:v>
                </c:pt>
                <c:pt idx="2903">
                  <c:v>6.78625000003</c:v>
                </c:pt>
                <c:pt idx="2904">
                  <c:v>6.78650000003</c:v>
                </c:pt>
                <c:pt idx="2905">
                  <c:v>6.79100000003</c:v>
                </c:pt>
                <c:pt idx="2906">
                  <c:v>6.79125000003</c:v>
                </c:pt>
                <c:pt idx="2907">
                  <c:v>6.79575000003</c:v>
                </c:pt>
                <c:pt idx="2908">
                  <c:v>6.79600000003</c:v>
                </c:pt>
                <c:pt idx="2909">
                  <c:v>6.80050000003</c:v>
                </c:pt>
                <c:pt idx="2910">
                  <c:v>6.80075000003</c:v>
                </c:pt>
                <c:pt idx="2911">
                  <c:v>6.80525000003</c:v>
                </c:pt>
                <c:pt idx="2912">
                  <c:v>6.80550000003</c:v>
                </c:pt>
                <c:pt idx="2913">
                  <c:v>6.81000000003</c:v>
                </c:pt>
                <c:pt idx="2914">
                  <c:v>6.81025000003</c:v>
                </c:pt>
                <c:pt idx="2915">
                  <c:v>6.81475000003</c:v>
                </c:pt>
                <c:pt idx="2916">
                  <c:v>6.81500000003</c:v>
                </c:pt>
                <c:pt idx="2917">
                  <c:v>6.81950000003</c:v>
                </c:pt>
                <c:pt idx="2918">
                  <c:v>6.81975000003</c:v>
                </c:pt>
                <c:pt idx="2919">
                  <c:v>6.82425000003</c:v>
                </c:pt>
                <c:pt idx="2920">
                  <c:v>6.82450000003</c:v>
                </c:pt>
                <c:pt idx="2921">
                  <c:v>6.82900000003</c:v>
                </c:pt>
                <c:pt idx="2922">
                  <c:v>6.82925000003</c:v>
                </c:pt>
                <c:pt idx="2923">
                  <c:v>6.83375000003</c:v>
                </c:pt>
                <c:pt idx="2924">
                  <c:v>6.83400000003</c:v>
                </c:pt>
                <c:pt idx="2925">
                  <c:v>6.83850000003</c:v>
                </c:pt>
                <c:pt idx="2926">
                  <c:v>6.83875000003</c:v>
                </c:pt>
                <c:pt idx="2927">
                  <c:v>6.84325000003</c:v>
                </c:pt>
                <c:pt idx="2928">
                  <c:v>6.84350000003</c:v>
                </c:pt>
                <c:pt idx="2929">
                  <c:v>6.84800000003</c:v>
                </c:pt>
                <c:pt idx="2930">
                  <c:v>6.84825000003</c:v>
                </c:pt>
                <c:pt idx="2931">
                  <c:v>6.85275000003</c:v>
                </c:pt>
                <c:pt idx="2932">
                  <c:v>6.85300000003</c:v>
                </c:pt>
                <c:pt idx="2933">
                  <c:v>6.85750000003</c:v>
                </c:pt>
                <c:pt idx="2934">
                  <c:v>6.85775000003</c:v>
                </c:pt>
                <c:pt idx="2935">
                  <c:v>6.86225000003</c:v>
                </c:pt>
                <c:pt idx="2936">
                  <c:v>6.86250000003</c:v>
                </c:pt>
                <c:pt idx="2937">
                  <c:v>6.86700000003</c:v>
                </c:pt>
                <c:pt idx="2938">
                  <c:v>6.86725000003</c:v>
                </c:pt>
                <c:pt idx="2939">
                  <c:v>6.87175000003</c:v>
                </c:pt>
                <c:pt idx="2940">
                  <c:v>6.87200000003</c:v>
                </c:pt>
                <c:pt idx="2941">
                  <c:v>6.87650000003</c:v>
                </c:pt>
                <c:pt idx="2942">
                  <c:v>6.87675000003</c:v>
                </c:pt>
                <c:pt idx="2943">
                  <c:v>6.88125000003</c:v>
                </c:pt>
                <c:pt idx="2944">
                  <c:v>6.88150000003</c:v>
                </c:pt>
                <c:pt idx="2945">
                  <c:v>6.88600000003</c:v>
                </c:pt>
                <c:pt idx="2946">
                  <c:v>6.88625000003</c:v>
                </c:pt>
                <c:pt idx="2947">
                  <c:v>6.89075000003</c:v>
                </c:pt>
                <c:pt idx="2948">
                  <c:v>6.89100000003</c:v>
                </c:pt>
                <c:pt idx="2949">
                  <c:v>6.89550000003</c:v>
                </c:pt>
                <c:pt idx="2950">
                  <c:v>6.89575000003</c:v>
                </c:pt>
                <c:pt idx="2951">
                  <c:v>6.90025000003</c:v>
                </c:pt>
                <c:pt idx="2952">
                  <c:v>6.90050000003</c:v>
                </c:pt>
                <c:pt idx="2953">
                  <c:v>6.90500000003</c:v>
                </c:pt>
                <c:pt idx="2954">
                  <c:v>6.90525000003</c:v>
                </c:pt>
                <c:pt idx="2955">
                  <c:v>6.90975000003</c:v>
                </c:pt>
                <c:pt idx="2956">
                  <c:v>6.91000000003</c:v>
                </c:pt>
                <c:pt idx="2957">
                  <c:v>6.91450000003</c:v>
                </c:pt>
                <c:pt idx="2958">
                  <c:v>6.91475000003</c:v>
                </c:pt>
                <c:pt idx="2959">
                  <c:v>6.91925000003</c:v>
                </c:pt>
                <c:pt idx="2960">
                  <c:v>6.91950000003</c:v>
                </c:pt>
                <c:pt idx="2961">
                  <c:v>6.92400000003</c:v>
                </c:pt>
                <c:pt idx="2962">
                  <c:v>6.92425000003</c:v>
                </c:pt>
                <c:pt idx="2963">
                  <c:v>6.92875000003</c:v>
                </c:pt>
                <c:pt idx="2964">
                  <c:v>6.92900000003</c:v>
                </c:pt>
                <c:pt idx="2965">
                  <c:v>6.93350000003</c:v>
                </c:pt>
                <c:pt idx="2966">
                  <c:v>6.93375000003</c:v>
                </c:pt>
                <c:pt idx="2967">
                  <c:v>6.93825000003</c:v>
                </c:pt>
                <c:pt idx="2968">
                  <c:v>6.93850000003</c:v>
                </c:pt>
                <c:pt idx="2969">
                  <c:v>6.94300000003</c:v>
                </c:pt>
                <c:pt idx="2970">
                  <c:v>6.94325000003</c:v>
                </c:pt>
                <c:pt idx="2971">
                  <c:v>6.94775000003</c:v>
                </c:pt>
                <c:pt idx="2972">
                  <c:v>6.94800000003</c:v>
                </c:pt>
                <c:pt idx="2973">
                  <c:v>6.95250000003</c:v>
                </c:pt>
                <c:pt idx="2974">
                  <c:v>6.95275000003</c:v>
                </c:pt>
                <c:pt idx="2975">
                  <c:v>6.95725000003</c:v>
                </c:pt>
                <c:pt idx="2976">
                  <c:v>6.95750000003</c:v>
                </c:pt>
                <c:pt idx="2977">
                  <c:v>6.96200000003</c:v>
                </c:pt>
                <c:pt idx="2978">
                  <c:v>6.96225000003</c:v>
                </c:pt>
                <c:pt idx="2979">
                  <c:v>6.96675000003</c:v>
                </c:pt>
                <c:pt idx="2980">
                  <c:v>6.96700000003</c:v>
                </c:pt>
                <c:pt idx="2981">
                  <c:v>6.96900000003</c:v>
                </c:pt>
                <c:pt idx="2982">
                  <c:v>6.97150000003</c:v>
                </c:pt>
                <c:pt idx="2983">
                  <c:v>6.97175000003</c:v>
                </c:pt>
                <c:pt idx="2984">
                  <c:v>6.97625000003</c:v>
                </c:pt>
                <c:pt idx="2985">
                  <c:v>6.97650000003</c:v>
                </c:pt>
                <c:pt idx="2986">
                  <c:v>6.97925000003</c:v>
                </c:pt>
                <c:pt idx="2987">
                  <c:v>6.98050000003</c:v>
                </c:pt>
                <c:pt idx="2988">
                  <c:v>6.98100000003</c:v>
                </c:pt>
                <c:pt idx="2989">
                  <c:v>6.98125000003</c:v>
                </c:pt>
                <c:pt idx="2990">
                  <c:v>6.98575000003</c:v>
                </c:pt>
                <c:pt idx="2991">
                  <c:v>6.98600000003</c:v>
                </c:pt>
                <c:pt idx="2992">
                  <c:v>6.99050000003</c:v>
                </c:pt>
                <c:pt idx="2993">
                  <c:v>6.99075000003</c:v>
                </c:pt>
                <c:pt idx="2994">
                  <c:v>6.99525000003</c:v>
                </c:pt>
                <c:pt idx="2995">
                  <c:v>6.99550000003</c:v>
                </c:pt>
                <c:pt idx="2996">
                  <c:v>6.99950000003</c:v>
                </c:pt>
                <c:pt idx="2997">
                  <c:v>6.99975000003</c:v>
                </c:pt>
                <c:pt idx="2998">
                  <c:v>7.00000000003</c:v>
                </c:pt>
              </c:numCache>
            </c:numRef>
          </c:xVal>
          <c:yVal>
            <c:numRef>
              <c:f>'Chart Data'!$D$2:$D$3000</c:f>
              <c:numCache>
                <c:formatCode>0.0</c:formatCode>
                <c:ptCount val="2999"/>
                <c:pt idx="0">
                  <c:v>6.89511042876</c:v>
                </c:pt>
                <c:pt idx="1">
                  <c:v>6.8961356254</c:v>
                </c:pt>
                <c:pt idx="2">
                  <c:v>6.89613858864</c:v>
                </c:pt>
                <c:pt idx="3">
                  <c:v>6.89619263707</c:v>
                </c:pt>
                <c:pt idx="4">
                  <c:v>6.8961953138</c:v>
                </c:pt>
                <c:pt idx="5">
                  <c:v>6.89624275088</c:v>
                </c:pt>
                <c:pt idx="6">
                  <c:v>6.8962451064</c:v>
                </c:pt>
                <c:pt idx="7">
                  <c:v>6.89628994418</c:v>
                </c:pt>
                <c:pt idx="8">
                  <c:v>6.89629236208</c:v>
                </c:pt>
                <c:pt idx="9">
                  <c:v>6.89634044615</c:v>
                </c:pt>
                <c:pt idx="10">
                  <c:v>6.89634300861</c:v>
                </c:pt>
                <c:pt idx="11">
                  <c:v>6.89639000225</c:v>
                </c:pt>
                <c:pt idx="12">
                  <c:v>6.89639230856</c:v>
                </c:pt>
                <c:pt idx="13">
                  <c:v>6.89643307773</c:v>
                </c:pt>
                <c:pt idx="14">
                  <c:v>6.89643508324</c:v>
                </c:pt>
                <c:pt idx="15">
                  <c:v>6.89647319598</c:v>
                </c:pt>
                <c:pt idx="16">
                  <c:v>6.89647527338</c:v>
                </c:pt>
                <c:pt idx="17">
                  <c:v>6.89651666306</c:v>
                </c:pt>
                <c:pt idx="18">
                  <c:v>6.89651892216</c:v>
                </c:pt>
                <c:pt idx="19">
                  <c:v>6.89655992343</c:v>
                </c:pt>
                <c:pt idx="20">
                  <c:v>6.89656192428</c:v>
                </c:pt>
                <c:pt idx="21">
                  <c:v>6.89659653179</c:v>
                </c:pt>
                <c:pt idx="22">
                  <c:v>6.89659825861</c:v>
                </c:pt>
                <c:pt idx="23">
                  <c:v>6.89663122434</c:v>
                </c:pt>
                <c:pt idx="24">
                  <c:v>6.8966330112</c:v>
                </c:pt>
                <c:pt idx="25">
                  <c:v>6.89666915059</c:v>
                </c:pt>
                <c:pt idx="26">
                  <c:v>6.89667112356</c:v>
                </c:pt>
                <c:pt idx="27">
                  <c:v>6.89670729912</c:v>
                </c:pt>
                <c:pt idx="28">
                  <c:v>6.89670907492</c:v>
                </c:pt>
                <c:pt idx="29">
                  <c:v>6.89673960058</c:v>
                </c:pt>
                <c:pt idx="30">
                  <c:v>6.89674107903</c:v>
                </c:pt>
                <c:pt idx="31">
                  <c:v>6.89676955369</c:v>
                </c:pt>
                <c:pt idx="32">
                  <c:v>6.89677115558</c:v>
                </c:pt>
                <c:pt idx="33">
                  <c:v>6.89680379637</c:v>
                </c:pt>
                <c:pt idx="34">
                  <c:v>6.89680557469</c:v>
                </c:pt>
                <c:pt idx="35">
                  <c:v>6.89683856125</c:v>
                </c:pt>
                <c:pt idx="36">
                  <c:v>6.89684017305</c:v>
                </c:pt>
                <c:pt idx="37">
                  <c:v>6.89686799448</c:v>
                </c:pt>
                <c:pt idx="38">
                  <c:v>6.89686935576</c:v>
                </c:pt>
                <c:pt idx="39">
                  <c:v>6.89689600709</c:v>
                </c:pt>
                <c:pt idx="40">
                  <c:v>6.89689751643</c:v>
                </c:pt>
                <c:pt idx="41">
                  <c:v>6.89692892732</c:v>
                </c:pt>
                <c:pt idx="42">
                  <c:v>6.89693065103</c:v>
                </c:pt>
                <c:pt idx="43">
                  <c:v>6.89696270627</c:v>
                </c:pt>
                <c:pt idx="44">
                  <c:v>6.89696429558</c:v>
                </c:pt>
                <c:pt idx="45">
                  <c:v>6.89699198305</c:v>
                </c:pt>
                <c:pt idx="46">
                  <c:v>6.89699334905</c:v>
                </c:pt>
                <c:pt idx="47">
                  <c:v>6.89702006126</c:v>
                </c:pt>
                <c:pt idx="48">
                  <c:v>6.89702160789</c:v>
                </c:pt>
                <c:pt idx="49">
                  <c:v>6.89705345755</c:v>
                </c:pt>
                <c:pt idx="50">
                  <c:v>6.89705524598</c:v>
                </c:pt>
                <c:pt idx="51">
                  <c:v>6.89708816961</c:v>
                </c:pt>
                <c:pt idx="52">
                  <c:v>6.89708981367</c:v>
                </c:pt>
                <c:pt idx="53">
                  <c:v>6.89711884794</c:v>
                </c:pt>
                <c:pt idx="54">
                  <c:v>6.89712030051</c:v>
                </c:pt>
                <c:pt idx="55">
                  <c:v>6.89714871564</c:v>
                </c:pt>
                <c:pt idx="56">
                  <c:v>6.89715032319</c:v>
                </c:pt>
                <c:pt idx="57">
                  <c:v>6.89718433032</c:v>
                </c:pt>
                <c:pt idx="58">
                  <c:v>6.89718625193</c:v>
                </c:pt>
                <c:pt idx="59">
                  <c:v>6.89722202397</c:v>
                </c:pt>
                <c:pt idx="60">
                  <c:v>6.8972237924</c:v>
                </c:pt>
                <c:pt idx="61">
                  <c:v>6.89725561242</c:v>
                </c:pt>
                <c:pt idx="62">
                  <c:v>6.89725722858</c:v>
                </c:pt>
                <c:pt idx="63">
                  <c:v>6.89728950231</c:v>
                </c:pt>
                <c:pt idx="64">
                  <c:v>6.89729133344</c:v>
                </c:pt>
                <c:pt idx="65">
                  <c:v>6.89732892169</c:v>
                </c:pt>
                <c:pt idx="66">
                  <c:v>6.89733101808</c:v>
                </c:pt>
                <c:pt idx="67">
                  <c:v>6.89737112857</c:v>
                </c:pt>
                <c:pt idx="68">
                  <c:v>6.89737316509</c:v>
                </c:pt>
                <c:pt idx="69">
                  <c:v>6.89740948893</c:v>
                </c:pt>
                <c:pt idx="70">
                  <c:v>6.8974113298</c:v>
                </c:pt>
                <c:pt idx="71">
                  <c:v>6.89744838848</c:v>
                </c:pt>
                <c:pt idx="72">
                  <c:v>6.89745047969</c:v>
                </c:pt>
                <c:pt idx="73">
                  <c:v>6.89749330981</c:v>
                </c:pt>
                <c:pt idx="74">
                  <c:v>6.89749569274</c:v>
                </c:pt>
                <c:pt idx="75">
                  <c:v>6.89754090616</c:v>
                </c:pt>
                <c:pt idx="76">
                  <c:v>6.89754322457</c:v>
                </c:pt>
                <c:pt idx="77">
                  <c:v>6.89758541171</c:v>
                </c:pt>
                <c:pt idx="78">
                  <c:v>6.89758757644</c:v>
                </c:pt>
                <c:pt idx="79">
                  <c:v>6.8976301076</c:v>
                </c:pt>
                <c:pt idx="80">
                  <c:v>6.89763251127</c:v>
                </c:pt>
                <c:pt idx="81">
                  <c:v>6.89768165972</c:v>
                </c:pt>
                <c:pt idx="82">
                  <c:v>6.89768437944</c:v>
                </c:pt>
                <c:pt idx="83">
                  <c:v>6.89773574917</c:v>
                </c:pt>
                <c:pt idx="84">
                  <c:v>6.89773839072</c:v>
                </c:pt>
                <c:pt idx="85">
                  <c:v>6.89778695129</c:v>
                </c:pt>
                <c:pt idx="86">
                  <c:v>6.89778945966</c:v>
                </c:pt>
                <c:pt idx="87">
                  <c:v>6.89783843792</c:v>
                </c:pt>
                <c:pt idx="88">
                  <c:v>6.89784115248</c:v>
                </c:pt>
                <c:pt idx="89">
                  <c:v>6.89789638904</c:v>
                </c:pt>
                <c:pt idx="90">
                  <c:v>6.89789943726</c:v>
                </c:pt>
                <c:pt idx="91">
                  <c:v>6.89795734434</c:v>
                </c:pt>
                <c:pt idx="92">
                  <c:v>6.89796031779</c:v>
                </c:pt>
                <c:pt idx="93">
                  <c:v>6.89801502537</c:v>
                </c:pt>
                <c:pt idx="94">
                  <c:v>6.8980178733</c:v>
                </c:pt>
                <c:pt idx="95">
                  <c:v>6.89807357288</c:v>
                </c:pt>
                <c:pt idx="96">
                  <c:v>6.89807664331</c:v>
                </c:pt>
                <c:pt idx="97">
                  <c:v>6.89813821206</c:v>
                </c:pt>
                <c:pt idx="98">
                  <c:v>6.89814157865</c:v>
                </c:pt>
                <c:pt idx="99">
                  <c:v>6.89820582171</c:v>
                </c:pt>
                <c:pt idx="100">
                  <c:v>6.89820913148</c:v>
                </c:pt>
                <c:pt idx="101">
                  <c:v>6.89827001218</c:v>
                </c:pt>
                <c:pt idx="102">
                  <c:v>6.89827314944</c:v>
                </c:pt>
                <c:pt idx="103">
                  <c:v>6.89833457391</c:v>
                </c:pt>
                <c:pt idx="104">
                  <c:v>6.89833796184</c:v>
                </c:pt>
                <c:pt idx="105">
                  <c:v>6.89840576419</c:v>
                </c:pt>
                <c:pt idx="106">
                  <c:v>6.89840943842</c:v>
                </c:pt>
                <c:pt idx="107">
                  <c:v>6.89847886547</c:v>
                </c:pt>
                <c:pt idx="108">
                  <c:v>6.89848245513</c:v>
                </c:pt>
                <c:pt idx="109">
                  <c:v>6.89854895265</c:v>
                </c:pt>
                <c:pt idx="110">
                  <c:v>6.89855240768</c:v>
                </c:pt>
                <c:pt idx="111">
                  <c:v>6.89861914504</c:v>
                </c:pt>
                <c:pt idx="112">
                  <c:v>6.89862278312</c:v>
                </c:pt>
                <c:pt idx="113">
                  <c:v>6.89869440176</c:v>
                </c:pt>
                <c:pt idx="114">
                  <c:v>6.89869832321</c:v>
                </c:pt>
                <c:pt idx="115">
                  <c:v>6.89877263823</c:v>
                </c:pt>
                <c:pt idx="116">
                  <c:v>6.89877647471</c:v>
                </c:pt>
                <c:pt idx="117">
                  <c:v>6.89884678974</c:v>
                </c:pt>
                <c:pt idx="118">
                  <c:v>6.89885040957</c:v>
                </c:pt>
                <c:pt idx="119">
                  <c:v>6.89892044003</c:v>
                </c:pt>
                <c:pt idx="120">
                  <c:v>6.89892426731</c:v>
                </c:pt>
                <c:pt idx="121">
                  <c:v>6.89900017645</c:v>
                </c:pt>
                <c:pt idx="122">
                  <c:v>6.89900424506</c:v>
                </c:pt>
                <c:pt idx="123">
                  <c:v>6.89908091124</c:v>
                </c:pt>
                <c:pt idx="124">
                  <c:v>6.8990848622</c:v>
                </c:pt>
                <c:pt idx="125">
                  <c:v>6.8991577843</c:v>
                </c:pt>
                <c:pt idx="126">
                  <c:v>6.89916153376</c:v>
                </c:pt>
                <c:pt idx="127">
                  <c:v>6.89923371389</c:v>
                </c:pt>
                <c:pt idx="128">
                  <c:v>6.89923763007</c:v>
                </c:pt>
                <c:pt idx="129">
                  <c:v>6.89931436009</c:v>
                </c:pt>
                <c:pt idx="130">
                  <c:v>6.89931848328</c:v>
                </c:pt>
                <c:pt idx="131">
                  <c:v>6.89939613249</c:v>
                </c:pt>
                <c:pt idx="132">
                  <c:v>6.8994001038</c:v>
                </c:pt>
                <c:pt idx="133">
                  <c:v>6.89947326796</c:v>
                </c:pt>
                <c:pt idx="134">
                  <c:v>6.89947702562</c:v>
                </c:pt>
                <c:pt idx="135">
                  <c:v>6.89954878352</c:v>
                </c:pt>
                <c:pt idx="136">
                  <c:v>6.89955265222</c:v>
                </c:pt>
                <c:pt idx="137">
                  <c:v>6.89962875472</c:v>
                </c:pt>
                <c:pt idx="138">
                  <c:v>6.89963286907</c:v>
                </c:pt>
                <c:pt idx="139">
                  <c:v>6.8997095376</c:v>
                </c:pt>
                <c:pt idx="140">
                  <c:v>6.89971342192</c:v>
                </c:pt>
                <c:pt idx="141">
                  <c:v>6.89978467057</c:v>
                </c:pt>
                <c:pt idx="142">
                  <c:v>6.89978834285</c:v>
                </c:pt>
                <c:pt idx="143">
                  <c:v>6.89985835332</c:v>
                </c:pt>
                <c:pt idx="144">
                  <c:v>6.89986209924</c:v>
                </c:pt>
                <c:pt idx="145">
                  <c:v>6.89993549534</c:v>
                </c:pt>
                <c:pt idx="146">
                  <c:v>6.89993944224</c:v>
                </c:pt>
                <c:pt idx="147">
                  <c:v>6.90001316591</c:v>
                </c:pt>
                <c:pt idx="148">
                  <c:v>6.9000169132</c:v>
                </c:pt>
                <c:pt idx="149">
                  <c:v>6.90008494924</c:v>
                </c:pt>
                <c:pt idx="150">
                  <c:v>6.90008839818</c:v>
                </c:pt>
                <c:pt idx="151">
                  <c:v>6.90015486488</c:v>
                </c:pt>
                <c:pt idx="152">
                  <c:v>6.90015844948</c:v>
                </c:pt>
                <c:pt idx="153">
                  <c:v>6.90022808367</c:v>
                </c:pt>
                <c:pt idx="154">
                  <c:v>6.90023179758</c:v>
                </c:pt>
                <c:pt idx="155">
                  <c:v>6.90030110135</c:v>
                </c:pt>
                <c:pt idx="156">
                  <c:v>6.90030462481</c:v>
                </c:pt>
                <c:pt idx="157">
                  <c:v>6.90036822231</c:v>
                </c:pt>
                <c:pt idx="158">
                  <c:v>6.90037144197</c:v>
                </c:pt>
                <c:pt idx="159">
                  <c:v>6.90043269802</c:v>
                </c:pt>
                <c:pt idx="160">
                  <c:v>6.90043599411</c:v>
                </c:pt>
                <c:pt idx="161">
                  <c:v>6.90050066864</c:v>
                </c:pt>
                <c:pt idx="162">
                  <c:v>6.90050410254</c:v>
                </c:pt>
                <c:pt idx="163">
                  <c:v>6.90056770027</c:v>
                </c:pt>
                <c:pt idx="164">
                  <c:v>6.90057091449</c:v>
                </c:pt>
                <c:pt idx="165">
                  <c:v>6.90062921963</c:v>
                </c:pt>
                <c:pt idx="166">
                  <c:v>6.90063216672</c:v>
                </c:pt>
                <c:pt idx="167">
                  <c:v>6.90068756329</c:v>
                </c:pt>
                <c:pt idx="168">
                  <c:v>6.90069053048</c:v>
                </c:pt>
                <c:pt idx="169">
                  <c:v>6.90074893529</c:v>
                </c:pt>
                <c:pt idx="170">
                  <c:v>6.90075208821</c:v>
                </c:pt>
                <c:pt idx="171">
                  <c:v>6.90081004389</c:v>
                </c:pt>
                <c:pt idx="172">
                  <c:v>6.90081292609</c:v>
                </c:pt>
                <c:pt idx="173">
                  <c:v>6.90086421615</c:v>
                </c:pt>
                <c:pt idx="174">
                  <c:v>6.90086680614</c:v>
                </c:pt>
                <c:pt idx="175">
                  <c:v>6.90091611004</c:v>
                </c:pt>
                <c:pt idx="176">
                  <c:v>6.90091875468</c:v>
                </c:pt>
                <c:pt idx="177">
                  <c:v>6.9009705395</c:v>
                </c:pt>
                <c:pt idx="178">
                  <c:v>6.90097330147</c:v>
                </c:pt>
                <c:pt idx="179">
                  <c:v>6.90102460182</c:v>
                </c:pt>
                <c:pt idx="180">
                  <c:v>6.90102715656</c:v>
                </c:pt>
                <c:pt idx="181">
                  <c:v>6.90107213877</c:v>
                </c:pt>
                <c:pt idx="182">
                  <c:v>6.90107436466</c:v>
                </c:pt>
                <c:pt idx="183">
                  <c:v>6.90111719383</c:v>
                </c:pt>
                <c:pt idx="184">
                  <c:v>6.90111952502</c:v>
                </c:pt>
                <c:pt idx="185">
                  <c:v>6.90116489391</c:v>
                </c:pt>
                <c:pt idx="186">
                  <c:v>6.90116731685</c:v>
                </c:pt>
                <c:pt idx="187">
                  <c:v>6.90121213909</c:v>
                </c:pt>
                <c:pt idx="188">
                  <c:v>6.90121437797</c:v>
                </c:pt>
                <c:pt idx="189">
                  <c:v>6.90125376459</c:v>
                </c:pt>
                <c:pt idx="190">
                  <c:v>6.90125569262</c:v>
                </c:pt>
                <c:pt idx="191">
                  <c:v>6.90129207939</c:v>
                </c:pt>
                <c:pt idx="192">
                  <c:v>6.90129408076</c:v>
                </c:pt>
                <c:pt idx="193">
                  <c:v>6.90133406172</c:v>
                </c:pt>
                <c:pt idx="194">
                  <c:v>6.90133619401</c:v>
                </c:pt>
                <c:pt idx="195">
                  <c:v>6.90137512491</c:v>
                </c:pt>
                <c:pt idx="196">
                  <c:v>6.90137703395</c:v>
                </c:pt>
                <c:pt idx="197">
                  <c:v>6.90141078412</c:v>
                </c:pt>
                <c:pt idx="198">
                  <c:v>6.90141242098</c:v>
                </c:pt>
                <c:pt idx="199">
                  <c:v>6.90144371505</c:v>
                </c:pt>
                <c:pt idx="200">
                  <c:v>6.9014454303</c:v>
                </c:pt>
                <c:pt idx="201">
                  <c:v>6.90148055699</c:v>
                </c:pt>
                <c:pt idx="202">
                  <c:v>6.9014824877</c:v>
                </c:pt>
                <c:pt idx="203">
                  <c:v>6.90151758515</c:v>
                </c:pt>
                <c:pt idx="204">
                  <c:v>6.90151926422</c:v>
                </c:pt>
                <c:pt idx="205">
                  <c:v>6.90154799895</c:v>
                </c:pt>
                <c:pt idx="206">
                  <c:v>6.90154946038</c:v>
                </c:pt>
                <c:pt idx="207">
                  <c:v>6.90157771766</c:v>
                </c:pt>
                <c:pt idx="208">
                  <c:v>6.9015792564</c:v>
                </c:pt>
                <c:pt idx="209">
                  <c:v>6.90161001172</c:v>
                </c:pt>
                <c:pt idx="210">
                  <c:v>6.90161172104</c:v>
                </c:pt>
                <c:pt idx="211">
                  <c:v>6.9016434877</c:v>
                </c:pt>
                <c:pt idx="212">
                  <c:v>6.90164507494</c:v>
                </c:pt>
                <c:pt idx="213">
                  <c:v>6.90167230982</c:v>
                </c:pt>
                <c:pt idx="214">
                  <c:v>6.90167362067</c:v>
                </c:pt>
                <c:pt idx="215">
                  <c:v>6.90169920188</c:v>
                </c:pt>
                <c:pt idx="216">
                  <c:v>6.90170068033</c:v>
                </c:pt>
                <c:pt idx="217">
                  <c:v>6.9017309077</c:v>
                </c:pt>
                <c:pt idx="218">
                  <c:v>6.90173256101</c:v>
                </c:pt>
                <c:pt idx="219">
                  <c:v>6.90176318497</c:v>
                </c:pt>
                <c:pt idx="220">
                  <c:v>6.90176469786</c:v>
                </c:pt>
                <c:pt idx="221">
                  <c:v>6.9017911914</c:v>
                </c:pt>
                <c:pt idx="222">
                  <c:v>6.9017924802</c:v>
                </c:pt>
                <c:pt idx="223">
                  <c:v>6.90181813529</c:v>
                </c:pt>
                <c:pt idx="224">
                  <c:v>6.90181959658</c:v>
                </c:pt>
                <c:pt idx="225">
                  <c:v>6.90185016463</c:v>
                </c:pt>
                <c:pt idx="226">
                  <c:v>6.9018518627</c:v>
                </c:pt>
                <c:pt idx="227">
                  <c:v>6.90188339539</c:v>
                </c:pt>
                <c:pt idx="228">
                  <c:v>6.90188497939</c:v>
                </c:pt>
                <c:pt idx="229">
                  <c:v>6.90191283351</c:v>
                </c:pt>
                <c:pt idx="230">
                  <c:v>6.90191423814</c:v>
                </c:pt>
                <c:pt idx="231">
                  <c:v>6.90194140074</c:v>
                </c:pt>
                <c:pt idx="232">
                  <c:v>6.90194294169</c:v>
                </c:pt>
                <c:pt idx="233">
                  <c:v>6.90197541113</c:v>
                </c:pt>
                <c:pt idx="234">
                  <c:v>6.9019772335</c:v>
                </c:pt>
                <c:pt idx="235">
                  <c:v>6.90201105346</c:v>
                </c:pt>
                <c:pt idx="236">
                  <c:v>6.90201273044</c:v>
                </c:pt>
                <c:pt idx="237">
                  <c:v>6.90204302022</c:v>
                </c:pt>
                <c:pt idx="238">
                  <c:v>6.90204457959</c:v>
                </c:pt>
                <c:pt idx="239">
                  <c:v>6.90207532089</c:v>
                </c:pt>
                <c:pt idx="240">
                  <c:v>6.90207705479</c:v>
                </c:pt>
                <c:pt idx="241">
                  <c:v>6.90211254772</c:v>
                </c:pt>
                <c:pt idx="242">
                  <c:v>6.90211453001</c:v>
                </c:pt>
                <c:pt idx="243">
                  <c:v>6.90215259768</c:v>
                </c:pt>
                <c:pt idx="244">
                  <c:v>6.90215451401</c:v>
                </c:pt>
                <c:pt idx="245">
                  <c:v>6.90218882888</c:v>
                </c:pt>
                <c:pt idx="246">
                  <c:v>6.90219057694</c:v>
                </c:pt>
                <c:pt idx="247">
                  <c:v>6.90222572117</c:v>
                </c:pt>
                <c:pt idx="248">
                  <c:v>6.90222769346</c:v>
                </c:pt>
                <c:pt idx="249">
                  <c:v>6.90226814083</c:v>
                </c:pt>
                <c:pt idx="250">
                  <c:v>6.90227038533</c:v>
                </c:pt>
                <c:pt idx="251">
                  <c:v>6.90231302254</c:v>
                </c:pt>
                <c:pt idx="252">
                  <c:v>6.90231522704</c:v>
                </c:pt>
                <c:pt idx="253">
                  <c:v>6.90235522935</c:v>
                </c:pt>
                <c:pt idx="254">
                  <c:v>6.90235724948</c:v>
                </c:pt>
                <c:pt idx="255">
                  <c:v>6.90239718753</c:v>
                </c:pt>
                <c:pt idx="256">
                  <c:v>6.90239944389</c:v>
                </c:pt>
                <c:pt idx="257">
                  <c:v>6.90244568231</c:v>
                </c:pt>
                <c:pt idx="258">
                  <c:v>6.9024482288</c:v>
                </c:pt>
                <c:pt idx="259">
                  <c:v>6.90249631007</c:v>
                </c:pt>
                <c:pt idx="260">
                  <c:v>6.90249876971</c:v>
                </c:pt>
                <c:pt idx="261">
                  <c:v>6.90254438171</c:v>
                </c:pt>
                <c:pt idx="262">
                  <c:v>6.90254676744</c:v>
                </c:pt>
                <c:pt idx="263">
                  <c:v>6.90259283635</c:v>
                </c:pt>
                <c:pt idx="264">
                  <c:v>6.90259539807</c:v>
                </c:pt>
                <c:pt idx="265">
                  <c:v>6.90264718882</c:v>
                </c:pt>
                <c:pt idx="266">
                  <c:v>6.90265005438</c:v>
                </c:pt>
                <c:pt idx="267">
                  <c:v>6.90270430633</c:v>
                </c:pt>
                <c:pt idx="268">
                  <c:v>6.90270709982</c:v>
                </c:pt>
                <c:pt idx="269">
                  <c:v>6.90275834683</c:v>
                </c:pt>
                <c:pt idx="270">
                  <c:v>6.90276099301</c:v>
                </c:pt>
                <c:pt idx="271">
                  <c:v>6.90281315739</c:v>
                </c:pt>
                <c:pt idx="272">
                  <c:v>6.90281602604</c:v>
                </c:pt>
                <c:pt idx="273">
                  <c:v>6.9028736174</c:v>
                </c:pt>
                <c:pt idx="274">
                  <c:v>6.90287677576</c:v>
                </c:pt>
                <c:pt idx="275">
                  <c:v>6.90293693101</c:v>
                </c:pt>
                <c:pt idx="276">
                  <c:v>6.90294000523</c:v>
                </c:pt>
                <c:pt idx="277">
                  <c:v>6.90299694312</c:v>
                </c:pt>
                <c:pt idx="278">
                  <c:v>6.90299990722</c:v>
                </c:pt>
                <c:pt idx="279">
                  <c:v>6.90305759313</c:v>
                </c:pt>
                <c:pt idx="280">
                  <c:v>6.90306075198</c:v>
                </c:pt>
                <c:pt idx="281">
                  <c:v>6.90312369951</c:v>
                </c:pt>
                <c:pt idx="282">
                  <c:v>6.90312713759</c:v>
                </c:pt>
                <c:pt idx="283">
                  <c:v>6.90319222815</c:v>
                </c:pt>
                <c:pt idx="284">
                  <c:v>6.90319559521</c:v>
                </c:pt>
                <c:pt idx="285">
                  <c:v>6.90325764345</c:v>
                </c:pt>
                <c:pt idx="286">
                  <c:v>6.90326084105</c:v>
                </c:pt>
                <c:pt idx="287">
                  <c:v>6.90332312518</c:v>
                </c:pt>
                <c:pt idx="288">
                  <c:v>6.90332653539</c:v>
                </c:pt>
                <c:pt idx="289">
                  <c:v>6.9033938697</c:v>
                </c:pt>
                <c:pt idx="290">
                  <c:v>6.90339751052</c:v>
                </c:pt>
                <c:pt idx="291">
                  <c:v>6.90346680287</c:v>
                </c:pt>
                <c:pt idx="292">
                  <c:v>6.90347038282</c:v>
                </c:pt>
                <c:pt idx="293">
                  <c:v>6.90353607929</c:v>
                </c:pt>
                <c:pt idx="294">
                  <c:v>6.90353946358</c:v>
                </c:pt>
                <c:pt idx="295">
                  <c:v>6.90360498949</c:v>
                </c:pt>
                <c:pt idx="296">
                  <c:v>6.9036085771</c:v>
                </c:pt>
                <c:pt idx="297">
                  <c:v>6.90367939259</c:v>
                </c:pt>
                <c:pt idx="298">
                  <c:v>6.90368321025</c:v>
                </c:pt>
                <c:pt idx="299">
                  <c:v>6.90375474833</c:v>
                </c:pt>
                <c:pt idx="300">
                  <c:v>6.90375845393</c:v>
                </c:pt>
                <c:pt idx="301">
                  <c:v>6.9038268122</c:v>
                </c:pt>
                <c:pt idx="302">
                  <c:v>6.90383033845</c:v>
                </c:pt>
                <c:pt idx="303">
                  <c:v>6.90389770981</c:v>
                </c:pt>
                <c:pt idx="304">
                  <c:v>6.90390133921</c:v>
                </c:pt>
                <c:pt idx="305">
                  <c:v>6.90397330574</c:v>
                </c:pt>
                <c:pt idx="306">
                  <c:v>6.9039771897</c:v>
                </c:pt>
                <c:pt idx="307">
                  <c:v>6.90405021385</c:v>
                </c:pt>
                <c:pt idx="308">
                  <c:v>6.90405391363</c:v>
                </c:pt>
                <c:pt idx="309">
                  <c:v>6.90412222343</c:v>
                </c:pt>
                <c:pt idx="310">
                  <c:v>6.90412574268</c:v>
                </c:pt>
                <c:pt idx="311">
                  <c:v>6.90419331047</c:v>
                </c:pt>
                <c:pt idx="312">
                  <c:v>6.90419698184</c:v>
                </c:pt>
                <c:pt idx="313">
                  <c:v>6.90426820585</c:v>
                </c:pt>
                <c:pt idx="314">
                  <c:v>6.90427202549</c:v>
                </c:pt>
                <c:pt idx="315">
                  <c:v>6.90434380078</c:v>
                </c:pt>
                <c:pt idx="316">
                  <c:v>6.90434748681</c:v>
                </c:pt>
                <c:pt idx="317">
                  <c:v>6.90441442033</c:v>
                </c:pt>
                <c:pt idx="318">
                  <c:v>6.90441784982</c:v>
                </c:pt>
                <c:pt idx="319">
                  <c:v>6.9044834017</c:v>
                </c:pt>
                <c:pt idx="320">
                  <c:v>6.90448693374</c:v>
                </c:pt>
                <c:pt idx="321">
                  <c:v>6.90455619192</c:v>
                </c:pt>
                <c:pt idx="322">
                  <c:v>6.90455988977</c:v>
                </c:pt>
                <c:pt idx="323">
                  <c:v>6.90462878703</c:v>
                </c:pt>
                <c:pt idx="324">
                  <c:v>6.90463229956</c:v>
                </c:pt>
                <c:pt idx="325">
                  <c:v>6.9046968203</c:v>
                </c:pt>
                <c:pt idx="326">
                  <c:v>6.90470010146</c:v>
                </c:pt>
                <c:pt idx="327">
                  <c:v>6.90476245104</c:v>
                </c:pt>
                <c:pt idx="328">
                  <c:v>6.90476578606</c:v>
                </c:pt>
                <c:pt idx="329">
                  <c:v>6.90483139381</c:v>
                </c:pt>
                <c:pt idx="330">
                  <c:v>6.90483491518</c:v>
                </c:pt>
                <c:pt idx="331">
                  <c:v>6.90490036746</c:v>
                </c:pt>
                <c:pt idx="332">
                  <c:v>6.90490367548</c:v>
                </c:pt>
                <c:pt idx="333">
                  <c:v>6.90496335241</c:v>
                </c:pt>
                <c:pt idx="334">
                  <c:v>6.90496638166</c:v>
                </c:pt>
                <c:pt idx="335">
                  <c:v>6.90502450837</c:v>
                </c:pt>
                <c:pt idx="336">
                  <c:v>6.905027636</c:v>
                </c:pt>
                <c:pt idx="337">
                  <c:v>6.90508808898</c:v>
                </c:pt>
                <c:pt idx="338">
                  <c:v>6.90509129715</c:v>
                </c:pt>
                <c:pt idx="339">
                  <c:v>6.90515166842</c:v>
                </c:pt>
                <c:pt idx="340">
                  <c:v>6.90515472829</c:v>
                </c:pt>
                <c:pt idx="341">
                  <c:v>6.90520956826</c:v>
                </c:pt>
                <c:pt idx="342">
                  <c:v>6.90521232239</c:v>
                </c:pt>
                <c:pt idx="343">
                  <c:v>6.9052646836</c:v>
                </c:pt>
                <c:pt idx="344">
                  <c:v>6.90526751906</c:v>
                </c:pt>
                <c:pt idx="345">
                  <c:v>6.90532297652</c:v>
                </c:pt>
                <c:pt idx="346">
                  <c:v>6.90532595799</c:v>
                </c:pt>
                <c:pt idx="347">
                  <c:v>6.90538022117</c:v>
                </c:pt>
                <c:pt idx="348">
                  <c:v>6.90538293776</c:v>
                </c:pt>
                <c:pt idx="349">
                  <c:v>6.9054319876</c:v>
                </c:pt>
                <c:pt idx="350">
                  <c:v>6.90543446505</c:v>
                </c:pt>
                <c:pt idx="351">
                  <c:v>6.90548117744</c:v>
                </c:pt>
                <c:pt idx="352">
                  <c:v>6.90548365518</c:v>
                </c:pt>
                <c:pt idx="353">
                  <c:v>6.90553274441</c:v>
                </c:pt>
                <c:pt idx="354">
                  <c:v>6.90553539513</c:v>
                </c:pt>
                <c:pt idx="355">
                  <c:v>6.90558444903</c:v>
                </c:pt>
                <c:pt idx="356">
                  <c:v>6.90558686535</c:v>
                </c:pt>
                <c:pt idx="357">
                  <c:v>6.9056295503</c:v>
                </c:pt>
                <c:pt idx="358">
                  <c:v>6.90563169337</c:v>
                </c:pt>
                <c:pt idx="359">
                  <c:v>6.90567272073</c:v>
                </c:pt>
                <c:pt idx="360">
                  <c:v>6.90567494325</c:v>
                </c:pt>
                <c:pt idx="361">
                  <c:v>6.90571830156</c:v>
                </c:pt>
                <c:pt idx="362">
                  <c:v>6.90572059021</c:v>
                </c:pt>
                <c:pt idx="363">
                  <c:v>6.90576326591</c:v>
                </c:pt>
                <c:pt idx="364">
                  <c:v>6.9057653944</c:v>
                </c:pt>
                <c:pt idx="365">
                  <c:v>6.90580281924</c:v>
                </c:pt>
                <c:pt idx="366">
                  <c:v>6.90580465672</c:v>
                </c:pt>
                <c:pt idx="367">
                  <c:v>6.90583941806</c:v>
                </c:pt>
                <c:pt idx="368">
                  <c:v>6.90584132507</c:v>
                </c:pt>
                <c:pt idx="369">
                  <c:v>6.90587958411</c:v>
                </c:pt>
                <c:pt idx="370">
                  <c:v>6.90588164272</c:v>
                </c:pt>
                <c:pt idx="371">
                  <c:v>6.90591890834</c:v>
                </c:pt>
                <c:pt idx="372">
                  <c:v>6.9059207507</c:v>
                </c:pt>
                <c:pt idx="373">
                  <c:v>6.90595289591</c:v>
                </c:pt>
                <c:pt idx="374">
                  <c:v>6.90595446847</c:v>
                </c:pt>
                <c:pt idx="375">
                  <c:v>6.90598489297</c:v>
                </c:pt>
                <c:pt idx="376">
                  <c:v>6.90598655135</c:v>
                </c:pt>
                <c:pt idx="377">
                  <c:v>6.90601973528</c:v>
                </c:pt>
                <c:pt idx="378">
                  <c:v>6.90602155081</c:v>
                </c:pt>
                <c:pt idx="379">
                  <c:v>6.90605496578</c:v>
                </c:pt>
                <c:pt idx="380">
                  <c:v>6.90605659711</c:v>
                </c:pt>
                <c:pt idx="381">
                  <c:v>6.90608495672</c:v>
                </c:pt>
                <c:pt idx="382">
                  <c:v>6.90608635587</c:v>
                </c:pt>
                <c:pt idx="383">
                  <c:v>6.90611307924</c:v>
                </c:pt>
                <c:pt idx="384">
                  <c:v>6.90611455863</c:v>
                </c:pt>
                <c:pt idx="385">
                  <c:v>6.90614469957</c:v>
                </c:pt>
                <c:pt idx="386">
                  <c:v>6.90614636162</c:v>
                </c:pt>
                <c:pt idx="387">
                  <c:v>6.90617652055</c:v>
                </c:pt>
                <c:pt idx="388">
                  <c:v>6.906177997</c:v>
                </c:pt>
                <c:pt idx="389">
                  <c:v>6.90620327713</c:v>
                </c:pt>
                <c:pt idx="390">
                  <c:v>6.90620445143</c:v>
                </c:pt>
                <c:pt idx="391">
                  <c:v>6.90622690178</c:v>
                </c:pt>
                <c:pt idx="392">
                  <c:v>6.90622847063</c:v>
                </c:pt>
                <c:pt idx="393">
                  <c:v>6.93370540922</c:v>
                </c:pt>
                <c:pt idx="394">
                  <c:v>6.93373848582</c:v>
                </c:pt>
                <c:pt idx="395">
                  <c:v>6.93377410979</c:v>
                </c:pt>
                <c:pt idx="396">
                  <c:v>6.93380590327</c:v>
                </c:pt>
                <c:pt idx="397">
                  <c:v>6.93383651963</c:v>
                </c:pt>
                <c:pt idx="398">
                  <c:v>6.92848758367</c:v>
                </c:pt>
                <c:pt idx="399">
                  <c:v>6.92742213634</c:v>
                </c:pt>
                <c:pt idx="400">
                  <c:v>6.87326062402</c:v>
                </c:pt>
                <c:pt idx="401">
                  <c:v>6.86828359443</c:v>
                </c:pt>
                <c:pt idx="402">
                  <c:v>6.73485152617</c:v>
                </c:pt>
                <c:pt idx="403">
                  <c:v>6.72597635162</c:v>
                </c:pt>
                <c:pt idx="404">
                  <c:v>6.57123385099</c:v>
                </c:pt>
                <c:pt idx="405">
                  <c:v>6.52271491646</c:v>
                </c:pt>
                <c:pt idx="406">
                  <c:v>6.51008439813</c:v>
                </c:pt>
                <c:pt idx="407">
                  <c:v>6.24157948601</c:v>
                </c:pt>
                <c:pt idx="408">
                  <c:v>6.22664077756</c:v>
                </c:pt>
                <c:pt idx="409">
                  <c:v>5.95109683487</c:v>
                </c:pt>
                <c:pt idx="410">
                  <c:v>5.93734763139</c:v>
                </c:pt>
                <c:pt idx="411">
                  <c:v>5.68808956712</c:v>
                </c:pt>
                <c:pt idx="412">
                  <c:v>5.67551523197</c:v>
                </c:pt>
                <c:pt idx="413">
                  <c:v>5.45163394647</c:v>
                </c:pt>
                <c:pt idx="414">
                  <c:v>5.44080358833</c:v>
                </c:pt>
                <c:pt idx="415">
                  <c:v>5.25110434848</c:v>
                </c:pt>
                <c:pt idx="416">
                  <c:v>5.24177605533</c:v>
                </c:pt>
                <c:pt idx="417">
                  <c:v>5.0750468627</c:v>
                </c:pt>
                <c:pt idx="418">
                  <c:v>5.06690661364</c:v>
                </c:pt>
                <c:pt idx="419">
                  <c:v>4.92450521192</c:v>
                </c:pt>
                <c:pt idx="420">
                  <c:v>4.91752728604</c:v>
                </c:pt>
                <c:pt idx="421">
                  <c:v>4.79119986302</c:v>
                </c:pt>
                <c:pt idx="422">
                  <c:v>4.78490416779</c:v>
                </c:pt>
                <c:pt idx="423">
                  <c:v>4.67391179608</c:v>
                </c:pt>
                <c:pt idx="424">
                  <c:v>4.66849804501</c:v>
                </c:pt>
                <c:pt idx="425">
                  <c:v>4.57096746172</c:v>
                </c:pt>
                <c:pt idx="426">
                  <c:v>4.56608682844</c:v>
                </c:pt>
                <c:pt idx="427">
                  <c:v>4.47977757972</c:v>
                </c:pt>
                <c:pt idx="428">
                  <c:v>4.47560773312</c:v>
                </c:pt>
                <c:pt idx="429">
                  <c:v>4.40214024743</c:v>
                </c:pt>
                <c:pt idx="430">
                  <c:v>4.39852342808</c:v>
                </c:pt>
                <c:pt idx="431">
                  <c:v>4.33486138546</c:v>
                </c:pt>
                <c:pt idx="432">
                  <c:v>4.33182032454</c:v>
                </c:pt>
                <c:pt idx="433">
                  <c:v>4.27984907374</c:v>
                </c:pt>
                <c:pt idx="434">
                  <c:v>4.27737290394</c:v>
                </c:pt>
                <c:pt idx="435">
                  <c:v>4.23450343007</c:v>
                </c:pt>
                <c:pt idx="436">
                  <c:v>4.23248982734</c:v>
                </c:pt>
                <c:pt idx="437">
                  <c:v>4.19939821815</c:v>
                </c:pt>
                <c:pt idx="438">
                  <c:v>4.19790640919</c:v>
                </c:pt>
                <c:pt idx="439">
                  <c:v>4.17325409695</c:v>
                </c:pt>
                <c:pt idx="440">
                  <c:v>4.1721486418</c:v>
                </c:pt>
                <c:pt idx="441">
                  <c:v>4.15535089255</c:v>
                </c:pt>
                <c:pt idx="442">
                  <c:v>4.15468862008</c:v>
                </c:pt>
                <c:pt idx="443">
                  <c:v>4.1455473612</c:v>
                </c:pt>
                <c:pt idx="444">
                  <c:v>4.1452300682</c:v>
                </c:pt>
                <c:pt idx="445">
                  <c:v>4.14274716777</c:v>
                </c:pt>
                <c:pt idx="446">
                  <c:v>4.14248640078</c:v>
                </c:pt>
                <c:pt idx="447">
                  <c:v>4.14251386504</c:v>
                </c:pt>
                <c:pt idx="448">
                  <c:v>4.14255554416</c:v>
                </c:pt>
                <c:pt idx="449">
                  <c:v>4.14650863099</c:v>
                </c:pt>
                <c:pt idx="450">
                  <c:v>4.1468623604</c:v>
                </c:pt>
                <c:pt idx="451">
                  <c:v>4.15612160456</c:v>
                </c:pt>
                <c:pt idx="452">
                  <c:v>4.15674955314</c:v>
                </c:pt>
                <c:pt idx="453">
                  <c:v>4.17130186714</c:v>
                </c:pt>
                <c:pt idx="454">
                  <c:v>4.17219015981</c:v>
                </c:pt>
                <c:pt idx="455">
                  <c:v>4.19093675954</c:v>
                </c:pt>
                <c:pt idx="456">
                  <c:v>4.19202125403</c:v>
                </c:pt>
                <c:pt idx="457">
                  <c:v>4.21455212131</c:v>
                </c:pt>
                <c:pt idx="458">
                  <c:v>4.21583266276</c:v>
                </c:pt>
                <c:pt idx="459">
                  <c:v>4.24154892936</c:v>
                </c:pt>
                <c:pt idx="460">
                  <c:v>4.24296908706</c:v>
                </c:pt>
                <c:pt idx="461">
                  <c:v>4.27126443681</c:v>
                </c:pt>
                <c:pt idx="462">
                  <c:v>4.27282271925</c:v>
                </c:pt>
                <c:pt idx="463">
                  <c:v>4.30349676472</c:v>
                </c:pt>
                <c:pt idx="464">
                  <c:v>4.30515938234</c:v>
                </c:pt>
                <c:pt idx="465">
                  <c:v>4.33760980406</c:v>
                </c:pt>
                <c:pt idx="466">
                  <c:v>4.33936498907</c:v>
                </c:pt>
                <c:pt idx="467">
                  <c:v>4.37352224975</c:v>
                </c:pt>
                <c:pt idx="468">
                  <c:v>4.37535590684</c:v>
                </c:pt>
                <c:pt idx="469">
                  <c:v>4.4107488843</c:v>
                </c:pt>
                <c:pt idx="470">
                  <c:v>4.41264168782</c:v>
                </c:pt>
                <c:pt idx="471">
                  <c:v>4.44917805246</c:v>
                </c:pt>
                <c:pt idx="472">
                  <c:v>4.45112759019</c:v>
                </c:pt>
                <c:pt idx="473">
                  <c:v>4.48852610519</c:v>
                </c:pt>
                <c:pt idx="474">
                  <c:v>4.49051204802</c:v>
                </c:pt>
                <c:pt idx="475">
                  <c:v>4.52859789629</c:v>
                </c:pt>
                <c:pt idx="476">
                  <c:v>4.53061981084</c:v>
                </c:pt>
                <c:pt idx="477">
                  <c:v>4.5692551553</c:v>
                </c:pt>
                <c:pt idx="478">
                  <c:v>4.57129754379</c:v>
                </c:pt>
                <c:pt idx="479">
                  <c:v>4.61026583638</c:v>
                </c:pt>
                <c:pt idx="480">
                  <c:v>4.61232566795</c:v>
                </c:pt>
                <c:pt idx="481">
                  <c:v>4.65156875755</c:v>
                </c:pt>
                <c:pt idx="482">
                  <c:v>4.65363713834</c:v>
                </c:pt>
                <c:pt idx="483">
                  <c:v>4.69295542867</c:v>
                </c:pt>
                <c:pt idx="484">
                  <c:v>4.69502602518</c:v>
                </c:pt>
                <c:pt idx="485">
                  <c:v>4.7343750551</c:v>
                </c:pt>
                <c:pt idx="486">
                  <c:v>4.73644467407</c:v>
                </c:pt>
                <c:pt idx="487">
                  <c:v>4.77569055828</c:v>
                </c:pt>
                <c:pt idx="488">
                  <c:v>4.77775198819</c:v>
                </c:pt>
                <c:pt idx="489">
                  <c:v>4.81683937535</c:v>
                </c:pt>
                <c:pt idx="490">
                  <c:v>4.81889152282</c:v>
                </c:pt>
                <c:pt idx="491">
                  <c:v>4.85774055661</c:v>
                </c:pt>
                <c:pt idx="492">
                  <c:v>4.85977704081</c:v>
                </c:pt>
                <c:pt idx="493">
                  <c:v>4.89831603192</c:v>
                </c:pt>
                <c:pt idx="494">
                  <c:v>4.90033616544</c:v>
                </c:pt>
                <c:pt idx="495">
                  <c:v>4.91042305764</c:v>
                </c:pt>
                <c:pt idx="496">
                  <c:v>4.93853289027</c:v>
                </c:pt>
                <c:pt idx="497">
                  <c:v>4.94053267715</c:v>
                </c:pt>
                <c:pt idx="498">
                  <c:v>4.97831826547</c:v>
                </c:pt>
                <c:pt idx="499">
                  <c:v>4.98029598568</c:v>
                </c:pt>
                <c:pt idx="500">
                  <c:v>5.01765119266</c:v>
                </c:pt>
                <c:pt idx="501">
                  <c:v>5.01960478694</c:v>
                </c:pt>
                <c:pt idx="502">
                  <c:v>5.05647438673</c:v>
                </c:pt>
                <c:pt idx="503">
                  <c:v>5.05840188929</c:v>
                </c:pt>
                <c:pt idx="504">
                  <c:v>5.09477493938</c:v>
                </c:pt>
                <c:pt idx="505">
                  <c:v>5.0966758693</c:v>
                </c:pt>
                <c:pt idx="506">
                  <c:v>5.1325215531</c:v>
                </c:pt>
                <c:pt idx="507">
                  <c:v>5.13439370912</c:v>
                </c:pt>
                <c:pt idx="508">
                  <c:v>5.16969236242</c:v>
                </c:pt>
                <c:pt idx="509">
                  <c:v>5.1715356605</c:v>
                </c:pt>
                <c:pt idx="510">
                  <c:v>5.2062731118</c:v>
                </c:pt>
                <c:pt idx="511">
                  <c:v>5.20808622832</c:v>
                </c:pt>
                <c:pt idx="512">
                  <c:v>5.24224869601</c:v>
                </c:pt>
                <c:pt idx="513">
                  <c:v>5.24403173537</c:v>
                </c:pt>
                <c:pt idx="514">
                  <c:v>5.27761883317</c:v>
                </c:pt>
                <c:pt idx="515">
                  <c:v>5.27937103935</c:v>
                </c:pt>
                <c:pt idx="516">
                  <c:v>5.31236735147</c:v>
                </c:pt>
                <c:pt idx="517">
                  <c:v>5.31408845701</c:v>
                </c:pt>
                <c:pt idx="518">
                  <c:v>5.3464959024</c:v>
                </c:pt>
                <c:pt idx="519">
                  <c:v>5.34818605145</c:v>
                </c:pt>
                <c:pt idx="520">
                  <c:v>5.38000213143</c:v>
                </c:pt>
                <c:pt idx="521">
                  <c:v>5.38166121071</c:v>
                </c:pt>
                <c:pt idx="522">
                  <c:v>5.41289155344</c:v>
                </c:pt>
                <c:pt idx="523">
                  <c:v>5.41451981314</c:v>
                </c:pt>
                <c:pt idx="524">
                  <c:v>5.44516269424</c:v>
                </c:pt>
                <c:pt idx="525">
                  <c:v>5.44675997096</c:v>
                </c:pt>
                <c:pt idx="526">
                  <c:v>5.4768190366</c:v>
                </c:pt>
                <c:pt idx="527">
                  <c:v>5.47838601771</c:v>
                </c:pt>
                <c:pt idx="528">
                  <c:v>5.50787216447</c:v>
                </c:pt>
                <c:pt idx="529">
                  <c:v>5.50940908479</c:v>
                </c:pt>
                <c:pt idx="530">
                  <c:v>5.53832753323</c:v>
                </c:pt>
                <c:pt idx="531">
                  <c:v>5.53983473872</c:v>
                </c:pt>
                <c:pt idx="532">
                  <c:v>5.56819299332</c:v>
                </c:pt>
                <c:pt idx="533">
                  <c:v>5.56967084106</c:v>
                </c:pt>
                <c:pt idx="534">
                  <c:v>5.59747545332</c:v>
                </c:pt>
                <c:pt idx="535">
                  <c:v>5.59892459779</c:v>
                </c:pt>
                <c:pt idx="536">
                  <c:v>5.62619060845</c:v>
                </c:pt>
                <c:pt idx="537">
                  <c:v>5.6276117069</c:v>
                </c:pt>
                <c:pt idx="538">
                  <c:v>5.65434814604</c:v>
                </c:pt>
                <c:pt idx="539">
                  <c:v>5.65574145688</c:v>
                </c:pt>
                <c:pt idx="540">
                  <c:v>5.68195667802</c:v>
                </c:pt>
                <c:pt idx="541">
                  <c:v>5.68332289706</c:v>
                </c:pt>
                <c:pt idx="542">
                  <c:v>5.70902838675</c:v>
                </c:pt>
                <c:pt idx="543">
                  <c:v>5.71036815996</c:v>
                </c:pt>
                <c:pt idx="544">
                  <c:v>5.73557718734</c:v>
                </c:pt>
                <c:pt idx="545">
                  <c:v>5.73689121385</c:v>
                </c:pt>
                <c:pt idx="546">
                  <c:v>5.76161715511</c:v>
                </c:pt>
                <c:pt idx="547">
                  <c:v>5.76290585616</c:v>
                </c:pt>
                <c:pt idx="548">
                  <c:v>5.78715594864</c:v>
                </c:pt>
                <c:pt idx="549">
                  <c:v>5.78841993867</c:v>
                </c:pt>
                <c:pt idx="550">
                  <c:v>5.81220675504</c:v>
                </c:pt>
                <c:pt idx="551">
                  <c:v>5.81344680246</c:v>
                </c:pt>
                <c:pt idx="552">
                  <c:v>5.83678420119</c:v>
                </c:pt>
                <c:pt idx="553">
                  <c:v>5.83800090204</c:v>
                </c:pt>
                <c:pt idx="554">
                  <c:v>5.86090110089</c:v>
                </c:pt>
                <c:pt idx="555">
                  <c:v>5.86209498982</c:v>
                </c:pt>
                <c:pt idx="556">
                  <c:v>5.88456557626</c:v>
                </c:pt>
                <c:pt idx="557">
                  <c:v>5.88573707523</c:v>
                </c:pt>
                <c:pt idx="558">
                  <c:v>5.90778894894</c:v>
                </c:pt>
                <c:pt idx="559">
                  <c:v>5.9089388113</c:v>
                </c:pt>
                <c:pt idx="560">
                  <c:v>5.9305804628</c:v>
                </c:pt>
                <c:pt idx="561">
                  <c:v>5.93170872434</c:v>
                </c:pt>
                <c:pt idx="562">
                  <c:v>5.95293882101</c:v>
                </c:pt>
                <c:pt idx="563">
                  <c:v>5.95404520486</c:v>
                </c:pt>
                <c:pt idx="564">
                  <c:v>5.97485764247</c:v>
                </c:pt>
                <c:pt idx="565">
                  <c:v>5.97594188097</c:v>
                </c:pt>
                <c:pt idx="566">
                  <c:v>5.99633045551</c:v>
                </c:pt>
                <c:pt idx="567">
                  <c:v>5.9973924723</c:v>
                </c:pt>
                <c:pt idx="568">
                  <c:v>6.01736064142</c:v>
                </c:pt>
                <c:pt idx="569">
                  <c:v>6.01840063647</c:v>
                </c:pt>
                <c:pt idx="570">
                  <c:v>6.03795170932</c:v>
                </c:pt>
                <c:pt idx="571">
                  <c:v>6.0389697159</c:v>
                </c:pt>
                <c:pt idx="572">
                  <c:v>6.05810756482</c:v>
                </c:pt>
                <c:pt idx="573">
                  <c:v>6.05910412661</c:v>
                </c:pt>
                <c:pt idx="574">
                  <c:v>6.07783939423</c:v>
                </c:pt>
                <c:pt idx="575">
                  <c:v>6.07881510308</c:v>
                </c:pt>
                <c:pt idx="576">
                  <c:v>6.0971586802</c:v>
                </c:pt>
                <c:pt idx="577">
                  <c:v>6.0981140147</c:v>
                </c:pt>
                <c:pt idx="578">
                  <c:v>6.11607547574</c:v>
                </c:pt>
                <c:pt idx="579">
                  <c:v>6.11701078537</c:v>
                </c:pt>
                <c:pt idx="580">
                  <c:v>6.13459524112</c:v>
                </c:pt>
                <c:pt idx="581">
                  <c:v>6.13551093982</c:v>
                </c:pt>
                <c:pt idx="582">
                  <c:v>6.15272745152</c:v>
                </c:pt>
                <c:pt idx="583">
                  <c:v>6.1536241931</c:v>
                </c:pt>
                <c:pt idx="584">
                  <c:v>6.17048418461</c:v>
                </c:pt>
                <c:pt idx="585">
                  <c:v>6.17136229946</c:v>
                </c:pt>
                <c:pt idx="586">
                  <c:v>6.18787187672</c:v>
                </c:pt>
                <c:pt idx="587">
                  <c:v>6.18873161444</c:v>
                </c:pt>
                <c:pt idx="588">
                  <c:v>6.20489601225</c:v>
                </c:pt>
                <c:pt idx="589">
                  <c:v>6.2057378135</c:v>
                </c:pt>
                <c:pt idx="590">
                  <c:v>6.22156523183</c:v>
                </c:pt>
                <c:pt idx="591">
                  <c:v>6.22238964423</c:v>
                </c:pt>
                <c:pt idx="592">
                  <c:v>6.23789006263</c:v>
                </c:pt>
                <c:pt idx="593">
                  <c:v>6.23869740201</c:v>
                </c:pt>
                <c:pt idx="594">
                  <c:v>6.25387762831</c:v>
                </c:pt>
                <c:pt idx="595">
                  <c:v>6.25466818304</c:v>
                </c:pt>
                <c:pt idx="596">
                  <c:v>6.26953235859</c:v>
                </c:pt>
                <c:pt idx="597">
                  <c:v>6.27030647867</c:v>
                </c:pt>
                <c:pt idx="598">
                  <c:v>6.28486245648</c:v>
                </c:pt>
                <c:pt idx="599">
                  <c:v>6.28562070085</c:v>
                </c:pt>
                <c:pt idx="600">
                  <c:v>6.29913522187</c:v>
                </c:pt>
                <c:pt idx="601">
                  <c:v>6.29987866026</c:v>
                </c:pt>
                <c:pt idx="602">
                  <c:v>6.31312902388</c:v>
                </c:pt>
                <c:pt idx="603">
                  <c:v>6.31385781266</c:v>
                </c:pt>
                <c:pt idx="604">
                  <c:v>6.32684762844</c:v>
                </c:pt>
                <c:pt idx="605">
                  <c:v>6.32756212789</c:v>
                </c:pt>
                <c:pt idx="606">
                  <c:v>6.34029630389</c:v>
                </c:pt>
                <c:pt idx="607">
                  <c:v>6.34099689822</c:v>
                </c:pt>
                <c:pt idx="608">
                  <c:v>6.35348432797</c:v>
                </c:pt>
                <c:pt idx="609">
                  <c:v>6.35417130895</c:v>
                </c:pt>
                <c:pt idx="610">
                  <c:v>6.36641617806</c:v>
                </c:pt>
                <c:pt idx="611">
                  <c:v>6.367089655</c:v>
                </c:pt>
                <c:pt idx="612">
                  <c:v>6.37909308796</c:v>
                </c:pt>
                <c:pt idx="613">
                  <c:v>6.37975338056</c:v>
                </c:pt>
                <c:pt idx="614">
                  <c:v>6.39152175426</c:v>
                </c:pt>
                <c:pt idx="615">
                  <c:v>6.39216914713</c:v>
                </c:pt>
                <c:pt idx="616">
                  <c:v>6.40370744705</c:v>
                </c:pt>
                <c:pt idx="617">
                  <c:v>6.40434220349</c:v>
                </c:pt>
                <c:pt idx="618">
                  <c:v>6.41565655284</c:v>
                </c:pt>
                <c:pt idx="619">
                  <c:v>6.41627888921</c:v>
                </c:pt>
                <c:pt idx="620">
                  <c:v>6.42737040199</c:v>
                </c:pt>
                <c:pt idx="621">
                  <c:v>6.42798045075</c:v>
                </c:pt>
                <c:pt idx="622">
                  <c:v>6.43885210683</c:v>
                </c:pt>
                <c:pt idx="623">
                  <c:v>6.43945017737</c:v>
                </c:pt>
                <c:pt idx="624">
                  <c:v>6.45010883211</c:v>
                </c:pt>
                <c:pt idx="625">
                  <c:v>6.45069508422</c:v>
                </c:pt>
                <c:pt idx="626">
                  <c:v>6.46114393107</c:v>
                </c:pt>
                <c:pt idx="627">
                  <c:v>6.46171848888</c:v>
                </c:pt>
                <c:pt idx="628">
                  <c:v>6.47194693493</c:v>
                </c:pt>
                <c:pt idx="629">
                  <c:v>6.47250859062</c:v>
                </c:pt>
                <c:pt idx="630">
                  <c:v>6.48248805666</c:v>
                </c:pt>
                <c:pt idx="631">
                  <c:v>6.48303513504</c:v>
                </c:pt>
                <c:pt idx="632">
                  <c:v>6.49274180076</c:v>
                </c:pt>
                <c:pt idx="633">
                  <c:v>6.49327293839</c:v>
                </c:pt>
                <c:pt idx="634">
                  <c:v>6.50267943132</c:v>
                </c:pt>
                <c:pt idx="635">
                  <c:v>6.50319316834</c:v>
                </c:pt>
                <c:pt idx="636">
                  <c:v>6.51228244298</c:v>
                </c:pt>
                <c:pt idx="637">
                  <c:v>6.51277874479</c:v>
                </c:pt>
                <c:pt idx="638">
                  <c:v>6.52156018884</c:v>
                </c:pt>
                <c:pt idx="639">
                  <c:v>6.5220398208</c:v>
                </c:pt>
                <c:pt idx="640">
                  <c:v>6.53053158278</c:v>
                </c:pt>
                <c:pt idx="641">
                  <c:v>6.53099573606</c:v>
                </c:pt>
                <c:pt idx="642">
                  <c:v>6.53922497292</c:v>
                </c:pt>
                <c:pt idx="643">
                  <c:v>6.53967532131</c:v>
                </c:pt>
                <c:pt idx="644">
                  <c:v>6.54766421212</c:v>
                </c:pt>
                <c:pt idx="645">
                  <c:v>6.54810174348</c:v>
                </c:pt>
                <c:pt idx="646">
                  <c:v>6.55586928101</c:v>
                </c:pt>
                <c:pt idx="647">
                  <c:v>6.55629512736</c:v>
                </c:pt>
                <c:pt idx="648">
                  <c:v>6.56386328062</c:v>
                </c:pt>
                <c:pt idx="649">
                  <c:v>6.56427844562</c:v>
                </c:pt>
                <c:pt idx="650">
                  <c:v>6.57166391414</c:v>
                </c:pt>
                <c:pt idx="651">
                  <c:v>6.57206947431</c:v>
                </c:pt>
                <c:pt idx="652">
                  <c:v>6.57928782945</c:v>
                </c:pt>
                <c:pt idx="653">
                  <c:v>6.5796844633</c:v>
                </c:pt>
                <c:pt idx="654">
                  <c:v>6.58674541666</c:v>
                </c:pt>
                <c:pt idx="655">
                  <c:v>6.58713350653</c:v>
                </c:pt>
                <c:pt idx="656">
                  <c:v>6.59404978298</c:v>
                </c:pt>
                <c:pt idx="657">
                  <c:v>6.59443027622</c:v>
                </c:pt>
                <c:pt idx="658">
                  <c:v>6.60121711762</c:v>
                </c:pt>
                <c:pt idx="659">
                  <c:v>6.60159072309</c:v>
                </c:pt>
                <c:pt idx="660">
                  <c:v>6.60825696195</c:v>
                </c:pt>
                <c:pt idx="661">
                  <c:v>6.60862422542</c:v>
                </c:pt>
                <c:pt idx="662">
                  <c:v>6.61517948418</c:v>
                </c:pt>
                <c:pt idx="663">
                  <c:v>6.61554068469</c:v>
                </c:pt>
                <c:pt idx="664">
                  <c:v>6.62199318816</c:v>
                </c:pt>
                <c:pt idx="665">
                  <c:v>6.62234898386</c:v>
                </c:pt>
                <c:pt idx="666">
                  <c:v>6.62871105536</c:v>
                </c:pt>
                <c:pt idx="667">
                  <c:v>6.62906222869</c:v>
                </c:pt>
                <c:pt idx="668">
                  <c:v>6.6353425316</c:v>
                </c:pt>
                <c:pt idx="669">
                  <c:v>6.63568926198</c:v>
                </c:pt>
                <c:pt idx="670">
                  <c:v>6.64189187207</c:v>
                </c:pt>
                <c:pt idx="671">
                  <c:v>6.64223442441</c:v>
                </c:pt>
                <c:pt idx="672">
                  <c:v>6.64836707006</c:v>
                </c:pt>
                <c:pt idx="673">
                  <c:v>6.64870589194</c:v>
                </c:pt>
                <c:pt idx="674">
                  <c:v>6.6547750577</c:v>
                </c:pt>
                <c:pt idx="675">
                  <c:v>6.65511068848</c:v>
                </c:pt>
                <c:pt idx="676">
                  <c:v>6.66112375639</c:v>
                </c:pt>
                <c:pt idx="677">
                  <c:v>6.66145635488</c:v>
                </c:pt>
                <c:pt idx="678">
                  <c:v>6.66741550272</c:v>
                </c:pt>
                <c:pt idx="679">
                  <c:v>6.66774503915</c:v>
                </c:pt>
                <c:pt idx="680">
                  <c:v>6.6736524495</c:v>
                </c:pt>
                <c:pt idx="681">
                  <c:v>6.67397927552</c:v>
                </c:pt>
                <c:pt idx="682">
                  <c:v>6.67984082703</c:v>
                </c:pt>
                <c:pt idx="683">
                  <c:v>6.68016532692</c:v>
                </c:pt>
                <c:pt idx="684">
                  <c:v>6.68598488377</c:v>
                </c:pt>
                <c:pt idx="685">
                  <c:v>6.68630708197</c:v>
                </c:pt>
                <c:pt idx="686">
                  <c:v>6.69208504163</c:v>
                </c:pt>
                <c:pt idx="687">
                  <c:v>6.69240478747</c:v>
                </c:pt>
                <c:pt idx="688">
                  <c:v>6.69813936626</c:v>
                </c:pt>
                <c:pt idx="689">
                  <c:v>6.69845658391</c:v>
                </c:pt>
                <c:pt idx="690">
                  <c:v>6.70413465444</c:v>
                </c:pt>
                <c:pt idx="691">
                  <c:v>6.70444809755</c:v>
                </c:pt>
                <c:pt idx="692">
                  <c:v>6.71004270824</c:v>
                </c:pt>
                <c:pt idx="693">
                  <c:v>6.71035067478</c:v>
                </c:pt>
                <c:pt idx="694">
                  <c:v>6.71583046454</c:v>
                </c:pt>
                <c:pt idx="695">
                  <c:v>6.71613095487</c:v>
                </c:pt>
                <c:pt idx="696">
                  <c:v>6.72145896168</c:v>
                </c:pt>
                <c:pt idx="697">
                  <c:v>6.72175025197</c:v>
                </c:pt>
                <c:pt idx="698">
                  <c:v>6.72690870099</c:v>
                </c:pt>
                <c:pt idx="699">
                  <c:v>6.72719065099</c:v>
                </c:pt>
                <c:pt idx="700">
                  <c:v>6.73218083908</c:v>
                </c:pt>
                <c:pt idx="701">
                  <c:v>6.73245336328</c:v>
                </c:pt>
                <c:pt idx="702">
                  <c:v>6.73727623851</c:v>
                </c:pt>
                <c:pt idx="703">
                  <c:v>6.73753961541</c:v>
                </c:pt>
                <c:pt idx="704">
                  <c:v>6.74220406573</c:v>
                </c:pt>
                <c:pt idx="705">
                  <c:v>6.74245897742</c:v>
                </c:pt>
                <c:pt idx="706">
                  <c:v>6.74697368191</c:v>
                </c:pt>
                <c:pt idx="707">
                  <c:v>6.74722060315</c:v>
                </c:pt>
                <c:pt idx="708">
                  <c:v>6.75159663829</c:v>
                </c:pt>
                <c:pt idx="709">
                  <c:v>6.75183609442</c:v>
                </c:pt>
                <c:pt idx="710">
                  <c:v>6.75608149962</c:v>
                </c:pt>
                <c:pt idx="711">
                  <c:v>6.75631365575</c:v>
                </c:pt>
                <c:pt idx="712">
                  <c:v>6.76043001247</c:v>
                </c:pt>
                <c:pt idx="713">
                  <c:v>6.76065524468</c:v>
                </c:pt>
                <c:pt idx="714">
                  <c:v>6.76464861418</c:v>
                </c:pt>
                <c:pt idx="715">
                  <c:v>6.76486719629</c:v>
                </c:pt>
                <c:pt idx="716">
                  <c:v>6.76874344414</c:v>
                </c:pt>
                <c:pt idx="717">
                  <c:v>6.76895561456</c:v>
                </c:pt>
                <c:pt idx="718">
                  <c:v>6.77271971348</c:v>
                </c:pt>
                <c:pt idx="719">
                  <c:v>6.77292571798</c:v>
                </c:pt>
                <c:pt idx="720">
                  <c:v>6.77657968824</c:v>
                </c:pt>
                <c:pt idx="721">
                  <c:v>6.7767797089</c:v>
                </c:pt>
                <c:pt idx="722">
                  <c:v>6.78032697415</c:v>
                </c:pt>
                <c:pt idx="723">
                  <c:v>6.78052126289</c:v>
                </c:pt>
                <c:pt idx="724">
                  <c:v>6.78396918257</c:v>
                </c:pt>
                <c:pt idx="725">
                  <c:v>6.78415800923</c:v>
                </c:pt>
                <c:pt idx="726">
                  <c:v>6.78751118269</c:v>
                </c:pt>
                <c:pt idx="727">
                  <c:v>6.78769487409</c:v>
                </c:pt>
                <c:pt idx="728">
                  <c:v>6.79095632951</c:v>
                </c:pt>
                <c:pt idx="729">
                  <c:v>6.79113506551</c:v>
                </c:pt>
                <c:pt idx="730">
                  <c:v>6.79430728709</c:v>
                </c:pt>
                <c:pt idx="731">
                  <c:v>6.79448120348</c:v>
                </c:pt>
                <c:pt idx="732">
                  <c:v>6.79757110508</c:v>
                </c:pt>
                <c:pt idx="733">
                  <c:v>6.79774055279</c:v>
                </c:pt>
                <c:pt idx="734">
                  <c:v>6.8007536613</c:v>
                </c:pt>
                <c:pt idx="735">
                  <c:v>6.80091893667</c:v>
                </c:pt>
                <c:pt idx="736">
                  <c:v>6.80385740175</c:v>
                </c:pt>
                <c:pt idx="737">
                  <c:v>6.80401868046</c:v>
                </c:pt>
                <c:pt idx="738">
                  <c:v>6.80688515188</c:v>
                </c:pt>
                <c:pt idx="739">
                  <c:v>6.80704249454</c:v>
                </c:pt>
                <c:pt idx="740">
                  <c:v>6.80984204263</c:v>
                </c:pt>
                <c:pt idx="741">
                  <c:v>6.80999578417</c:v>
                </c:pt>
                <c:pt idx="742">
                  <c:v>6.81273453014</c:v>
                </c:pt>
                <c:pt idx="743">
                  <c:v>6.81288503817</c:v>
                </c:pt>
                <c:pt idx="744">
                  <c:v>6.81556499433</c:v>
                </c:pt>
                <c:pt idx="745">
                  <c:v>6.8157123015</c:v>
                </c:pt>
                <c:pt idx="746">
                  <c:v>6.81833486671</c:v>
                </c:pt>
                <c:pt idx="747">
                  <c:v>6.81847907551</c:v>
                </c:pt>
                <c:pt idx="748">
                  <c:v>6.82104935219</c:v>
                </c:pt>
                <c:pt idx="749">
                  <c:v>6.82119069995</c:v>
                </c:pt>
                <c:pt idx="750">
                  <c:v>6.82371374778</c:v>
                </c:pt>
                <c:pt idx="751">
                  <c:v>6.8238526858</c:v>
                </c:pt>
                <c:pt idx="752">
                  <c:v>6.82633088575</c:v>
                </c:pt>
                <c:pt idx="753">
                  <c:v>6.82646739116</c:v>
                </c:pt>
                <c:pt idx="754">
                  <c:v>6.82890159882</c:v>
                </c:pt>
                <c:pt idx="755">
                  <c:v>6.82903563804</c:v>
                </c:pt>
                <c:pt idx="756">
                  <c:v>6.83142936028</c:v>
                </c:pt>
                <c:pt idx="757">
                  <c:v>6.83156129583</c:v>
                </c:pt>
                <c:pt idx="758">
                  <c:v>6.83391980224</c:v>
                </c:pt>
                <c:pt idx="759">
                  <c:v>6.83404989755</c:v>
                </c:pt>
                <c:pt idx="760">
                  <c:v>6.83637496115</c:v>
                </c:pt>
                <c:pt idx="761">
                  <c:v>6.83650329964</c:v>
                </c:pt>
                <c:pt idx="762">
                  <c:v>6.83879586727</c:v>
                </c:pt>
                <c:pt idx="763">
                  <c:v>6.83892231912</c:v>
                </c:pt>
                <c:pt idx="764">
                  <c:v>6.84118378882</c:v>
                </c:pt>
                <c:pt idx="765">
                  <c:v>6.84130856337</c:v>
                </c:pt>
                <c:pt idx="766">
                  <c:v>6.84354350596</c:v>
                </c:pt>
                <c:pt idx="767">
                  <c:v>6.84366705839</c:v>
                </c:pt>
                <c:pt idx="768">
                  <c:v>6.84526663713</c:v>
                </c:pt>
                <c:pt idx="769">
                  <c:v>6.84587859361</c:v>
                </c:pt>
                <c:pt idx="770">
                  <c:v>6.84600081497</c:v>
                </c:pt>
                <c:pt idx="771">
                  <c:v>6.84818706872</c:v>
                </c:pt>
                <c:pt idx="772">
                  <c:v>6.84830780903</c:v>
                </c:pt>
                <c:pt idx="773">
                  <c:v>6.85047091717</c:v>
                </c:pt>
                <c:pt idx="774">
                  <c:v>6.85059047943</c:v>
                </c:pt>
                <c:pt idx="775">
                  <c:v>6.85273363492</c:v>
                </c:pt>
                <c:pt idx="776">
                  <c:v>6.85285222409</c:v>
                </c:pt>
                <c:pt idx="777">
                  <c:v>6.85497755621</c:v>
                </c:pt>
                <c:pt idx="778">
                  <c:v>6.85509519929</c:v>
                </c:pt>
                <c:pt idx="779">
                  <c:v>6.85720267489</c:v>
                </c:pt>
                <c:pt idx="780">
                  <c:v>6.85731914173</c:v>
                </c:pt>
                <c:pt idx="781">
                  <c:v>6.85940691294</c:v>
                </c:pt>
                <c:pt idx="782">
                  <c:v>6.85952238196</c:v>
                </c:pt>
                <c:pt idx="783">
                  <c:v>6.8615943084</c:v>
                </c:pt>
                <c:pt idx="784">
                  <c:v>6.86170909032</c:v>
                </c:pt>
                <c:pt idx="785">
                  <c:v>6.86376692046</c:v>
                </c:pt>
                <c:pt idx="786">
                  <c:v>6.86388083723</c:v>
                </c:pt>
                <c:pt idx="787">
                  <c:v>6.86592281399</c:v>
                </c:pt>
                <c:pt idx="788">
                  <c:v>6.86603574954</c:v>
                </c:pt>
                <c:pt idx="789">
                  <c:v>6.86806137634</c:v>
                </c:pt>
                <c:pt idx="790">
                  <c:v>6.86817343785</c:v>
                </c:pt>
                <c:pt idx="791">
                  <c:v>6.87018385928</c:v>
                </c:pt>
                <c:pt idx="792">
                  <c:v>6.87029521626</c:v>
                </c:pt>
                <c:pt idx="793">
                  <c:v>6.87229208544</c:v>
                </c:pt>
                <c:pt idx="794">
                  <c:v>6.87240265841</c:v>
                </c:pt>
                <c:pt idx="795">
                  <c:v>6.87438523606</c:v>
                </c:pt>
                <c:pt idx="796">
                  <c:v>6.87449484913</c:v>
                </c:pt>
                <c:pt idx="797">
                  <c:v>6.87646007707</c:v>
                </c:pt>
                <c:pt idx="798">
                  <c:v>6.87656876954</c:v>
                </c:pt>
                <c:pt idx="799">
                  <c:v>6.87851686628</c:v>
                </c:pt>
                <c:pt idx="800">
                  <c:v>6.87862464399</c:v>
                </c:pt>
                <c:pt idx="801">
                  <c:v>6.88054639968</c:v>
                </c:pt>
                <c:pt idx="802">
                  <c:v>6.88065185353</c:v>
                </c:pt>
                <c:pt idx="803">
                  <c:v>6.88251511523</c:v>
                </c:pt>
                <c:pt idx="804">
                  <c:v>6.8826163264</c:v>
                </c:pt>
                <c:pt idx="805">
                  <c:v>6.88438824276</c:v>
                </c:pt>
                <c:pt idx="806">
                  <c:v>6.88448347137</c:v>
                </c:pt>
                <c:pt idx="807">
                  <c:v>6.8861283666</c:v>
                </c:pt>
                <c:pt idx="808">
                  <c:v>6.88621573906</c:v>
                </c:pt>
                <c:pt idx="809">
                  <c:v>6.88771324489</c:v>
                </c:pt>
                <c:pt idx="810">
                  <c:v>6.88779236266</c:v>
                </c:pt>
                <c:pt idx="811">
                  <c:v>6.88914499547</c:v>
                </c:pt>
                <c:pt idx="812">
                  <c:v>6.88921609016</c:v>
                </c:pt>
                <c:pt idx="813">
                  <c:v>6.89042817737</c:v>
                </c:pt>
                <c:pt idx="814">
                  <c:v>6.89049193611</c:v>
                </c:pt>
                <c:pt idx="815">
                  <c:v>6.89158152213</c:v>
                </c:pt>
                <c:pt idx="816">
                  <c:v>6.89163908063</c:v>
                </c:pt>
                <c:pt idx="817">
                  <c:v>6.89262399277</c:v>
                </c:pt>
                <c:pt idx="818">
                  <c:v>6.89267605206</c:v>
                </c:pt>
                <c:pt idx="819">
                  <c:v>6.89357223338</c:v>
                </c:pt>
                <c:pt idx="820">
                  <c:v>6.89361978262</c:v>
                </c:pt>
                <c:pt idx="821">
                  <c:v>6.89443933104</c:v>
                </c:pt>
                <c:pt idx="822">
                  <c:v>6.89448289239</c:v>
                </c:pt>
                <c:pt idx="823">
                  <c:v>6.89523465655</c:v>
                </c:pt>
                <c:pt idx="824">
                  <c:v>6.89527483221</c:v>
                </c:pt>
                <c:pt idx="825">
                  <c:v>6.89597310933</c:v>
                </c:pt>
                <c:pt idx="826">
                  <c:v>6.89601058849</c:v>
                </c:pt>
                <c:pt idx="827">
                  <c:v>6.89666411865</c:v>
                </c:pt>
                <c:pt idx="828">
                  <c:v>6.8966992452</c:v>
                </c:pt>
                <c:pt idx="829">
                  <c:v>6.89731460837</c:v>
                </c:pt>
                <c:pt idx="830">
                  <c:v>6.89734794519</c:v>
                </c:pt>
                <c:pt idx="831">
                  <c:v>6.89793259762</c:v>
                </c:pt>
                <c:pt idx="832">
                  <c:v>6.89796440889</c:v>
                </c:pt>
                <c:pt idx="833">
                  <c:v>6.89852753073</c:v>
                </c:pt>
                <c:pt idx="834">
                  <c:v>6.89855835776</c:v>
                </c:pt>
                <c:pt idx="835">
                  <c:v>6.89910979629</c:v>
                </c:pt>
                <c:pt idx="836">
                  <c:v>6.89914019259</c:v>
                </c:pt>
                <c:pt idx="837">
                  <c:v>6.89968495944</c:v>
                </c:pt>
                <c:pt idx="838">
                  <c:v>6.89971519354</c:v>
                </c:pt>
                <c:pt idx="839">
                  <c:v>6.90025909407</c:v>
                </c:pt>
                <c:pt idx="840">
                  <c:v>6.90028947957</c:v>
                </c:pt>
                <c:pt idx="841">
                  <c:v>6.90084082373</c:v>
                </c:pt>
                <c:pt idx="842">
                  <c:v>6.90087174922</c:v>
                </c:pt>
                <c:pt idx="843">
                  <c:v>6.90143818434</c:v>
                </c:pt>
                <c:pt idx="844">
                  <c:v>6.90147018077</c:v>
                </c:pt>
                <c:pt idx="845">
                  <c:v>6.90205677617</c:v>
                </c:pt>
                <c:pt idx="846">
                  <c:v>6.90209002117</c:v>
                </c:pt>
                <c:pt idx="847">
                  <c:v>6.90269950352</c:v>
                </c:pt>
                <c:pt idx="848">
                  <c:v>6.90273411453</c:v>
                </c:pt>
                <c:pt idx="849">
                  <c:v>6.90337263472</c:v>
                </c:pt>
                <c:pt idx="850">
                  <c:v>6.90340898771</c:v>
                </c:pt>
                <c:pt idx="851">
                  <c:v>6.90408282043</c:v>
                </c:pt>
                <c:pt idx="852">
                  <c:v>6.90412132453</c:v>
                </c:pt>
                <c:pt idx="853">
                  <c:v>6.90483377432</c:v>
                </c:pt>
                <c:pt idx="854">
                  <c:v>6.90487449601</c:v>
                </c:pt>
                <c:pt idx="855">
                  <c:v>6.90562669189</c:v>
                </c:pt>
                <c:pt idx="856">
                  <c:v>6.90566962728</c:v>
                </c:pt>
                <c:pt idx="857">
                  <c:v>6.90646515971</c:v>
                </c:pt>
                <c:pt idx="858">
                  <c:v>6.90651057177</c:v>
                </c:pt>
                <c:pt idx="859">
                  <c:v>6.90735384511</c:v>
                </c:pt>
                <c:pt idx="860">
                  <c:v>6.90740210144</c:v>
                </c:pt>
                <c:pt idx="861">
                  <c:v>6.90829544615</c:v>
                </c:pt>
                <c:pt idx="862">
                  <c:v>6.90834653107</c:v>
                </c:pt>
                <c:pt idx="863">
                  <c:v>6.90891707831</c:v>
                </c:pt>
                <c:pt idx="864">
                  <c:v>6.9092891456</c:v>
                </c:pt>
                <c:pt idx="865">
                  <c:v>6.90934284926</c:v>
                </c:pt>
                <c:pt idx="866">
                  <c:v>6.91033581723</c:v>
                </c:pt>
                <c:pt idx="867">
                  <c:v>6.91039238804</c:v>
                </c:pt>
                <c:pt idx="868">
                  <c:v>6.91143885432</c:v>
                </c:pt>
                <c:pt idx="869">
                  <c:v>6.91149853667</c:v>
                </c:pt>
                <c:pt idx="870">
                  <c:v>6.91259886854</c:v>
                </c:pt>
                <c:pt idx="871">
                  <c:v>6.91266150354</c:v>
                </c:pt>
                <c:pt idx="872">
                  <c:v>6.91381371803</c:v>
                </c:pt>
                <c:pt idx="873">
                  <c:v>6.91387909833</c:v>
                </c:pt>
                <c:pt idx="874">
                  <c:v>6.91508201679</c:v>
                </c:pt>
                <c:pt idx="875">
                  <c:v>6.91515020968</c:v>
                </c:pt>
                <c:pt idx="876">
                  <c:v>6.91640472637</c:v>
                </c:pt>
                <c:pt idx="877">
                  <c:v>6.91647589494</c:v>
                </c:pt>
                <c:pt idx="878">
                  <c:v>6.91778222589</c:v>
                </c:pt>
                <c:pt idx="879">
                  <c:v>6.91785622083</c:v>
                </c:pt>
                <c:pt idx="880">
                  <c:v>6.91921016159</c:v>
                </c:pt>
                <c:pt idx="881">
                  <c:v>6.91928657818</c:v>
                </c:pt>
                <c:pt idx="882">
                  <c:v>6.92068497809</c:v>
                </c:pt>
                <c:pt idx="883">
                  <c:v>6.92076376541</c:v>
                </c:pt>
                <c:pt idx="884">
                  <c:v>6.92219537825</c:v>
                </c:pt>
                <c:pt idx="885">
                  <c:v>6.92227538646</c:v>
                </c:pt>
                <c:pt idx="886">
                  <c:v>6.92371052095</c:v>
                </c:pt>
                <c:pt idx="887">
                  <c:v>6.92378971362</c:v>
                </c:pt>
                <c:pt idx="888">
                  <c:v>6.92519323583</c:v>
                </c:pt>
                <c:pt idx="889">
                  <c:v>6.92526951569</c:v>
                </c:pt>
                <c:pt idx="890">
                  <c:v>6.92660102752</c:v>
                </c:pt>
                <c:pt idx="891">
                  <c:v>6.92667233137</c:v>
                </c:pt>
                <c:pt idx="892">
                  <c:v>6.92790529328</c:v>
                </c:pt>
                <c:pt idx="893">
                  <c:v>6.92797102602</c:v>
                </c:pt>
                <c:pt idx="894">
                  <c:v>6.92910201661</c:v>
                </c:pt>
                <c:pt idx="895">
                  <c:v>6.92916198891</c:v>
                </c:pt>
                <c:pt idx="896">
                  <c:v>6.92968823283</c:v>
                </c:pt>
                <c:pt idx="897">
                  <c:v>6.9301909669</c:v>
                </c:pt>
                <c:pt idx="898">
                  <c:v>6.93024535581</c:v>
                </c:pt>
                <c:pt idx="899">
                  <c:v>6.93118029186</c:v>
                </c:pt>
                <c:pt idx="900">
                  <c:v>6.93122981322</c:v>
                </c:pt>
                <c:pt idx="901">
                  <c:v>6.93208088912</c:v>
                </c:pt>
                <c:pt idx="902">
                  <c:v>6.93212610168</c:v>
                </c:pt>
                <c:pt idx="903">
                  <c:v>6.93290492505</c:v>
                </c:pt>
                <c:pt idx="904">
                  <c:v>6.93294637532</c:v>
                </c:pt>
                <c:pt idx="905">
                  <c:v>6.93366049665</c:v>
                </c:pt>
                <c:pt idx="906">
                  <c:v>6.93369834224</c:v>
                </c:pt>
                <c:pt idx="907">
                  <c:v>6.93435057584</c:v>
                </c:pt>
                <c:pt idx="908">
                  <c:v>6.93438523293</c:v>
                </c:pt>
                <c:pt idx="909">
                  <c:v>6.93498206963</c:v>
                </c:pt>
                <c:pt idx="910">
                  <c:v>6.93501386437</c:v>
                </c:pt>
                <c:pt idx="911">
                  <c:v>6.93556053126</c:v>
                </c:pt>
                <c:pt idx="912">
                  <c:v>6.93558958431</c:v>
                </c:pt>
                <c:pt idx="913">
                  <c:v>6.93609088724</c:v>
                </c:pt>
                <c:pt idx="914">
                  <c:v>6.93611744421</c:v>
                </c:pt>
                <c:pt idx="915">
                  <c:v>6.93657444055</c:v>
                </c:pt>
                <c:pt idx="916">
                  <c:v>6.93659867081</c:v>
                </c:pt>
                <c:pt idx="917">
                  <c:v>6.93701484689</c:v>
                </c:pt>
                <c:pt idx="918">
                  <c:v>6.93703701821</c:v>
                </c:pt>
                <c:pt idx="919">
                  <c:v>6.93741924987</c:v>
                </c:pt>
                <c:pt idx="920">
                  <c:v>6.93743960253</c:v>
                </c:pt>
                <c:pt idx="921">
                  <c:v>6.93779173057</c:v>
                </c:pt>
                <c:pt idx="922">
                  <c:v>6.93781044773</c:v>
                </c:pt>
                <c:pt idx="923">
                  <c:v>6.93813486112</c:v>
                </c:pt>
                <c:pt idx="924">
                  <c:v>6.93815218709</c:v>
                </c:pt>
                <c:pt idx="925">
                  <c:v>6.93845124938</c:v>
                </c:pt>
                <c:pt idx="926">
                  <c:v>6.93846731585</c:v>
                </c:pt>
                <c:pt idx="927">
                  <c:v>6.93874713869</c:v>
                </c:pt>
                <c:pt idx="928">
                  <c:v>6.93876221646</c:v>
                </c:pt>
                <c:pt idx="929">
                  <c:v>6.9390272304</c:v>
                </c:pt>
                <c:pt idx="930">
                  <c:v>6.93904155697</c:v>
                </c:pt>
                <c:pt idx="931">
                  <c:v>6.93929307481</c:v>
                </c:pt>
                <c:pt idx="932">
                  <c:v>6.93930673961</c:v>
                </c:pt>
                <c:pt idx="933">
                  <c:v>6.93954669627</c:v>
                </c:pt>
                <c:pt idx="934">
                  <c:v>6.93955981928</c:v>
                </c:pt>
                <c:pt idx="935">
                  <c:v>6.93979285637</c:v>
                </c:pt>
                <c:pt idx="936">
                  <c:v>6.93980564801</c:v>
                </c:pt>
                <c:pt idx="937">
                  <c:v>6.94003615132</c:v>
                </c:pt>
                <c:pt idx="938">
                  <c:v>6.94004889742</c:v>
                </c:pt>
                <c:pt idx="939">
                  <c:v>6.94027800132</c:v>
                </c:pt>
                <c:pt idx="940">
                  <c:v>6.94029075159</c:v>
                </c:pt>
                <c:pt idx="941">
                  <c:v>6.94051915118</c:v>
                </c:pt>
                <c:pt idx="942">
                  <c:v>6.94053189916</c:v>
                </c:pt>
                <c:pt idx="943">
                  <c:v>6.94076324089</c:v>
                </c:pt>
                <c:pt idx="944">
                  <c:v>6.94077620099</c:v>
                </c:pt>
                <c:pt idx="945">
                  <c:v>6.94101500548</c:v>
                </c:pt>
                <c:pt idx="946">
                  <c:v>6.94102848735</c:v>
                </c:pt>
                <c:pt idx="947">
                  <c:v>6.94127477945</c:v>
                </c:pt>
                <c:pt idx="948">
                  <c:v>6.94128874389</c:v>
                </c:pt>
                <c:pt idx="949">
                  <c:v>6.94154309977</c:v>
                </c:pt>
                <c:pt idx="950">
                  <c:v>6.94155746213</c:v>
                </c:pt>
                <c:pt idx="951">
                  <c:v>6.94182212304</c:v>
                </c:pt>
                <c:pt idx="952">
                  <c:v>6.94183713043</c:v>
                </c:pt>
                <c:pt idx="953">
                  <c:v>6.94211522668</c:v>
                </c:pt>
                <c:pt idx="954">
                  <c:v>6.94213108156</c:v>
                </c:pt>
                <c:pt idx="955">
                  <c:v>6.94242356794</c:v>
                </c:pt>
                <c:pt idx="956">
                  <c:v>6.94244024464</c:v>
                </c:pt>
                <c:pt idx="957">
                  <c:v>6.94274581895</c:v>
                </c:pt>
                <c:pt idx="958">
                  <c:v>6.94276315932</c:v>
                </c:pt>
                <c:pt idx="959">
                  <c:v>6.94295712221</c:v>
                </c:pt>
                <c:pt idx="960">
                  <c:v>6.94308348205</c:v>
                </c:pt>
                <c:pt idx="961">
                  <c:v>6.94310166798</c:v>
                </c:pt>
                <c:pt idx="962">
                  <c:v>6.94343934567</c:v>
                </c:pt>
                <c:pt idx="963">
                  <c:v>6.94345865783</c:v>
                </c:pt>
                <c:pt idx="964">
                  <c:v>6.94381460899</c:v>
                </c:pt>
                <c:pt idx="965">
                  <c:v>6.94383491575</c:v>
                </c:pt>
                <c:pt idx="966">
                  <c:v>6.94420696637</c:v>
                </c:pt>
                <c:pt idx="967">
                  <c:v>6.9442280358</c:v>
                </c:pt>
                <c:pt idx="968">
                  <c:v>6.94461615</c:v>
                </c:pt>
                <c:pt idx="969">
                  <c:v>6.94463816108</c:v>
                </c:pt>
                <c:pt idx="970">
                  <c:v>6.94504457931</c:v>
                </c:pt>
                <c:pt idx="971">
                  <c:v>6.94506771787</c:v>
                </c:pt>
                <c:pt idx="972">
                  <c:v>6.94549264933</c:v>
                </c:pt>
                <c:pt idx="973">
                  <c:v>6.9455168032</c:v>
                </c:pt>
                <c:pt idx="974">
                  <c:v>6.94595850051</c:v>
                </c:pt>
                <c:pt idx="975">
                  <c:v>6.94598340354</c:v>
                </c:pt>
                <c:pt idx="976">
                  <c:v>6.94643982504</c:v>
                </c:pt>
                <c:pt idx="977">
                  <c:v>6.94646558381</c:v>
                </c:pt>
                <c:pt idx="978">
                  <c:v>6.94693906961</c:v>
                </c:pt>
                <c:pt idx="979">
                  <c:v>6.94696592457</c:v>
                </c:pt>
                <c:pt idx="980">
                  <c:v>6.94745655217</c:v>
                </c:pt>
                <c:pt idx="981">
                  <c:v>6.94748426131</c:v>
                </c:pt>
                <c:pt idx="982">
                  <c:v>6.94798886003</c:v>
                </c:pt>
                <c:pt idx="983">
                  <c:v>6.94801719594</c:v>
                </c:pt>
                <c:pt idx="984">
                  <c:v>6.94853456276</c:v>
                </c:pt>
                <c:pt idx="985">
                  <c:v>6.94856359725</c:v>
                </c:pt>
                <c:pt idx="986">
                  <c:v>6.94909300604</c:v>
                </c:pt>
                <c:pt idx="987">
                  <c:v>6.94912282934</c:v>
                </c:pt>
                <c:pt idx="988">
                  <c:v>6.94966533774</c:v>
                </c:pt>
                <c:pt idx="989">
                  <c:v>6.94969581407</c:v>
                </c:pt>
                <c:pt idx="990">
                  <c:v>6.95024732098</c:v>
                </c:pt>
                <c:pt idx="991">
                  <c:v>6.95027793756</c:v>
                </c:pt>
                <c:pt idx="992">
                  <c:v>6.95082284816</c:v>
                </c:pt>
                <c:pt idx="993">
                  <c:v>6.95085241595</c:v>
                </c:pt>
                <c:pt idx="994">
                  <c:v>6.95136319623</c:v>
                </c:pt>
                <c:pt idx="995">
                  <c:v>6.95139018212</c:v>
                </c:pt>
                <c:pt idx="996">
                  <c:v>6.95183949326</c:v>
                </c:pt>
                <c:pt idx="997">
                  <c:v>6.95186216031</c:v>
                </c:pt>
                <c:pt idx="998">
                  <c:v>6.95221797683</c:v>
                </c:pt>
                <c:pt idx="999">
                  <c:v>6.95223459305</c:v>
                </c:pt>
                <c:pt idx="1000">
                  <c:v>6.95247694858</c:v>
                </c:pt>
                <c:pt idx="1001">
                  <c:v>6.95248729001</c:v>
                </c:pt>
                <c:pt idx="1002">
                  <c:v>6.95261982274</c:v>
                </c:pt>
                <c:pt idx="1003">
                  <c:v>6.95262436003</c:v>
                </c:pt>
                <c:pt idx="1004">
                  <c:v>6.95265738002</c:v>
                </c:pt>
                <c:pt idx="1005">
                  <c:v>6.95265668223</c:v>
                </c:pt>
                <c:pt idx="1006">
                  <c:v>6.95265594184</c:v>
                </c:pt>
                <c:pt idx="1007">
                  <c:v>6.95260258887</c:v>
                </c:pt>
                <c:pt idx="1008">
                  <c:v>6.95259741129</c:v>
                </c:pt>
                <c:pt idx="1009">
                  <c:v>6.95247018033</c:v>
                </c:pt>
                <c:pt idx="1010">
                  <c:v>6.95246129148</c:v>
                </c:pt>
                <c:pt idx="1011">
                  <c:v>6.95227310921</c:v>
                </c:pt>
                <c:pt idx="1012">
                  <c:v>6.95226133126</c:v>
                </c:pt>
                <c:pt idx="1013">
                  <c:v>6.95202668825</c:v>
                </c:pt>
                <c:pt idx="1014">
                  <c:v>6.95201250395</c:v>
                </c:pt>
                <c:pt idx="1015">
                  <c:v>6.95174001831</c:v>
                </c:pt>
                <c:pt idx="1016">
                  <c:v>6.95172391775</c:v>
                </c:pt>
                <c:pt idx="1017">
                  <c:v>6.95142054268</c:v>
                </c:pt>
                <c:pt idx="1018">
                  <c:v>6.95140298286</c:v>
                </c:pt>
                <c:pt idx="1019">
                  <c:v>6.95107547389</c:v>
                </c:pt>
                <c:pt idx="1020">
                  <c:v>6.9510568332</c:v>
                </c:pt>
                <c:pt idx="1021">
                  <c:v>6.95071489496</c:v>
                </c:pt>
                <c:pt idx="1022">
                  <c:v>6.95069564262</c:v>
                </c:pt>
                <c:pt idx="1023">
                  <c:v>6.95034685658</c:v>
                </c:pt>
                <c:pt idx="1024">
                  <c:v>6.95032730438</c:v>
                </c:pt>
                <c:pt idx="1025">
                  <c:v>6.94997614223</c:v>
                </c:pt>
                <c:pt idx="1026">
                  <c:v>6.94995671988</c:v>
                </c:pt>
                <c:pt idx="1027">
                  <c:v>6.94960901028</c:v>
                </c:pt>
                <c:pt idx="1028">
                  <c:v>6.94958997731</c:v>
                </c:pt>
                <c:pt idx="1029">
                  <c:v>6.94925406128</c:v>
                </c:pt>
                <c:pt idx="1030">
                  <c:v>6.94923584296</c:v>
                </c:pt>
                <c:pt idx="1031">
                  <c:v>6.94891929672</c:v>
                </c:pt>
                <c:pt idx="1032">
                  <c:v>6.94890229912</c:v>
                </c:pt>
                <c:pt idx="1033">
                  <c:v>6.94860823472</c:v>
                </c:pt>
                <c:pt idx="1034">
                  <c:v>6.94859265282</c:v>
                </c:pt>
                <c:pt idx="1035">
                  <c:v>6.94832568726</c:v>
                </c:pt>
                <c:pt idx="1036">
                  <c:v>6.94831175622</c:v>
                </c:pt>
                <c:pt idx="1037">
                  <c:v>6.94807837811</c:v>
                </c:pt>
                <c:pt idx="1038">
                  <c:v>6.94806640254</c:v>
                </c:pt>
                <c:pt idx="1039">
                  <c:v>6.94787252956</c:v>
                </c:pt>
                <c:pt idx="1040">
                  <c:v>6.94786288216</c:v>
                </c:pt>
                <c:pt idx="1041">
                  <c:v>6.94771123766</c:v>
                </c:pt>
                <c:pt idx="1042">
                  <c:v>6.9477040638</c:v>
                </c:pt>
                <c:pt idx="1043">
                  <c:v>6.94759646977</c:v>
                </c:pt>
                <c:pt idx="1044">
                  <c:v>6.94759183512</c:v>
                </c:pt>
                <c:pt idx="1045">
                  <c:v>6.94753321153</c:v>
                </c:pt>
                <c:pt idx="1046">
                  <c:v>6.94753133568</c:v>
                </c:pt>
                <c:pt idx="1047">
                  <c:v>6.94752168217</c:v>
                </c:pt>
                <c:pt idx="1048">
                  <c:v>6.94752567372</c:v>
                </c:pt>
                <c:pt idx="1049">
                  <c:v>6.94752690223</c:v>
                </c:pt>
                <c:pt idx="1050">
                  <c:v>6.94757683381</c:v>
                </c:pt>
                <c:pt idx="1051">
                  <c:v>6.94758119365</c:v>
                </c:pt>
                <c:pt idx="1052">
                  <c:v>6.94768590013</c:v>
                </c:pt>
                <c:pt idx="1053">
                  <c:v>6.94769327101</c:v>
                </c:pt>
                <c:pt idx="1054">
                  <c:v>6.94785561425</c:v>
                </c:pt>
                <c:pt idx="1055">
                  <c:v>6.94786624611</c:v>
                </c:pt>
                <c:pt idx="1056">
                  <c:v>6.9480086561</c:v>
                </c:pt>
                <c:pt idx="1057">
                  <c:v>6.94808965223</c:v>
                </c:pt>
                <c:pt idx="1058">
                  <c:v>6.94810378001</c:v>
                </c:pt>
                <c:pt idx="1059">
                  <c:v>6.94838822197</c:v>
                </c:pt>
                <c:pt idx="1060">
                  <c:v>6.94840574975</c:v>
                </c:pt>
                <c:pt idx="1061">
                  <c:v>6.94874994682</c:v>
                </c:pt>
                <c:pt idx="1062">
                  <c:v>6.94877070017</c:v>
                </c:pt>
                <c:pt idx="1063">
                  <c:v>6.94917498227</c:v>
                </c:pt>
                <c:pt idx="1064">
                  <c:v>6.94919912053</c:v>
                </c:pt>
                <c:pt idx="1065">
                  <c:v>6.94966592609</c:v>
                </c:pt>
                <c:pt idx="1066">
                  <c:v>6.94969358823</c:v>
                </c:pt>
                <c:pt idx="1067">
                  <c:v>6.95022113542</c:v>
                </c:pt>
                <c:pt idx="1068">
                  <c:v>6.95025215382</c:v>
                </c:pt>
                <c:pt idx="1069">
                  <c:v>6.9508385588</c:v>
                </c:pt>
                <c:pt idx="1070">
                  <c:v>6.9508726742</c:v>
                </c:pt>
                <c:pt idx="1071">
                  <c:v>6.95151416077</c:v>
                </c:pt>
                <c:pt idx="1072">
                  <c:v>6.95155107794</c:v>
                </c:pt>
                <c:pt idx="1073">
                  <c:v>6.95223206674</c:v>
                </c:pt>
                <c:pt idx="1074">
                  <c:v>6.95227050312</c:v>
                </c:pt>
                <c:pt idx="1075">
                  <c:v>6.95296136854</c:v>
                </c:pt>
                <c:pt idx="1076">
                  <c:v>6.95299947214</c:v>
                </c:pt>
                <c:pt idx="1077">
                  <c:v>6.95330081115</c:v>
                </c:pt>
                <c:pt idx="1078">
                  <c:v>6.95366605538</c:v>
                </c:pt>
                <c:pt idx="1079">
                  <c:v>6.95370165108</c:v>
                </c:pt>
                <c:pt idx="1080">
                  <c:v>6.95430780232</c:v>
                </c:pt>
                <c:pt idx="1081">
                  <c:v>6.95433929265</c:v>
                </c:pt>
                <c:pt idx="1082">
                  <c:v>6.95486701506</c:v>
                </c:pt>
                <c:pt idx="1083">
                  <c:v>6.95489421107</c:v>
                </c:pt>
                <c:pt idx="1084">
                  <c:v>6.95534341614</c:v>
                </c:pt>
                <c:pt idx="1085">
                  <c:v>6.95536619401</c:v>
                </c:pt>
                <c:pt idx="1086">
                  <c:v>6.95573663756</c:v>
                </c:pt>
                <c:pt idx="1087">
                  <c:v>6.95575516261</c:v>
                </c:pt>
                <c:pt idx="1088">
                  <c:v>6.95605665307</c:v>
                </c:pt>
                <c:pt idx="1089">
                  <c:v>6.95607161161</c:v>
                </c:pt>
                <c:pt idx="1090">
                  <c:v>6.95631273383</c:v>
                </c:pt>
                <c:pt idx="1091">
                  <c:v>6.9563246824</c:v>
                </c:pt>
                <c:pt idx="1092">
                  <c:v>6.95651494444</c:v>
                </c:pt>
                <c:pt idx="1093">
                  <c:v>6.95652427594</c:v>
                </c:pt>
                <c:pt idx="1094">
                  <c:v>6.95666953522</c:v>
                </c:pt>
                <c:pt idx="1095">
                  <c:v>6.95667630277</c:v>
                </c:pt>
                <c:pt idx="1096">
                  <c:v>6.95677836125</c:v>
                </c:pt>
                <c:pt idx="1097">
                  <c:v>6.95678295816</c:v>
                </c:pt>
                <c:pt idx="1098">
                  <c:v>6.95684824674</c:v>
                </c:pt>
                <c:pt idx="1099">
                  <c:v>6.95685099118</c:v>
                </c:pt>
                <c:pt idx="1100">
                  <c:v>6.95688366803</c:v>
                </c:pt>
                <c:pt idx="1101">
                  <c:v>6.95688464995</c:v>
                </c:pt>
                <c:pt idx="1102">
                  <c:v>6.95688985001</c:v>
                </c:pt>
                <c:pt idx="1103">
                  <c:v>6.95688789995</c:v>
                </c:pt>
                <c:pt idx="1104">
                  <c:v>6.95688721496</c:v>
                </c:pt>
                <c:pt idx="1105">
                  <c:v>6.95686179492</c:v>
                </c:pt>
                <c:pt idx="1106">
                  <c:v>6.95685961816</c:v>
                </c:pt>
                <c:pt idx="1107">
                  <c:v>6.95680933708</c:v>
                </c:pt>
                <c:pt idx="1108">
                  <c:v>6.9568060527</c:v>
                </c:pt>
                <c:pt idx="1109">
                  <c:v>6.95673696081</c:v>
                </c:pt>
                <c:pt idx="1110">
                  <c:v>6.95673263693</c:v>
                </c:pt>
                <c:pt idx="1111">
                  <c:v>6.956646665</c:v>
                </c:pt>
                <c:pt idx="1112">
                  <c:v>6.9566413857</c:v>
                </c:pt>
                <c:pt idx="1113">
                  <c:v>6.95654029361</c:v>
                </c:pt>
                <c:pt idx="1114">
                  <c:v>6.95653431204</c:v>
                </c:pt>
                <c:pt idx="1115">
                  <c:v>6.95642087285</c:v>
                </c:pt>
                <c:pt idx="1116">
                  <c:v>6.95641435816</c:v>
                </c:pt>
                <c:pt idx="1117">
                  <c:v>6.95629373575</c:v>
                </c:pt>
                <c:pt idx="1118">
                  <c:v>6.95628689313</c:v>
                </c:pt>
                <c:pt idx="1119">
                  <c:v>6.95616210448</c:v>
                </c:pt>
                <c:pt idx="1120">
                  <c:v>6.95615500863</c:v>
                </c:pt>
                <c:pt idx="1121">
                  <c:v>6.95602654958</c:v>
                </c:pt>
                <c:pt idx="1122">
                  <c:v>6.95601938868</c:v>
                </c:pt>
                <c:pt idx="1123">
                  <c:v>6.95588969522</c:v>
                </c:pt>
                <c:pt idx="1124">
                  <c:v>6.95588259505</c:v>
                </c:pt>
                <c:pt idx="1125">
                  <c:v>6.95575624636</c:v>
                </c:pt>
                <c:pt idx="1126">
                  <c:v>6.95574934415</c:v>
                </c:pt>
                <c:pt idx="1127">
                  <c:v>6.9556293018</c:v>
                </c:pt>
                <c:pt idx="1128">
                  <c:v>6.95562277027</c:v>
                </c:pt>
                <c:pt idx="1129">
                  <c:v>6.95550895479</c:v>
                </c:pt>
                <c:pt idx="1130">
                  <c:v>6.95550283136</c:v>
                </c:pt>
                <c:pt idx="1131">
                  <c:v>6.955396173</c:v>
                </c:pt>
                <c:pt idx="1132">
                  <c:v>6.95539057261</c:v>
                </c:pt>
                <c:pt idx="1133">
                  <c:v>6.95529529104</c:v>
                </c:pt>
                <c:pt idx="1134">
                  <c:v>6.9552903169</c:v>
                </c:pt>
                <c:pt idx="1135">
                  <c:v>6.9552086151</c:v>
                </c:pt>
                <c:pt idx="1136">
                  <c:v>6.95520443434</c:v>
                </c:pt>
                <c:pt idx="1137">
                  <c:v>6.95513625939</c:v>
                </c:pt>
                <c:pt idx="1138">
                  <c:v>6.95513291688</c:v>
                </c:pt>
                <c:pt idx="1139">
                  <c:v>6.95507866873</c:v>
                </c:pt>
                <c:pt idx="1140">
                  <c:v>6.95507610296</c:v>
                </c:pt>
                <c:pt idx="1141">
                  <c:v>6.95503809608</c:v>
                </c:pt>
                <c:pt idx="1142">
                  <c:v>6.95503643376</c:v>
                </c:pt>
                <c:pt idx="1143">
                  <c:v>6.9550171778</c:v>
                </c:pt>
                <c:pt idx="1144">
                  <c:v>6.95501660536</c:v>
                </c:pt>
                <c:pt idx="1145">
                  <c:v>6.9550140321</c:v>
                </c:pt>
                <c:pt idx="1146">
                  <c:v>6.9550157174</c:v>
                </c:pt>
                <c:pt idx="1147">
                  <c:v>6.95501621146</c:v>
                </c:pt>
                <c:pt idx="1148">
                  <c:v>6.95503238567</c:v>
                </c:pt>
                <c:pt idx="1149">
                  <c:v>6.95503379452</c:v>
                </c:pt>
                <c:pt idx="1150">
                  <c:v>6.95506889959</c:v>
                </c:pt>
                <c:pt idx="1151">
                  <c:v>6.95507137289</c:v>
                </c:pt>
                <c:pt idx="1152">
                  <c:v>6.9551132617</c:v>
                </c:pt>
                <c:pt idx="1153">
                  <c:v>6.95512740793</c:v>
                </c:pt>
                <c:pt idx="1154">
                  <c:v>6.95513109978</c:v>
                </c:pt>
                <c:pt idx="1155">
                  <c:v>6.95517574435</c:v>
                </c:pt>
                <c:pt idx="1156">
                  <c:v>6.95520759387</c:v>
                </c:pt>
                <c:pt idx="1157">
                  <c:v>6.95521242522</c:v>
                </c:pt>
                <c:pt idx="1158">
                  <c:v>6.95530755914</c:v>
                </c:pt>
                <c:pt idx="1159">
                  <c:v>6.95531334599</c:v>
                </c:pt>
                <c:pt idx="1160">
                  <c:v>6.95542741235</c:v>
                </c:pt>
                <c:pt idx="1161">
                  <c:v>6.95543426246</c:v>
                </c:pt>
                <c:pt idx="1162">
                  <c:v>6.95556962689</c:v>
                </c:pt>
                <c:pt idx="1163">
                  <c:v>6.95557774727</c:v>
                </c:pt>
                <c:pt idx="1164">
                  <c:v>6.95573321975</c:v>
                </c:pt>
                <c:pt idx="1165">
                  <c:v>6.9557424155</c:v>
                </c:pt>
                <c:pt idx="1166">
                  <c:v>6.95591525285</c:v>
                </c:pt>
                <c:pt idx="1167">
                  <c:v>6.95592531959</c:v>
                </c:pt>
                <c:pt idx="1168">
                  <c:v>6.9561156928</c:v>
                </c:pt>
                <c:pt idx="1169">
                  <c:v>6.95612672224</c:v>
                </c:pt>
                <c:pt idx="1170">
                  <c:v>6.95633530398</c:v>
                </c:pt>
                <c:pt idx="1171">
                  <c:v>6.95634744694</c:v>
                </c:pt>
                <c:pt idx="1172">
                  <c:v>6.9565740147</c:v>
                </c:pt>
                <c:pt idx="1173">
                  <c:v>6.95658708895</c:v>
                </c:pt>
                <c:pt idx="1174">
                  <c:v>6.95682888751</c:v>
                </c:pt>
                <c:pt idx="1175">
                  <c:v>6.95684266494</c:v>
                </c:pt>
                <c:pt idx="1176">
                  <c:v>6.95709798268</c:v>
                </c:pt>
                <c:pt idx="1177">
                  <c:v>6.9571125063</c:v>
                </c:pt>
                <c:pt idx="1178">
                  <c:v>6.95738253589</c:v>
                </c:pt>
                <c:pt idx="1179">
                  <c:v>6.95739798935</c:v>
                </c:pt>
                <c:pt idx="1180">
                  <c:v>6.95768170022</c:v>
                </c:pt>
                <c:pt idx="1181">
                  <c:v>6.95769785627</c:v>
                </c:pt>
                <c:pt idx="1182">
                  <c:v>6.9579926666</c:v>
                </c:pt>
                <c:pt idx="1183">
                  <c:v>6.95800923102</c:v>
                </c:pt>
                <c:pt idx="1184">
                  <c:v>6.95831239751</c:v>
                </c:pt>
                <c:pt idx="1185">
                  <c:v>6.95832944084</c:v>
                </c:pt>
                <c:pt idx="1186">
                  <c:v>6.95864149955</c:v>
                </c:pt>
                <c:pt idx="1187">
                  <c:v>6.95865913987</c:v>
                </c:pt>
                <c:pt idx="1188">
                  <c:v>6.95897993257</c:v>
                </c:pt>
                <c:pt idx="1189">
                  <c:v>6.95899796994</c:v>
                </c:pt>
                <c:pt idx="1190">
                  <c:v>6.95932370217</c:v>
                </c:pt>
                <c:pt idx="1191">
                  <c:v>6.95934181053</c:v>
                </c:pt>
                <c:pt idx="1192">
                  <c:v>6.95966426948</c:v>
                </c:pt>
                <c:pt idx="1193">
                  <c:v>6.95968166507</c:v>
                </c:pt>
                <c:pt idx="1194">
                  <c:v>6.95997915627</c:v>
                </c:pt>
                <c:pt idx="1195">
                  <c:v>6.95999464071</c:v>
                </c:pt>
                <c:pt idx="1196">
                  <c:v>6.96024490824</c:v>
                </c:pt>
                <c:pt idx="1197">
                  <c:v>6.960257033</c:v>
                </c:pt>
                <c:pt idx="1198">
                  <c:v>6.9604331795</c:v>
                </c:pt>
                <c:pt idx="1199">
                  <c:v>6.96044033913</c:v>
                </c:pt>
                <c:pt idx="1200">
                  <c:v>6.96052097466</c:v>
                </c:pt>
                <c:pt idx="1201">
                  <c:v>6.96052278836</c:v>
                </c:pt>
                <c:pt idx="1202">
                  <c:v>6.96052808585</c:v>
                </c:pt>
                <c:pt idx="1203">
                  <c:v>6.9605099301</c:v>
                </c:pt>
                <c:pt idx="1204">
                  <c:v>6.96050680574</c:v>
                </c:pt>
                <c:pt idx="1205">
                  <c:v>6.96040839914</c:v>
                </c:pt>
                <c:pt idx="1206">
                  <c:v>6.96040077412</c:v>
                </c:pt>
                <c:pt idx="1207">
                  <c:v>6.96022921705</c:v>
                </c:pt>
                <c:pt idx="1208">
                  <c:v>6.96021779658</c:v>
                </c:pt>
                <c:pt idx="1209">
                  <c:v>6.95998440367</c:v>
                </c:pt>
                <c:pt idx="1210">
                  <c:v>6.95996997002</c:v>
                </c:pt>
                <c:pt idx="1211">
                  <c:v>6.95968791696</c:v>
                </c:pt>
                <c:pt idx="1212">
                  <c:v>6.95967124293</c:v>
                </c:pt>
                <c:pt idx="1213">
                  <c:v>6.95935402281</c:v>
                </c:pt>
                <c:pt idx="1214">
                  <c:v>6.95933557685</c:v>
                </c:pt>
                <c:pt idx="1215">
                  <c:v>6.95899169174</c:v>
                </c:pt>
                <c:pt idx="1216">
                  <c:v>6.95897193244</c:v>
                </c:pt>
                <c:pt idx="1217">
                  <c:v>6.95860854672</c:v>
                </c:pt>
                <c:pt idx="1218">
                  <c:v>6.95858790822</c:v>
                </c:pt>
                <c:pt idx="1219">
                  <c:v>6.95821098357</c:v>
                </c:pt>
                <c:pt idx="1220">
                  <c:v>6.95818992559</c:v>
                </c:pt>
                <c:pt idx="1221">
                  <c:v>6.95780938373</c:v>
                </c:pt>
                <c:pt idx="1222">
                  <c:v>6.95778827315</c:v>
                </c:pt>
                <c:pt idx="1223">
                  <c:v>6.95741060998</c:v>
                </c:pt>
                <c:pt idx="1224">
                  <c:v>6.95738973191</c:v>
                </c:pt>
                <c:pt idx="1225">
                  <c:v>6.95701895637</c:v>
                </c:pt>
                <c:pt idx="1226">
                  <c:v>6.95699869265</c:v>
                </c:pt>
                <c:pt idx="1227">
                  <c:v>6.95664080194</c:v>
                </c:pt>
                <c:pt idx="1228">
                  <c:v>6.9566214678</c:v>
                </c:pt>
                <c:pt idx="1229">
                  <c:v>6.95628385446</c:v>
                </c:pt>
                <c:pt idx="1230">
                  <c:v>6.95626574426</c:v>
                </c:pt>
                <c:pt idx="1231">
                  <c:v>6.95595490915</c:v>
                </c:pt>
                <c:pt idx="1232">
                  <c:v>6.95593840508</c:v>
                </c:pt>
                <c:pt idx="1233">
                  <c:v>6.95565750437</c:v>
                </c:pt>
                <c:pt idx="1234">
                  <c:v>6.95564282726</c:v>
                </c:pt>
                <c:pt idx="1235">
                  <c:v>6.95539555118</c:v>
                </c:pt>
                <c:pt idx="1236">
                  <c:v>6.9553828881</c:v>
                </c:pt>
                <c:pt idx="1237">
                  <c:v>6.95517517806</c:v>
                </c:pt>
                <c:pt idx="1238">
                  <c:v>6.95516482806</c:v>
                </c:pt>
                <c:pt idx="1239">
                  <c:v>6.95500212369</c:v>
                </c:pt>
                <c:pt idx="1240">
                  <c:v>6.95499431904</c:v>
                </c:pt>
                <c:pt idx="1241">
                  <c:v>6.954877682</c:v>
                </c:pt>
                <c:pt idx="1242">
                  <c:v>6.95487257406</c:v>
                </c:pt>
                <c:pt idx="1243">
                  <c:v>6.95480423802</c:v>
                </c:pt>
                <c:pt idx="1244">
                  <c:v>6.95480185254</c:v>
                </c:pt>
                <c:pt idx="1245">
                  <c:v>6.95478475983</c:v>
                </c:pt>
                <c:pt idx="1246">
                  <c:v>6.95478577455</c:v>
                </c:pt>
                <c:pt idx="1247">
                  <c:v>6.9547863568</c:v>
                </c:pt>
                <c:pt idx="1248">
                  <c:v>6.95482599024</c:v>
                </c:pt>
                <c:pt idx="1249">
                  <c:v>6.95482974018</c:v>
                </c:pt>
                <c:pt idx="1250">
                  <c:v>6.95492587162</c:v>
                </c:pt>
                <c:pt idx="1251">
                  <c:v>6.95493283097</c:v>
                </c:pt>
                <c:pt idx="1252">
                  <c:v>6.95499409281</c:v>
                </c:pt>
                <c:pt idx="1253">
                  <c:v>6.95508562423</c:v>
                </c:pt>
                <c:pt idx="1254">
                  <c:v>6.95509571477</c:v>
                </c:pt>
                <c:pt idx="1255">
                  <c:v>6.95530647306</c:v>
                </c:pt>
                <c:pt idx="1256">
                  <c:v>6.955319805</c:v>
                </c:pt>
                <c:pt idx="1257">
                  <c:v>6.95559197802</c:v>
                </c:pt>
                <c:pt idx="1258">
                  <c:v>6.95560879636</c:v>
                </c:pt>
                <c:pt idx="1259">
                  <c:v>6.95593878895</c:v>
                </c:pt>
                <c:pt idx="1260">
                  <c:v>6.9559585289</c:v>
                </c:pt>
                <c:pt idx="1261">
                  <c:v>6.95632829947</c:v>
                </c:pt>
                <c:pt idx="1262">
                  <c:v>6.95634946686</c:v>
                </c:pt>
                <c:pt idx="1263">
                  <c:v>6.95673451414</c:v>
                </c:pt>
                <c:pt idx="1264">
                  <c:v>6.95675577773</c:v>
                </c:pt>
                <c:pt idx="1265">
                  <c:v>6.95712895452</c:v>
                </c:pt>
                <c:pt idx="1266">
                  <c:v>6.95714883383</c:v>
                </c:pt>
                <c:pt idx="1267">
                  <c:v>6.95748129093</c:v>
                </c:pt>
                <c:pt idx="1268">
                  <c:v>6.95749825659</c:v>
                </c:pt>
                <c:pt idx="1269">
                  <c:v>6.95777260337</c:v>
                </c:pt>
                <c:pt idx="1270">
                  <c:v>6.95778618004</c:v>
                </c:pt>
                <c:pt idx="1271">
                  <c:v>6.95800124887</c:v>
                </c:pt>
                <c:pt idx="1272">
                  <c:v>6.95801152179</c:v>
                </c:pt>
                <c:pt idx="1273">
                  <c:v>6.95817069878</c:v>
                </c:pt>
                <c:pt idx="1274">
                  <c:v>6.95817816753</c:v>
                </c:pt>
                <c:pt idx="1275">
                  <c:v>6.95828930007</c:v>
                </c:pt>
                <c:pt idx="1276">
                  <c:v>6.95829429587</c:v>
                </c:pt>
                <c:pt idx="1277">
                  <c:v>6.95836175679</c:v>
                </c:pt>
                <c:pt idx="1278">
                  <c:v>6.95836431622</c:v>
                </c:pt>
                <c:pt idx="1279">
                  <c:v>6.95839314635</c:v>
                </c:pt>
                <c:pt idx="1280">
                  <c:v>6.95839378452</c:v>
                </c:pt>
                <c:pt idx="1281">
                  <c:v>6.95839616135</c:v>
                </c:pt>
                <c:pt idx="1282">
                  <c:v>6.95839097164</c:v>
                </c:pt>
                <c:pt idx="1283">
                  <c:v>6.95839004626</c:v>
                </c:pt>
                <c:pt idx="1284">
                  <c:v>6.95835913795</c:v>
                </c:pt>
                <c:pt idx="1285">
                  <c:v>6.95835670708</c:v>
                </c:pt>
                <c:pt idx="1286">
                  <c:v>6.95829875927</c:v>
                </c:pt>
                <c:pt idx="1287">
                  <c:v>6.95829475973</c:v>
                </c:pt>
                <c:pt idx="1288">
                  <c:v>6.95821125683</c:v>
                </c:pt>
                <c:pt idx="1289">
                  <c:v>6.95820592759</c:v>
                </c:pt>
                <c:pt idx="1290">
                  <c:v>6.95810054227</c:v>
                </c:pt>
                <c:pt idx="1291">
                  <c:v>6.95809422762</c:v>
                </c:pt>
                <c:pt idx="1292">
                  <c:v>6.95797070903</c:v>
                </c:pt>
                <c:pt idx="1293">
                  <c:v>6.95796339769</c:v>
                </c:pt>
                <c:pt idx="1294">
                  <c:v>6.95782267186</c:v>
                </c:pt>
                <c:pt idx="1295">
                  <c:v>6.95781435997</c:v>
                </c:pt>
                <c:pt idx="1296">
                  <c:v>6.95765795711</c:v>
                </c:pt>
                <c:pt idx="1297">
                  <c:v>6.95764886387</c:v>
                </c:pt>
                <c:pt idx="1298">
                  <c:v>6.95748024398</c:v>
                </c:pt>
                <c:pt idx="1299">
                  <c:v>6.95747068158</c:v>
                </c:pt>
                <c:pt idx="1300">
                  <c:v>6.9572936671</c:v>
                </c:pt>
                <c:pt idx="1301">
                  <c:v>6.95728366167</c:v>
                </c:pt>
                <c:pt idx="1302">
                  <c:v>6.95709996859</c:v>
                </c:pt>
                <c:pt idx="1303">
                  <c:v>6.95708950628</c:v>
                </c:pt>
                <c:pt idx="1304">
                  <c:v>6.9568991024</c:v>
                </c:pt>
                <c:pt idx="1305">
                  <c:v>6.95688839738</c:v>
                </c:pt>
                <c:pt idx="1306">
                  <c:v>6.95669503167</c:v>
                </c:pt>
                <c:pt idx="1307">
                  <c:v>6.95668434302</c:v>
                </c:pt>
                <c:pt idx="1308">
                  <c:v>6.95649181259</c:v>
                </c:pt>
                <c:pt idx="1309">
                  <c:v>6.95648116501</c:v>
                </c:pt>
                <c:pt idx="1310">
                  <c:v>6.95629058193</c:v>
                </c:pt>
                <c:pt idx="1311">
                  <c:v>6.95627997991</c:v>
                </c:pt>
                <c:pt idx="1312">
                  <c:v>6.95609141964</c:v>
                </c:pt>
                <c:pt idx="1313">
                  <c:v>6.95608103496</c:v>
                </c:pt>
                <c:pt idx="1314">
                  <c:v>6.95589616072</c:v>
                </c:pt>
                <c:pt idx="1315">
                  <c:v>6.95588613486</c:v>
                </c:pt>
                <c:pt idx="1316">
                  <c:v>6.95570881602</c:v>
                </c:pt>
                <c:pt idx="1317">
                  <c:v>6.95569918643</c:v>
                </c:pt>
                <c:pt idx="1318">
                  <c:v>6.95553015983</c:v>
                </c:pt>
                <c:pt idx="1319">
                  <c:v>6.95552096143</c:v>
                </c:pt>
                <c:pt idx="1320">
                  <c:v>6.95536029303</c:v>
                </c:pt>
                <c:pt idx="1321">
                  <c:v>6.95535162907</c:v>
                </c:pt>
                <c:pt idx="1322">
                  <c:v>6.9551999182</c:v>
                </c:pt>
                <c:pt idx="1323">
                  <c:v>6.95519185597</c:v>
                </c:pt>
                <c:pt idx="1324">
                  <c:v>6.95505289693</c:v>
                </c:pt>
                <c:pt idx="1325">
                  <c:v>6.9550455627</c:v>
                </c:pt>
                <c:pt idx="1326">
                  <c:v>6.9549209216</c:v>
                </c:pt>
                <c:pt idx="1327">
                  <c:v>6.95491427221</c:v>
                </c:pt>
                <c:pt idx="1328">
                  <c:v>6.95480229984</c:v>
                </c:pt>
                <c:pt idx="1329">
                  <c:v>6.95479651007</c:v>
                </c:pt>
                <c:pt idx="1330">
                  <c:v>6.95469839088</c:v>
                </c:pt>
                <c:pt idx="1331">
                  <c:v>6.95469342308</c:v>
                </c:pt>
                <c:pt idx="1332">
                  <c:v>6.95461126666</c:v>
                </c:pt>
                <c:pt idx="1333">
                  <c:v>6.95460711416</c:v>
                </c:pt>
                <c:pt idx="1334">
                  <c:v>6.95454197573</c:v>
                </c:pt>
                <c:pt idx="1335">
                  <c:v>6.95453879912</c:v>
                </c:pt>
                <c:pt idx="1336">
                  <c:v>6.95448981596</c:v>
                </c:pt>
                <c:pt idx="1337">
                  <c:v>6.9544875385</c:v>
                </c:pt>
                <c:pt idx="1338">
                  <c:v>6.95445319795</c:v>
                </c:pt>
                <c:pt idx="1339">
                  <c:v>6.95445177334</c:v>
                </c:pt>
                <c:pt idx="1340">
                  <c:v>6.95443483582</c:v>
                </c:pt>
                <c:pt idx="1341">
                  <c:v>6.95443434356</c:v>
                </c:pt>
                <c:pt idx="1342">
                  <c:v>6.95443268769</c:v>
                </c:pt>
                <c:pt idx="1343">
                  <c:v>6.95443540832</c:v>
                </c:pt>
                <c:pt idx="1344">
                  <c:v>6.95443593248</c:v>
                </c:pt>
                <c:pt idx="1345">
                  <c:v>6.95445398773</c:v>
                </c:pt>
                <c:pt idx="1346">
                  <c:v>6.95445546616</c:v>
                </c:pt>
                <c:pt idx="1347">
                  <c:v>6.95447587773</c:v>
                </c:pt>
                <c:pt idx="1348">
                  <c:v>6.95448853163</c:v>
                </c:pt>
                <c:pt idx="1349">
                  <c:v>6.95449083009</c:v>
                </c:pt>
                <c:pt idx="1350">
                  <c:v>6.95449553022</c:v>
                </c:pt>
                <c:pt idx="1351">
                  <c:v>6.95454003493</c:v>
                </c:pt>
                <c:pt idx="1352">
                  <c:v>6.95454319233</c:v>
                </c:pt>
                <c:pt idx="1353">
                  <c:v>6.95461003345</c:v>
                </c:pt>
                <c:pt idx="1354">
                  <c:v>6.9546141754</c:v>
                </c:pt>
                <c:pt idx="1355">
                  <c:v>6.95469648691</c:v>
                </c:pt>
                <c:pt idx="1356">
                  <c:v>6.95470153569</c:v>
                </c:pt>
                <c:pt idx="1357">
                  <c:v>6.9547978884</c:v>
                </c:pt>
                <c:pt idx="1358">
                  <c:v>6.95480362706</c:v>
                </c:pt>
                <c:pt idx="1359">
                  <c:v>6.95491408143</c:v>
                </c:pt>
                <c:pt idx="1360">
                  <c:v>6.95492057581</c:v>
                </c:pt>
                <c:pt idx="1361">
                  <c:v>6.95504559016</c:v>
                </c:pt>
                <c:pt idx="1362">
                  <c:v>6.95505295208</c:v>
                </c:pt>
                <c:pt idx="1363">
                  <c:v>6.95519242034</c:v>
                </c:pt>
                <c:pt idx="1364">
                  <c:v>6.95520053063</c:v>
                </c:pt>
                <c:pt idx="1365">
                  <c:v>6.95535020951</c:v>
                </c:pt>
                <c:pt idx="1366">
                  <c:v>6.95535880283</c:v>
                </c:pt>
                <c:pt idx="1367">
                  <c:v>6.95551921297</c:v>
                </c:pt>
                <c:pt idx="1368">
                  <c:v>6.95552837731</c:v>
                </c:pt>
                <c:pt idx="1369">
                  <c:v>6.9557006168</c:v>
                </c:pt>
                <c:pt idx="1370">
                  <c:v>6.95571052358</c:v>
                </c:pt>
                <c:pt idx="1371">
                  <c:v>6.95589252472</c:v>
                </c:pt>
                <c:pt idx="1372">
                  <c:v>6.95590290452</c:v>
                </c:pt>
                <c:pt idx="1373">
                  <c:v>6.95609258065</c:v>
                </c:pt>
                <c:pt idx="1374">
                  <c:v>6.95610328776</c:v>
                </c:pt>
                <c:pt idx="1375">
                  <c:v>6.95629949174</c:v>
                </c:pt>
                <c:pt idx="1376">
                  <c:v>6.95631049933</c:v>
                </c:pt>
                <c:pt idx="1377">
                  <c:v>6.9565135223</c:v>
                </c:pt>
                <c:pt idx="1378">
                  <c:v>6.95652502899</c:v>
                </c:pt>
                <c:pt idx="1379">
                  <c:v>6.95673476326</c:v>
                </c:pt>
                <c:pt idx="1380">
                  <c:v>6.95674659421</c:v>
                </c:pt>
                <c:pt idx="1381">
                  <c:v>6.95695956987</c:v>
                </c:pt>
                <c:pt idx="1382">
                  <c:v>6.95697141217</c:v>
                </c:pt>
                <c:pt idx="1383">
                  <c:v>6.95718607447</c:v>
                </c:pt>
                <c:pt idx="1384">
                  <c:v>6.95719802775</c:v>
                </c:pt>
                <c:pt idx="1385">
                  <c:v>6.95741531244</c:v>
                </c:pt>
                <c:pt idx="1386">
                  <c:v>6.95742749439</c:v>
                </c:pt>
                <c:pt idx="1387">
                  <c:v>6.95764605635</c:v>
                </c:pt>
                <c:pt idx="1388">
                  <c:v>6.95765821864</c:v>
                </c:pt>
                <c:pt idx="1389">
                  <c:v>6.95787566484</c:v>
                </c:pt>
                <c:pt idx="1390">
                  <c:v>6.957887624</c:v>
                </c:pt>
                <c:pt idx="1391">
                  <c:v>6.95810211801</c:v>
                </c:pt>
                <c:pt idx="1392">
                  <c:v>6.95811390484</c:v>
                </c:pt>
                <c:pt idx="1393">
                  <c:v>6.95832502696</c:v>
                </c:pt>
                <c:pt idx="1394">
                  <c:v>6.95833672336</c:v>
                </c:pt>
                <c:pt idx="1395">
                  <c:v>6.9585409219</c:v>
                </c:pt>
                <c:pt idx="1396">
                  <c:v>6.95855181618</c:v>
                </c:pt>
                <c:pt idx="1397">
                  <c:v>6.95873179636</c:v>
                </c:pt>
                <c:pt idx="1398">
                  <c:v>6.9587407086</c:v>
                </c:pt>
                <c:pt idx="1399">
                  <c:v>6.95887869234</c:v>
                </c:pt>
                <c:pt idx="1400">
                  <c:v>6.9588848981</c:v>
                </c:pt>
                <c:pt idx="1401">
                  <c:v>6.9589658249</c:v>
                </c:pt>
                <c:pt idx="1402">
                  <c:v>6.95896851852</c:v>
                </c:pt>
                <c:pt idx="1403">
                  <c:v>6.95898434069</c:v>
                </c:pt>
                <c:pt idx="1404">
                  <c:v>6.95898154866</c:v>
                </c:pt>
                <c:pt idx="1405">
                  <c:v>6.95898042031</c:v>
                </c:pt>
                <c:pt idx="1406">
                  <c:v>6.95892823469</c:v>
                </c:pt>
                <c:pt idx="1407">
                  <c:v>6.9589235496</c:v>
                </c:pt>
                <c:pt idx="1408">
                  <c:v>6.9588115188</c:v>
                </c:pt>
                <c:pt idx="1409">
                  <c:v>6.95880380868</c:v>
                </c:pt>
                <c:pt idx="1410">
                  <c:v>6.95864402109</c:v>
                </c:pt>
                <c:pt idx="1411">
                  <c:v>6.95863420223</c:v>
                </c:pt>
                <c:pt idx="1412">
                  <c:v>6.95844147815</c:v>
                </c:pt>
                <c:pt idx="1413">
                  <c:v>6.95843003623</c:v>
                </c:pt>
                <c:pt idx="1414">
                  <c:v>6.9582138954</c:v>
                </c:pt>
                <c:pt idx="1415">
                  <c:v>6.95820133886</c:v>
                </c:pt>
                <c:pt idx="1416">
                  <c:v>6.95797041239</c:v>
                </c:pt>
                <c:pt idx="1417">
                  <c:v>6.95795732273</c:v>
                </c:pt>
                <c:pt idx="1418">
                  <c:v>6.95771990229</c:v>
                </c:pt>
                <c:pt idx="1419">
                  <c:v>6.95770675206</c:v>
                </c:pt>
                <c:pt idx="1420">
                  <c:v>6.95747209961</c:v>
                </c:pt>
                <c:pt idx="1421">
                  <c:v>6.95745926892</c:v>
                </c:pt>
                <c:pt idx="1422">
                  <c:v>6.95723384093</c:v>
                </c:pt>
                <c:pt idx="1423">
                  <c:v>6.95722158976</c:v>
                </c:pt>
                <c:pt idx="1424">
                  <c:v>6.95700928877</c:v>
                </c:pt>
                <c:pt idx="1425">
                  <c:v>6.95699798308</c:v>
                </c:pt>
                <c:pt idx="1426">
                  <c:v>6.95680438898</c:v>
                </c:pt>
                <c:pt idx="1427">
                  <c:v>6.95679432135</c:v>
                </c:pt>
                <c:pt idx="1428">
                  <c:v>6.95662617658</c:v>
                </c:pt>
                <c:pt idx="1429">
                  <c:v>6.95661763066</c:v>
                </c:pt>
                <c:pt idx="1430">
                  <c:v>6.95648052973</c:v>
                </c:pt>
                <c:pt idx="1431">
                  <c:v>6.9564737751</c:v>
                </c:pt>
                <c:pt idx="1432">
                  <c:v>6.95637021074</c:v>
                </c:pt>
                <c:pt idx="1433">
                  <c:v>6.95636547813</c:v>
                </c:pt>
                <c:pt idx="1434">
                  <c:v>6.95629887657</c:v>
                </c:pt>
                <c:pt idx="1435">
                  <c:v>6.95629637395</c:v>
                </c:pt>
                <c:pt idx="1436">
                  <c:v>6.95627268095</c:v>
                </c:pt>
                <c:pt idx="1437">
                  <c:v>6.95627257274</c:v>
                </c:pt>
                <c:pt idx="1438">
                  <c:v>6.95629536439</c:v>
                </c:pt>
                <c:pt idx="1439">
                  <c:v>6.95629790954</c:v>
                </c:pt>
                <c:pt idx="1440">
                  <c:v>6.95636756272</c:v>
                </c:pt>
                <c:pt idx="1441">
                  <c:v>6.95637264996</c:v>
                </c:pt>
                <c:pt idx="1442">
                  <c:v>6.95647940964</c:v>
                </c:pt>
                <c:pt idx="1443">
                  <c:v>6.95648612974</c:v>
                </c:pt>
                <c:pt idx="1444">
                  <c:v>6.95657818758</c:v>
                </c:pt>
                <c:pt idx="1445">
                  <c:v>6.95661545776</c:v>
                </c:pt>
                <c:pt idx="1446">
                  <c:v>6.95662290901</c:v>
                </c:pt>
                <c:pt idx="1447">
                  <c:v>6.95675662029</c:v>
                </c:pt>
                <c:pt idx="1448">
                  <c:v>6.95676372508</c:v>
                </c:pt>
                <c:pt idx="1449">
                  <c:v>6.95681177426</c:v>
                </c:pt>
                <c:pt idx="1450">
                  <c:v>6.95687870564</c:v>
                </c:pt>
                <c:pt idx="1451">
                  <c:v>6.95688428973</c:v>
                </c:pt>
                <c:pt idx="1452">
                  <c:v>6.9569667403</c:v>
                </c:pt>
                <c:pt idx="1453">
                  <c:v>6.95697039561</c:v>
                </c:pt>
                <c:pt idx="1454">
                  <c:v>6.95701857972</c:v>
                </c:pt>
                <c:pt idx="1455">
                  <c:v>6.95702025325</c:v>
                </c:pt>
                <c:pt idx="1456">
                  <c:v>6.95703568515</c:v>
                </c:pt>
                <c:pt idx="1457">
                  <c:v>6.95703570647</c:v>
                </c:pt>
                <c:pt idx="1458">
                  <c:v>6.95702193273</c:v>
                </c:pt>
                <c:pt idx="1459">
                  <c:v>6.95702044488</c:v>
                </c:pt>
                <c:pt idx="1460">
                  <c:v>6.95697907459</c:v>
                </c:pt>
                <c:pt idx="1461">
                  <c:v>6.95697609542</c:v>
                </c:pt>
                <c:pt idx="1462">
                  <c:v>6.95691231371</c:v>
                </c:pt>
                <c:pt idx="1463">
                  <c:v>6.95690817778</c:v>
                </c:pt>
                <c:pt idx="1464">
                  <c:v>6.95682595913</c:v>
                </c:pt>
                <c:pt idx="1465">
                  <c:v>6.95682088918</c:v>
                </c:pt>
                <c:pt idx="1466">
                  <c:v>6.95672154711</c:v>
                </c:pt>
                <c:pt idx="1467">
                  <c:v>6.95671563656</c:v>
                </c:pt>
                <c:pt idx="1468">
                  <c:v>6.95659969708</c:v>
                </c:pt>
                <c:pt idx="1469">
                  <c:v>6.95659275264</c:v>
                </c:pt>
                <c:pt idx="1470">
                  <c:v>6.95646053627</c:v>
                </c:pt>
                <c:pt idx="1471">
                  <c:v>6.95645277004</c:v>
                </c:pt>
                <c:pt idx="1472">
                  <c:v>6.95630886697</c:v>
                </c:pt>
                <c:pt idx="1473">
                  <c:v>6.95630056811</c:v>
                </c:pt>
                <c:pt idx="1474">
                  <c:v>6.95614461606</c:v>
                </c:pt>
                <c:pt idx="1475">
                  <c:v>6.95613565505</c:v>
                </c:pt>
                <c:pt idx="1476">
                  <c:v>6.95596779437</c:v>
                </c:pt>
                <c:pt idx="1477">
                  <c:v>6.95595815777</c:v>
                </c:pt>
                <c:pt idx="1478">
                  <c:v>6.95578016954</c:v>
                </c:pt>
                <c:pt idx="1479">
                  <c:v>6.95576997718</c:v>
                </c:pt>
                <c:pt idx="1480">
                  <c:v>6.95558404473</c:v>
                </c:pt>
                <c:pt idx="1481">
                  <c:v>6.95557360893</c:v>
                </c:pt>
                <c:pt idx="1482">
                  <c:v>6.95538294701</c:v>
                </c:pt>
                <c:pt idx="1483">
                  <c:v>6.95537224905</c:v>
                </c:pt>
                <c:pt idx="1484">
                  <c:v>6.9551756028</c:v>
                </c:pt>
                <c:pt idx="1485">
                  <c:v>6.95516448626</c:v>
                </c:pt>
                <c:pt idx="1486">
                  <c:v>6.95496305828</c:v>
                </c:pt>
                <c:pt idx="1487">
                  <c:v>6.95495177798</c:v>
                </c:pt>
                <c:pt idx="1488">
                  <c:v>6.95474876721</c:v>
                </c:pt>
                <c:pt idx="1489">
                  <c:v>6.95473752757</c:v>
                </c:pt>
                <c:pt idx="1490">
                  <c:v>6.95453488974</c:v>
                </c:pt>
                <c:pt idx="1491">
                  <c:v>6.95452367492</c:v>
                </c:pt>
                <c:pt idx="1492">
                  <c:v>6.95432094586</c:v>
                </c:pt>
                <c:pt idx="1493">
                  <c:v>6.95430963755</c:v>
                </c:pt>
                <c:pt idx="1494">
                  <c:v>6.95410774171</c:v>
                </c:pt>
                <c:pt idx="1495">
                  <c:v>6.95409655213</c:v>
                </c:pt>
                <c:pt idx="1496">
                  <c:v>6.95389781736</c:v>
                </c:pt>
                <c:pt idx="1497">
                  <c:v>6.95388697013</c:v>
                </c:pt>
                <c:pt idx="1498">
                  <c:v>6.95369356694</c:v>
                </c:pt>
                <c:pt idx="1499">
                  <c:v>6.95368301653</c:v>
                </c:pt>
                <c:pt idx="1500">
                  <c:v>6.95349532105</c:v>
                </c:pt>
                <c:pt idx="1501">
                  <c:v>6.95348494675</c:v>
                </c:pt>
                <c:pt idx="1502">
                  <c:v>6.95330163687</c:v>
                </c:pt>
                <c:pt idx="1503">
                  <c:v>6.95329158903</c:v>
                </c:pt>
                <c:pt idx="1504">
                  <c:v>6.95311548357</c:v>
                </c:pt>
                <c:pt idx="1505">
                  <c:v>6.95310598858</c:v>
                </c:pt>
                <c:pt idx="1506">
                  <c:v>6.95293875462</c:v>
                </c:pt>
                <c:pt idx="1507">
                  <c:v>6.95292971507</c:v>
                </c:pt>
                <c:pt idx="1508">
                  <c:v>6.95277140301</c:v>
                </c:pt>
                <c:pt idx="1509">
                  <c:v>6.95276279228</c:v>
                </c:pt>
                <c:pt idx="1510">
                  <c:v>6.95261317825</c:v>
                </c:pt>
                <c:pt idx="1511">
                  <c:v>6.9526051328</c:v>
                </c:pt>
                <c:pt idx="1512">
                  <c:v>6.95246464223</c:v>
                </c:pt>
                <c:pt idx="1513">
                  <c:v>6.95245722151</c:v>
                </c:pt>
                <c:pt idx="1514">
                  <c:v>6.95232934447</c:v>
                </c:pt>
                <c:pt idx="1515">
                  <c:v>6.95232258601</c:v>
                </c:pt>
                <c:pt idx="1516">
                  <c:v>6.95220679007</c:v>
                </c:pt>
                <c:pt idx="1517">
                  <c:v>6.95220058571</c:v>
                </c:pt>
                <c:pt idx="1518">
                  <c:v>6.95209507805</c:v>
                </c:pt>
                <c:pt idx="1519">
                  <c:v>6.95208952357</c:v>
                </c:pt>
                <c:pt idx="1520">
                  <c:v>6.95199570349</c:v>
                </c:pt>
                <c:pt idx="1521">
                  <c:v>6.95199092061</c:v>
                </c:pt>
                <c:pt idx="1522">
                  <c:v>6.95191027341</c:v>
                </c:pt>
                <c:pt idx="1523">
                  <c:v>6.95190615996</c:v>
                </c:pt>
                <c:pt idx="1524">
                  <c:v>6.95183911815</c:v>
                </c:pt>
                <c:pt idx="1525">
                  <c:v>6.95183570437</c:v>
                </c:pt>
                <c:pt idx="1526">
                  <c:v>6.95178116976</c:v>
                </c:pt>
                <c:pt idx="1527">
                  <c:v>6.95177846118</c:v>
                </c:pt>
                <c:pt idx="1528">
                  <c:v>6.95173486774</c:v>
                </c:pt>
                <c:pt idx="1529">
                  <c:v>6.95173285044</c:v>
                </c:pt>
                <c:pt idx="1530">
                  <c:v>6.95170343214</c:v>
                </c:pt>
                <c:pt idx="1531">
                  <c:v>6.95170216732</c:v>
                </c:pt>
                <c:pt idx="1532">
                  <c:v>6.95168617394</c:v>
                </c:pt>
                <c:pt idx="1533">
                  <c:v>6.95168556284</c:v>
                </c:pt>
                <c:pt idx="1534">
                  <c:v>6.95168117861</c:v>
                </c:pt>
                <c:pt idx="1535">
                  <c:v>6.95168124314</c:v>
                </c:pt>
                <c:pt idx="1536">
                  <c:v>6.95168135804</c:v>
                </c:pt>
                <c:pt idx="1537">
                  <c:v>6.95168824414</c:v>
                </c:pt>
                <c:pt idx="1538">
                  <c:v>6.95168900159</c:v>
                </c:pt>
                <c:pt idx="1539">
                  <c:v>6.95170386866</c:v>
                </c:pt>
                <c:pt idx="1540">
                  <c:v>6.95170785644</c:v>
                </c:pt>
                <c:pt idx="1541">
                  <c:v>6.95170920057</c:v>
                </c:pt>
                <c:pt idx="1542">
                  <c:v>6.95171365845</c:v>
                </c:pt>
                <c:pt idx="1543">
                  <c:v>6.95174092713</c:v>
                </c:pt>
                <c:pt idx="1544">
                  <c:v>6.95174298857</c:v>
                </c:pt>
                <c:pt idx="1545">
                  <c:v>6.95178545825</c:v>
                </c:pt>
                <c:pt idx="1546">
                  <c:v>6.95178810785</c:v>
                </c:pt>
                <c:pt idx="1547">
                  <c:v>6.95183954018</c:v>
                </c:pt>
                <c:pt idx="1548">
                  <c:v>6.95184270988</c:v>
                </c:pt>
                <c:pt idx="1549">
                  <c:v>6.95190453989</c:v>
                </c:pt>
                <c:pt idx="1550">
                  <c:v>6.95190821359</c:v>
                </c:pt>
                <c:pt idx="1551">
                  <c:v>6.95198044446</c:v>
                </c:pt>
                <c:pt idx="1552">
                  <c:v>6.95198471635</c:v>
                </c:pt>
                <c:pt idx="1553">
                  <c:v>6.95206598184</c:v>
                </c:pt>
                <c:pt idx="1554">
                  <c:v>6.95207073373</c:v>
                </c:pt>
                <c:pt idx="1555">
                  <c:v>6.95215857343</c:v>
                </c:pt>
                <c:pt idx="1556">
                  <c:v>6.95216368755</c:v>
                </c:pt>
                <c:pt idx="1557">
                  <c:v>6.95225946605</c:v>
                </c:pt>
                <c:pt idx="1558">
                  <c:v>6.95226494763</c:v>
                </c:pt>
                <c:pt idx="1559">
                  <c:v>6.95236866053</c:v>
                </c:pt>
                <c:pt idx="1560">
                  <c:v>6.95237459123</c:v>
                </c:pt>
                <c:pt idx="1561">
                  <c:v>6.95248451647</c:v>
                </c:pt>
                <c:pt idx="1562">
                  <c:v>6.95249083839</c:v>
                </c:pt>
                <c:pt idx="1563">
                  <c:v>6.95260520623</c:v>
                </c:pt>
                <c:pt idx="1564">
                  <c:v>6.95261161463</c:v>
                </c:pt>
                <c:pt idx="1565">
                  <c:v>6.95272911639</c:v>
                </c:pt>
                <c:pt idx="1566">
                  <c:v>6.95273573864</c:v>
                </c:pt>
                <c:pt idx="1567">
                  <c:v>6.95285888727</c:v>
                </c:pt>
                <c:pt idx="1568">
                  <c:v>6.95286586587</c:v>
                </c:pt>
                <c:pt idx="1569">
                  <c:v>6.95299232821</c:v>
                </c:pt>
                <c:pt idx="1570">
                  <c:v>6.95299943245</c:v>
                </c:pt>
                <c:pt idx="1571">
                  <c:v>6.95312721496</c:v>
                </c:pt>
                <c:pt idx="1572">
                  <c:v>6.9531343629</c:v>
                </c:pt>
                <c:pt idx="1573">
                  <c:v>6.95326318711</c:v>
                </c:pt>
                <c:pt idx="1574">
                  <c:v>6.95327028951</c:v>
                </c:pt>
                <c:pt idx="1575">
                  <c:v>6.95340020385</c:v>
                </c:pt>
                <c:pt idx="1576">
                  <c:v>6.95340749814</c:v>
                </c:pt>
                <c:pt idx="1577">
                  <c:v>6.95353877527</c:v>
                </c:pt>
                <c:pt idx="1578">
                  <c:v>6.95354609865</c:v>
                </c:pt>
                <c:pt idx="1579">
                  <c:v>6.95367535163</c:v>
                </c:pt>
                <c:pt idx="1580">
                  <c:v>6.95368239858</c:v>
                </c:pt>
                <c:pt idx="1581">
                  <c:v>6.95380887274</c:v>
                </c:pt>
                <c:pt idx="1582">
                  <c:v>6.95381581762</c:v>
                </c:pt>
                <c:pt idx="1583">
                  <c:v>6.95394073371</c:v>
                </c:pt>
                <c:pt idx="1584">
                  <c:v>6.95394764354</c:v>
                </c:pt>
                <c:pt idx="1585">
                  <c:v>6.95406973808</c:v>
                </c:pt>
                <c:pt idx="1586">
                  <c:v>6.95407648939</c:v>
                </c:pt>
                <c:pt idx="1587">
                  <c:v>6.95419423761</c:v>
                </c:pt>
                <c:pt idx="1588">
                  <c:v>6.9542005641</c:v>
                </c:pt>
                <c:pt idx="1589">
                  <c:v>6.95431190176</c:v>
                </c:pt>
                <c:pt idx="1590">
                  <c:v>6.9543178747</c:v>
                </c:pt>
                <c:pt idx="1591">
                  <c:v>6.95442402101</c:v>
                </c:pt>
                <c:pt idx="1592">
                  <c:v>6.95442985391</c:v>
                </c:pt>
                <c:pt idx="1593">
                  <c:v>6.9545311372</c:v>
                </c:pt>
                <c:pt idx="1594">
                  <c:v>6.95453660733</c:v>
                </c:pt>
                <c:pt idx="1595">
                  <c:v>6.95463063261</c:v>
                </c:pt>
                <c:pt idx="1596">
                  <c:v>6.95463557668</c:v>
                </c:pt>
                <c:pt idx="1597">
                  <c:v>6.95472134939</c:v>
                </c:pt>
                <c:pt idx="1598">
                  <c:v>6.95472585678</c:v>
                </c:pt>
                <c:pt idx="1599">
                  <c:v>6.9548039148</c:v>
                </c:pt>
                <c:pt idx="1600">
                  <c:v>6.95480809306</c:v>
                </c:pt>
                <c:pt idx="1601">
                  <c:v>6.95487935061</c:v>
                </c:pt>
                <c:pt idx="1602">
                  <c:v>6.95488313726</c:v>
                </c:pt>
                <c:pt idx="1603">
                  <c:v>6.95494567444</c:v>
                </c:pt>
                <c:pt idx="1604">
                  <c:v>6.95494879702</c:v>
                </c:pt>
                <c:pt idx="1605">
                  <c:v>6.95500093419</c:v>
                </c:pt>
                <c:pt idx="1606">
                  <c:v>6.9550035452</c:v>
                </c:pt>
                <c:pt idx="1607">
                  <c:v>6.95504596458</c:v>
                </c:pt>
                <c:pt idx="1608">
                  <c:v>6.95504812955</c:v>
                </c:pt>
                <c:pt idx="1609">
                  <c:v>6.95508168252</c:v>
                </c:pt>
                <c:pt idx="1610">
                  <c:v>6.95508328974</c:v>
                </c:pt>
                <c:pt idx="1611">
                  <c:v>6.95510713502</c:v>
                </c:pt>
                <c:pt idx="1612">
                  <c:v>6.95510808007</c:v>
                </c:pt>
                <c:pt idx="1613">
                  <c:v>6.95512028532</c:v>
                </c:pt>
                <c:pt idx="1614">
                  <c:v>6.95512060977</c:v>
                </c:pt>
                <c:pt idx="1615">
                  <c:v>6.9551222277</c:v>
                </c:pt>
                <c:pt idx="1616">
                  <c:v>6.9551214408</c:v>
                </c:pt>
                <c:pt idx="1617">
                  <c:v>6.95512130093</c:v>
                </c:pt>
                <c:pt idx="1618">
                  <c:v>6.95511286074</c:v>
                </c:pt>
                <c:pt idx="1619">
                  <c:v>6.95511210402</c:v>
                </c:pt>
                <c:pt idx="1620">
                  <c:v>6.95509344128</c:v>
                </c:pt>
                <c:pt idx="1621">
                  <c:v>6.95509205309</c:v>
                </c:pt>
                <c:pt idx="1622">
                  <c:v>6.95506185913</c:v>
                </c:pt>
                <c:pt idx="1623">
                  <c:v>6.95505986183</c:v>
                </c:pt>
                <c:pt idx="1624">
                  <c:v>6.95501805107</c:v>
                </c:pt>
                <c:pt idx="1625">
                  <c:v>6.95501549428</c:v>
                </c:pt>
                <c:pt idx="1626">
                  <c:v>6.95496403856</c:v>
                </c:pt>
                <c:pt idx="1627">
                  <c:v>6.95496091872</c:v>
                </c:pt>
                <c:pt idx="1628">
                  <c:v>6.95490011736</c:v>
                </c:pt>
                <c:pt idx="1629">
                  <c:v>6.95489638025</c:v>
                </c:pt>
                <c:pt idx="1630">
                  <c:v>6.95482434999</c:v>
                </c:pt>
                <c:pt idx="1631">
                  <c:v>6.95482006364</c:v>
                </c:pt>
                <c:pt idx="1632">
                  <c:v>6.95473759975</c:v>
                </c:pt>
                <c:pt idx="1633">
                  <c:v>6.95473281487</c:v>
                </c:pt>
                <c:pt idx="1634">
                  <c:v>6.95470814666</c:v>
                </c:pt>
                <c:pt idx="1635">
                  <c:v>6.95464113683</c:v>
                </c:pt>
                <c:pt idx="1636">
                  <c:v>6.95463577295</c:v>
                </c:pt>
                <c:pt idx="1637">
                  <c:v>6.95458123392</c:v>
                </c:pt>
                <c:pt idx="1638">
                  <c:v>6.95453599728</c:v>
                </c:pt>
                <c:pt idx="1639">
                  <c:v>6.95453019161</c:v>
                </c:pt>
                <c:pt idx="1640">
                  <c:v>6.95442140472</c:v>
                </c:pt>
                <c:pt idx="1641">
                  <c:v>6.9544151125</c:v>
                </c:pt>
                <c:pt idx="1642">
                  <c:v>6.95429593844</c:v>
                </c:pt>
                <c:pt idx="1643">
                  <c:v>6.95428912169</c:v>
                </c:pt>
                <c:pt idx="1644">
                  <c:v>6.95416275426</c:v>
                </c:pt>
                <c:pt idx="1645">
                  <c:v>6.95415551886</c:v>
                </c:pt>
                <c:pt idx="1646">
                  <c:v>6.95402280865</c:v>
                </c:pt>
                <c:pt idx="1647">
                  <c:v>6.95401518639</c:v>
                </c:pt>
                <c:pt idx="1648">
                  <c:v>6.95387467218</c:v>
                </c:pt>
                <c:pt idx="1649">
                  <c:v>6.95386672993</c:v>
                </c:pt>
                <c:pt idx="1650">
                  <c:v>6.95371894105</c:v>
                </c:pt>
                <c:pt idx="1651">
                  <c:v>6.95371055889</c:v>
                </c:pt>
                <c:pt idx="1652">
                  <c:v>6.95355633819</c:v>
                </c:pt>
                <c:pt idx="1653">
                  <c:v>6.95354759212</c:v>
                </c:pt>
                <c:pt idx="1654">
                  <c:v>6.95338967412</c:v>
                </c:pt>
                <c:pt idx="1655">
                  <c:v>6.95338075844</c:v>
                </c:pt>
                <c:pt idx="1656">
                  <c:v>6.95321799269</c:v>
                </c:pt>
                <c:pt idx="1657">
                  <c:v>6.953208821</c:v>
                </c:pt>
                <c:pt idx="1658">
                  <c:v>6.95304032507</c:v>
                </c:pt>
                <c:pt idx="1659">
                  <c:v>6.95303087961</c:v>
                </c:pt>
                <c:pt idx="1660">
                  <c:v>6.95285895622</c:v>
                </c:pt>
                <c:pt idx="1661">
                  <c:v>6.95284927497</c:v>
                </c:pt>
                <c:pt idx="1662">
                  <c:v>6.95267482414</c:v>
                </c:pt>
                <c:pt idx="1663">
                  <c:v>6.95266506892</c:v>
                </c:pt>
                <c:pt idx="1664">
                  <c:v>6.95248880851</c:v>
                </c:pt>
                <c:pt idx="1665">
                  <c:v>6.95247901275</c:v>
                </c:pt>
                <c:pt idx="1666">
                  <c:v>6.95229984932</c:v>
                </c:pt>
                <c:pt idx="1667">
                  <c:v>6.95228981264</c:v>
                </c:pt>
                <c:pt idx="1668">
                  <c:v>6.95210857304</c:v>
                </c:pt>
                <c:pt idx="1669">
                  <c:v>6.95209844977</c:v>
                </c:pt>
                <c:pt idx="1670">
                  <c:v>6.95191835634</c:v>
                </c:pt>
                <c:pt idx="1671">
                  <c:v>6.95190841366</c:v>
                </c:pt>
                <c:pt idx="1672">
                  <c:v>6.95172903513</c:v>
                </c:pt>
                <c:pt idx="1673">
                  <c:v>6.95171911549</c:v>
                </c:pt>
                <c:pt idx="1674">
                  <c:v>6.9515396635</c:v>
                </c:pt>
                <c:pt idx="1675">
                  <c:v>6.95152971106</c:v>
                </c:pt>
                <c:pt idx="1676">
                  <c:v>6.95135149424</c:v>
                </c:pt>
                <c:pt idx="1677">
                  <c:v>6.9513416049</c:v>
                </c:pt>
                <c:pt idx="1678">
                  <c:v>6.95116643621</c:v>
                </c:pt>
                <c:pt idx="1679">
                  <c:v>6.95115681141</c:v>
                </c:pt>
                <c:pt idx="1680">
                  <c:v>6.95098524647</c:v>
                </c:pt>
                <c:pt idx="1681">
                  <c:v>6.95097587479</c:v>
                </c:pt>
                <c:pt idx="1682">
                  <c:v>6.95092882257</c:v>
                </c:pt>
                <c:pt idx="1683">
                  <c:v>6.95091950279</c:v>
                </c:pt>
                <c:pt idx="1684">
                  <c:v>6.95091007139</c:v>
                </c:pt>
                <c:pt idx="1685">
                  <c:v>6.95090076246</c:v>
                </c:pt>
                <c:pt idx="1686">
                  <c:v>6.95089134411</c:v>
                </c:pt>
                <c:pt idx="1687">
                  <c:v>6.95080731883</c:v>
                </c:pt>
                <c:pt idx="1688">
                  <c:v>6.95079796913</c:v>
                </c:pt>
                <c:pt idx="1689">
                  <c:v>6.95063202735</c:v>
                </c:pt>
                <c:pt idx="1690">
                  <c:v>6.95062292618</c:v>
                </c:pt>
                <c:pt idx="1691">
                  <c:v>6.95046274601</c:v>
                </c:pt>
                <c:pt idx="1692">
                  <c:v>6.95045407855</c:v>
                </c:pt>
                <c:pt idx="1693">
                  <c:v>6.9503001042</c:v>
                </c:pt>
                <c:pt idx="1694">
                  <c:v>6.95029174956</c:v>
                </c:pt>
                <c:pt idx="1695">
                  <c:v>6.95014303714</c:v>
                </c:pt>
                <c:pt idx="1696">
                  <c:v>6.95013488016</c:v>
                </c:pt>
                <c:pt idx="1697">
                  <c:v>6.9499917309</c:v>
                </c:pt>
                <c:pt idx="1698">
                  <c:v>6.94998388978</c:v>
                </c:pt>
                <c:pt idx="1699">
                  <c:v>6.94984731362</c:v>
                </c:pt>
                <c:pt idx="1700">
                  <c:v>6.949839998</c:v>
                </c:pt>
                <c:pt idx="1701">
                  <c:v>6.94971161713</c:v>
                </c:pt>
                <c:pt idx="1702">
                  <c:v>6.94970473605</c:v>
                </c:pt>
                <c:pt idx="1703">
                  <c:v>6.94958367943</c:v>
                </c:pt>
                <c:pt idx="1704">
                  <c:v>6.9495770778</c:v>
                </c:pt>
                <c:pt idx="1705">
                  <c:v>6.94946261768</c:v>
                </c:pt>
                <c:pt idx="1706">
                  <c:v>6.94945643305</c:v>
                </c:pt>
                <c:pt idx="1707">
                  <c:v>6.94934992244</c:v>
                </c:pt>
                <c:pt idx="1708">
                  <c:v>6.94934433138</c:v>
                </c:pt>
                <c:pt idx="1709">
                  <c:v>6.9492475961</c:v>
                </c:pt>
                <c:pt idx="1710">
                  <c:v>6.94924250017</c:v>
                </c:pt>
                <c:pt idx="1711">
                  <c:v>6.94915436037</c:v>
                </c:pt>
                <c:pt idx="1712">
                  <c:v>6.94914960639</c:v>
                </c:pt>
                <c:pt idx="1713">
                  <c:v>6.94906867092</c:v>
                </c:pt>
                <c:pt idx="1714">
                  <c:v>6.94906437606</c:v>
                </c:pt>
                <c:pt idx="1715">
                  <c:v>6.94899188552</c:v>
                </c:pt>
                <c:pt idx="1716">
                  <c:v>6.94898818728</c:v>
                </c:pt>
                <c:pt idx="1717">
                  <c:v>6.94892566056</c:v>
                </c:pt>
                <c:pt idx="1718">
                  <c:v>6.94892248828</c:v>
                </c:pt>
                <c:pt idx="1719">
                  <c:v>6.94886904879</c:v>
                </c:pt>
                <c:pt idx="1720">
                  <c:v>6.94886623015</c:v>
                </c:pt>
                <c:pt idx="1721">
                  <c:v>6.94882014519</c:v>
                </c:pt>
                <c:pt idx="1722">
                  <c:v>6.94881781649</c:v>
                </c:pt>
                <c:pt idx="1723">
                  <c:v>6.94878008798</c:v>
                </c:pt>
                <c:pt idx="1724">
                  <c:v>6.94877829744</c:v>
                </c:pt>
                <c:pt idx="1725">
                  <c:v>6.94874964049</c:v>
                </c:pt>
                <c:pt idx="1726">
                  <c:v>6.94874828146</c:v>
                </c:pt>
                <c:pt idx="1727">
                  <c:v>6.94872860031</c:v>
                </c:pt>
                <c:pt idx="1728">
                  <c:v>6.94872767476</c:v>
                </c:pt>
                <c:pt idx="1729">
                  <c:v>6.94871532233</c:v>
                </c:pt>
                <c:pt idx="1730">
                  <c:v>6.94871481052</c:v>
                </c:pt>
                <c:pt idx="1731">
                  <c:v>6.94870881577</c:v>
                </c:pt>
                <c:pt idx="1732">
                  <c:v>6.94870877818</c:v>
                </c:pt>
                <c:pt idx="1733">
                  <c:v>6.94870859112</c:v>
                </c:pt>
                <c:pt idx="1734">
                  <c:v>6.94871128474</c:v>
                </c:pt>
                <c:pt idx="1735">
                  <c:v>6.94871162853</c:v>
                </c:pt>
                <c:pt idx="1736">
                  <c:v>6.94871850421</c:v>
                </c:pt>
                <c:pt idx="1737">
                  <c:v>6.94872128604</c:v>
                </c:pt>
                <c:pt idx="1738">
                  <c:v>6.94872207879</c:v>
                </c:pt>
                <c:pt idx="1739">
                  <c:v>6.94872278585</c:v>
                </c:pt>
                <c:pt idx="1740">
                  <c:v>6.94873892538</c:v>
                </c:pt>
                <c:pt idx="1741">
                  <c:v>6.94873999074</c:v>
                </c:pt>
                <c:pt idx="1742">
                  <c:v>6.9487614431</c:v>
                </c:pt>
                <c:pt idx="1743">
                  <c:v>6.94876285485</c:v>
                </c:pt>
                <c:pt idx="1744">
                  <c:v>6.94879068312</c:v>
                </c:pt>
                <c:pt idx="1745">
                  <c:v>6.94879238587</c:v>
                </c:pt>
                <c:pt idx="1746">
                  <c:v>6.94882679109</c:v>
                </c:pt>
                <c:pt idx="1747">
                  <c:v>6.94882879031</c:v>
                </c:pt>
                <c:pt idx="1748">
                  <c:v>6.94886765272</c:v>
                </c:pt>
                <c:pt idx="1749">
                  <c:v>6.94886995088</c:v>
                </c:pt>
                <c:pt idx="1750">
                  <c:v>6.94891242166</c:v>
                </c:pt>
                <c:pt idx="1751">
                  <c:v>6.94891490415</c:v>
                </c:pt>
                <c:pt idx="1752">
                  <c:v>6.94896150262</c:v>
                </c:pt>
                <c:pt idx="1753">
                  <c:v>6.94896421249</c:v>
                </c:pt>
                <c:pt idx="1754">
                  <c:v>6.94901591289</c:v>
                </c:pt>
                <c:pt idx="1755">
                  <c:v>6.94901885204</c:v>
                </c:pt>
                <c:pt idx="1756">
                  <c:v>6.94907336435</c:v>
                </c:pt>
                <c:pt idx="1757">
                  <c:v>6.94907650408</c:v>
                </c:pt>
                <c:pt idx="1758">
                  <c:v>6.94913244185</c:v>
                </c:pt>
                <c:pt idx="1759">
                  <c:v>6.94913562166</c:v>
                </c:pt>
                <c:pt idx="1760">
                  <c:v>6.94919397179</c:v>
                </c:pt>
                <c:pt idx="1761">
                  <c:v>6.94919723815</c:v>
                </c:pt>
                <c:pt idx="1762">
                  <c:v>6.94925839167</c:v>
                </c:pt>
                <c:pt idx="1763">
                  <c:v>6.94926183396</c:v>
                </c:pt>
                <c:pt idx="1764">
                  <c:v>6.94932444889</c:v>
                </c:pt>
                <c:pt idx="1765">
                  <c:v>6.94932798803</c:v>
                </c:pt>
                <c:pt idx="1766">
                  <c:v>6.9493901057</c:v>
                </c:pt>
                <c:pt idx="1767">
                  <c:v>6.94939356568</c:v>
                </c:pt>
                <c:pt idx="1768">
                  <c:v>6.94945601669</c:v>
                </c:pt>
                <c:pt idx="1769">
                  <c:v>6.94945945329</c:v>
                </c:pt>
                <c:pt idx="1770">
                  <c:v>6.94952304495</c:v>
                </c:pt>
                <c:pt idx="1771">
                  <c:v>6.94952658601</c:v>
                </c:pt>
                <c:pt idx="1772">
                  <c:v>6.9495898369</c:v>
                </c:pt>
                <c:pt idx="1773">
                  <c:v>6.94959337025</c:v>
                </c:pt>
                <c:pt idx="1774">
                  <c:v>6.94965472521</c:v>
                </c:pt>
                <c:pt idx="1775">
                  <c:v>6.94965807209</c:v>
                </c:pt>
                <c:pt idx="1776">
                  <c:v>6.94971718068</c:v>
                </c:pt>
                <c:pt idx="1777">
                  <c:v>6.94972036569</c:v>
                </c:pt>
                <c:pt idx="1778">
                  <c:v>6.94977843857</c:v>
                </c:pt>
                <c:pt idx="1779">
                  <c:v>6.94978164837</c:v>
                </c:pt>
                <c:pt idx="1780">
                  <c:v>6.94983791799</c:v>
                </c:pt>
                <c:pt idx="1781">
                  <c:v>6.94984102812</c:v>
                </c:pt>
                <c:pt idx="1782">
                  <c:v>6.94989351441</c:v>
                </c:pt>
                <c:pt idx="1783">
                  <c:v>6.9498962665</c:v>
                </c:pt>
                <c:pt idx="1784">
                  <c:v>6.94994470672</c:v>
                </c:pt>
                <c:pt idx="1785">
                  <c:v>6.94994726042</c:v>
                </c:pt>
                <c:pt idx="1786">
                  <c:v>6.94999310277</c:v>
                </c:pt>
                <c:pt idx="1787">
                  <c:v>6.94999559748</c:v>
                </c:pt>
                <c:pt idx="1788">
                  <c:v>6.95003883147</c:v>
                </c:pt>
                <c:pt idx="1789">
                  <c:v>6.95004117338</c:v>
                </c:pt>
                <c:pt idx="1790">
                  <c:v>6.95007913166</c:v>
                </c:pt>
                <c:pt idx="1791">
                  <c:v>6.95008106752</c:v>
                </c:pt>
                <c:pt idx="1792">
                  <c:v>6.95011391996</c:v>
                </c:pt>
                <c:pt idx="1793">
                  <c:v>6.95011557005</c:v>
                </c:pt>
                <c:pt idx="1794">
                  <c:v>6.95014431967</c:v>
                </c:pt>
                <c:pt idx="1795">
                  <c:v>6.95014585399</c:v>
                </c:pt>
                <c:pt idx="1796">
                  <c:v>6.95017018594</c:v>
                </c:pt>
                <c:pt idx="1797">
                  <c:v>6.95017141707</c:v>
                </c:pt>
                <c:pt idx="1798">
                  <c:v>6.95019012682</c:v>
                </c:pt>
                <c:pt idx="1799">
                  <c:v>6.95019092725</c:v>
                </c:pt>
                <c:pt idx="1800">
                  <c:v>6.95020294219</c:v>
                </c:pt>
                <c:pt idx="1801">
                  <c:v>6.95020340096</c:v>
                </c:pt>
                <c:pt idx="1802">
                  <c:v>6.95020996698</c:v>
                </c:pt>
                <c:pt idx="1803">
                  <c:v>6.95021027383</c:v>
                </c:pt>
                <c:pt idx="1804">
                  <c:v>6.95021252805</c:v>
                </c:pt>
                <c:pt idx="1805">
                  <c:v>6.95021249043</c:v>
                </c:pt>
                <c:pt idx="1806">
                  <c:v>6.95021249144</c:v>
                </c:pt>
                <c:pt idx="1807">
                  <c:v>6.95020828504</c:v>
                </c:pt>
                <c:pt idx="1808">
                  <c:v>6.9502078297</c:v>
                </c:pt>
                <c:pt idx="1809">
                  <c:v>6.95019712863</c:v>
                </c:pt>
                <c:pt idx="1810">
                  <c:v>6.95019632455</c:v>
                </c:pt>
                <c:pt idx="1811">
                  <c:v>6.95017928626</c:v>
                </c:pt>
                <c:pt idx="1812">
                  <c:v>6.95017823213</c:v>
                </c:pt>
                <c:pt idx="1813">
                  <c:v>6.9501559881</c:v>
                </c:pt>
                <c:pt idx="1814">
                  <c:v>6.95015464944</c:v>
                </c:pt>
                <c:pt idx="1815">
                  <c:v>6.95012715241</c:v>
                </c:pt>
                <c:pt idx="1816">
                  <c:v>6.95012534188</c:v>
                </c:pt>
                <c:pt idx="1817">
                  <c:v>6.9500902647</c:v>
                </c:pt>
                <c:pt idx="1818">
                  <c:v>6.95008812115</c:v>
                </c:pt>
                <c:pt idx="1819">
                  <c:v>6.95004701488</c:v>
                </c:pt>
                <c:pt idx="1820">
                  <c:v>6.95004466566</c:v>
                </c:pt>
                <c:pt idx="1821">
                  <c:v>6.94999888419</c:v>
                </c:pt>
                <c:pt idx="1822">
                  <c:v>6.94999619811</c:v>
                </c:pt>
                <c:pt idx="1823">
                  <c:v>6.9499451483</c:v>
                </c:pt>
                <c:pt idx="1824">
                  <c:v>6.94994209022</c:v>
                </c:pt>
                <c:pt idx="1825">
                  <c:v>6.94988473138</c:v>
                </c:pt>
                <c:pt idx="1826">
                  <c:v>6.94988134115</c:v>
                </c:pt>
                <c:pt idx="1827">
                  <c:v>6.9498179401</c:v>
                </c:pt>
                <c:pt idx="1828">
                  <c:v>6.94981436426</c:v>
                </c:pt>
                <c:pt idx="1829">
                  <c:v>6.94974722313</c:v>
                </c:pt>
                <c:pt idx="1830">
                  <c:v>6.94974338507</c:v>
                </c:pt>
                <c:pt idx="1831">
                  <c:v>6.94973184862</c:v>
                </c:pt>
                <c:pt idx="1832">
                  <c:v>6.94967241403</c:v>
                </c:pt>
                <c:pt idx="1833">
                  <c:v>6.94966826999</c:v>
                </c:pt>
                <c:pt idx="1834">
                  <c:v>6.94965177441</c:v>
                </c:pt>
                <c:pt idx="1835">
                  <c:v>6.94959184053</c:v>
                </c:pt>
                <c:pt idx="1836">
                  <c:v>6.94958745784</c:v>
                </c:pt>
                <c:pt idx="1837">
                  <c:v>6.94950609513</c:v>
                </c:pt>
                <c:pt idx="1838">
                  <c:v>6.94950152411</c:v>
                </c:pt>
                <c:pt idx="1839">
                  <c:v>6.94941666851</c:v>
                </c:pt>
                <c:pt idx="1840">
                  <c:v>6.9494118568</c:v>
                </c:pt>
                <c:pt idx="1841">
                  <c:v>6.94932440273</c:v>
                </c:pt>
                <c:pt idx="1842">
                  <c:v>6.94931937015</c:v>
                </c:pt>
                <c:pt idx="1843">
                  <c:v>6.94922770057</c:v>
                </c:pt>
                <c:pt idx="1844">
                  <c:v>6.94922254489</c:v>
                </c:pt>
                <c:pt idx="1845">
                  <c:v>6.94912680882</c:v>
                </c:pt>
                <c:pt idx="1846">
                  <c:v>6.94912145392</c:v>
                </c:pt>
                <c:pt idx="1847">
                  <c:v>6.94902347972</c:v>
                </c:pt>
                <c:pt idx="1848">
                  <c:v>6.94901796893</c:v>
                </c:pt>
                <c:pt idx="1849">
                  <c:v>6.9489186082</c:v>
                </c:pt>
                <c:pt idx="1850">
                  <c:v>6.9489130002</c:v>
                </c:pt>
                <c:pt idx="1851">
                  <c:v>6.94881121068</c:v>
                </c:pt>
                <c:pt idx="1852">
                  <c:v>6.9488054867</c:v>
                </c:pt>
                <c:pt idx="1853">
                  <c:v>6.94870079578</c:v>
                </c:pt>
                <c:pt idx="1854">
                  <c:v>6.94869496441</c:v>
                </c:pt>
                <c:pt idx="1855">
                  <c:v>6.94858900491</c:v>
                </c:pt>
                <c:pt idx="1856">
                  <c:v>6.94858308532</c:v>
                </c:pt>
                <c:pt idx="1857">
                  <c:v>6.94847716261</c:v>
                </c:pt>
                <c:pt idx="1858">
                  <c:v>6.94847122979</c:v>
                </c:pt>
                <c:pt idx="1859">
                  <c:v>6.94836409948</c:v>
                </c:pt>
                <c:pt idx="1860">
                  <c:v>6.94835815507</c:v>
                </c:pt>
                <c:pt idx="1861">
                  <c:v>6.94824918426</c:v>
                </c:pt>
                <c:pt idx="1862">
                  <c:v>6.94824313721</c:v>
                </c:pt>
                <c:pt idx="1863">
                  <c:v>6.94813436309</c:v>
                </c:pt>
                <c:pt idx="1864">
                  <c:v>6.9481282738</c:v>
                </c:pt>
                <c:pt idx="1865">
                  <c:v>6.9480205951</c:v>
                </c:pt>
                <c:pt idx="1866">
                  <c:v>6.94801463908</c:v>
                </c:pt>
                <c:pt idx="1867">
                  <c:v>6.94790771805</c:v>
                </c:pt>
                <c:pt idx="1868">
                  <c:v>6.94790183328</c:v>
                </c:pt>
                <c:pt idx="1869">
                  <c:v>6.94779473519</c:v>
                </c:pt>
                <c:pt idx="1870">
                  <c:v>6.94778880565</c:v>
                </c:pt>
                <c:pt idx="1871">
                  <c:v>6.94768233685</c:v>
                </c:pt>
                <c:pt idx="1872">
                  <c:v>6.94767643374</c:v>
                </c:pt>
                <c:pt idx="1873">
                  <c:v>6.94757316615</c:v>
                </c:pt>
                <c:pt idx="1874">
                  <c:v>6.9475674891</c:v>
                </c:pt>
                <c:pt idx="1875">
                  <c:v>6.94746653959</c:v>
                </c:pt>
                <c:pt idx="1876">
                  <c:v>6.94746103951</c:v>
                </c:pt>
                <c:pt idx="1877">
                  <c:v>6.94736170448</c:v>
                </c:pt>
                <c:pt idx="1878">
                  <c:v>6.94735622394</c:v>
                </c:pt>
                <c:pt idx="1879">
                  <c:v>6.94725923296</c:v>
                </c:pt>
                <c:pt idx="1880">
                  <c:v>6.94725389825</c:v>
                </c:pt>
                <c:pt idx="1881">
                  <c:v>6.9471608596</c:v>
                </c:pt>
                <c:pt idx="1882">
                  <c:v>6.94715583643</c:v>
                </c:pt>
                <c:pt idx="1883">
                  <c:v>6.94706661703</c:v>
                </c:pt>
                <c:pt idx="1884">
                  <c:v>6.94706178912</c:v>
                </c:pt>
                <c:pt idx="1885">
                  <c:v>6.94697511478</c:v>
                </c:pt>
                <c:pt idx="1886">
                  <c:v>6.94697036537</c:v>
                </c:pt>
                <c:pt idx="1887">
                  <c:v>6.94688672393</c:v>
                </c:pt>
                <c:pt idx="1888">
                  <c:v>6.94688211521</c:v>
                </c:pt>
                <c:pt idx="1889">
                  <c:v>6.94680265059</c:v>
                </c:pt>
                <c:pt idx="1890">
                  <c:v>6.94679839466</c:v>
                </c:pt>
                <c:pt idx="1891">
                  <c:v>6.94672374367</c:v>
                </c:pt>
                <c:pt idx="1892">
                  <c:v>6.94671976626</c:v>
                </c:pt>
                <c:pt idx="1893">
                  <c:v>6.94664837687</c:v>
                </c:pt>
                <c:pt idx="1894">
                  <c:v>6.9466444213</c:v>
                </c:pt>
                <c:pt idx="1895">
                  <c:v>6.94657571396</c:v>
                </c:pt>
                <c:pt idx="1896">
                  <c:v>6.94657197661</c:v>
                </c:pt>
                <c:pt idx="1897">
                  <c:v>6.94650810149</c:v>
                </c:pt>
                <c:pt idx="1898">
                  <c:v>6.946504751</c:v>
                </c:pt>
                <c:pt idx="1899">
                  <c:v>6.9464459206</c:v>
                </c:pt>
                <c:pt idx="1900">
                  <c:v>6.94644280942</c:v>
                </c:pt>
                <c:pt idx="1901">
                  <c:v>6.94638841088</c:v>
                </c:pt>
                <c:pt idx="1902">
                  <c:v>6.94638546488</c:v>
                </c:pt>
                <c:pt idx="1903">
                  <c:v>6.94633467639</c:v>
                </c:pt>
                <c:pt idx="1904">
                  <c:v>6.94633190946</c:v>
                </c:pt>
                <c:pt idx="1905">
                  <c:v>6.94628579133</c:v>
                </c:pt>
                <c:pt idx="1906">
                  <c:v>6.94628347354</c:v>
                </c:pt>
                <c:pt idx="1907">
                  <c:v>6.94624340607</c:v>
                </c:pt>
                <c:pt idx="1908">
                  <c:v>6.94624134133</c:v>
                </c:pt>
                <c:pt idx="1909">
                  <c:v>6.94620529102</c:v>
                </c:pt>
                <c:pt idx="1910">
                  <c:v>6.94620331631</c:v>
                </c:pt>
                <c:pt idx="1911">
                  <c:v>6.94617096849</c:v>
                </c:pt>
                <c:pt idx="1912">
                  <c:v>6.94616928086</c:v>
                </c:pt>
                <c:pt idx="1913">
                  <c:v>6.94614126572</c:v>
                </c:pt>
                <c:pt idx="1914">
                  <c:v>6.94613988976</c:v>
                </c:pt>
                <c:pt idx="1915">
                  <c:v>6.94611668959</c:v>
                </c:pt>
                <c:pt idx="1916">
                  <c:v>6.94611558099</c:v>
                </c:pt>
                <c:pt idx="1917">
                  <c:v>6.94609725456</c:v>
                </c:pt>
                <c:pt idx="1918">
                  <c:v>6.9460962594</c:v>
                </c:pt>
                <c:pt idx="1919">
                  <c:v>6.94608041516</c:v>
                </c:pt>
                <c:pt idx="1920">
                  <c:v>6.94607959019</c:v>
                </c:pt>
                <c:pt idx="1921">
                  <c:v>6.94606706801</c:v>
                </c:pt>
                <c:pt idx="1922">
                  <c:v>6.94606657367</c:v>
                </c:pt>
                <c:pt idx="1923">
                  <c:v>6.9460588529</c:v>
                </c:pt>
                <c:pt idx="1924">
                  <c:v>6.94605854776</c:v>
                </c:pt>
                <c:pt idx="1925">
                  <c:v>6.94605443854</c:v>
                </c:pt>
                <c:pt idx="1926">
                  <c:v>6.94605422074</c:v>
                </c:pt>
                <c:pt idx="1927">
                  <c:v>6.94605301554</c:v>
                </c:pt>
                <c:pt idx="1928">
                  <c:v>6.94605286031</c:v>
                </c:pt>
                <c:pt idx="1929">
                  <c:v>6.94605208266</c:v>
                </c:pt>
                <c:pt idx="1930">
                  <c:v>6.94605200181</c:v>
                </c:pt>
                <c:pt idx="1931">
                  <c:v>6.94605166115</c:v>
                </c:pt>
                <c:pt idx="1932">
                  <c:v>6.94605211802</c:v>
                </c:pt>
                <c:pt idx="1933">
                  <c:v>6.94605224996</c:v>
                </c:pt>
                <c:pt idx="1934">
                  <c:v>6.94605565442</c:v>
                </c:pt>
                <c:pt idx="1935">
                  <c:v>6.94605592159</c:v>
                </c:pt>
                <c:pt idx="1936">
                  <c:v>6.94606215369</c:v>
                </c:pt>
                <c:pt idx="1937">
                  <c:v>6.9460624906</c:v>
                </c:pt>
                <c:pt idx="1938">
                  <c:v>6.94607018311</c:v>
                </c:pt>
                <c:pt idx="1939">
                  <c:v>6.94607064813</c:v>
                </c:pt>
                <c:pt idx="1940">
                  <c:v>6.94607896772</c:v>
                </c:pt>
                <c:pt idx="1941">
                  <c:v>6.94607953415</c:v>
                </c:pt>
                <c:pt idx="1942">
                  <c:v>6.94609015744</c:v>
                </c:pt>
                <c:pt idx="1943">
                  <c:v>6.94609078968</c:v>
                </c:pt>
                <c:pt idx="1944">
                  <c:v>6.94610379264</c:v>
                </c:pt>
                <c:pt idx="1945">
                  <c:v>6.94610448027</c:v>
                </c:pt>
                <c:pt idx="1946">
                  <c:v>6.94611765212</c:v>
                </c:pt>
                <c:pt idx="1947">
                  <c:v>6.9461184033</c:v>
                </c:pt>
                <c:pt idx="1948">
                  <c:v>6.94613148597</c:v>
                </c:pt>
                <c:pt idx="1949">
                  <c:v>6.94613228813</c:v>
                </c:pt>
                <c:pt idx="1950">
                  <c:v>6.94614651233</c:v>
                </c:pt>
                <c:pt idx="1951">
                  <c:v>6.94614730508</c:v>
                </c:pt>
                <c:pt idx="1952">
                  <c:v>6.94616285947</c:v>
                </c:pt>
                <c:pt idx="1953">
                  <c:v>6.94616369274</c:v>
                </c:pt>
                <c:pt idx="1954">
                  <c:v>6.94617906542</c:v>
                </c:pt>
                <c:pt idx="1955">
                  <c:v>6.94617992775</c:v>
                </c:pt>
                <c:pt idx="1956">
                  <c:v>6.9461940922</c:v>
                </c:pt>
                <c:pt idx="1957">
                  <c:v>6.94619490304</c:v>
                </c:pt>
                <c:pt idx="1958">
                  <c:v>6.94620899228</c:v>
                </c:pt>
                <c:pt idx="1959">
                  <c:v>6.94620974891</c:v>
                </c:pt>
                <c:pt idx="1960">
                  <c:v>6.94622460809</c:v>
                </c:pt>
                <c:pt idx="1961">
                  <c:v>6.94622540662</c:v>
                </c:pt>
                <c:pt idx="1962">
                  <c:v>6.94623937578</c:v>
                </c:pt>
                <c:pt idx="1963">
                  <c:v>6.94624013837</c:v>
                </c:pt>
                <c:pt idx="1964">
                  <c:v>6.94625219229</c:v>
                </c:pt>
                <c:pt idx="1965">
                  <c:v>6.94625284527</c:v>
                </c:pt>
                <c:pt idx="1966">
                  <c:v>6.94626363302</c:v>
                </c:pt>
                <c:pt idx="1967">
                  <c:v>6.94626418919</c:v>
                </c:pt>
                <c:pt idx="1968">
                  <c:v>6.94627520884</c:v>
                </c:pt>
                <c:pt idx="1969">
                  <c:v>6.94627577877</c:v>
                </c:pt>
                <c:pt idx="1970">
                  <c:v>6.94628555834</c:v>
                </c:pt>
                <c:pt idx="1971">
                  <c:v>6.9462860723</c:v>
                </c:pt>
                <c:pt idx="1972">
                  <c:v>6.94629296596</c:v>
                </c:pt>
                <c:pt idx="1973">
                  <c:v>6.94629326785</c:v>
                </c:pt>
                <c:pt idx="1974">
                  <c:v>6.94629818207</c:v>
                </c:pt>
                <c:pt idx="1975">
                  <c:v>6.94629835886</c:v>
                </c:pt>
                <c:pt idx="1976">
                  <c:v>6.94630173746</c:v>
                </c:pt>
                <c:pt idx="1977">
                  <c:v>6.94630191272</c:v>
                </c:pt>
                <c:pt idx="1978">
                  <c:v>6.9463037793</c:v>
                </c:pt>
                <c:pt idx="1979">
                  <c:v>6.94630375871</c:v>
                </c:pt>
                <c:pt idx="1980">
                  <c:v>6.94630384667</c:v>
                </c:pt>
                <c:pt idx="1981">
                  <c:v>6.94630386759</c:v>
                </c:pt>
                <c:pt idx="1982">
                  <c:v>6.94630225875</c:v>
                </c:pt>
                <c:pt idx="1983">
                  <c:v>6.94630206971</c:v>
                </c:pt>
                <c:pt idx="1984">
                  <c:v>6.94629789695</c:v>
                </c:pt>
                <c:pt idx="1985">
                  <c:v>6.94629756075</c:v>
                </c:pt>
                <c:pt idx="1986">
                  <c:v>6.94629200008</c:v>
                </c:pt>
                <c:pt idx="1987">
                  <c:v>6.94629166595</c:v>
                </c:pt>
                <c:pt idx="1988">
                  <c:v>6.94628451471</c:v>
                </c:pt>
                <c:pt idx="1989">
                  <c:v>6.94628410772</c:v>
                </c:pt>
                <c:pt idx="1990">
                  <c:v>6.94627419134</c:v>
                </c:pt>
                <c:pt idx="1991">
                  <c:v>6.94627352379</c:v>
                </c:pt>
                <c:pt idx="1992">
                  <c:v>6.946260508</c:v>
                </c:pt>
                <c:pt idx="1993">
                  <c:v>6.94625965534</c:v>
                </c:pt>
                <c:pt idx="1994">
                  <c:v>6.94624500183</c:v>
                </c:pt>
                <c:pt idx="1995">
                  <c:v>6.94624419048</c:v>
                </c:pt>
                <c:pt idx="1996">
                  <c:v>6.94622820826</c:v>
                </c:pt>
                <c:pt idx="1997">
                  <c:v>6.94622729707</c:v>
                </c:pt>
                <c:pt idx="1998">
                  <c:v>6.94620805929</c:v>
                </c:pt>
                <c:pt idx="1999">
                  <c:v>6.94620685572</c:v>
                </c:pt>
                <c:pt idx="2000">
                  <c:v>6.94618408974</c:v>
                </c:pt>
                <c:pt idx="2001">
                  <c:v>6.94618270972</c:v>
                </c:pt>
                <c:pt idx="2002">
                  <c:v>6.946157981</c:v>
                </c:pt>
                <c:pt idx="2003">
                  <c:v>6.94615660396</c:v>
                </c:pt>
                <c:pt idx="2004">
                  <c:v>6.94613012332</c:v>
                </c:pt>
                <c:pt idx="2005">
                  <c:v>6.94612863075</c:v>
                </c:pt>
                <c:pt idx="2006">
                  <c:v>6.94609967483</c:v>
                </c:pt>
                <c:pt idx="2007">
                  <c:v>6.94609791709</c:v>
                </c:pt>
                <c:pt idx="2008">
                  <c:v>6.94606552341</c:v>
                </c:pt>
                <c:pt idx="2009">
                  <c:v>6.94606360196</c:v>
                </c:pt>
                <c:pt idx="2010">
                  <c:v>6.94602904651</c:v>
                </c:pt>
                <c:pt idx="2011">
                  <c:v>6.94602716715</c:v>
                </c:pt>
                <c:pt idx="2012">
                  <c:v>6.94599157793</c:v>
                </c:pt>
                <c:pt idx="2013">
                  <c:v>6.94598958503</c:v>
                </c:pt>
                <c:pt idx="2014">
                  <c:v>6.94595181886</c:v>
                </c:pt>
                <c:pt idx="2015">
                  <c:v>6.94594957071</c:v>
                </c:pt>
                <c:pt idx="2016">
                  <c:v>6.94590913006</c:v>
                </c:pt>
                <c:pt idx="2017">
                  <c:v>6.9459067893</c:v>
                </c:pt>
                <c:pt idx="2018">
                  <c:v>6.94586428361</c:v>
                </c:pt>
                <c:pt idx="2019">
                  <c:v>6.94586193886</c:v>
                </c:pt>
                <c:pt idx="2020">
                  <c:v>6.94581876518</c:v>
                </c:pt>
                <c:pt idx="2021">
                  <c:v>6.9458163709</c:v>
                </c:pt>
                <c:pt idx="2022">
                  <c:v>6.94577228357</c:v>
                </c:pt>
                <c:pt idx="2023">
                  <c:v>6.94576971736</c:v>
                </c:pt>
                <c:pt idx="2024">
                  <c:v>6.9457646762</c:v>
                </c:pt>
                <c:pt idx="2025">
                  <c:v>6.94573094301</c:v>
                </c:pt>
                <c:pt idx="2026">
                  <c:v>6.94572298929</c:v>
                </c:pt>
                <c:pt idx="2027">
                  <c:v>6.94572032494</c:v>
                </c:pt>
                <c:pt idx="2028">
                  <c:v>6.94567193998</c:v>
                </c:pt>
                <c:pt idx="2029">
                  <c:v>6.94566928758</c:v>
                </c:pt>
                <c:pt idx="2030">
                  <c:v>6.94562107786</c:v>
                </c:pt>
                <c:pt idx="2031">
                  <c:v>6.94561839693</c:v>
                </c:pt>
                <c:pt idx="2032">
                  <c:v>6.94556960453</c:v>
                </c:pt>
                <c:pt idx="2033">
                  <c:v>6.94556677897</c:v>
                </c:pt>
                <c:pt idx="2034">
                  <c:v>6.94551613737</c:v>
                </c:pt>
                <c:pt idx="2035">
                  <c:v>6.94551327551</c:v>
                </c:pt>
                <c:pt idx="2036">
                  <c:v>6.94546142781</c:v>
                </c:pt>
                <c:pt idx="2037">
                  <c:v>6.94545863409</c:v>
                </c:pt>
                <c:pt idx="2038">
                  <c:v>6.94540718911</c:v>
                </c:pt>
                <c:pt idx="2039">
                  <c:v>6.94540430008</c:v>
                </c:pt>
                <c:pt idx="2040">
                  <c:v>6.94535286192</c:v>
                </c:pt>
                <c:pt idx="2041">
                  <c:v>6.94534994964</c:v>
                </c:pt>
                <c:pt idx="2042">
                  <c:v>6.94529786723</c:v>
                </c:pt>
                <c:pt idx="2043">
                  <c:v>6.94529492818</c:v>
                </c:pt>
                <c:pt idx="2044">
                  <c:v>6.94524142166</c:v>
                </c:pt>
                <c:pt idx="2045">
                  <c:v>6.94523850668</c:v>
                </c:pt>
                <c:pt idx="2046">
                  <c:v>6.94518589918</c:v>
                </c:pt>
                <c:pt idx="2047">
                  <c:v>6.94518299687</c:v>
                </c:pt>
                <c:pt idx="2048">
                  <c:v>6.94513146571</c:v>
                </c:pt>
                <c:pt idx="2049">
                  <c:v>6.94512853382</c:v>
                </c:pt>
                <c:pt idx="2050">
                  <c:v>6.94507634412</c:v>
                </c:pt>
                <c:pt idx="2051">
                  <c:v>6.94507347858</c:v>
                </c:pt>
                <c:pt idx="2052">
                  <c:v>6.94502107155</c:v>
                </c:pt>
                <c:pt idx="2053">
                  <c:v>6.94501820013</c:v>
                </c:pt>
                <c:pt idx="2054">
                  <c:v>6.94496625629</c:v>
                </c:pt>
                <c:pt idx="2055">
                  <c:v>6.94496337435</c:v>
                </c:pt>
                <c:pt idx="2056">
                  <c:v>6.94491317323</c:v>
                </c:pt>
                <c:pt idx="2057">
                  <c:v>6.94491034487</c:v>
                </c:pt>
                <c:pt idx="2058">
                  <c:v>6.94486006662</c:v>
                </c:pt>
                <c:pt idx="2059">
                  <c:v>6.94485732617</c:v>
                </c:pt>
                <c:pt idx="2060">
                  <c:v>6.94480716041</c:v>
                </c:pt>
                <c:pt idx="2061">
                  <c:v>6.94480440808</c:v>
                </c:pt>
                <c:pt idx="2062">
                  <c:v>6.94475495834</c:v>
                </c:pt>
                <c:pt idx="2063">
                  <c:v>6.94475221113</c:v>
                </c:pt>
                <c:pt idx="2064">
                  <c:v>6.94470503936</c:v>
                </c:pt>
                <c:pt idx="2065">
                  <c:v>6.94470246196</c:v>
                </c:pt>
                <c:pt idx="2066">
                  <c:v>6.94465672014</c:v>
                </c:pt>
                <c:pt idx="2067">
                  <c:v>6.94465420426</c:v>
                </c:pt>
                <c:pt idx="2068">
                  <c:v>6.94460799292</c:v>
                </c:pt>
                <c:pt idx="2069">
                  <c:v>6.94460547003</c:v>
                </c:pt>
                <c:pt idx="2070">
                  <c:v>6.9445608668</c:v>
                </c:pt>
                <c:pt idx="2071">
                  <c:v>6.94455840501</c:v>
                </c:pt>
                <c:pt idx="2072">
                  <c:v>6.94451587346</c:v>
                </c:pt>
                <c:pt idx="2073">
                  <c:v>6.9445135452</c:v>
                </c:pt>
                <c:pt idx="2074">
                  <c:v>6.94447278707</c:v>
                </c:pt>
                <c:pt idx="2075">
                  <c:v>6.94447063137</c:v>
                </c:pt>
                <c:pt idx="2076">
                  <c:v>6.94443049748</c:v>
                </c:pt>
                <c:pt idx="2077">
                  <c:v>6.94442822488</c:v>
                </c:pt>
                <c:pt idx="2078">
                  <c:v>6.94438909531</c:v>
                </c:pt>
                <c:pt idx="2079">
                  <c:v>6.94438697443</c:v>
                </c:pt>
                <c:pt idx="2080">
                  <c:v>6.94435097011</c:v>
                </c:pt>
                <c:pt idx="2081">
                  <c:v>6.94434901106</c:v>
                </c:pt>
                <c:pt idx="2082">
                  <c:v>6.94431426434</c:v>
                </c:pt>
                <c:pt idx="2083">
                  <c:v>6.94431245268</c:v>
                </c:pt>
                <c:pt idx="2084">
                  <c:v>6.94427922994</c:v>
                </c:pt>
                <c:pt idx="2085">
                  <c:v>6.94427742651</c:v>
                </c:pt>
                <c:pt idx="2086">
                  <c:v>6.94424502016</c:v>
                </c:pt>
                <c:pt idx="2087">
                  <c:v>6.94424314836</c:v>
                </c:pt>
                <c:pt idx="2088">
                  <c:v>6.94421303267</c:v>
                </c:pt>
                <c:pt idx="2089">
                  <c:v>6.9442114933</c:v>
                </c:pt>
                <c:pt idx="2090">
                  <c:v>6.94418432151</c:v>
                </c:pt>
                <c:pt idx="2091">
                  <c:v>6.94418287095</c:v>
                </c:pt>
                <c:pt idx="2092">
                  <c:v>6.94415561704</c:v>
                </c:pt>
                <c:pt idx="2093">
                  <c:v>6.94415412223</c:v>
                </c:pt>
                <c:pt idx="2094">
                  <c:v>6.94412887797</c:v>
                </c:pt>
                <c:pt idx="2095">
                  <c:v>6.94412747201</c:v>
                </c:pt>
                <c:pt idx="2096">
                  <c:v>6.9441038254</c:v>
                </c:pt>
                <c:pt idx="2097">
                  <c:v>6.94410260453</c:v>
                </c:pt>
                <c:pt idx="2098">
                  <c:v>6.94408163801</c:v>
                </c:pt>
                <c:pt idx="2099">
                  <c:v>6.94408057807</c:v>
                </c:pt>
                <c:pt idx="2100">
                  <c:v>6.9440606498</c:v>
                </c:pt>
                <c:pt idx="2101">
                  <c:v>6.94405949252</c:v>
                </c:pt>
                <c:pt idx="2102">
                  <c:v>6.94403942881</c:v>
                </c:pt>
                <c:pt idx="2103">
                  <c:v>6.94403832012</c:v>
                </c:pt>
                <c:pt idx="2104">
                  <c:v>6.94402056727</c:v>
                </c:pt>
                <c:pt idx="2105">
                  <c:v>6.94401967833</c:v>
                </c:pt>
                <c:pt idx="2106">
                  <c:v>6.94400341128</c:v>
                </c:pt>
                <c:pt idx="2107">
                  <c:v>6.94400256567</c:v>
                </c:pt>
                <c:pt idx="2108">
                  <c:v>6.94398750468</c:v>
                </c:pt>
                <c:pt idx="2109">
                  <c:v>6.94398662288</c:v>
                </c:pt>
                <c:pt idx="2110">
                  <c:v>6.94397167175</c:v>
                </c:pt>
                <c:pt idx="2111">
                  <c:v>6.94397080552</c:v>
                </c:pt>
                <c:pt idx="2112">
                  <c:v>6.94395635708</c:v>
                </c:pt>
                <c:pt idx="2113">
                  <c:v>6.9439556473</c:v>
                </c:pt>
                <c:pt idx="2114">
                  <c:v>6.94394314169</c:v>
                </c:pt>
                <c:pt idx="2115">
                  <c:v>6.94394250459</c:v>
                </c:pt>
                <c:pt idx="2116">
                  <c:v>6.94393047362</c:v>
                </c:pt>
                <c:pt idx="2117">
                  <c:v>6.94392972906</c:v>
                </c:pt>
                <c:pt idx="2118">
                  <c:v>6.94391691443</c:v>
                </c:pt>
                <c:pt idx="2119">
                  <c:v>6.94391616907</c:v>
                </c:pt>
                <c:pt idx="2120">
                  <c:v>6.94391470334</c:v>
                </c:pt>
                <c:pt idx="2121">
                  <c:v>6.94391181941</c:v>
                </c:pt>
                <c:pt idx="2122">
                  <c:v>6.94390352344</c:v>
                </c:pt>
                <c:pt idx="2123">
                  <c:v>6.94390290985</c:v>
                </c:pt>
                <c:pt idx="2124">
                  <c:v>6.94389142346</c:v>
                </c:pt>
                <c:pt idx="2125">
                  <c:v>6.94389082063</c:v>
                </c:pt>
                <c:pt idx="2126">
                  <c:v>6.94387937988</c:v>
                </c:pt>
                <c:pt idx="2127">
                  <c:v>6.94387864952</c:v>
                </c:pt>
                <c:pt idx="2128">
                  <c:v>6.9438660305</c:v>
                </c:pt>
                <c:pt idx="2129">
                  <c:v>6.94386530109</c:v>
                </c:pt>
                <c:pt idx="2130">
                  <c:v>6.94385202988</c:v>
                </c:pt>
                <c:pt idx="2131">
                  <c:v>6.94385137789</c:v>
                </c:pt>
                <c:pt idx="2132">
                  <c:v>6.94383877806</c:v>
                </c:pt>
                <c:pt idx="2133">
                  <c:v>6.94383807174</c:v>
                </c:pt>
                <c:pt idx="2134">
                  <c:v>6.94382550613</c:v>
                </c:pt>
                <c:pt idx="2135">
                  <c:v>6.94382472662</c:v>
                </c:pt>
                <c:pt idx="2136">
                  <c:v>6.94381102905</c:v>
                </c:pt>
                <c:pt idx="2137">
                  <c:v>6.94381024018</c:v>
                </c:pt>
                <c:pt idx="2138">
                  <c:v>6.94379500006</c:v>
                </c:pt>
                <c:pt idx="2139">
                  <c:v>6.94379418354</c:v>
                </c:pt>
                <c:pt idx="2140">
                  <c:v>6.94377914321</c:v>
                </c:pt>
                <c:pt idx="2141">
                  <c:v>6.94377832567</c:v>
                </c:pt>
                <c:pt idx="2142">
                  <c:v>6.94376360198</c:v>
                </c:pt>
                <c:pt idx="2143">
                  <c:v>6.9437626576</c:v>
                </c:pt>
                <c:pt idx="2144">
                  <c:v>6.94374579809</c:v>
                </c:pt>
                <c:pt idx="2145">
                  <c:v>6.94374484273</c:v>
                </c:pt>
                <c:pt idx="2146">
                  <c:v>6.94372693654</c:v>
                </c:pt>
                <c:pt idx="2147">
                  <c:v>6.94372597616</c:v>
                </c:pt>
                <c:pt idx="2148">
                  <c:v>6.94370768981</c:v>
                </c:pt>
                <c:pt idx="2149">
                  <c:v>6.94370662829</c:v>
                </c:pt>
                <c:pt idx="2150">
                  <c:v>6.94368847981</c:v>
                </c:pt>
                <c:pt idx="2151">
                  <c:v>6.94368744605</c:v>
                </c:pt>
                <c:pt idx="2152">
                  <c:v>6.94366839151</c:v>
                </c:pt>
                <c:pt idx="2153">
                  <c:v>6.94366729477</c:v>
                </c:pt>
                <c:pt idx="2154">
                  <c:v>6.94364589265</c:v>
                </c:pt>
                <c:pt idx="2155">
                  <c:v>6.94364475529</c:v>
                </c:pt>
                <c:pt idx="2156">
                  <c:v>6.94362352906</c:v>
                </c:pt>
                <c:pt idx="2157">
                  <c:v>6.94362230695</c:v>
                </c:pt>
                <c:pt idx="2158">
                  <c:v>6.94360087465</c:v>
                </c:pt>
                <c:pt idx="2159">
                  <c:v>6.94359961843</c:v>
                </c:pt>
                <c:pt idx="2160">
                  <c:v>6.94357717371</c:v>
                </c:pt>
                <c:pt idx="2161">
                  <c:v>6.94357594392</c:v>
                </c:pt>
                <c:pt idx="2162">
                  <c:v>6.94355152812</c:v>
                </c:pt>
                <c:pt idx="2163">
                  <c:v>6.94355015458</c:v>
                </c:pt>
                <c:pt idx="2164">
                  <c:v>6.94352502548</c:v>
                </c:pt>
                <c:pt idx="2165">
                  <c:v>6.94352361451</c:v>
                </c:pt>
                <c:pt idx="2166">
                  <c:v>6.94349920151</c:v>
                </c:pt>
                <c:pt idx="2167">
                  <c:v>6.94349781098</c:v>
                </c:pt>
                <c:pt idx="2168">
                  <c:v>6.94347234156</c:v>
                </c:pt>
                <c:pt idx="2169">
                  <c:v>6.94347094053</c:v>
                </c:pt>
                <c:pt idx="2170">
                  <c:v>6.94344434484</c:v>
                </c:pt>
                <c:pt idx="2171">
                  <c:v>6.94344286888</c:v>
                </c:pt>
                <c:pt idx="2172">
                  <c:v>6.9434156753</c:v>
                </c:pt>
                <c:pt idx="2173">
                  <c:v>6.94341409632</c:v>
                </c:pt>
                <c:pt idx="2174">
                  <c:v>6.94338725922</c:v>
                </c:pt>
                <c:pt idx="2175">
                  <c:v>6.94338579947</c:v>
                </c:pt>
                <c:pt idx="2176">
                  <c:v>6.94335922795</c:v>
                </c:pt>
                <c:pt idx="2177">
                  <c:v>6.94335777178</c:v>
                </c:pt>
                <c:pt idx="2178">
                  <c:v>6.9433294591</c:v>
                </c:pt>
                <c:pt idx="2179">
                  <c:v>6.94332784837</c:v>
                </c:pt>
                <c:pt idx="2180">
                  <c:v>6.94329891934</c:v>
                </c:pt>
                <c:pt idx="2181">
                  <c:v>6.94329726069</c:v>
                </c:pt>
                <c:pt idx="2182">
                  <c:v>6.94326905263</c:v>
                </c:pt>
                <c:pt idx="2183">
                  <c:v>6.94326746583</c:v>
                </c:pt>
                <c:pt idx="2184">
                  <c:v>6.94323879162</c:v>
                </c:pt>
                <c:pt idx="2185">
                  <c:v>6.94323725783</c:v>
                </c:pt>
                <c:pt idx="2186">
                  <c:v>6.94320784737</c:v>
                </c:pt>
                <c:pt idx="2187">
                  <c:v>6.94320617465</c:v>
                </c:pt>
                <c:pt idx="2188">
                  <c:v>6.94317562851</c:v>
                </c:pt>
                <c:pt idx="2189">
                  <c:v>6.94317388378</c:v>
                </c:pt>
                <c:pt idx="2190">
                  <c:v>6.94314394964</c:v>
                </c:pt>
                <c:pt idx="2191">
                  <c:v>6.94314236617</c:v>
                </c:pt>
                <c:pt idx="2192">
                  <c:v>6.94311369397</c:v>
                </c:pt>
                <c:pt idx="2193">
                  <c:v>6.94311212537</c:v>
                </c:pt>
                <c:pt idx="2194">
                  <c:v>6.94308228116</c:v>
                </c:pt>
                <c:pt idx="2195">
                  <c:v>6.9430805745</c:v>
                </c:pt>
                <c:pt idx="2196">
                  <c:v>6.94305067463</c:v>
                </c:pt>
                <c:pt idx="2197">
                  <c:v>6.94304897792</c:v>
                </c:pt>
                <c:pt idx="2198">
                  <c:v>6.94301986793</c:v>
                </c:pt>
                <c:pt idx="2199">
                  <c:v>6.9430182849</c:v>
                </c:pt>
                <c:pt idx="2200">
                  <c:v>6.94298981445</c:v>
                </c:pt>
                <c:pt idx="2201">
                  <c:v>6.94298831204</c:v>
                </c:pt>
                <c:pt idx="2202">
                  <c:v>6.94296044061</c:v>
                </c:pt>
                <c:pt idx="2203">
                  <c:v>6.94295883582</c:v>
                </c:pt>
                <c:pt idx="2204">
                  <c:v>6.94293035264</c:v>
                </c:pt>
                <c:pt idx="2205">
                  <c:v>6.94292875384</c:v>
                </c:pt>
                <c:pt idx="2206">
                  <c:v>6.94290132261</c:v>
                </c:pt>
                <c:pt idx="2207">
                  <c:v>6.94289990042</c:v>
                </c:pt>
                <c:pt idx="2208">
                  <c:v>6.94287432658</c:v>
                </c:pt>
                <c:pt idx="2209">
                  <c:v>6.94287295791</c:v>
                </c:pt>
                <c:pt idx="2210">
                  <c:v>6.94284771413</c:v>
                </c:pt>
                <c:pt idx="2211">
                  <c:v>6.94284628422</c:v>
                </c:pt>
                <c:pt idx="2212">
                  <c:v>6.94282138711</c:v>
                </c:pt>
                <c:pt idx="2213">
                  <c:v>6.94281995353</c:v>
                </c:pt>
                <c:pt idx="2214">
                  <c:v>6.94281859262</c:v>
                </c:pt>
                <c:pt idx="2215">
                  <c:v>6.94280893059</c:v>
                </c:pt>
                <c:pt idx="2216">
                  <c:v>6.94279574261</c:v>
                </c:pt>
                <c:pt idx="2217">
                  <c:v>6.94279450844</c:v>
                </c:pt>
                <c:pt idx="2218">
                  <c:v>6.94277247084</c:v>
                </c:pt>
                <c:pt idx="2219">
                  <c:v>6.94277131596</c:v>
                </c:pt>
                <c:pt idx="2220">
                  <c:v>6.94275076895</c:v>
                </c:pt>
                <c:pt idx="2221">
                  <c:v>6.94274955585</c:v>
                </c:pt>
                <c:pt idx="2222">
                  <c:v>6.94272877804</c:v>
                </c:pt>
                <c:pt idx="2223">
                  <c:v>6.94272764937</c:v>
                </c:pt>
                <c:pt idx="2224">
                  <c:v>6.94270808862</c:v>
                </c:pt>
                <c:pt idx="2225">
                  <c:v>6.94270710852</c:v>
                </c:pt>
                <c:pt idx="2226">
                  <c:v>6.94268959641</c:v>
                </c:pt>
                <c:pt idx="2227">
                  <c:v>6.94268868611</c:v>
                </c:pt>
                <c:pt idx="2228">
                  <c:v>6.94267246075</c:v>
                </c:pt>
                <c:pt idx="2229">
                  <c:v>6.94267149651</c:v>
                </c:pt>
                <c:pt idx="2230">
                  <c:v>6.94265551454</c:v>
                </c:pt>
                <c:pt idx="2231">
                  <c:v>6.94265465155</c:v>
                </c:pt>
                <c:pt idx="2232">
                  <c:v>6.94263943674</c:v>
                </c:pt>
                <c:pt idx="2233">
                  <c:v>6.94263868631</c:v>
                </c:pt>
                <c:pt idx="2234">
                  <c:v>6.94262541814</c:v>
                </c:pt>
                <c:pt idx="2235">
                  <c:v>6.94262474661</c:v>
                </c:pt>
                <c:pt idx="2236">
                  <c:v>6.94261344731</c:v>
                </c:pt>
                <c:pt idx="2237">
                  <c:v>6.9426127828</c:v>
                </c:pt>
                <c:pt idx="2238">
                  <c:v>6.94260176732</c:v>
                </c:pt>
                <c:pt idx="2239">
                  <c:v>6.94260113322</c:v>
                </c:pt>
                <c:pt idx="2240">
                  <c:v>6.94259025681</c:v>
                </c:pt>
                <c:pt idx="2241">
                  <c:v>6.94258977535</c:v>
                </c:pt>
                <c:pt idx="2242">
                  <c:v>6.94258078673</c:v>
                </c:pt>
                <c:pt idx="2243">
                  <c:v>6.9425803116</c:v>
                </c:pt>
                <c:pt idx="2244">
                  <c:v>6.94257264053</c:v>
                </c:pt>
                <c:pt idx="2245">
                  <c:v>6.94257220179</c:v>
                </c:pt>
                <c:pt idx="2246">
                  <c:v>6.94256524315</c:v>
                </c:pt>
                <c:pt idx="2247">
                  <c:v>6.9425648786</c:v>
                </c:pt>
                <c:pt idx="2248">
                  <c:v>6.94255750676</c:v>
                </c:pt>
                <c:pt idx="2249">
                  <c:v>6.94255715648</c:v>
                </c:pt>
                <c:pt idx="2250">
                  <c:v>6.94255122122</c:v>
                </c:pt>
                <c:pt idx="2251">
                  <c:v>6.9425509154</c:v>
                </c:pt>
                <c:pt idx="2252">
                  <c:v>6.9425467931</c:v>
                </c:pt>
                <c:pt idx="2253">
                  <c:v>6.94254651945</c:v>
                </c:pt>
                <c:pt idx="2254">
                  <c:v>6.94254224844</c:v>
                </c:pt>
                <c:pt idx="2255">
                  <c:v>6.9425420489</c:v>
                </c:pt>
                <c:pt idx="2256">
                  <c:v>6.9425380951</c:v>
                </c:pt>
                <c:pt idx="2257">
                  <c:v>6.94253794765</c:v>
                </c:pt>
                <c:pt idx="2258">
                  <c:v>6.94253490622</c:v>
                </c:pt>
                <c:pt idx="2259">
                  <c:v>6.94253475562</c:v>
                </c:pt>
                <c:pt idx="2260">
                  <c:v>6.94253387047</c:v>
                </c:pt>
                <c:pt idx="2261">
                  <c:v>6.94253387708</c:v>
                </c:pt>
                <c:pt idx="2262">
                  <c:v>6.9425338149</c:v>
                </c:pt>
                <c:pt idx="2263">
                  <c:v>6.94253382097</c:v>
                </c:pt>
                <c:pt idx="2264">
                  <c:v>6.94253293568</c:v>
                </c:pt>
                <c:pt idx="2265">
                  <c:v>6.94253291214</c:v>
                </c:pt>
                <c:pt idx="2266">
                  <c:v>6.9425315366</c:v>
                </c:pt>
                <c:pt idx="2267">
                  <c:v>6.9425315066</c:v>
                </c:pt>
                <c:pt idx="2268">
                  <c:v>6.94253079042</c:v>
                </c:pt>
                <c:pt idx="2269">
                  <c:v>6.94253082058</c:v>
                </c:pt>
                <c:pt idx="2270">
                  <c:v>6.94253074478</c:v>
                </c:pt>
                <c:pt idx="2271">
                  <c:v>6.94253077625</c:v>
                </c:pt>
                <c:pt idx="2272">
                  <c:v>6.94253067388</c:v>
                </c:pt>
                <c:pt idx="2273">
                  <c:v>6.94253075467</c:v>
                </c:pt>
                <c:pt idx="2274">
                  <c:v>6.94253075504</c:v>
                </c:pt>
                <c:pt idx="2275">
                  <c:v>6.94253157039</c:v>
                </c:pt>
                <c:pt idx="2276">
                  <c:v>6.94253153262</c:v>
                </c:pt>
                <c:pt idx="2277">
                  <c:v>6.94253159923</c:v>
                </c:pt>
                <c:pt idx="2278">
                  <c:v>6.94253160359</c:v>
                </c:pt>
                <c:pt idx="2279">
                  <c:v>6.94253070322</c:v>
                </c:pt>
                <c:pt idx="2280">
                  <c:v>6.94253064181</c:v>
                </c:pt>
                <c:pt idx="2281">
                  <c:v>6.94252957704</c:v>
                </c:pt>
                <c:pt idx="2282">
                  <c:v>6.94252961217</c:v>
                </c:pt>
                <c:pt idx="2283">
                  <c:v>6.94252953729</c:v>
                </c:pt>
                <c:pt idx="2284">
                  <c:v>6.9425295767</c:v>
                </c:pt>
                <c:pt idx="2285">
                  <c:v>6.94252906797</c:v>
                </c:pt>
                <c:pt idx="2286">
                  <c:v>6.94252902369</c:v>
                </c:pt>
                <c:pt idx="2287">
                  <c:v>6.94252813344</c:v>
                </c:pt>
                <c:pt idx="2288">
                  <c:v>6.94252809513</c:v>
                </c:pt>
                <c:pt idx="2289">
                  <c:v>6.94252586861</c:v>
                </c:pt>
                <c:pt idx="2290">
                  <c:v>6.94252570911</c:v>
                </c:pt>
                <c:pt idx="2291">
                  <c:v>6.94252222711</c:v>
                </c:pt>
                <c:pt idx="2292">
                  <c:v>6.94252196704</c:v>
                </c:pt>
                <c:pt idx="2293">
                  <c:v>6.94251918141</c:v>
                </c:pt>
                <c:pt idx="2294">
                  <c:v>6.94251904884</c:v>
                </c:pt>
                <c:pt idx="2295">
                  <c:v>6.94251578927</c:v>
                </c:pt>
                <c:pt idx="2296">
                  <c:v>6.94251562237</c:v>
                </c:pt>
                <c:pt idx="2297">
                  <c:v>6.94251131662</c:v>
                </c:pt>
                <c:pt idx="2298">
                  <c:v>6.94251101661</c:v>
                </c:pt>
                <c:pt idx="2299">
                  <c:v>6.94250536006</c:v>
                </c:pt>
                <c:pt idx="2300">
                  <c:v>6.94250497218</c:v>
                </c:pt>
                <c:pt idx="2301">
                  <c:v>6.94249899474</c:v>
                </c:pt>
                <c:pt idx="2302">
                  <c:v>6.94249869976</c:v>
                </c:pt>
                <c:pt idx="2303">
                  <c:v>6.94249260256</c:v>
                </c:pt>
                <c:pt idx="2304">
                  <c:v>6.94249227556</c:v>
                </c:pt>
                <c:pt idx="2305">
                  <c:v>6.94248461166</c:v>
                </c:pt>
                <c:pt idx="2306">
                  <c:v>6.94248409285</c:v>
                </c:pt>
                <c:pt idx="2307">
                  <c:v>6.9424745579</c:v>
                </c:pt>
                <c:pt idx="2308">
                  <c:v>6.9424739542</c:v>
                </c:pt>
                <c:pt idx="2309">
                  <c:v>6.94246367787</c:v>
                </c:pt>
                <c:pt idx="2310">
                  <c:v>6.94246313695</c:v>
                </c:pt>
                <c:pt idx="2311">
                  <c:v>6.94245242338</c:v>
                </c:pt>
                <c:pt idx="2312">
                  <c:v>6.94245182997</c:v>
                </c:pt>
                <c:pt idx="2313">
                  <c:v>6.94243917579</c:v>
                </c:pt>
                <c:pt idx="2314">
                  <c:v>6.94243835519</c:v>
                </c:pt>
                <c:pt idx="2315">
                  <c:v>6.94242333556</c:v>
                </c:pt>
                <c:pt idx="2316">
                  <c:v>6.94242240181</c:v>
                </c:pt>
                <c:pt idx="2317">
                  <c:v>6.94240961711</c:v>
                </c:pt>
                <c:pt idx="2318">
                  <c:v>6.94240588703</c:v>
                </c:pt>
                <c:pt idx="2319">
                  <c:v>6.94240498993</c:v>
                </c:pt>
                <c:pt idx="2320">
                  <c:v>6.94240399826</c:v>
                </c:pt>
                <c:pt idx="2321">
                  <c:v>6.94238766742</c:v>
                </c:pt>
                <c:pt idx="2322">
                  <c:v>6.94238671455</c:v>
                </c:pt>
                <c:pt idx="2323">
                  <c:v>6.94236732119</c:v>
                </c:pt>
                <c:pt idx="2324">
                  <c:v>6.94236611157</c:v>
                </c:pt>
                <c:pt idx="2325">
                  <c:v>6.94234392186</c:v>
                </c:pt>
                <c:pt idx="2326">
                  <c:v>6.94234262298</c:v>
                </c:pt>
                <c:pt idx="2327">
                  <c:v>6.94231910389</c:v>
                </c:pt>
                <c:pt idx="2328">
                  <c:v>6.94231779427</c:v>
                </c:pt>
                <c:pt idx="2329">
                  <c:v>6.94229259978</c:v>
                </c:pt>
                <c:pt idx="2330">
                  <c:v>6.94229119176</c:v>
                </c:pt>
                <c:pt idx="2331">
                  <c:v>6.94226483959</c:v>
                </c:pt>
                <c:pt idx="2332">
                  <c:v>6.94226323803</c:v>
                </c:pt>
                <c:pt idx="2333">
                  <c:v>6.94223378855</c:v>
                </c:pt>
                <c:pt idx="2334">
                  <c:v>6.94223204712</c:v>
                </c:pt>
                <c:pt idx="2335">
                  <c:v>6.9422004309</c:v>
                </c:pt>
                <c:pt idx="2336">
                  <c:v>6.94219873526</c:v>
                </c:pt>
                <c:pt idx="2337">
                  <c:v>6.94216675133</c:v>
                </c:pt>
                <c:pt idx="2338">
                  <c:v>6.94216494127</c:v>
                </c:pt>
                <c:pt idx="2339">
                  <c:v>6.94213109104</c:v>
                </c:pt>
                <c:pt idx="2340">
                  <c:v>6.94212910696</c:v>
                </c:pt>
                <c:pt idx="2341">
                  <c:v>6.94209339113</c:v>
                </c:pt>
                <c:pt idx="2342">
                  <c:v>6.94209133237</c:v>
                </c:pt>
                <c:pt idx="2343">
                  <c:v>6.9420528945</c:v>
                </c:pt>
                <c:pt idx="2344">
                  <c:v>6.94205081044</c:v>
                </c:pt>
                <c:pt idx="2345">
                  <c:v>6.94201230775</c:v>
                </c:pt>
                <c:pt idx="2346">
                  <c:v>6.94201016096</c:v>
                </c:pt>
                <c:pt idx="2347">
                  <c:v>6.94197088604</c:v>
                </c:pt>
                <c:pt idx="2348">
                  <c:v>6.94196858738</c:v>
                </c:pt>
                <c:pt idx="2349">
                  <c:v>6.94192705943</c:v>
                </c:pt>
                <c:pt idx="2350">
                  <c:v>6.94192474358</c:v>
                </c:pt>
                <c:pt idx="2351">
                  <c:v>6.94188226884</c:v>
                </c:pt>
                <c:pt idx="2352">
                  <c:v>6.94187991339</c:v>
                </c:pt>
                <c:pt idx="2353">
                  <c:v>6.94183638223</c:v>
                </c:pt>
                <c:pt idx="2354">
                  <c:v>6.94183398695</c:v>
                </c:pt>
                <c:pt idx="2355">
                  <c:v>6.941791465</c:v>
                </c:pt>
                <c:pt idx="2356">
                  <c:v>6.94178900895</c:v>
                </c:pt>
                <c:pt idx="2357">
                  <c:v>6.94174467352</c:v>
                </c:pt>
                <c:pt idx="2358">
                  <c:v>6.94174217024</c:v>
                </c:pt>
                <c:pt idx="2359">
                  <c:v>6.94169645673</c:v>
                </c:pt>
                <c:pt idx="2360">
                  <c:v>6.94169397176</c:v>
                </c:pt>
                <c:pt idx="2361">
                  <c:v>6.94164861108</c:v>
                </c:pt>
                <c:pt idx="2362">
                  <c:v>6.94164603796</c:v>
                </c:pt>
                <c:pt idx="2363">
                  <c:v>6.9416005936</c:v>
                </c:pt>
                <c:pt idx="2364">
                  <c:v>6.94159805853</c:v>
                </c:pt>
                <c:pt idx="2365">
                  <c:v>6.94155213377</c:v>
                </c:pt>
                <c:pt idx="2366">
                  <c:v>6.94154957092</c:v>
                </c:pt>
                <c:pt idx="2367">
                  <c:v>6.94150236709</c:v>
                </c:pt>
                <c:pt idx="2368">
                  <c:v>6.94149978869</c:v>
                </c:pt>
                <c:pt idx="2369">
                  <c:v>6.94145319925</c:v>
                </c:pt>
                <c:pt idx="2370">
                  <c:v>6.94145060248</c:v>
                </c:pt>
                <c:pt idx="2371">
                  <c:v>6.94140526757</c:v>
                </c:pt>
                <c:pt idx="2372">
                  <c:v>6.94140270394</c:v>
                </c:pt>
                <c:pt idx="2373">
                  <c:v>6.94135797285</c:v>
                </c:pt>
                <c:pt idx="2374">
                  <c:v>6.94135554952</c:v>
                </c:pt>
                <c:pt idx="2375">
                  <c:v>6.94131064098</c:v>
                </c:pt>
                <c:pt idx="2376">
                  <c:v>6.94130818473</c:v>
                </c:pt>
                <c:pt idx="2377">
                  <c:v>6.94126441109</c:v>
                </c:pt>
                <c:pt idx="2378">
                  <c:v>6.9412619937</c:v>
                </c:pt>
                <c:pt idx="2379">
                  <c:v>6.94122031851</c:v>
                </c:pt>
                <c:pt idx="2380">
                  <c:v>6.94121805395</c:v>
                </c:pt>
                <c:pt idx="2381">
                  <c:v>6.94117794587</c:v>
                </c:pt>
                <c:pt idx="2382">
                  <c:v>6.94117579345</c:v>
                </c:pt>
                <c:pt idx="2383">
                  <c:v>6.94113638409</c:v>
                </c:pt>
                <c:pt idx="2384">
                  <c:v>6.94113424164</c:v>
                </c:pt>
                <c:pt idx="2385">
                  <c:v>6.94109641501</c:v>
                </c:pt>
                <c:pt idx="2386">
                  <c:v>6.94109432878</c:v>
                </c:pt>
                <c:pt idx="2387">
                  <c:v>6.9410592186</c:v>
                </c:pt>
                <c:pt idx="2388">
                  <c:v>6.94105731975</c:v>
                </c:pt>
                <c:pt idx="2389">
                  <c:v>6.94102401449</c:v>
                </c:pt>
                <c:pt idx="2390">
                  <c:v>6.94102224715</c:v>
                </c:pt>
                <c:pt idx="2391">
                  <c:v>6.94099011443</c:v>
                </c:pt>
                <c:pt idx="2392">
                  <c:v>6.94098835657</c:v>
                </c:pt>
                <c:pt idx="2393">
                  <c:v>6.94095748911</c:v>
                </c:pt>
                <c:pt idx="2394">
                  <c:v>6.94095578339</c:v>
                </c:pt>
                <c:pt idx="2395">
                  <c:v>6.94092790175</c:v>
                </c:pt>
                <c:pt idx="2396">
                  <c:v>6.94092645878</c:v>
                </c:pt>
                <c:pt idx="2397">
                  <c:v>6.94090141861</c:v>
                </c:pt>
                <c:pt idx="2398">
                  <c:v>6.94090011278</c:v>
                </c:pt>
                <c:pt idx="2399">
                  <c:v>6.94087636667</c:v>
                </c:pt>
                <c:pt idx="2400">
                  <c:v>6.94087506616</c:v>
                </c:pt>
                <c:pt idx="2401">
                  <c:v>6.9408531305</c:v>
                </c:pt>
                <c:pt idx="2402">
                  <c:v>6.94085194853</c:v>
                </c:pt>
                <c:pt idx="2403">
                  <c:v>6.94083306849</c:v>
                </c:pt>
                <c:pt idx="2404">
                  <c:v>6.94083214315</c:v>
                </c:pt>
                <c:pt idx="2405">
                  <c:v>6.94081629959</c:v>
                </c:pt>
                <c:pt idx="2406">
                  <c:v>6.94081556231</c:v>
                </c:pt>
                <c:pt idx="2407">
                  <c:v>6.94080190507</c:v>
                </c:pt>
                <c:pt idx="2408">
                  <c:v>6.94080114306</c:v>
                </c:pt>
                <c:pt idx="2409">
                  <c:v>6.940789494</c:v>
                </c:pt>
                <c:pt idx="2410">
                  <c:v>6.94078886008</c:v>
                </c:pt>
                <c:pt idx="2411">
                  <c:v>6.94078009017</c:v>
                </c:pt>
                <c:pt idx="2412">
                  <c:v>6.94077974719</c:v>
                </c:pt>
                <c:pt idx="2413">
                  <c:v>6.9407790116</c:v>
                </c:pt>
                <c:pt idx="2414">
                  <c:v>6.94077453714</c:v>
                </c:pt>
                <c:pt idx="2415">
                  <c:v>6.94077437115</c:v>
                </c:pt>
                <c:pt idx="2416">
                  <c:v>6.94077133694</c:v>
                </c:pt>
                <c:pt idx="2417">
                  <c:v>6.94077116987</c:v>
                </c:pt>
                <c:pt idx="2418">
                  <c:v>6.94077007446</c:v>
                </c:pt>
                <c:pt idx="2419">
                  <c:v>6.940770103</c:v>
                </c:pt>
                <c:pt idx="2420">
                  <c:v>6.94077007274</c:v>
                </c:pt>
                <c:pt idx="2421">
                  <c:v>6.94077216533</c:v>
                </c:pt>
                <c:pt idx="2422">
                  <c:v>6.94077240589</c:v>
                </c:pt>
                <c:pt idx="2423">
                  <c:v>6.94077744495</c:v>
                </c:pt>
                <c:pt idx="2424">
                  <c:v>6.94077784599</c:v>
                </c:pt>
                <c:pt idx="2425">
                  <c:v>6.94078583986</c:v>
                </c:pt>
                <c:pt idx="2426">
                  <c:v>6.94078628354</c:v>
                </c:pt>
                <c:pt idx="2427">
                  <c:v>6.94079551824</c:v>
                </c:pt>
                <c:pt idx="2428">
                  <c:v>6.94079605015</c:v>
                </c:pt>
                <c:pt idx="2429">
                  <c:v>6.94080737087</c:v>
                </c:pt>
                <c:pt idx="2430">
                  <c:v>6.94080816265</c:v>
                </c:pt>
                <c:pt idx="2431">
                  <c:v>6.94082323797</c:v>
                </c:pt>
                <c:pt idx="2432">
                  <c:v>6.94082416272</c:v>
                </c:pt>
                <c:pt idx="2433">
                  <c:v>6.94084089216</c:v>
                </c:pt>
                <c:pt idx="2434">
                  <c:v>6.9408418059</c:v>
                </c:pt>
                <c:pt idx="2435">
                  <c:v>6.94086021246</c:v>
                </c:pt>
                <c:pt idx="2436">
                  <c:v>6.94086124887</c:v>
                </c:pt>
                <c:pt idx="2437">
                  <c:v>6.94088121954</c:v>
                </c:pt>
                <c:pt idx="2438">
                  <c:v>6.94088243692</c:v>
                </c:pt>
                <c:pt idx="2439">
                  <c:v>6.94090478335</c:v>
                </c:pt>
                <c:pt idx="2440">
                  <c:v>6.94090609534</c:v>
                </c:pt>
                <c:pt idx="2441">
                  <c:v>6.94093046149</c:v>
                </c:pt>
                <c:pt idx="2442">
                  <c:v>6.94093177827</c:v>
                </c:pt>
                <c:pt idx="2443">
                  <c:v>6.94095659627</c:v>
                </c:pt>
                <c:pt idx="2444">
                  <c:v>6.94095800047</c:v>
                </c:pt>
                <c:pt idx="2445">
                  <c:v>6.94098376883</c:v>
                </c:pt>
                <c:pt idx="2446">
                  <c:v>6.94098528729</c:v>
                </c:pt>
                <c:pt idx="2447">
                  <c:v>6.94101265203</c:v>
                </c:pt>
                <c:pt idx="2448">
                  <c:v>6.94101422007</c:v>
                </c:pt>
                <c:pt idx="2449">
                  <c:v>6.94104374665</c:v>
                </c:pt>
                <c:pt idx="2450">
                  <c:v>6.94104533492</c:v>
                </c:pt>
                <c:pt idx="2451">
                  <c:v>6.94107454685</c:v>
                </c:pt>
                <c:pt idx="2452">
                  <c:v>6.94107617106</c:v>
                </c:pt>
                <c:pt idx="2453">
                  <c:v>6.94110514761</c:v>
                </c:pt>
                <c:pt idx="2454">
                  <c:v>6.94110686529</c:v>
                </c:pt>
                <c:pt idx="2455">
                  <c:v>6.94113721037</c:v>
                </c:pt>
                <c:pt idx="2456">
                  <c:v>6.94113888808</c:v>
                </c:pt>
                <c:pt idx="2457">
                  <c:v>6.9411698692</c:v>
                </c:pt>
                <c:pt idx="2458">
                  <c:v>6.94117154447</c:v>
                </c:pt>
                <c:pt idx="2459">
                  <c:v>6.94120224245</c:v>
                </c:pt>
                <c:pt idx="2460">
                  <c:v>6.94120392917</c:v>
                </c:pt>
                <c:pt idx="2461">
                  <c:v>6.94123345232</c:v>
                </c:pt>
                <c:pt idx="2462">
                  <c:v>6.94123516828</c:v>
                </c:pt>
                <c:pt idx="2463">
                  <c:v>6.941265613</c:v>
                </c:pt>
                <c:pt idx="2464">
                  <c:v>6.94126728906</c:v>
                </c:pt>
                <c:pt idx="2465">
                  <c:v>6.9412976824</c:v>
                </c:pt>
                <c:pt idx="2466">
                  <c:v>6.94129930343</c:v>
                </c:pt>
                <c:pt idx="2467">
                  <c:v>6.94132922626</c:v>
                </c:pt>
                <c:pt idx="2468">
                  <c:v>6.94133091349</c:v>
                </c:pt>
                <c:pt idx="2469">
                  <c:v>6.94135913459</c:v>
                </c:pt>
                <c:pt idx="2470">
                  <c:v>6.94136068076</c:v>
                </c:pt>
                <c:pt idx="2471">
                  <c:v>6.94138775693</c:v>
                </c:pt>
                <c:pt idx="2472">
                  <c:v>6.94138922607</c:v>
                </c:pt>
                <c:pt idx="2473">
                  <c:v>6.94141637847</c:v>
                </c:pt>
                <c:pt idx="2474">
                  <c:v>6.94141780238</c:v>
                </c:pt>
                <c:pt idx="2475">
                  <c:v>6.94144266024</c:v>
                </c:pt>
                <c:pt idx="2476">
                  <c:v>6.94144398805</c:v>
                </c:pt>
                <c:pt idx="2477">
                  <c:v>6.94146655847</c:v>
                </c:pt>
                <c:pt idx="2478">
                  <c:v>6.94146780401</c:v>
                </c:pt>
                <c:pt idx="2479">
                  <c:v>6.94148844114</c:v>
                </c:pt>
                <c:pt idx="2480">
                  <c:v>6.94148947034</c:v>
                </c:pt>
                <c:pt idx="2481">
                  <c:v>6.94150896767</c:v>
                </c:pt>
                <c:pt idx="2482">
                  <c:v>6.94151004573</c:v>
                </c:pt>
                <c:pt idx="2483">
                  <c:v>6.94152817037</c:v>
                </c:pt>
                <c:pt idx="2484">
                  <c:v>6.94152916016</c:v>
                </c:pt>
                <c:pt idx="2485">
                  <c:v>6.94154404733</c:v>
                </c:pt>
                <c:pt idx="2486">
                  <c:v>6.94154480915</c:v>
                </c:pt>
                <c:pt idx="2487">
                  <c:v>6.94155747458</c:v>
                </c:pt>
                <c:pt idx="2488">
                  <c:v>6.9415580653</c:v>
                </c:pt>
                <c:pt idx="2489">
                  <c:v>6.9415691145</c:v>
                </c:pt>
                <c:pt idx="2490">
                  <c:v>6.94156965222</c:v>
                </c:pt>
                <c:pt idx="2491">
                  <c:v>6.94157818241</c:v>
                </c:pt>
                <c:pt idx="2492">
                  <c:v>6.94157864234</c:v>
                </c:pt>
                <c:pt idx="2493">
                  <c:v>6.94158385089</c:v>
                </c:pt>
                <c:pt idx="2494">
                  <c:v>6.94158401658</c:v>
                </c:pt>
                <c:pt idx="2495">
                  <c:v>6.94158588241</c:v>
                </c:pt>
                <c:pt idx="2496">
                  <c:v>6.94158587903</c:v>
                </c:pt>
                <c:pt idx="2497">
                  <c:v>6.94158623672</c:v>
                </c:pt>
                <c:pt idx="2498">
                  <c:v>6.94158607376</c:v>
                </c:pt>
                <c:pt idx="2499">
                  <c:v>6.94158603482</c:v>
                </c:pt>
                <c:pt idx="2500">
                  <c:v>6.94158327083</c:v>
                </c:pt>
                <c:pt idx="2501">
                  <c:v>6.9415830783</c:v>
                </c:pt>
                <c:pt idx="2502">
                  <c:v>6.94157696098</c:v>
                </c:pt>
                <c:pt idx="2503">
                  <c:v>6.94157650454</c:v>
                </c:pt>
                <c:pt idx="2504">
                  <c:v>6.94156665669</c:v>
                </c:pt>
                <c:pt idx="2505">
                  <c:v>6.9415659641</c:v>
                </c:pt>
                <c:pt idx="2506">
                  <c:v>6.94155331208</c:v>
                </c:pt>
                <c:pt idx="2507">
                  <c:v>6.94155258258</c:v>
                </c:pt>
                <c:pt idx="2508">
                  <c:v>6.94154544751</c:v>
                </c:pt>
                <c:pt idx="2509">
                  <c:v>6.9415412439</c:v>
                </c:pt>
                <c:pt idx="2510">
                  <c:v>6.9415377295</c:v>
                </c:pt>
                <c:pt idx="2511">
                  <c:v>6.94153687262</c:v>
                </c:pt>
                <c:pt idx="2512">
                  <c:v>6.94151802067</c:v>
                </c:pt>
                <c:pt idx="2513">
                  <c:v>6.94151680908</c:v>
                </c:pt>
                <c:pt idx="2514">
                  <c:v>6.94149410288</c:v>
                </c:pt>
                <c:pt idx="2515">
                  <c:v>6.94149270639</c:v>
                </c:pt>
                <c:pt idx="2516">
                  <c:v>6.94146705159</c:v>
                </c:pt>
                <c:pt idx="2517">
                  <c:v>6.94146558979</c:v>
                </c:pt>
                <c:pt idx="2518">
                  <c:v>6.94143725785</c:v>
                </c:pt>
                <c:pt idx="2519">
                  <c:v>6.94143566558</c:v>
                </c:pt>
                <c:pt idx="2520">
                  <c:v>6.94140413264</c:v>
                </c:pt>
                <c:pt idx="2521">
                  <c:v>6.94140220911</c:v>
                </c:pt>
                <c:pt idx="2522">
                  <c:v>6.94136636509</c:v>
                </c:pt>
                <c:pt idx="2523">
                  <c:v>6.94136423385</c:v>
                </c:pt>
                <c:pt idx="2524">
                  <c:v>6.94132561405</c:v>
                </c:pt>
                <c:pt idx="2525">
                  <c:v>6.94132348496</c:v>
                </c:pt>
                <c:pt idx="2526">
                  <c:v>6.94128312575</c:v>
                </c:pt>
                <c:pt idx="2527">
                  <c:v>6.94128081794</c:v>
                </c:pt>
                <c:pt idx="2528">
                  <c:v>6.94123706905</c:v>
                </c:pt>
                <c:pt idx="2529">
                  <c:v>6.94123449548</c:v>
                </c:pt>
                <c:pt idx="2530">
                  <c:v>6.9411875612</c:v>
                </c:pt>
                <c:pt idx="2531">
                  <c:v>6.94118484991</c:v>
                </c:pt>
                <c:pt idx="2532">
                  <c:v>6.94113529846</c:v>
                </c:pt>
                <c:pt idx="2533">
                  <c:v>6.94113254164</c:v>
                </c:pt>
                <c:pt idx="2534">
                  <c:v>6.94108147075</c:v>
                </c:pt>
                <c:pt idx="2535">
                  <c:v>6.94107862615</c:v>
                </c:pt>
                <c:pt idx="2536">
                  <c:v>6.9410259839</c:v>
                </c:pt>
                <c:pt idx="2537">
                  <c:v>6.94102292925</c:v>
                </c:pt>
                <c:pt idx="2538">
                  <c:v>6.94096749409</c:v>
                </c:pt>
                <c:pt idx="2539">
                  <c:v>6.94096433447</c:v>
                </c:pt>
                <c:pt idx="2540">
                  <c:v>6.94090722117</c:v>
                </c:pt>
                <c:pt idx="2541">
                  <c:v>6.94090409277</c:v>
                </c:pt>
                <c:pt idx="2542">
                  <c:v>6.94084618955</c:v>
                </c:pt>
                <c:pt idx="2543">
                  <c:v>6.94084295393</c:v>
                </c:pt>
                <c:pt idx="2544">
                  <c:v>6.94078395858</c:v>
                </c:pt>
                <c:pt idx="2545">
                  <c:v>6.94078058619</c:v>
                </c:pt>
                <c:pt idx="2546">
                  <c:v>6.94071992894</c:v>
                </c:pt>
                <c:pt idx="2547">
                  <c:v>6.9407165156</c:v>
                </c:pt>
                <c:pt idx="2548">
                  <c:v>6.94065450763</c:v>
                </c:pt>
                <c:pt idx="2549">
                  <c:v>6.94065111125</c:v>
                </c:pt>
                <c:pt idx="2550">
                  <c:v>6.94058967599</c:v>
                </c:pt>
                <c:pt idx="2551">
                  <c:v>6.9405862733</c:v>
                </c:pt>
                <c:pt idx="2552">
                  <c:v>6.94052535741</c:v>
                </c:pt>
                <c:pt idx="2553">
                  <c:v>6.94052189795</c:v>
                </c:pt>
                <c:pt idx="2554">
                  <c:v>6.94046034476</c:v>
                </c:pt>
                <c:pt idx="2555">
                  <c:v>6.94045693605</c:v>
                </c:pt>
                <c:pt idx="2556">
                  <c:v>6.94039513886</c:v>
                </c:pt>
                <c:pt idx="2557">
                  <c:v>6.94039177952</c:v>
                </c:pt>
                <c:pt idx="2558">
                  <c:v>6.94033105287</c:v>
                </c:pt>
                <c:pt idx="2559">
                  <c:v>6.94032769048</c:v>
                </c:pt>
                <c:pt idx="2560">
                  <c:v>6.94026830466</c:v>
                </c:pt>
                <c:pt idx="2561">
                  <c:v>6.94026498014</c:v>
                </c:pt>
                <c:pt idx="2562">
                  <c:v>6.94020630308</c:v>
                </c:pt>
                <c:pt idx="2563">
                  <c:v>6.94020305493</c:v>
                </c:pt>
                <c:pt idx="2564">
                  <c:v>6.940144578</c:v>
                </c:pt>
                <c:pt idx="2565">
                  <c:v>6.94014143022</c:v>
                </c:pt>
                <c:pt idx="2566">
                  <c:v>6.94008481246</c:v>
                </c:pt>
                <c:pt idx="2567">
                  <c:v>6.94008170616</c:v>
                </c:pt>
                <c:pt idx="2568">
                  <c:v>6.94002786984</c:v>
                </c:pt>
                <c:pt idx="2569">
                  <c:v>6.9400249138</c:v>
                </c:pt>
                <c:pt idx="2570">
                  <c:v>6.93997284152</c:v>
                </c:pt>
                <c:pt idx="2571">
                  <c:v>6.93997001337</c:v>
                </c:pt>
                <c:pt idx="2572">
                  <c:v>6.93991926518</c:v>
                </c:pt>
                <c:pt idx="2573">
                  <c:v>6.93991653379</c:v>
                </c:pt>
                <c:pt idx="2574">
                  <c:v>6.93986856103</c:v>
                </c:pt>
                <c:pt idx="2575">
                  <c:v>6.93986594407</c:v>
                </c:pt>
                <c:pt idx="2576">
                  <c:v>6.93982145387</c:v>
                </c:pt>
                <c:pt idx="2577">
                  <c:v>6.93981903345</c:v>
                </c:pt>
                <c:pt idx="2578">
                  <c:v>6.93977674539</c:v>
                </c:pt>
                <c:pt idx="2579">
                  <c:v>6.93977453085</c:v>
                </c:pt>
                <c:pt idx="2580">
                  <c:v>6.93973481985</c:v>
                </c:pt>
                <c:pt idx="2581">
                  <c:v>6.93973267471</c:v>
                </c:pt>
                <c:pt idx="2582">
                  <c:v>6.9396956431</c:v>
                </c:pt>
                <c:pt idx="2583">
                  <c:v>6.93969365959</c:v>
                </c:pt>
                <c:pt idx="2584">
                  <c:v>6.93966091397</c:v>
                </c:pt>
                <c:pt idx="2585">
                  <c:v>6.9396591866</c:v>
                </c:pt>
                <c:pt idx="2586">
                  <c:v>6.939630095</c:v>
                </c:pt>
                <c:pt idx="2587">
                  <c:v>6.93962861554</c:v>
                </c:pt>
                <c:pt idx="2588">
                  <c:v>6.9396020617</c:v>
                </c:pt>
                <c:pt idx="2589">
                  <c:v>6.93960069829</c:v>
                </c:pt>
                <c:pt idx="2590">
                  <c:v>6.93957763462</c:v>
                </c:pt>
                <c:pt idx="2591">
                  <c:v>6.9395764025</c:v>
                </c:pt>
                <c:pt idx="2592">
                  <c:v>6.93955829178</c:v>
                </c:pt>
                <c:pt idx="2593">
                  <c:v>6.93955740188</c:v>
                </c:pt>
                <c:pt idx="2594">
                  <c:v>6.93954319115</c:v>
                </c:pt>
                <c:pt idx="2595">
                  <c:v>6.93954255151</c:v>
                </c:pt>
                <c:pt idx="2596">
                  <c:v>6.93953160535</c:v>
                </c:pt>
                <c:pt idx="2597">
                  <c:v>6.93953107943</c:v>
                </c:pt>
                <c:pt idx="2598">
                  <c:v>6.93952398064</c:v>
                </c:pt>
                <c:pt idx="2599">
                  <c:v>6.93952366411</c:v>
                </c:pt>
                <c:pt idx="2600">
                  <c:v>6.9395207798</c:v>
                </c:pt>
                <c:pt idx="2601">
                  <c:v>6.93952076886</c:v>
                </c:pt>
                <c:pt idx="2602">
                  <c:v>6.9395207529</c:v>
                </c:pt>
                <c:pt idx="2603">
                  <c:v>6.93952263036</c:v>
                </c:pt>
                <c:pt idx="2604">
                  <c:v>6.9395227956</c:v>
                </c:pt>
                <c:pt idx="2605">
                  <c:v>6.93952307273</c:v>
                </c:pt>
                <c:pt idx="2606">
                  <c:v>6.93952855416</c:v>
                </c:pt>
                <c:pt idx="2607">
                  <c:v>6.93952892044</c:v>
                </c:pt>
                <c:pt idx="2608">
                  <c:v>6.93953811314</c:v>
                </c:pt>
                <c:pt idx="2609">
                  <c:v>6.93953867922</c:v>
                </c:pt>
                <c:pt idx="2610">
                  <c:v>6.93955254528</c:v>
                </c:pt>
                <c:pt idx="2611">
                  <c:v>6.9395534889</c:v>
                </c:pt>
                <c:pt idx="2612">
                  <c:v>6.93957214856</c:v>
                </c:pt>
                <c:pt idx="2613">
                  <c:v>6.93957334379</c:v>
                </c:pt>
                <c:pt idx="2614">
                  <c:v>6.93959527559</c:v>
                </c:pt>
                <c:pt idx="2615">
                  <c:v>6.93959653008</c:v>
                </c:pt>
                <c:pt idx="2616">
                  <c:v>6.93962146612</c:v>
                </c:pt>
                <c:pt idx="2617">
                  <c:v>6.93962291219</c:v>
                </c:pt>
                <c:pt idx="2618">
                  <c:v>6.93965179302</c:v>
                </c:pt>
                <c:pt idx="2619">
                  <c:v>6.93965355865</c:v>
                </c:pt>
                <c:pt idx="2620">
                  <c:v>6.9396866191</c:v>
                </c:pt>
                <c:pt idx="2621">
                  <c:v>6.93968860362</c:v>
                </c:pt>
                <c:pt idx="2622">
                  <c:v>6.93972487148</c:v>
                </c:pt>
                <c:pt idx="2623">
                  <c:v>6.93972689974</c:v>
                </c:pt>
                <c:pt idx="2624">
                  <c:v>6.93976530173</c:v>
                </c:pt>
                <c:pt idx="2625">
                  <c:v>6.93976748008</c:v>
                </c:pt>
                <c:pt idx="2626">
                  <c:v>6.93980916277</c:v>
                </c:pt>
                <c:pt idx="2627">
                  <c:v>6.93981162194</c:v>
                </c:pt>
                <c:pt idx="2628">
                  <c:v>6.93985672952</c:v>
                </c:pt>
                <c:pt idx="2629">
                  <c:v>6.93985934882</c:v>
                </c:pt>
                <c:pt idx="2630">
                  <c:v>6.93990714558</c:v>
                </c:pt>
                <c:pt idx="2631">
                  <c:v>6.93990979314</c:v>
                </c:pt>
                <c:pt idx="2632">
                  <c:v>6.93995898656</c:v>
                </c:pt>
                <c:pt idx="2633">
                  <c:v>6.93996171728</c:v>
                </c:pt>
                <c:pt idx="2634">
                  <c:v>6.94001274621</c:v>
                </c:pt>
                <c:pt idx="2635">
                  <c:v>6.94001573711</c:v>
                </c:pt>
                <c:pt idx="2636">
                  <c:v>6.94006934718</c:v>
                </c:pt>
                <c:pt idx="2637">
                  <c:v>6.9400723865</c:v>
                </c:pt>
                <c:pt idx="2638">
                  <c:v>6.94012744689</c:v>
                </c:pt>
                <c:pt idx="2639">
                  <c:v>6.94013050019</c:v>
                </c:pt>
                <c:pt idx="2640">
                  <c:v>6.94018665454</c:v>
                </c:pt>
                <c:pt idx="2641">
                  <c:v>6.94018976279</c:v>
                </c:pt>
                <c:pt idx="2642">
                  <c:v>6.94024646101</c:v>
                </c:pt>
                <c:pt idx="2643">
                  <c:v>6.94024970992</c:v>
                </c:pt>
                <c:pt idx="2644">
                  <c:v>6.94030845281</c:v>
                </c:pt>
                <c:pt idx="2645">
                  <c:v>6.94031174912</c:v>
                </c:pt>
                <c:pt idx="2646">
                  <c:v>6.94037112374</c:v>
                </c:pt>
                <c:pt idx="2647">
                  <c:v>6.94037434763</c:v>
                </c:pt>
                <c:pt idx="2648">
                  <c:v>6.94043325505</c:v>
                </c:pt>
                <c:pt idx="2649">
                  <c:v>6.94043651988</c:v>
                </c:pt>
                <c:pt idx="2650">
                  <c:v>6.9404949354</c:v>
                </c:pt>
                <c:pt idx="2651">
                  <c:v>6.94049823326</c:v>
                </c:pt>
                <c:pt idx="2652">
                  <c:v>6.94055629449</c:v>
                </c:pt>
                <c:pt idx="2653">
                  <c:v>6.94055953972</c:v>
                </c:pt>
                <c:pt idx="2654">
                  <c:v>6.94061824448</c:v>
                </c:pt>
                <c:pt idx="2655">
                  <c:v>6.94062139365</c:v>
                </c:pt>
                <c:pt idx="2656">
                  <c:v>6.9406776638</c:v>
                </c:pt>
                <c:pt idx="2657">
                  <c:v>6.94068074469</c:v>
                </c:pt>
                <c:pt idx="2658">
                  <c:v>6.94073529802</c:v>
                </c:pt>
                <c:pt idx="2659">
                  <c:v>6.94073834392</c:v>
                </c:pt>
                <c:pt idx="2660">
                  <c:v>6.94079189394</c:v>
                </c:pt>
                <c:pt idx="2661">
                  <c:v>6.94079478515</c:v>
                </c:pt>
                <c:pt idx="2662">
                  <c:v>6.94084723398</c:v>
                </c:pt>
                <c:pt idx="2663">
                  <c:v>6.94085005105</c:v>
                </c:pt>
                <c:pt idx="2664">
                  <c:v>6.94089995399</c:v>
                </c:pt>
                <c:pt idx="2665">
                  <c:v>6.94090265203</c:v>
                </c:pt>
                <c:pt idx="2666">
                  <c:v>6.94094971355</c:v>
                </c:pt>
                <c:pt idx="2667">
                  <c:v>6.94095231507</c:v>
                </c:pt>
                <c:pt idx="2668">
                  <c:v>6.94099735968</c:v>
                </c:pt>
                <c:pt idx="2669">
                  <c:v>6.94099979094</c:v>
                </c:pt>
                <c:pt idx="2670">
                  <c:v>6.94104301656</c:v>
                </c:pt>
                <c:pt idx="2671">
                  <c:v>6.94104529967</c:v>
                </c:pt>
                <c:pt idx="2672">
                  <c:v>6.94108569523</c:v>
                </c:pt>
                <c:pt idx="2673">
                  <c:v>6.94108789829</c:v>
                </c:pt>
                <c:pt idx="2674">
                  <c:v>6.94112428948</c:v>
                </c:pt>
                <c:pt idx="2675">
                  <c:v>6.94112621311</c:v>
                </c:pt>
                <c:pt idx="2676">
                  <c:v>6.9411589954</c:v>
                </c:pt>
                <c:pt idx="2677">
                  <c:v>6.94116072407</c:v>
                </c:pt>
                <c:pt idx="2678">
                  <c:v>6.94119125213</c:v>
                </c:pt>
                <c:pt idx="2679">
                  <c:v>6.94119280795</c:v>
                </c:pt>
                <c:pt idx="2680">
                  <c:v>6.94121894828</c:v>
                </c:pt>
                <c:pt idx="2681">
                  <c:v>6.94122033073</c:v>
                </c:pt>
                <c:pt idx="2682">
                  <c:v>6.9412421628</c:v>
                </c:pt>
                <c:pt idx="2683">
                  <c:v>6.94124327109</c:v>
                </c:pt>
                <c:pt idx="2684">
                  <c:v>6.9412610194</c:v>
                </c:pt>
                <c:pt idx="2685">
                  <c:v>6.94126185235</c:v>
                </c:pt>
                <c:pt idx="2686">
                  <c:v>6.94127648083</c:v>
                </c:pt>
                <c:pt idx="2687">
                  <c:v>6.94127718598</c:v>
                </c:pt>
                <c:pt idx="2688">
                  <c:v>6.94128774997</c:v>
                </c:pt>
                <c:pt idx="2689">
                  <c:v>6.94128824334</c:v>
                </c:pt>
                <c:pt idx="2690">
                  <c:v>6.94129335223</c:v>
                </c:pt>
                <c:pt idx="2691">
                  <c:v>6.9412935204</c:v>
                </c:pt>
                <c:pt idx="2692">
                  <c:v>6.94129450535</c:v>
                </c:pt>
                <c:pt idx="2693">
                  <c:v>6.9412944179</c:v>
                </c:pt>
                <c:pt idx="2694">
                  <c:v>6.94129430696</c:v>
                </c:pt>
                <c:pt idx="2695">
                  <c:v>6.94129093289</c:v>
                </c:pt>
                <c:pt idx="2696">
                  <c:v>6.94129063281</c:v>
                </c:pt>
                <c:pt idx="2697">
                  <c:v>6.9412833508</c:v>
                </c:pt>
                <c:pt idx="2698">
                  <c:v>6.94128286691</c:v>
                </c:pt>
                <c:pt idx="2699">
                  <c:v>6.94127930023</c:v>
                </c:pt>
                <c:pt idx="2700">
                  <c:v>6.94127658328</c:v>
                </c:pt>
                <c:pt idx="2701">
                  <c:v>6.94127024334</c:v>
                </c:pt>
                <c:pt idx="2702">
                  <c:v>6.94126937638</c:v>
                </c:pt>
                <c:pt idx="2703">
                  <c:v>6.94125143585</c:v>
                </c:pt>
                <c:pt idx="2704">
                  <c:v>6.9412502694</c:v>
                </c:pt>
                <c:pt idx="2705">
                  <c:v>6.94122884919</c:v>
                </c:pt>
                <c:pt idx="2706">
                  <c:v>6.9412275626</c:v>
                </c:pt>
                <c:pt idx="2707">
                  <c:v>6.94120147409</c:v>
                </c:pt>
                <c:pt idx="2708">
                  <c:v>6.94119994221</c:v>
                </c:pt>
                <c:pt idx="2709">
                  <c:v>6.94116894982</c:v>
                </c:pt>
                <c:pt idx="2710">
                  <c:v>6.94116707483</c:v>
                </c:pt>
                <c:pt idx="2711">
                  <c:v>6.94113122927</c:v>
                </c:pt>
                <c:pt idx="2712">
                  <c:v>6.94112905836</c:v>
                </c:pt>
                <c:pt idx="2713">
                  <c:v>6.94108884819</c:v>
                </c:pt>
                <c:pt idx="2714">
                  <c:v>6.94108656458</c:v>
                </c:pt>
                <c:pt idx="2715">
                  <c:v>6.9410433756</c:v>
                </c:pt>
                <c:pt idx="2716">
                  <c:v>6.94104092103</c:v>
                </c:pt>
                <c:pt idx="2717">
                  <c:v>6.94099306863</c:v>
                </c:pt>
                <c:pt idx="2718">
                  <c:v>6.94099020708</c:v>
                </c:pt>
                <c:pt idx="2719">
                  <c:v>6.94093758169</c:v>
                </c:pt>
                <c:pt idx="2720">
                  <c:v>6.9409345472</c:v>
                </c:pt>
                <c:pt idx="2721">
                  <c:v>6.94087907713</c:v>
                </c:pt>
                <c:pt idx="2722">
                  <c:v>6.94087591282</c:v>
                </c:pt>
                <c:pt idx="2723">
                  <c:v>6.94081742292</c:v>
                </c:pt>
                <c:pt idx="2724">
                  <c:v>6.94081415606</c:v>
                </c:pt>
                <c:pt idx="2725">
                  <c:v>6.94075274505</c:v>
                </c:pt>
                <c:pt idx="2726">
                  <c:v>6.94074918976</c:v>
                </c:pt>
                <c:pt idx="2727">
                  <c:v>6.94068401911</c:v>
                </c:pt>
                <c:pt idx="2728">
                  <c:v>6.94068027274</c:v>
                </c:pt>
                <c:pt idx="2729">
                  <c:v>6.94061259615</c:v>
                </c:pt>
                <c:pt idx="2730">
                  <c:v>6.94060887877</c:v>
                </c:pt>
                <c:pt idx="2731">
                  <c:v>6.94054024795</c:v>
                </c:pt>
                <c:pt idx="2732">
                  <c:v>6.94053638469</c:v>
                </c:pt>
                <c:pt idx="2733">
                  <c:v>6.94046529627</c:v>
                </c:pt>
                <c:pt idx="2734">
                  <c:v>6.94046122652</c:v>
                </c:pt>
                <c:pt idx="2735">
                  <c:v>6.94038819498</c:v>
                </c:pt>
                <c:pt idx="2736">
                  <c:v>6.94038406809</c:v>
                </c:pt>
                <c:pt idx="2737">
                  <c:v>6.94030910825</c:v>
                </c:pt>
                <c:pt idx="2738">
                  <c:v>6.94030496972</c:v>
                </c:pt>
                <c:pt idx="2739">
                  <c:v>6.94022958449</c:v>
                </c:pt>
                <c:pt idx="2740">
                  <c:v>6.94022541055</c:v>
                </c:pt>
                <c:pt idx="2741">
                  <c:v>6.94014977124</c:v>
                </c:pt>
                <c:pt idx="2742">
                  <c:v>6.94014548304</c:v>
                </c:pt>
                <c:pt idx="2743">
                  <c:v>6.94006826649</c:v>
                </c:pt>
                <c:pt idx="2744">
                  <c:v>6.9400639263</c:v>
                </c:pt>
                <c:pt idx="2745">
                  <c:v>6.93998646658</c:v>
                </c:pt>
                <c:pt idx="2746">
                  <c:v>6.93998227874</c:v>
                </c:pt>
                <c:pt idx="2747">
                  <c:v>6.93990618226</c:v>
                </c:pt>
                <c:pt idx="2748">
                  <c:v>6.93990195955</c:v>
                </c:pt>
                <c:pt idx="2749">
                  <c:v>6.93982637384</c:v>
                </c:pt>
                <c:pt idx="2750">
                  <c:v>6.93982214656</c:v>
                </c:pt>
                <c:pt idx="2751">
                  <c:v>6.93974773393</c:v>
                </c:pt>
                <c:pt idx="2752">
                  <c:v>6.93974363651</c:v>
                </c:pt>
                <c:pt idx="2753">
                  <c:v>6.93966975635</c:v>
                </c:pt>
                <c:pt idx="2754">
                  <c:v>6.93966573962</c:v>
                </c:pt>
                <c:pt idx="2755">
                  <c:v>6.93959417533</c:v>
                </c:pt>
                <c:pt idx="2756">
                  <c:v>6.9395902849</c:v>
                </c:pt>
                <c:pt idx="2757">
                  <c:v>6.93952184064</c:v>
                </c:pt>
                <c:pt idx="2758">
                  <c:v>6.93951802342</c:v>
                </c:pt>
                <c:pt idx="2759">
                  <c:v>6.9394507106</c:v>
                </c:pt>
                <c:pt idx="2760">
                  <c:v>6.93944704974</c:v>
                </c:pt>
                <c:pt idx="2761">
                  <c:v>6.93938223481</c:v>
                </c:pt>
                <c:pt idx="2762">
                  <c:v>6.93937877535</c:v>
                </c:pt>
                <c:pt idx="2763">
                  <c:v>6.93931741804</c:v>
                </c:pt>
                <c:pt idx="2764">
                  <c:v>6.93931408438</c:v>
                </c:pt>
                <c:pt idx="2765">
                  <c:v>6.93925716266</c:v>
                </c:pt>
                <c:pt idx="2766">
                  <c:v>6.93925405806</c:v>
                </c:pt>
                <c:pt idx="2767">
                  <c:v>6.9392004688</c:v>
                </c:pt>
                <c:pt idx="2768">
                  <c:v>6.93919759946</c:v>
                </c:pt>
                <c:pt idx="2769">
                  <c:v>6.93914686322</c:v>
                </c:pt>
                <c:pt idx="2770">
                  <c:v>6.93914424054</c:v>
                </c:pt>
                <c:pt idx="2771">
                  <c:v>6.93909874718</c:v>
                </c:pt>
                <c:pt idx="2772">
                  <c:v>6.93909632533</c:v>
                </c:pt>
                <c:pt idx="2773">
                  <c:v>6.93905534692</c:v>
                </c:pt>
                <c:pt idx="2774">
                  <c:v>6.93905316155</c:v>
                </c:pt>
                <c:pt idx="2775">
                  <c:v>6.9390164807</c:v>
                </c:pt>
                <c:pt idx="2776">
                  <c:v>6.9390146177</c:v>
                </c:pt>
                <c:pt idx="2777">
                  <c:v>6.93898176702</c:v>
                </c:pt>
                <c:pt idx="2778">
                  <c:v>6.93898006979</c:v>
                </c:pt>
                <c:pt idx="2779">
                  <c:v>6.93895149084</c:v>
                </c:pt>
                <c:pt idx="2780">
                  <c:v>6.93895003637</c:v>
                </c:pt>
                <c:pt idx="2781">
                  <c:v>6.93892764697</c:v>
                </c:pt>
                <c:pt idx="2782">
                  <c:v>6.93892649645</c:v>
                </c:pt>
                <c:pt idx="2783">
                  <c:v>6.9389085969</c:v>
                </c:pt>
                <c:pt idx="2784">
                  <c:v>6.93890777972</c:v>
                </c:pt>
                <c:pt idx="2785">
                  <c:v>6.93889453962</c:v>
                </c:pt>
                <c:pt idx="2786">
                  <c:v>6.93889396381</c:v>
                </c:pt>
                <c:pt idx="2787">
                  <c:v>6.938885685</c:v>
                </c:pt>
                <c:pt idx="2788">
                  <c:v>6.93888533158</c:v>
                </c:pt>
                <c:pt idx="2789">
                  <c:v>6.93888288167</c:v>
                </c:pt>
                <c:pt idx="2790">
                  <c:v>6.9388829164</c:v>
                </c:pt>
                <c:pt idx="2791">
                  <c:v>6.93888294789</c:v>
                </c:pt>
                <c:pt idx="2792">
                  <c:v>6.93888654304</c:v>
                </c:pt>
                <c:pt idx="2793">
                  <c:v>6.93888692278</c:v>
                </c:pt>
                <c:pt idx="2794">
                  <c:v>6.93889263374</c:v>
                </c:pt>
                <c:pt idx="2795">
                  <c:v>6.93889420529</c:v>
                </c:pt>
                <c:pt idx="2796">
                  <c:v>6.93889476918</c:v>
                </c:pt>
                <c:pt idx="2797">
                  <c:v>6.93889534806</c:v>
                </c:pt>
                <c:pt idx="2798">
                  <c:v>6.93890877529</c:v>
                </c:pt>
                <c:pt idx="2799">
                  <c:v>6.93890962561</c:v>
                </c:pt>
                <c:pt idx="2800">
                  <c:v>6.93892918401</c:v>
                </c:pt>
                <c:pt idx="2801">
                  <c:v>6.93893045596</c:v>
                </c:pt>
                <c:pt idx="2802">
                  <c:v>6.9389558495</c:v>
                </c:pt>
                <c:pt idx="2803">
                  <c:v>6.9389574489</c:v>
                </c:pt>
                <c:pt idx="2804">
                  <c:v>6.93898717091</c:v>
                </c:pt>
                <c:pt idx="2805">
                  <c:v>6.93898893944</c:v>
                </c:pt>
                <c:pt idx="2806">
                  <c:v>6.93902330039</c:v>
                </c:pt>
                <c:pt idx="2807">
                  <c:v>6.93902529789</c:v>
                </c:pt>
                <c:pt idx="2808">
                  <c:v>6.93906529102</c:v>
                </c:pt>
                <c:pt idx="2809">
                  <c:v>6.93906768517</c:v>
                </c:pt>
                <c:pt idx="2810">
                  <c:v>6.93911276123</c:v>
                </c:pt>
                <c:pt idx="2811">
                  <c:v>6.93911542182</c:v>
                </c:pt>
                <c:pt idx="2812">
                  <c:v>6.93916454268</c:v>
                </c:pt>
                <c:pt idx="2813">
                  <c:v>6.9391673367</c:v>
                </c:pt>
                <c:pt idx="2814">
                  <c:v>6.93922055832</c:v>
                </c:pt>
                <c:pt idx="2815">
                  <c:v>6.93922357307</c:v>
                </c:pt>
                <c:pt idx="2816">
                  <c:v>6.93928100184</c:v>
                </c:pt>
                <c:pt idx="2817">
                  <c:v>6.93928436209</c:v>
                </c:pt>
                <c:pt idx="2818">
                  <c:v>6.93934664795</c:v>
                </c:pt>
                <c:pt idx="2819">
                  <c:v>6.93935025563</c:v>
                </c:pt>
                <c:pt idx="2820">
                  <c:v>6.93941555259</c:v>
                </c:pt>
                <c:pt idx="2821">
                  <c:v>6.93941920767</c:v>
                </c:pt>
                <c:pt idx="2822">
                  <c:v>6.93948703991</c:v>
                </c:pt>
                <c:pt idx="2823">
                  <c:v>6.93949085238</c:v>
                </c:pt>
                <c:pt idx="2824">
                  <c:v>6.93956245336</c:v>
                </c:pt>
                <c:pt idx="2825">
                  <c:v>6.93956656273</c:v>
                </c:pt>
                <c:pt idx="2826">
                  <c:v>6.93964108415</c:v>
                </c:pt>
                <c:pt idx="2827">
                  <c:v>6.93964533851</c:v>
                </c:pt>
                <c:pt idx="2828">
                  <c:v>6.9397226867</c:v>
                </c:pt>
                <c:pt idx="2829">
                  <c:v>6.93972698333</c:v>
                </c:pt>
                <c:pt idx="2830">
                  <c:v>6.93980546621</c:v>
                </c:pt>
                <c:pt idx="2831">
                  <c:v>6.9398098252</c:v>
                </c:pt>
                <c:pt idx="2832">
                  <c:v>6.93988961016</c:v>
                </c:pt>
                <c:pt idx="2833">
                  <c:v>6.93989417175</c:v>
                </c:pt>
                <c:pt idx="2834">
                  <c:v>6.93997657884</c:v>
                </c:pt>
                <c:pt idx="2835">
                  <c:v>6.9399812105</c:v>
                </c:pt>
                <c:pt idx="2836">
                  <c:v>6.9400643806</c:v>
                </c:pt>
                <c:pt idx="2837">
                  <c:v>6.94006896094</c:v>
                </c:pt>
                <c:pt idx="2838">
                  <c:v>6.94015255937</c:v>
                </c:pt>
                <c:pt idx="2839">
                  <c:v>6.9401571619</c:v>
                </c:pt>
                <c:pt idx="2840">
                  <c:v>6.94024083642</c:v>
                </c:pt>
                <c:pt idx="2841">
                  <c:v>6.94024559297</c:v>
                </c:pt>
                <c:pt idx="2842">
                  <c:v>6.94033046536</c:v>
                </c:pt>
                <c:pt idx="2843">
                  <c:v>6.94033520089</c:v>
                </c:pt>
                <c:pt idx="2844">
                  <c:v>6.94041978698</c:v>
                </c:pt>
                <c:pt idx="2845">
                  <c:v>6.94042437873</c:v>
                </c:pt>
                <c:pt idx="2846">
                  <c:v>6.9405076603</c:v>
                </c:pt>
                <c:pt idx="2847">
                  <c:v>6.94051225207</c:v>
                </c:pt>
                <c:pt idx="2848">
                  <c:v>6.94059429164</c:v>
                </c:pt>
                <c:pt idx="2849">
                  <c:v>6.94059884829</c:v>
                </c:pt>
                <c:pt idx="2850">
                  <c:v>6.94067944537</c:v>
                </c:pt>
                <c:pt idx="2851">
                  <c:v>6.94068391311</c:v>
                </c:pt>
                <c:pt idx="2852">
                  <c:v>6.94076349071</c:v>
                </c:pt>
                <c:pt idx="2853">
                  <c:v>6.94076775584</c:v>
                </c:pt>
                <c:pt idx="2854">
                  <c:v>6.94084366396</c:v>
                </c:pt>
                <c:pt idx="2855">
                  <c:v>6.94084779763</c:v>
                </c:pt>
                <c:pt idx="2856">
                  <c:v>6.94092073346</c:v>
                </c:pt>
                <c:pt idx="2857">
                  <c:v>6.94092476418</c:v>
                </c:pt>
                <c:pt idx="2858">
                  <c:v>6.94099500463</c:v>
                </c:pt>
                <c:pt idx="2859">
                  <c:v>6.94099880432</c:v>
                </c:pt>
                <c:pt idx="2860">
                  <c:v>6.94106601813</c:v>
                </c:pt>
                <c:pt idx="2861">
                  <c:v>6.94106962955</c:v>
                </c:pt>
                <c:pt idx="2862">
                  <c:v>6.94113286768</c:v>
                </c:pt>
                <c:pt idx="2863">
                  <c:v>6.94113623414</c:v>
                </c:pt>
                <c:pt idx="2864">
                  <c:v>6.94119441723</c:v>
                </c:pt>
                <c:pt idx="2865">
                  <c:v>6.94119760704</c:v>
                </c:pt>
                <c:pt idx="2866">
                  <c:v>6.94125235268</c:v>
                </c:pt>
                <c:pt idx="2867">
                  <c:v>6.9412552426</c:v>
                </c:pt>
                <c:pt idx="2868">
                  <c:v>6.94130583681</c:v>
                </c:pt>
                <c:pt idx="2869">
                  <c:v>6.94130847551</c:v>
                </c:pt>
                <c:pt idx="2870">
                  <c:v>6.94135447714</c:v>
                </c:pt>
                <c:pt idx="2871">
                  <c:v>6.94135694035</c:v>
                </c:pt>
                <c:pt idx="2872">
                  <c:v>6.94139732891</c:v>
                </c:pt>
                <c:pt idx="2873">
                  <c:v>6.94139945914</c:v>
                </c:pt>
                <c:pt idx="2874">
                  <c:v>6.94143483283</c:v>
                </c:pt>
                <c:pt idx="2875">
                  <c:v>6.94143664807</c:v>
                </c:pt>
                <c:pt idx="2876">
                  <c:v>6.94146818904</c:v>
                </c:pt>
                <c:pt idx="2877">
                  <c:v>6.94146975764</c:v>
                </c:pt>
                <c:pt idx="2878">
                  <c:v>6.94149511234</c:v>
                </c:pt>
                <c:pt idx="2879">
                  <c:v>6.94149638908</c:v>
                </c:pt>
                <c:pt idx="2880">
                  <c:v>6.94151573072</c:v>
                </c:pt>
                <c:pt idx="2881">
                  <c:v>6.94151667491</c:v>
                </c:pt>
                <c:pt idx="2882">
                  <c:v>6.94153042925</c:v>
                </c:pt>
                <c:pt idx="2883">
                  <c:v>6.94153099639</c:v>
                </c:pt>
                <c:pt idx="2884">
                  <c:v>6.9415397901</c:v>
                </c:pt>
                <c:pt idx="2885">
                  <c:v>6.94154010813</c:v>
                </c:pt>
                <c:pt idx="2886">
                  <c:v>6.94154302879</c:v>
                </c:pt>
                <c:pt idx="2887">
                  <c:v>6.94154298199</c:v>
                </c:pt>
                <c:pt idx="2888">
                  <c:v>6.94154302116</c:v>
                </c:pt>
                <c:pt idx="2889">
                  <c:v>6.94153916078</c:v>
                </c:pt>
                <c:pt idx="2890">
                  <c:v>6.94153879376</c:v>
                </c:pt>
                <c:pt idx="2891">
                  <c:v>6.94153754202</c:v>
                </c:pt>
                <c:pt idx="2892">
                  <c:v>6.94153664547</c:v>
                </c:pt>
                <c:pt idx="2893">
                  <c:v>6.94152939317</c:v>
                </c:pt>
                <c:pt idx="2894">
                  <c:v>6.94152867664</c:v>
                </c:pt>
                <c:pt idx="2895">
                  <c:v>6.94151375325</c:v>
                </c:pt>
                <c:pt idx="2896">
                  <c:v>6.94151275863</c:v>
                </c:pt>
                <c:pt idx="2897">
                  <c:v>6.94149264009</c:v>
                </c:pt>
                <c:pt idx="2898">
                  <c:v>6.94149139182</c:v>
                </c:pt>
                <c:pt idx="2899">
                  <c:v>6.94146411021</c:v>
                </c:pt>
                <c:pt idx="2900">
                  <c:v>6.9414624277</c:v>
                </c:pt>
                <c:pt idx="2901">
                  <c:v>6.94142919034</c:v>
                </c:pt>
                <c:pt idx="2902">
                  <c:v>6.94142716647</c:v>
                </c:pt>
                <c:pt idx="2903">
                  <c:v>6.94138900199</c:v>
                </c:pt>
                <c:pt idx="2904">
                  <c:v>6.94138673733</c:v>
                </c:pt>
                <c:pt idx="2905">
                  <c:v>6.9413431577</c:v>
                </c:pt>
                <c:pt idx="2906">
                  <c:v>6.9413406252</c:v>
                </c:pt>
                <c:pt idx="2907">
                  <c:v>6.94129169676</c:v>
                </c:pt>
                <c:pt idx="2908">
                  <c:v>6.94128879124</c:v>
                </c:pt>
                <c:pt idx="2909">
                  <c:v>6.9412338778</c:v>
                </c:pt>
                <c:pt idx="2910">
                  <c:v>6.94123062592</c:v>
                </c:pt>
                <c:pt idx="2911">
                  <c:v>6.94117166321</c:v>
                </c:pt>
                <c:pt idx="2912">
                  <c:v>6.94116833398</c:v>
                </c:pt>
                <c:pt idx="2913">
                  <c:v>6.94110513423</c:v>
                </c:pt>
                <c:pt idx="2914">
                  <c:v>6.94110155283</c:v>
                </c:pt>
                <c:pt idx="2915">
                  <c:v>6.94103372354</c:v>
                </c:pt>
                <c:pt idx="2916">
                  <c:v>6.94102981965</c:v>
                </c:pt>
                <c:pt idx="2917">
                  <c:v>6.94095778955</c:v>
                </c:pt>
                <c:pt idx="2918">
                  <c:v>6.94095361784</c:v>
                </c:pt>
                <c:pt idx="2919">
                  <c:v>6.94087794262</c:v>
                </c:pt>
                <c:pt idx="2920">
                  <c:v>6.9408737011</c:v>
                </c:pt>
                <c:pt idx="2921">
                  <c:v>6.94079579495</c:v>
                </c:pt>
                <c:pt idx="2922">
                  <c:v>6.94079141504</c:v>
                </c:pt>
                <c:pt idx="2923">
                  <c:v>6.9407098764</c:v>
                </c:pt>
                <c:pt idx="2924">
                  <c:v>6.94070522225</c:v>
                </c:pt>
                <c:pt idx="2925">
                  <c:v>6.94062077857</c:v>
                </c:pt>
                <c:pt idx="2926">
                  <c:v>6.94061599047</c:v>
                </c:pt>
                <c:pt idx="2927">
                  <c:v>6.9405298582</c:v>
                </c:pt>
                <c:pt idx="2928">
                  <c:v>6.94052508081</c:v>
                </c:pt>
                <c:pt idx="2929">
                  <c:v>6.94043771436</c:v>
                </c:pt>
                <c:pt idx="2930">
                  <c:v>6.94043287863</c:v>
                </c:pt>
                <c:pt idx="2931">
                  <c:v>6.94034453257</c:v>
                </c:pt>
                <c:pt idx="2932">
                  <c:v>6.94033953264</c:v>
                </c:pt>
                <c:pt idx="2933">
                  <c:v>6.94024915573</c:v>
                </c:pt>
                <c:pt idx="2934">
                  <c:v>6.94024405627</c:v>
                </c:pt>
                <c:pt idx="2935">
                  <c:v>6.9401530351</c:v>
                </c:pt>
                <c:pt idx="2936">
                  <c:v>6.94014804641</c:v>
                </c:pt>
                <c:pt idx="2937">
                  <c:v>6.94005778034</c:v>
                </c:pt>
                <c:pt idx="2938">
                  <c:v>6.94005279066</c:v>
                </c:pt>
                <c:pt idx="2939">
                  <c:v>6.93996239391</c:v>
                </c:pt>
                <c:pt idx="2940">
                  <c:v>6.93995730841</c:v>
                </c:pt>
                <c:pt idx="2941">
                  <c:v>6.93986682378</c:v>
                </c:pt>
                <c:pt idx="2942">
                  <c:v>6.93986181234</c:v>
                </c:pt>
                <c:pt idx="2943">
                  <c:v>6.93977244674</c:v>
                </c:pt>
                <c:pt idx="2944">
                  <c:v>6.93976760358</c:v>
                </c:pt>
                <c:pt idx="2945">
                  <c:v>6.93968034496</c:v>
                </c:pt>
                <c:pt idx="2946">
                  <c:v>6.93967557064</c:v>
                </c:pt>
                <c:pt idx="2947">
                  <c:v>6.93959112359</c:v>
                </c:pt>
                <c:pt idx="2948">
                  <c:v>6.93958642947</c:v>
                </c:pt>
                <c:pt idx="2949">
                  <c:v>6.93950362694</c:v>
                </c:pt>
                <c:pt idx="2950">
                  <c:v>6.93949907428</c:v>
                </c:pt>
                <c:pt idx="2951">
                  <c:v>6.93941886146</c:v>
                </c:pt>
                <c:pt idx="2952">
                  <c:v>6.93941457978</c:v>
                </c:pt>
                <c:pt idx="2953">
                  <c:v>6.93933876486</c:v>
                </c:pt>
                <c:pt idx="2954">
                  <c:v>6.9393346678</c:v>
                </c:pt>
                <c:pt idx="2955">
                  <c:v>6.93926271062</c:v>
                </c:pt>
                <c:pt idx="2956">
                  <c:v>6.93925876384</c:v>
                </c:pt>
                <c:pt idx="2957">
                  <c:v>6.93919079642</c:v>
                </c:pt>
                <c:pt idx="2958">
                  <c:v>6.9391871534</c:v>
                </c:pt>
                <c:pt idx="2959">
                  <c:v>6.93912322598</c:v>
                </c:pt>
                <c:pt idx="2960">
                  <c:v>6.93911982824</c:v>
                </c:pt>
                <c:pt idx="2961">
                  <c:v>6.93906083678</c:v>
                </c:pt>
                <c:pt idx="2962">
                  <c:v>6.93905772273</c:v>
                </c:pt>
                <c:pt idx="2963">
                  <c:v>6.93900482366</c:v>
                </c:pt>
                <c:pt idx="2964">
                  <c:v>6.93900195195</c:v>
                </c:pt>
                <c:pt idx="2965">
                  <c:v>6.9389529234</c:v>
                </c:pt>
                <c:pt idx="2966">
                  <c:v>6.93895033631</c:v>
                </c:pt>
                <c:pt idx="2967">
                  <c:v>6.9389065887</c:v>
                </c:pt>
                <c:pt idx="2968">
                  <c:v>6.93890438296</c:v>
                </c:pt>
                <c:pt idx="2969">
                  <c:v>6.93886662728</c:v>
                </c:pt>
                <c:pt idx="2970">
                  <c:v>6.93886464462</c:v>
                </c:pt>
                <c:pt idx="2971">
                  <c:v>6.93883309848</c:v>
                </c:pt>
                <c:pt idx="2972">
                  <c:v>6.93883149278</c:v>
                </c:pt>
                <c:pt idx="2973">
                  <c:v>6.93880629008</c:v>
                </c:pt>
                <c:pt idx="2974">
                  <c:v>6.93880508482</c:v>
                </c:pt>
                <c:pt idx="2975">
                  <c:v>6.9387848655</c:v>
                </c:pt>
                <c:pt idx="2976">
                  <c:v>6.93878395163</c:v>
                </c:pt>
                <c:pt idx="2977">
                  <c:v>6.9387708412</c:v>
                </c:pt>
                <c:pt idx="2978">
                  <c:v>6.93877027466</c:v>
                </c:pt>
                <c:pt idx="2979">
                  <c:v>6.9387641864</c:v>
                </c:pt>
                <c:pt idx="2980">
                  <c:v>6.93876399009</c:v>
                </c:pt>
                <c:pt idx="2981">
                  <c:v>6.93876332131</c:v>
                </c:pt>
                <c:pt idx="2982">
                  <c:v>6.93876422255</c:v>
                </c:pt>
                <c:pt idx="2983">
                  <c:v>6.93876446021</c:v>
                </c:pt>
                <c:pt idx="2984">
                  <c:v>6.93877076484</c:v>
                </c:pt>
                <c:pt idx="2985">
                  <c:v>6.93877129394</c:v>
                </c:pt>
                <c:pt idx="2986">
                  <c:v>6.93877807322</c:v>
                </c:pt>
                <c:pt idx="2987">
                  <c:v>6.93878209545</c:v>
                </c:pt>
                <c:pt idx="2988">
                  <c:v>6.93878383778</c:v>
                </c:pt>
                <c:pt idx="2989">
                  <c:v>6.93878469045</c:v>
                </c:pt>
                <c:pt idx="2990">
                  <c:v>6.93880531921</c:v>
                </c:pt>
                <c:pt idx="2991">
                  <c:v>6.93880668559</c:v>
                </c:pt>
                <c:pt idx="2992">
                  <c:v>6.93883394054</c:v>
                </c:pt>
                <c:pt idx="2993">
                  <c:v>6.93883566359</c:v>
                </c:pt>
                <c:pt idx="2994">
                  <c:v>6.93886891253</c:v>
                </c:pt>
                <c:pt idx="2995">
                  <c:v>6.93887095511</c:v>
                </c:pt>
                <c:pt idx="2996">
                  <c:v>6.93890535599</c:v>
                </c:pt>
                <c:pt idx="2997">
                  <c:v>6.9389075755</c:v>
                </c:pt>
                <c:pt idx="2998">
                  <c:v>6.93890992399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7.2"/>
          <c:min val="4"/>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P_pos / 10⁶ (Dateieinheit)</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50112"/>
        <c:crossesAt val="4"/>
        <c:majorUnit val="1"/>
      </c:valAx>
      <c:valAx>
        <c:axId val="48650112"/>
        <c:scaling>
          <c:orientation val="minMax"/>
          <c:max val="7"/>
          <c:min val="0"/>
        </c:scaling>
        <c:delete val="0"/>
        <c:axPos val="b"/>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72768"/>
        <c:crossesAt val="0"/>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Messung</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Data'!$A$2:$A$1316</c:f>
              <c:numCache>
                <c:formatCode>General</c:formatCode>
                <c:ptCount val="1315"/>
                <c:pt idx="0">
                  <c:v>4.00000000002</c:v>
                </c:pt>
                <c:pt idx="1">
                  <c:v>4.00025000002</c:v>
                </c:pt>
                <c:pt idx="2">
                  <c:v>4.00050000002</c:v>
                </c:pt>
                <c:pt idx="3">
                  <c:v>4.00275000002</c:v>
                </c:pt>
                <c:pt idx="4">
                  <c:v>4.00300000002</c:v>
                </c:pt>
                <c:pt idx="5">
                  <c:v>4.00750000002</c:v>
                </c:pt>
                <c:pt idx="6">
                  <c:v>4.00775000002</c:v>
                </c:pt>
                <c:pt idx="7">
                  <c:v>4.01225000002</c:v>
                </c:pt>
                <c:pt idx="8">
                  <c:v>4.01250000002</c:v>
                </c:pt>
                <c:pt idx="9">
                  <c:v>4.01700000002</c:v>
                </c:pt>
                <c:pt idx="10">
                  <c:v>4.01725000002</c:v>
                </c:pt>
                <c:pt idx="11">
                  <c:v>4.02175000002</c:v>
                </c:pt>
                <c:pt idx="12">
                  <c:v>4.02200000002</c:v>
                </c:pt>
                <c:pt idx="13">
                  <c:v>4.02650000002</c:v>
                </c:pt>
                <c:pt idx="14">
                  <c:v>4.02675000002</c:v>
                </c:pt>
                <c:pt idx="15">
                  <c:v>4.03125000002</c:v>
                </c:pt>
                <c:pt idx="16">
                  <c:v>4.03150000002</c:v>
                </c:pt>
                <c:pt idx="17">
                  <c:v>4.03600000002</c:v>
                </c:pt>
                <c:pt idx="18">
                  <c:v>4.03625000002</c:v>
                </c:pt>
                <c:pt idx="19">
                  <c:v>4.04075000002</c:v>
                </c:pt>
                <c:pt idx="20">
                  <c:v>4.04100000002</c:v>
                </c:pt>
                <c:pt idx="21">
                  <c:v>4.04550000002</c:v>
                </c:pt>
                <c:pt idx="22">
                  <c:v>4.04575000002</c:v>
                </c:pt>
                <c:pt idx="23">
                  <c:v>4.05025000002</c:v>
                </c:pt>
                <c:pt idx="24">
                  <c:v>4.05050000002</c:v>
                </c:pt>
                <c:pt idx="25">
                  <c:v>4.05500000002</c:v>
                </c:pt>
                <c:pt idx="26">
                  <c:v>4.05525000002</c:v>
                </c:pt>
                <c:pt idx="27">
                  <c:v>4.05975000002</c:v>
                </c:pt>
                <c:pt idx="28">
                  <c:v>4.06000000002</c:v>
                </c:pt>
                <c:pt idx="29">
                  <c:v>4.06450000002</c:v>
                </c:pt>
                <c:pt idx="30">
                  <c:v>4.06475000002</c:v>
                </c:pt>
                <c:pt idx="31">
                  <c:v>4.06925000002</c:v>
                </c:pt>
                <c:pt idx="32">
                  <c:v>4.06950000002</c:v>
                </c:pt>
                <c:pt idx="33">
                  <c:v>4.07400000002</c:v>
                </c:pt>
                <c:pt idx="34">
                  <c:v>4.07425000002</c:v>
                </c:pt>
                <c:pt idx="35">
                  <c:v>4.07875000002</c:v>
                </c:pt>
                <c:pt idx="36">
                  <c:v>4.07900000002</c:v>
                </c:pt>
                <c:pt idx="37">
                  <c:v>4.08350000002</c:v>
                </c:pt>
                <c:pt idx="38">
                  <c:v>4.08375000002</c:v>
                </c:pt>
                <c:pt idx="39">
                  <c:v>4.08825000002</c:v>
                </c:pt>
                <c:pt idx="40">
                  <c:v>4.08850000002</c:v>
                </c:pt>
                <c:pt idx="41">
                  <c:v>4.09300000002</c:v>
                </c:pt>
                <c:pt idx="42">
                  <c:v>4.09325000002</c:v>
                </c:pt>
                <c:pt idx="43">
                  <c:v>4.09775000002</c:v>
                </c:pt>
                <c:pt idx="44">
                  <c:v>4.09800000002</c:v>
                </c:pt>
                <c:pt idx="45">
                  <c:v>4.10250000002</c:v>
                </c:pt>
                <c:pt idx="46">
                  <c:v>4.10275000002</c:v>
                </c:pt>
                <c:pt idx="47">
                  <c:v>4.10725000002</c:v>
                </c:pt>
                <c:pt idx="48">
                  <c:v>4.10750000002</c:v>
                </c:pt>
                <c:pt idx="49">
                  <c:v>4.10825000002</c:v>
                </c:pt>
                <c:pt idx="50">
                  <c:v>4.11200000002</c:v>
                </c:pt>
                <c:pt idx="51">
                  <c:v>4.11225000002</c:v>
                </c:pt>
                <c:pt idx="52">
                  <c:v>4.11550000002</c:v>
                </c:pt>
                <c:pt idx="53">
                  <c:v>4.11650000002</c:v>
                </c:pt>
                <c:pt idx="54">
                  <c:v>4.11675000002</c:v>
                </c:pt>
                <c:pt idx="55">
                  <c:v>4.11700000002</c:v>
                </c:pt>
                <c:pt idx="56">
                  <c:v>4.12150000002</c:v>
                </c:pt>
                <c:pt idx="57">
                  <c:v>4.12175000002</c:v>
                </c:pt>
                <c:pt idx="58">
                  <c:v>4.12625000002</c:v>
                </c:pt>
                <c:pt idx="59">
                  <c:v>4.12650000002</c:v>
                </c:pt>
                <c:pt idx="60">
                  <c:v>4.13100000002</c:v>
                </c:pt>
                <c:pt idx="61">
                  <c:v>4.13125000002</c:v>
                </c:pt>
                <c:pt idx="62">
                  <c:v>4.13575000002</c:v>
                </c:pt>
                <c:pt idx="63">
                  <c:v>4.13600000002</c:v>
                </c:pt>
                <c:pt idx="64">
                  <c:v>4.14050000002</c:v>
                </c:pt>
                <c:pt idx="65">
                  <c:v>4.14075000002</c:v>
                </c:pt>
                <c:pt idx="66">
                  <c:v>4.14525000002</c:v>
                </c:pt>
                <c:pt idx="67">
                  <c:v>4.14550000002</c:v>
                </c:pt>
                <c:pt idx="68">
                  <c:v>4.15000000002</c:v>
                </c:pt>
                <c:pt idx="69">
                  <c:v>4.15025000002</c:v>
                </c:pt>
                <c:pt idx="70">
                  <c:v>4.15475000002</c:v>
                </c:pt>
                <c:pt idx="71">
                  <c:v>4.15500000002</c:v>
                </c:pt>
                <c:pt idx="72">
                  <c:v>4.15950000002</c:v>
                </c:pt>
                <c:pt idx="73">
                  <c:v>4.15975000002</c:v>
                </c:pt>
                <c:pt idx="74">
                  <c:v>4.16425000002</c:v>
                </c:pt>
                <c:pt idx="75">
                  <c:v>4.16450000002</c:v>
                </c:pt>
                <c:pt idx="76">
                  <c:v>4.16900000002</c:v>
                </c:pt>
                <c:pt idx="77">
                  <c:v>4.16925000002</c:v>
                </c:pt>
                <c:pt idx="78">
                  <c:v>4.17375000002</c:v>
                </c:pt>
                <c:pt idx="79">
                  <c:v>4.17400000002</c:v>
                </c:pt>
                <c:pt idx="80">
                  <c:v>4.17850000002</c:v>
                </c:pt>
                <c:pt idx="81">
                  <c:v>4.17875000002</c:v>
                </c:pt>
                <c:pt idx="82">
                  <c:v>4.18325000002</c:v>
                </c:pt>
                <c:pt idx="83">
                  <c:v>4.18350000002</c:v>
                </c:pt>
                <c:pt idx="84">
                  <c:v>4.18800000002</c:v>
                </c:pt>
                <c:pt idx="85">
                  <c:v>4.18825000002</c:v>
                </c:pt>
                <c:pt idx="86">
                  <c:v>4.19275000002</c:v>
                </c:pt>
                <c:pt idx="87">
                  <c:v>4.19300000002</c:v>
                </c:pt>
                <c:pt idx="88">
                  <c:v>4.19750000002</c:v>
                </c:pt>
                <c:pt idx="89">
                  <c:v>4.19775000002</c:v>
                </c:pt>
                <c:pt idx="90">
                  <c:v>4.20225000002</c:v>
                </c:pt>
                <c:pt idx="91">
                  <c:v>4.20250000002</c:v>
                </c:pt>
                <c:pt idx="92">
                  <c:v>4.20700000002</c:v>
                </c:pt>
                <c:pt idx="93">
                  <c:v>4.20725000002</c:v>
                </c:pt>
                <c:pt idx="94">
                  <c:v>4.21175000002</c:v>
                </c:pt>
                <c:pt idx="95">
                  <c:v>4.21200000002</c:v>
                </c:pt>
                <c:pt idx="96">
                  <c:v>4.21650000002</c:v>
                </c:pt>
                <c:pt idx="97">
                  <c:v>4.21675000002</c:v>
                </c:pt>
                <c:pt idx="98">
                  <c:v>4.22125000002</c:v>
                </c:pt>
                <c:pt idx="99">
                  <c:v>4.22150000002</c:v>
                </c:pt>
                <c:pt idx="100">
                  <c:v>4.22600000002</c:v>
                </c:pt>
                <c:pt idx="101">
                  <c:v>4.22625000002</c:v>
                </c:pt>
                <c:pt idx="102">
                  <c:v>4.23075000002</c:v>
                </c:pt>
                <c:pt idx="103">
                  <c:v>4.23100000002</c:v>
                </c:pt>
                <c:pt idx="104">
                  <c:v>4.23550000002</c:v>
                </c:pt>
                <c:pt idx="105">
                  <c:v>4.23575000002</c:v>
                </c:pt>
                <c:pt idx="106">
                  <c:v>4.24025000002</c:v>
                </c:pt>
                <c:pt idx="107">
                  <c:v>4.24050000002</c:v>
                </c:pt>
                <c:pt idx="108">
                  <c:v>4.24500000002</c:v>
                </c:pt>
                <c:pt idx="109">
                  <c:v>4.24525000002</c:v>
                </c:pt>
                <c:pt idx="110">
                  <c:v>4.24975000002</c:v>
                </c:pt>
                <c:pt idx="111">
                  <c:v>4.25000000002</c:v>
                </c:pt>
                <c:pt idx="112">
                  <c:v>4.25450000002</c:v>
                </c:pt>
                <c:pt idx="113">
                  <c:v>4.25475000002</c:v>
                </c:pt>
                <c:pt idx="114">
                  <c:v>4.25925000002</c:v>
                </c:pt>
                <c:pt idx="115">
                  <c:v>4.25950000002</c:v>
                </c:pt>
                <c:pt idx="116">
                  <c:v>4.26400000002</c:v>
                </c:pt>
                <c:pt idx="117">
                  <c:v>4.26425000002</c:v>
                </c:pt>
                <c:pt idx="118">
                  <c:v>4.26875000002</c:v>
                </c:pt>
                <c:pt idx="119">
                  <c:v>4.26900000002</c:v>
                </c:pt>
                <c:pt idx="120">
                  <c:v>4.27325000002</c:v>
                </c:pt>
                <c:pt idx="121">
                  <c:v>4.27350000002</c:v>
                </c:pt>
                <c:pt idx="122">
                  <c:v>4.27375000002</c:v>
                </c:pt>
                <c:pt idx="123">
                  <c:v>4.27825000002</c:v>
                </c:pt>
                <c:pt idx="124">
                  <c:v>4.27850000002</c:v>
                </c:pt>
                <c:pt idx="125">
                  <c:v>4.28300000002</c:v>
                </c:pt>
                <c:pt idx="126">
                  <c:v>4.28325000002</c:v>
                </c:pt>
                <c:pt idx="127">
                  <c:v>4.28775000002</c:v>
                </c:pt>
                <c:pt idx="128">
                  <c:v>4.28800000002</c:v>
                </c:pt>
                <c:pt idx="129">
                  <c:v>4.29250000002</c:v>
                </c:pt>
                <c:pt idx="130">
                  <c:v>4.29275000002</c:v>
                </c:pt>
                <c:pt idx="131">
                  <c:v>4.29725000002</c:v>
                </c:pt>
                <c:pt idx="132">
                  <c:v>4.29750000002</c:v>
                </c:pt>
                <c:pt idx="133">
                  <c:v>4.30200000002</c:v>
                </c:pt>
                <c:pt idx="134">
                  <c:v>4.30225000002</c:v>
                </c:pt>
                <c:pt idx="135">
                  <c:v>4.30675000002</c:v>
                </c:pt>
                <c:pt idx="136">
                  <c:v>4.30700000002</c:v>
                </c:pt>
                <c:pt idx="137">
                  <c:v>4.31150000002</c:v>
                </c:pt>
                <c:pt idx="138">
                  <c:v>4.31175000002</c:v>
                </c:pt>
                <c:pt idx="139">
                  <c:v>4.31625000002</c:v>
                </c:pt>
                <c:pt idx="140">
                  <c:v>4.31650000002</c:v>
                </c:pt>
                <c:pt idx="141">
                  <c:v>4.32100000002</c:v>
                </c:pt>
                <c:pt idx="142">
                  <c:v>4.32125000002</c:v>
                </c:pt>
                <c:pt idx="143">
                  <c:v>4.32575000002</c:v>
                </c:pt>
                <c:pt idx="144">
                  <c:v>4.32600000002</c:v>
                </c:pt>
                <c:pt idx="145">
                  <c:v>4.33050000002</c:v>
                </c:pt>
                <c:pt idx="146">
                  <c:v>4.33075000002</c:v>
                </c:pt>
                <c:pt idx="147">
                  <c:v>4.33150000002</c:v>
                </c:pt>
                <c:pt idx="148">
                  <c:v>4.33525000002</c:v>
                </c:pt>
                <c:pt idx="149">
                  <c:v>4.33550000002</c:v>
                </c:pt>
                <c:pt idx="150">
                  <c:v>4.33650000002</c:v>
                </c:pt>
                <c:pt idx="151">
                  <c:v>4.34000000002</c:v>
                </c:pt>
                <c:pt idx="152">
                  <c:v>4.34025000002</c:v>
                </c:pt>
                <c:pt idx="153">
                  <c:v>4.34475000002</c:v>
                </c:pt>
                <c:pt idx="154">
                  <c:v>4.34500000002</c:v>
                </c:pt>
                <c:pt idx="155">
                  <c:v>4.34950000002</c:v>
                </c:pt>
                <c:pt idx="156">
                  <c:v>4.34975000002</c:v>
                </c:pt>
                <c:pt idx="157">
                  <c:v>4.35425000002</c:v>
                </c:pt>
                <c:pt idx="158">
                  <c:v>4.35450000002</c:v>
                </c:pt>
                <c:pt idx="159">
                  <c:v>4.35900000002</c:v>
                </c:pt>
                <c:pt idx="160">
                  <c:v>4.35925000002</c:v>
                </c:pt>
                <c:pt idx="161">
                  <c:v>4.36375000002</c:v>
                </c:pt>
                <c:pt idx="162">
                  <c:v>4.36400000002</c:v>
                </c:pt>
                <c:pt idx="163">
                  <c:v>4.36850000002</c:v>
                </c:pt>
                <c:pt idx="164">
                  <c:v>4.36875000002</c:v>
                </c:pt>
                <c:pt idx="165">
                  <c:v>4.37325000002</c:v>
                </c:pt>
                <c:pt idx="166">
                  <c:v>4.37350000002</c:v>
                </c:pt>
                <c:pt idx="167">
                  <c:v>4.37800000002</c:v>
                </c:pt>
                <c:pt idx="168">
                  <c:v>4.37825000002</c:v>
                </c:pt>
                <c:pt idx="169">
                  <c:v>4.38275000002</c:v>
                </c:pt>
                <c:pt idx="170">
                  <c:v>4.38300000002</c:v>
                </c:pt>
                <c:pt idx="171">
                  <c:v>4.38750000002</c:v>
                </c:pt>
                <c:pt idx="172">
                  <c:v>4.38775000002</c:v>
                </c:pt>
                <c:pt idx="173">
                  <c:v>4.39225000002</c:v>
                </c:pt>
                <c:pt idx="174">
                  <c:v>4.39250000002</c:v>
                </c:pt>
                <c:pt idx="175">
                  <c:v>4.39700000002</c:v>
                </c:pt>
                <c:pt idx="176">
                  <c:v>4.39725000002</c:v>
                </c:pt>
                <c:pt idx="177">
                  <c:v>4.40175000002</c:v>
                </c:pt>
                <c:pt idx="178">
                  <c:v>4.40200000002</c:v>
                </c:pt>
                <c:pt idx="179">
                  <c:v>4.40650000002</c:v>
                </c:pt>
                <c:pt idx="180">
                  <c:v>4.40675000002</c:v>
                </c:pt>
                <c:pt idx="181">
                  <c:v>4.41125000002</c:v>
                </c:pt>
                <c:pt idx="182">
                  <c:v>4.41150000002</c:v>
                </c:pt>
                <c:pt idx="183">
                  <c:v>4.41600000002</c:v>
                </c:pt>
                <c:pt idx="184">
                  <c:v>4.41625000002</c:v>
                </c:pt>
                <c:pt idx="185">
                  <c:v>4.42075000002</c:v>
                </c:pt>
                <c:pt idx="186">
                  <c:v>4.42100000002</c:v>
                </c:pt>
                <c:pt idx="187">
                  <c:v>4.42550000002</c:v>
                </c:pt>
                <c:pt idx="188">
                  <c:v>4.42575000002</c:v>
                </c:pt>
                <c:pt idx="189">
                  <c:v>4.43025000002</c:v>
                </c:pt>
                <c:pt idx="190">
                  <c:v>4.43050000002</c:v>
                </c:pt>
                <c:pt idx="191">
                  <c:v>4.43500000002</c:v>
                </c:pt>
                <c:pt idx="192">
                  <c:v>4.43525000002</c:v>
                </c:pt>
                <c:pt idx="193">
                  <c:v>4.43975000002</c:v>
                </c:pt>
                <c:pt idx="194">
                  <c:v>4.44000000002</c:v>
                </c:pt>
                <c:pt idx="195">
                  <c:v>4.44450000002</c:v>
                </c:pt>
                <c:pt idx="196">
                  <c:v>4.44475000002</c:v>
                </c:pt>
                <c:pt idx="197">
                  <c:v>4.44925000002</c:v>
                </c:pt>
                <c:pt idx="198">
                  <c:v>4.44950000002</c:v>
                </c:pt>
                <c:pt idx="199">
                  <c:v>4.45400000002</c:v>
                </c:pt>
                <c:pt idx="200">
                  <c:v>4.45425000002</c:v>
                </c:pt>
                <c:pt idx="201">
                  <c:v>4.45875000002</c:v>
                </c:pt>
                <c:pt idx="202">
                  <c:v>4.45900000002</c:v>
                </c:pt>
                <c:pt idx="203">
                  <c:v>4.46350000002</c:v>
                </c:pt>
                <c:pt idx="204">
                  <c:v>4.46375000002</c:v>
                </c:pt>
                <c:pt idx="205">
                  <c:v>4.46825000002</c:v>
                </c:pt>
                <c:pt idx="206">
                  <c:v>4.46850000002</c:v>
                </c:pt>
                <c:pt idx="207">
                  <c:v>4.47300000002</c:v>
                </c:pt>
                <c:pt idx="208">
                  <c:v>4.47325000002</c:v>
                </c:pt>
                <c:pt idx="209">
                  <c:v>4.47775000002</c:v>
                </c:pt>
                <c:pt idx="210">
                  <c:v>4.47800000002</c:v>
                </c:pt>
                <c:pt idx="211">
                  <c:v>4.48250000002</c:v>
                </c:pt>
                <c:pt idx="212">
                  <c:v>4.48275000002</c:v>
                </c:pt>
                <c:pt idx="213">
                  <c:v>4.48725000002</c:v>
                </c:pt>
                <c:pt idx="214">
                  <c:v>4.48750000002</c:v>
                </c:pt>
                <c:pt idx="215">
                  <c:v>4.49200000002</c:v>
                </c:pt>
                <c:pt idx="216">
                  <c:v>4.49225000002</c:v>
                </c:pt>
                <c:pt idx="217">
                  <c:v>4.49675000002</c:v>
                </c:pt>
                <c:pt idx="218">
                  <c:v>4.49700000002</c:v>
                </c:pt>
                <c:pt idx="219">
                  <c:v>4.50150000002</c:v>
                </c:pt>
                <c:pt idx="220">
                  <c:v>4.50175000002</c:v>
                </c:pt>
                <c:pt idx="221">
                  <c:v>4.50625000002</c:v>
                </c:pt>
                <c:pt idx="222">
                  <c:v>4.50650000002</c:v>
                </c:pt>
                <c:pt idx="223">
                  <c:v>4.51100000002</c:v>
                </c:pt>
                <c:pt idx="224">
                  <c:v>4.51125000002</c:v>
                </c:pt>
                <c:pt idx="225">
                  <c:v>4.51575000002</c:v>
                </c:pt>
                <c:pt idx="226">
                  <c:v>4.51600000002</c:v>
                </c:pt>
                <c:pt idx="227">
                  <c:v>4.52050000002</c:v>
                </c:pt>
                <c:pt idx="228">
                  <c:v>4.52075000002</c:v>
                </c:pt>
                <c:pt idx="229">
                  <c:v>4.52525000002</c:v>
                </c:pt>
                <c:pt idx="230">
                  <c:v>4.52550000002</c:v>
                </c:pt>
                <c:pt idx="231">
                  <c:v>4.53000000002</c:v>
                </c:pt>
                <c:pt idx="232">
                  <c:v>4.53025000002</c:v>
                </c:pt>
                <c:pt idx="233">
                  <c:v>4.53475000002</c:v>
                </c:pt>
                <c:pt idx="234">
                  <c:v>4.53500000002</c:v>
                </c:pt>
                <c:pt idx="235">
                  <c:v>4.53950000002</c:v>
                </c:pt>
                <c:pt idx="236">
                  <c:v>4.53975000002</c:v>
                </c:pt>
                <c:pt idx="237">
                  <c:v>4.54425000002</c:v>
                </c:pt>
                <c:pt idx="238">
                  <c:v>4.54450000002</c:v>
                </c:pt>
                <c:pt idx="239">
                  <c:v>4.54900000002</c:v>
                </c:pt>
                <c:pt idx="240">
                  <c:v>4.54925000002</c:v>
                </c:pt>
                <c:pt idx="241">
                  <c:v>4.55375000002</c:v>
                </c:pt>
                <c:pt idx="242">
                  <c:v>4.55400000002</c:v>
                </c:pt>
                <c:pt idx="243">
                  <c:v>4.55625000002</c:v>
                </c:pt>
                <c:pt idx="244">
                  <c:v>4.55650000002</c:v>
                </c:pt>
                <c:pt idx="245">
                  <c:v>4.55850000002</c:v>
                </c:pt>
                <c:pt idx="246">
                  <c:v>4.55875000002</c:v>
                </c:pt>
                <c:pt idx="247">
                  <c:v>4.56025000002</c:v>
                </c:pt>
                <c:pt idx="248">
                  <c:v>4.56325000002</c:v>
                </c:pt>
                <c:pt idx="249">
                  <c:v>4.56350000002</c:v>
                </c:pt>
                <c:pt idx="250">
                  <c:v>4.56800000002</c:v>
                </c:pt>
                <c:pt idx="251">
                  <c:v>4.56825000002</c:v>
                </c:pt>
                <c:pt idx="252">
                  <c:v>4.57275000002</c:v>
                </c:pt>
                <c:pt idx="253">
                  <c:v>4.57300000002</c:v>
                </c:pt>
                <c:pt idx="254">
                  <c:v>4.57750000002</c:v>
                </c:pt>
                <c:pt idx="255">
                  <c:v>4.57775000002</c:v>
                </c:pt>
                <c:pt idx="256">
                  <c:v>4.58225000002</c:v>
                </c:pt>
                <c:pt idx="257">
                  <c:v>4.58250000002</c:v>
                </c:pt>
                <c:pt idx="258">
                  <c:v>4.58700000002</c:v>
                </c:pt>
                <c:pt idx="259">
                  <c:v>4.58725000002</c:v>
                </c:pt>
                <c:pt idx="260">
                  <c:v>4.59175000002</c:v>
                </c:pt>
                <c:pt idx="261">
                  <c:v>4.59200000002</c:v>
                </c:pt>
                <c:pt idx="262">
                  <c:v>4.59650000002</c:v>
                </c:pt>
                <c:pt idx="263">
                  <c:v>4.59675000002</c:v>
                </c:pt>
                <c:pt idx="264">
                  <c:v>4.60125000002</c:v>
                </c:pt>
                <c:pt idx="265">
                  <c:v>4.60150000002</c:v>
                </c:pt>
                <c:pt idx="266">
                  <c:v>4.60600000002</c:v>
                </c:pt>
                <c:pt idx="267">
                  <c:v>4.60625000002</c:v>
                </c:pt>
                <c:pt idx="268">
                  <c:v>4.61075000002</c:v>
                </c:pt>
                <c:pt idx="269">
                  <c:v>4.61100000002</c:v>
                </c:pt>
                <c:pt idx="270">
                  <c:v>4.61550000002</c:v>
                </c:pt>
                <c:pt idx="271">
                  <c:v>4.61575000002</c:v>
                </c:pt>
                <c:pt idx="272">
                  <c:v>4.62025000002</c:v>
                </c:pt>
                <c:pt idx="273">
                  <c:v>4.62050000002</c:v>
                </c:pt>
                <c:pt idx="274">
                  <c:v>4.62500000002</c:v>
                </c:pt>
                <c:pt idx="275">
                  <c:v>4.62525000002</c:v>
                </c:pt>
                <c:pt idx="276">
                  <c:v>4.62975000002</c:v>
                </c:pt>
                <c:pt idx="277">
                  <c:v>4.63000000002</c:v>
                </c:pt>
                <c:pt idx="278">
                  <c:v>4.63450000002</c:v>
                </c:pt>
                <c:pt idx="279">
                  <c:v>4.63475000002</c:v>
                </c:pt>
                <c:pt idx="280">
                  <c:v>4.63925000002</c:v>
                </c:pt>
                <c:pt idx="281">
                  <c:v>4.63950000002</c:v>
                </c:pt>
                <c:pt idx="282">
                  <c:v>4.64400000002</c:v>
                </c:pt>
                <c:pt idx="283">
                  <c:v>4.64425000002</c:v>
                </c:pt>
                <c:pt idx="284">
                  <c:v>4.64875000002</c:v>
                </c:pt>
                <c:pt idx="285">
                  <c:v>4.64900000002</c:v>
                </c:pt>
                <c:pt idx="286">
                  <c:v>4.65350000002</c:v>
                </c:pt>
                <c:pt idx="287">
                  <c:v>4.65375000002</c:v>
                </c:pt>
                <c:pt idx="288">
                  <c:v>4.65825000002</c:v>
                </c:pt>
                <c:pt idx="289">
                  <c:v>4.65850000002</c:v>
                </c:pt>
                <c:pt idx="290">
                  <c:v>4.66300000002</c:v>
                </c:pt>
                <c:pt idx="291">
                  <c:v>4.66325000002</c:v>
                </c:pt>
                <c:pt idx="292">
                  <c:v>4.66775000002</c:v>
                </c:pt>
                <c:pt idx="293">
                  <c:v>4.66800000002</c:v>
                </c:pt>
                <c:pt idx="294">
                  <c:v>4.67225000002</c:v>
                </c:pt>
                <c:pt idx="295">
                  <c:v>4.67250000002</c:v>
                </c:pt>
                <c:pt idx="296">
                  <c:v>4.67275000002</c:v>
                </c:pt>
                <c:pt idx="297">
                  <c:v>4.67325000002</c:v>
                </c:pt>
                <c:pt idx="298">
                  <c:v>4.67725000002</c:v>
                </c:pt>
                <c:pt idx="299">
                  <c:v>4.67750000002</c:v>
                </c:pt>
                <c:pt idx="300">
                  <c:v>4.68200000002</c:v>
                </c:pt>
                <c:pt idx="301">
                  <c:v>4.68225000002</c:v>
                </c:pt>
                <c:pt idx="302">
                  <c:v>4.68675000002</c:v>
                </c:pt>
                <c:pt idx="303">
                  <c:v>4.68700000002</c:v>
                </c:pt>
                <c:pt idx="304">
                  <c:v>4.69150000002</c:v>
                </c:pt>
                <c:pt idx="305">
                  <c:v>4.69175000002</c:v>
                </c:pt>
                <c:pt idx="306">
                  <c:v>4.69625000002</c:v>
                </c:pt>
                <c:pt idx="307">
                  <c:v>4.69650000002</c:v>
                </c:pt>
                <c:pt idx="308">
                  <c:v>4.70100000002</c:v>
                </c:pt>
                <c:pt idx="309">
                  <c:v>4.70125000002</c:v>
                </c:pt>
                <c:pt idx="310">
                  <c:v>4.70575000002</c:v>
                </c:pt>
                <c:pt idx="311">
                  <c:v>4.70600000002</c:v>
                </c:pt>
                <c:pt idx="312">
                  <c:v>4.71050000002</c:v>
                </c:pt>
                <c:pt idx="313">
                  <c:v>4.71075000002</c:v>
                </c:pt>
                <c:pt idx="314">
                  <c:v>4.71525000002</c:v>
                </c:pt>
                <c:pt idx="315">
                  <c:v>4.71550000002</c:v>
                </c:pt>
                <c:pt idx="316">
                  <c:v>4.72000000002</c:v>
                </c:pt>
                <c:pt idx="317">
                  <c:v>4.72025000002</c:v>
                </c:pt>
                <c:pt idx="318">
                  <c:v>4.72475000002</c:v>
                </c:pt>
                <c:pt idx="319">
                  <c:v>4.72500000002</c:v>
                </c:pt>
                <c:pt idx="320">
                  <c:v>4.72950000002</c:v>
                </c:pt>
                <c:pt idx="321">
                  <c:v>4.72975000002</c:v>
                </c:pt>
                <c:pt idx="322">
                  <c:v>4.73425000002</c:v>
                </c:pt>
                <c:pt idx="323">
                  <c:v>4.73450000002</c:v>
                </c:pt>
                <c:pt idx="324">
                  <c:v>4.73900000002</c:v>
                </c:pt>
                <c:pt idx="325">
                  <c:v>4.73925000002</c:v>
                </c:pt>
                <c:pt idx="326">
                  <c:v>4.74375000002</c:v>
                </c:pt>
                <c:pt idx="327">
                  <c:v>4.74400000002</c:v>
                </c:pt>
                <c:pt idx="328">
                  <c:v>4.74850000002</c:v>
                </c:pt>
                <c:pt idx="329">
                  <c:v>4.74875000002</c:v>
                </c:pt>
                <c:pt idx="330">
                  <c:v>4.75325000002</c:v>
                </c:pt>
                <c:pt idx="331">
                  <c:v>4.75350000002</c:v>
                </c:pt>
                <c:pt idx="332">
                  <c:v>4.75800000002</c:v>
                </c:pt>
                <c:pt idx="333">
                  <c:v>4.75825000002</c:v>
                </c:pt>
                <c:pt idx="334">
                  <c:v>4.76275000002</c:v>
                </c:pt>
                <c:pt idx="335">
                  <c:v>4.76300000002</c:v>
                </c:pt>
                <c:pt idx="336">
                  <c:v>4.76750000002</c:v>
                </c:pt>
                <c:pt idx="337">
                  <c:v>4.76775000002</c:v>
                </c:pt>
                <c:pt idx="338">
                  <c:v>4.77225000002</c:v>
                </c:pt>
                <c:pt idx="339">
                  <c:v>4.77250000002</c:v>
                </c:pt>
                <c:pt idx="340">
                  <c:v>4.77300000002</c:v>
                </c:pt>
                <c:pt idx="341">
                  <c:v>4.77625000002</c:v>
                </c:pt>
                <c:pt idx="342">
                  <c:v>4.77700000002</c:v>
                </c:pt>
                <c:pt idx="343">
                  <c:v>4.77725000002</c:v>
                </c:pt>
                <c:pt idx="344">
                  <c:v>4.78175000002</c:v>
                </c:pt>
                <c:pt idx="345">
                  <c:v>4.78200000002</c:v>
                </c:pt>
                <c:pt idx="346">
                  <c:v>4.78650000002</c:v>
                </c:pt>
                <c:pt idx="347">
                  <c:v>4.78675000002</c:v>
                </c:pt>
                <c:pt idx="348">
                  <c:v>4.79125000002</c:v>
                </c:pt>
                <c:pt idx="349">
                  <c:v>4.79150000002</c:v>
                </c:pt>
                <c:pt idx="350">
                  <c:v>4.79600000002</c:v>
                </c:pt>
                <c:pt idx="351">
                  <c:v>4.79625000002</c:v>
                </c:pt>
                <c:pt idx="352">
                  <c:v>4.80075000002</c:v>
                </c:pt>
                <c:pt idx="353">
                  <c:v>4.80100000002</c:v>
                </c:pt>
                <c:pt idx="354">
                  <c:v>4.80550000002</c:v>
                </c:pt>
                <c:pt idx="355">
                  <c:v>4.80575000002</c:v>
                </c:pt>
                <c:pt idx="356">
                  <c:v>4.81025000002</c:v>
                </c:pt>
                <c:pt idx="357">
                  <c:v>4.81050000002</c:v>
                </c:pt>
                <c:pt idx="358">
                  <c:v>4.81500000002</c:v>
                </c:pt>
                <c:pt idx="359">
                  <c:v>4.81525000002</c:v>
                </c:pt>
                <c:pt idx="360">
                  <c:v>4.81975000002</c:v>
                </c:pt>
                <c:pt idx="361">
                  <c:v>4.82000000002</c:v>
                </c:pt>
                <c:pt idx="362">
                  <c:v>4.82450000002</c:v>
                </c:pt>
                <c:pt idx="363">
                  <c:v>4.82475000002</c:v>
                </c:pt>
                <c:pt idx="364">
                  <c:v>4.82925000002</c:v>
                </c:pt>
                <c:pt idx="365">
                  <c:v>4.82950000002</c:v>
                </c:pt>
                <c:pt idx="366">
                  <c:v>4.83400000002</c:v>
                </c:pt>
                <c:pt idx="367">
                  <c:v>4.83425000002</c:v>
                </c:pt>
                <c:pt idx="368">
                  <c:v>4.83875000002</c:v>
                </c:pt>
                <c:pt idx="369">
                  <c:v>4.83900000002</c:v>
                </c:pt>
                <c:pt idx="370">
                  <c:v>4.84350000002</c:v>
                </c:pt>
                <c:pt idx="371">
                  <c:v>4.84375000002</c:v>
                </c:pt>
                <c:pt idx="372">
                  <c:v>4.84825000002</c:v>
                </c:pt>
                <c:pt idx="373">
                  <c:v>4.84850000002</c:v>
                </c:pt>
                <c:pt idx="374">
                  <c:v>4.85300000002</c:v>
                </c:pt>
                <c:pt idx="375">
                  <c:v>4.85325000002</c:v>
                </c:pt>
                <c:pt idx="376">
                  <c:v>4.85775000002</c:v>
                </c:pt>
                <c:pt idx="377">
                  <c:v>4.85800000002</c:v>
                </c:pt>
                <c:pt idx="378">
                  <c:v>4.86250000002</c:v>
                </c:pt>
                <c:pt idx="379">
                  <c:v>4.86275000002</c:v>
                </c:pt>
                <c:pt idx="380">
                  <c:v>4.86725000002</c:v>
                </c:pt>
                <c:pt idx="381">
                  <c:v>4.86750000002</c:v>
                </c:pt>
                <c:pt idx="382">
                  <c:v>4.87200000002</c:v>
                </c:pt>
                <c:pt idx="383">
                  <c:v>4.87225000002</c:v>
                </c:pt>
                <c:pt idx="384">
                  <c:v>4.87675000002</c:v>
                </c:pt>
                <c:pt idx="385">
                  <c:v>4.87700000002</c:v>
                </c:pt>
                <c:pt idx="386">
                  <c:v>4.88150000002</c:v>
                </c:pt>
                <c:pt idx="387">
                  <c:v>4.88175000002</c:v>
                </c:pt>
                <c:pt idx="388">
                  <c:v>4.88625000002</c:v>
                </c:pt>
                <c:pt idx="389">
                  <c:v>4.88650000002</c:v>
                </c:pt>
                <c:pt idx="390">
                  <c:v>4.89100000002</c:v>
                </c:pt>
                <c:pt idx="391">
                  <c:v>4.89125000002</c:v>
                </c:pt>
                <c:pt idx="392">
                  <c:v>4.89575000002</c:v>
                </c:pt>
                <c:pt idx="393">
                  <c:v>4.89600000002</c:v>
                </c:pt>
                <c:pt idx="394">
                  <c:v>4.90050000002</c:v>
                </c:pt>
                <c:pt idx="395">
                  <c:v>4.90075000002</c:v>
                </c:pt>
                <c:pt idx="396">
                  <c:v>4.90525000002</c:v>
                </c:pt>
                <c:pt idx="397">
                  <c:v>4.90550000002</c:v>
                </c:pt>
                <c:pt idx="398">
                  <c:v>4.91000000002</c:v>
                </c:pt>
                <c:pt idx="399">
                  <c:v>4.91025000002</c:v>
                </c:pt>
                <c:pt idx="400">
                  <c:v>4.91475000002</c:v>
                </c:pt>
                <c:pt idx="401">
                  <c:v>4.91500000002</c:v>
                </c:pt>
                <c:pt idx="402">
                  <c:v>4.91950000002</c:v>
                </c:pt>
                <c:pt idx="403">
                  <c:v>4.91975000002</c:v>
                </c:pt>
                <c:pt idx="404">
                  <c:v>4.92425000002</c:v>
                </c:pt>
                <c:pt idx="405">
                  <c:v>4.92450000002</c:v>
                </c:pt>
                <c:pt idx="406">
                  <c:v>4.92900000002</c:v>
                </c:pt>
                <c:pt idx="407">
                  <c:v>4.92925000002</c:v>
                </c:pt>
                <c:pt idx="408">
                  <c:v>4.93375000002</c:v>
                </c:pt>
                <c:pt idx="409">
                  <c:v>4.93400000002</c:v>
                </c:pt>
                <c:pt idx="410">
                  <c:v>4.93850000002</c:v>
                </c:pt>
                <c:pt idx="411">
                  <c:v>4.93875000002</c:v>
                </c:pt>
                <c:pt idx="412">
                  <c:v>4.94325000002</c:v>
                </c:pt>
                <c:pt idx="413">
                  <c:v>4.94350000002</c:v>
                </c:pt>
                <c:pt idx="414">
                  <c:v>4.94800000002</c:v>
                </c:pt>
                <c:pt idx="415">
                  <c:v>4.94825000002</c:v>
                </c:pt>
                <c:pt idx="416">
                  <c:v>4.95275000002</c:v>
                </c:pt>
                <c:pt idx="417">
                  <c:v>4.95300000002</c:v>
                </c:pt>
                <c:pt idx="418">
                  <c:v>4.95750000002</c:v>
                </c:pt>
                <c:pt idx="419">
                  <c:v>4.95775000002</c:v>
                </c:pt>
                <c:pt idx="420">
                  <c:v>4.96225000002</c:v>
                </c:pt>
                <c:pt idx="421">
                  <c:v>4.96250000002</c:v>
                </c:pt>
                <c:pt idx="422">
                  <c:v>4.96700000002</c:v>
                </c:pt>
                <c:pt idx="423">
                  <c:v>4.96725000002</c:v>
                </c:pt>
                <c:pt idx="424">
                  <c:v>4.97175000002</c:v>
                </c:pt>
                <c:pt idx="425">
                  <c:v>4.97200000002</c:v>
                </c:pt>
                <c:pt idx="426">
                  <c:v>4.97650000002</c:v>
                </c:pt>
                <c:pt idx="427">
                  <c:v>4.97675000002</c:v>
                </c:pt>
                <c:pt idx="428">
                  <c:v>4.98125000002</c:v>
                </c:pt>
                <c:pt idx="429">
                  <c:v>4.98150000002</c:v>
                </c:pt>
                <c:pt idx="430">
                  <c:v>4.98600000002</c:v>
                </c:pt>
                <c:pt idx="431">
                  <c:v>4.98625000002</c:v>
                </c:pt>
                <c:pt idx="432">
                  <c:v>4.99075000002</c:v>
                </c:pt>
                <c:pt idx="433">
                  <c:v>4.99100000002</c:v>
                </c:pt>
                <c:pt idx="434">
                  <c:v>4.99550000002</c:v>
                </c:pt>
                <c:pt idx="435">
                  <c:v>4.99575000002</c:v>
                </c:pt>
                <c:pt idx="436">
                  <c:v>4.99625000002</c:v>
                </c:pt>
                <c:pt idx="437">
                  <c:v>4.99725000002</c:v>
                </c:pt>
                <c:pt idx="438">
                  <c:v>5.00025000002</c:v>
                </c:pt>
                <c:pt idx="439">
                  <c:v>5.00050000002</c:v>
                </c:pt>
                <c:pt idx="440">
                  <c:v>5.00500000002</c:v>
                </c:pt>
                <c:pt idx="441">
                  <c:v>5.00525000002</c:v>
                </c:pt>
                <c:pt idx="442">
                  <c:v>5.00975000002</c:v>
                </c:pt>
                <c:pt idx="443">
                  <c:v>5.01000000002</c:v>
                </c:pt>
                <c:pt idx="444">
                  <c:v>5.01450000002</c:v>
                </c:pt>
                <c:pt idx="445">
                  <c:v>5.01475000002</c:v>
                </c:pt>
                <c:pt idx="446">
                  <c:v>5.01925000002</c:v>
                </c:pt>
                <c:pt idx="447">
                  <c:v>5.01950000002</c:v>
                </c:pt>
                <c:pt idx="448">
                  <c:v>5.02400000002</c:v>
                </c:pt>
                <c:pt idx="449">
                  <c:v>5.02425000002</c:v>
                </c:pt>
                <c:pt idx="450">
                  <c:v>5.02875000002</c:v>
                </c:pt>
                <c:pt idx="451">
                  <c:v>5.02900000002</c:v>
                </c:pt>
                <c:pt idx="452">
                  <c:v>5.03350000002</c:v>
                </c:pt>
                <c:pt idx="453">
                  <c:v>5.03375000002</c:v>
                </c:pt>
                <c:pt idx="454">
                  <c:v>5.03825000002</c:v>
                </c:pt>
                <c:pt idx="455">
                  <c:v>5.03850000002</c:v>
                </c:pt>
                <c:pt idx="456">
                  <c:v>5.04300000002</c:v>
                </c:pt>
                <c:pt idx="457">
                  <c:v>5.04325000002</c:v>
                </c:pt>
                <c:pt idx="458">
                  <c:v>5.04775000002</c:v>
                </c:pt>
                <c:pt idx="459">
                  <c:v>5.04800000002</c:v>
                </c:pt>
                <c:pt idx="460">
                  <c:v>5.05250000002</c:v>
                </c:pt>
                <c:pt idx="461">
                  <c:v>5.05275000002</c:v>
                </c:pt>
                <c:pt idx="462">
                  <c:v>5.05725000002</c:v>
                </c:pt>
                <c:pt idx="463">
                  <c:v>5.05750000002</c:v>
                </c:pt>
                <c:pt idx="464">
                  <c:v>5.06200000002</c:v>
                </c:pt>
                <c:pt idx="465">
                  <c:v>5.06225000002</c:v>
                </c:pt>
                <c:pt idx="466">
                  <c:v>5.06675000002</c:v>
                </c:pt>
                <c:pt idx="467">
                  <c:v>5.06700000002</c:v>
                </c:pt>
                <c:pt idx="468">
                  <c:v>5.07150000002</c:v>
                </c:pt>
                <c:pt idx="469">
                  <c:v>5.07175000002</c:v>
                </c:pt>
                <c:pt idx="470">
                  <c:v>5.07625000002</c:v>
                </c:pt>
                <c:pt idx="471">
                  <c:v>5.07650000002</c:v>
                </c:pt>
                <c:pt idx="472">
                  <c:v>5.08100000002</c:v>
                </c:pt>
                <c:pt idx="473">
                  <c:v>5.08125000002</c:v>
                </c:pt>
                <c:pt idx="474">
                  <c:v>5.08575000002</c:v>
                </c:pt>
                <c:pt idx="475">
                  <c:v>5.08600000002</c:v>
                </c:pt>
                <c:pt idx="476">
                  <c:v>5.09050000002</c:v>
                </c:pt>
                <c:pt idx="477">
                  <c:v>5.09075000002</c:v>
                </c:pt>
                <c:pt idx="478">
                  <c:v>5.09525000002</c:v>
                </c:pt>
                <c:pt idx="479">
                  <c:v>5.09550000002</c:v>
                </c:pt>
                <c:pt idx="480">
                  <c:v>5.10000000002</c:v>
                </c:pt>
                <c:pt idx="481">
                  <c:v>5.10025000002</c:v>
                </c:pt>
                <c:pt idx="482">
                  <c:v>5.10475000002</c:v>
                </c:pt>
                <c:pt idx="483">
                  <c:v>5.10500000002</c:v>
                </c:pt>
                <c:pt idx="484">
                  <c:v>5.10950000002</c:v>
                </c:pt>
                <c:pt idx="485">
                  <c:v>5.10975000002</c:v>
                </c:pt>
                <c:pt idx="486">
                  <c:v>5.11425000002</c:v>
                </c:pt>
                <c:pt idx="487">
                  <c:v>5.11450000002</c:v>
                </c:pt>
                <c:pt idx="488">
                  <c:v>5.11900000002</c:v>
                </c:pt>
                <c:pt idx="489">
                  <c:v>5.11925000002</c:v>
                </c:pt>
                <c:pt idx="490">
                  <c:v>5.12375000002</c:v>
                </c:pt>
                <c:pt idx="491">
                  <c:v>5.12400000002</c:v>
                </c:pt>
                <c:pt idx="492">
                  <c:v>5.12850000002</c:v>
                </c:pt>
                <c:pt idx="493">
                  <c:v>5.12875000002</c:v>
                </c:pt>
                <c:pt idx="494">
                  <c:v>5.13325000002</c:v>
                </c:pt>
                <c:pt idx="495">
                  <c:v>5.13350000002</c:v>
                </c:pt>
                <c:pt idx="496">
                  <c:v>5.13800000002</c:v>
                </c:pt>
                <c:pt idx="497">
                  <c:v>5.13825000002</c:v>
                </c:pt>
                <c:pt idx="498">
                  <c:v>5.14275000002</c:v>
                </c:pt>
                <c:pt idx="499">
                  <c:v>5.14300000002</c:v>
                </c:pt>
                <c:pt idx="500">
                  <c:v>5.14750000002</c:v>
                </c:pt>
                <c:pt idx="501">
                  <c:v>5.14775000002</c:v>
                </c:pt>
                <c:pt idx="502">
                  <c:v>5.15225000002</c:v>
                </c:pt>
                <c:pt idx="503">
                  <c:v>5.15250000002</c:v>
                </c:pt>
                <c:pt idx="504">
                  <c:v>5.15700000002</c:v>
                </c:pt>
                <c:pt idx="505">
                  <c:v>5.15725000002</c:v>
                </c:pt>
                <c:pt idx="506">
                  <c:v>5.16175000002</c:v>
                </c:pt>
                <c:pt idx="507">
                  <c:v>5.16200000002</c:v>
                </c:pt>
                <c:pt idx="508">
                  <c:v>5.16650000002</c:v>
                </c:pt>
                <c:pt idx="509">
                  <c:v>5.16675000002</c:v>
                </c:pt>
                <c:pt idx="510">
                  <c:v>5.17125000002</c:v>
                </c:pt>
                <c:pt idx="511">
                  <c:v>5.17150000002</c:v>
                </c:pt>
                <c:pt idx="512">
                  <c:v>5.17600000002</c:v>
                </c:pt>
                <c:pt idx="513">
                  <c:v>5.17625000002</c:v>
                </c:pt>
                <c:pt idx="514">
                  <c:v>5.18075000002</c:v>
                </c:pt>
                <c:pt idx="515">
                  <c:v>5.18100000002</c:v>
                </c:pt>
                <c:pt idx="516">
                  <c:v>5.18550000002</c:v>
                </c:pt>
                <c:pt idx="517">
                  <c:v>5.18575000002</c:v>
                </c:pt>
                <c:pt idx="518">
                  <c:v>5.19025000002</c:v>
                </c:pt>
                <c:pt idx="519">
                  <c:v>5.19050000002</c:v>
                </c:pt>
                <c:pt idx="520">
                  <c:v>5.19500000002</c:v>
                </c:pt>
                <c:pt idx="521">
                  <c:v>5.19525000002</c:v>
                </c:pt>
                <c:pt idx="522">
                  <c:v>5.19975000002</c:v>
                </c:pt>
                <c:pt idx="523">
                  <c:v>5.20000000002</c:v>
                </c:pt>
                <c:pt idx="524">
                  <c:v>5.20450000002</c:v>
                </c:pt>
                <c:pt idx="525">
                  <c:v>5.20475000002</c:v>
                </c:pt>
                <c:pt idx="526">
                  <c:v>5.20925000002</c:v>
                </c:pt>
                <c:pt idx="527">
                  <c:v>5.20950000002</c:v>
                </c:pt>
                <c:pt idx="528">
                  <c:v>5.21400000002</c:v>
                </c:pt>
                <c:pt idx="529">
                  <c:v>5.21425000002</c:v>
                </c:pt>
                <c:pt idx="530">
                  <c:v>5.21450000002</c:v>
                </c:pt>
                <c:pt idx="531">
                  <c:v>5.21625000002</c:v>
                </c:pt>
                <c:pt idx="532">
                  <c:v>5.21875000002</c:v>
                </c:pt>
                <c:pt idx="533">
                  <c:v>5.21900000002</c:v>
                </c:pt>
                <c:pt idx="534">
                  <c:v>5.22350000002</c:v>
                </c:pt>
                <c:pt idx="535">
                  <c:v>5.22375000002</c:v>
                </c:pt>
                <c:pt idx="536">
                  <c:v>5.22825000002</c:v>
                </c:pt>
                <c:pt idx="537">
                  <c:v>5.22850000002</c:v>
                </c:pt>
                <c:pt idx="538">
                  <c:v>5.23300000002</c:v>
                </c:pt>
                <c:pt idx="539">
                  <c:v>5.23325000002</c:v>
                </c:pt>
                <c:pt idx="540">
                  <c:v>5.23775000003</c:v>
                </c:pt>
                <c:pt idx="541">
                  <c:v>5.23800000003</c:v>
                </c:pt>
                <c:pt idx="542">
                  <c:v>5.24250000003</c:v>
                </c:pt>
                <c:pt idx="543">
                  <c:v>5.24275000003</c:v>
                </c:pt>
                <c:pt idx="544">
                  <c:v>5.24725000003</c:v>
                </c:pt>
                <c:pt idx="545">
                  <c:v>5.24750000003</c:v>
                </c:pt>
                <c:pt idx="546">
                  <c:v>5.25200000003</c:v>
                </c:pt>
                <c:pt idx="547">
                  <c:v>5.25225000003</c:v>
                </c:pt>
                <c:pt idx="548">
                  <c:v>5.25675000003</c:v>
                </c:pt>
                <c:pt idx="549">
                  <c:v>5.25700000003</c:v>
                </c:pt>
                <c:pt idx="550">
                  <c:v>5.26150000003</c:v>
                </c:pt>
                <c:pt idx="551">
                  <c:v>5.26175000003</c:v>
                </c:pt>
                <c:pt idx="552">
                  <c:v>5.26625000003</c:v>
                </c:pt>
                <c:pt idx="553">
                  <c:v>5.26650000003</c:v>
                </c:pt>
                <c:pt idx="554">
                  <c:v>5.27100000003</c:v>
                </c:pt>
                <c:pt idx="555">
                  <c:v>5.27125000003</c:v>
                </c:pt>
                <c:pt idx="556">
                  <c:v>5.27575000003</c:v>
                </c:pt>
                <c:pt idx="557">
                  <c:v>5.27600000003</c:v>
                </c:pt>
                <c:pt idx="558">
                  <c:v>5.28050000003</c:v>
                </c:pt>
                <c:pt idx="559">
                  <c:v>5.28075000003</c:v>
                </c:pt>
                <c:pt idx="560">
                  <c:v>5.28525000003</c:v>
                </c:pt>
                <c:pt idx="561">
                  <c:v>5.28550000003</c:v>
                </c:pt>
                <c:pt idx="562">
                  <c:v>5.29000000003</c:v>
                </c:pt>
                <c:pt idx="563">
                  <c:v>5.29025000003</c:v>
                </c:pt>
                <c:pt idx="564">
                  <c:v>5.29475000003</c:v>
                </c:pt>
                <c:pt idx="565">
                  <c:v>5.29500000003</c:v>
                </c:pt>
                <c:pt idx="566">
                  <c:v>5.29950000003</c:v>
                </c:pt>
                <c:pt idx="567">
                  <c:v>5.29975000003</c:v>
                </c:pt>
                <c:pt idx="568">
                  <c:v>5.30425000003</c:v>
                </c:pt>
                <c:pt idx="569">
                  <c:v>5.30450000003</c:v>
                </c:pt>
                <c:pt idx="570">
                  <c:v>5.30900000003</c:v>
                </c:pt>
                <c:pt idx="571">
                  <c:v>5.30925000003</c:v>
                </c:pt>
                <c:pt idx="572">
                  <c:v>5.31375000003</c:v>
                </c:pt>
                <c:pt idx="573">
                  <c:v>5.31400000003</c:v>
                </c:pt>
                <c:pt idx="574">
                  <c:v>5.31850000003</c:v>
                </c:pt>
                <c:pt idx="575">
                  <c:v>5.31875000003</c:v>
                </c:pt>
                <c:pt idx="576">
                  <c:v>5.32300000003</c:v>
                </c:pt>
                <c:pt idx="577">
                  <c:v>5.32325000003</c:v>
                </c:pt>
                <c:pt idx="578">
                  <c:v>5.32350000003</c:v>
                </c:pt>
                <c:pt idx="579">
                  <c:v>5.32375000003</c:v>
                </c:pt>
                <c:pt idx="580">
                  <c:v>5.32800000003</c:v>
                </c:pt>
                <c:pt idx="581">
                  <c:v>5.32825000003</c:v>
                </c:pt>
                <c:pt idx="582">
                  <c:v>5.33275000003</c:v>
                </c:pt>
                <c:pt idx="583">
                  <c:v>5.33300000003</c:v>
                </c:pt>
                <c:pt idx="584">
                  <c:v>5.33725000003</c:v>
                </c:pt>
                <c:pt idx="585">
                  <c:v>5.33750000003</c:v>
                </c:pt>
                <c:pt idx="586">
                  <c:v>5.33775000003</c:v>
                </c:pt>
                <c:pt idx="587">
                  <c:v>5.33800000003</c:v>
                </c:pt>
                <c:pt idx="588">
                  <c:v>5.33925000003</c:v>
                </c:pt>
                <c:pt idx="589">
                  <c:v>5.34225000003</c:v>
                </c:pt>
                <c:pt idx="590">
                  <c:v>5.34250000003</c:v>
                </c:pt>
                <c:pt idx="591">
                  <c:v>5.34675000003</c:v>
                </c:pt>
                <c:pt idx="592">
                  <c:v>5.34700000003</c:v>
                </c:pt>
                <c:pt idx="593">
                  <c:v>5.34725000003</c:v>
                </c:pt>
                <c:pt idx="594">
                  <c:v>5.34775000003</c:v>
                </c:pt>
                <c:pt idx="595">
                  <c:v>5.35175000003</c:v>
                </c:pt>
                <c:pt idx="596">
                  <c:v>5.35200000003</c:v>
                </c:pt>
                <c:pt idx="597">
                  <c:v>5.35625000003</c:v>
                </c:pt>
                <c:pt idx="598">
                  <c:v>5.35650000003</c:v>
                </c:pt>
                <c:pt idx="599">
                  <c:v>5.35675000003</c:v>
                </c:pt>
                <c:pt idx="600">
                  <c:v>5.35700000003</c:v>
                </c:pt>
                <c:pt idx="601">
                  <c:v>5.36125000003</c:v>
                </c:pt>
                <c:pt idx="602">
                  <c:v>5.36150000003</c:v>
                </c:pt>
                <c:pt idx="603">
                  <c:v>5.36600000003</c:v>
                </c:pt>
                <c:pt idx="604">
                  <c:v>5.36625000003</c:v>
                </c:pt>
                <c:pt idx="605">
                  <c:v>5.37075000003</c:v>
                </c:pt>
                <c:pt idx="606">
                  <c:v>5.37100000003</c:v>
                </c:pt>
                <c:pt idx="607">
                  <c:v>5.37550000003</c:v>
                </c:pt>
                <c:pt idx="608">
                  <c:v>5.37575000003</c:v>
                </c:pt>
                <c:pt idx="609">
                  <c:v>5.38025000003</c:v>
                </c:pt>
                <c:pt idx="610">
                  <c:v>5.38050000003</c:v>
                </c:pt>
                <c:pt idx="611">
                  <c:v>5.38500000003</c:v>
                </c:pt>
                <c:pt idx="612">
                  <c:v>5.38525000003</c:v>
                </c:pt>
                <c:pt idx="613">
                  <c:v>5.38975000003</c:v>
                </c:pt>
                <c:pt idx="614">
                  <c:v>5.39000000003</c:v>
                </c:pt>
                <c:pt idx="615">
                  <c:v>5.39450000003</c:v>
                </c:pt>
                <c:pt idx="616">
                  <c:v>5.39475000003</c:v>
                </c:pt>
                <c:pt idx="617">
                  <c:v>5.39925000003</c:v>
                </c:pt>
                <c:pt idx="618">
                  <c:v>5.39950000003</c:v>
                </c:pt>
                <c:pt idx="619">
                  <c:v>5.40400000003</c:v>
                </c:pt>
                <c:pt idx="620">
                  <c:v>5.40425000003</c:v>
                </c:pt>
                <c:pt idx="621">
                  <c:v>5.40875000003</c:v>
                </c:pt>
                <c:pt idx="622">
                  <c:v>5.40900000003</c:v>
                </c:pt>
                <c:pt idx="623">
                  <c:v>5.41350000003</c:v>
                </c:pt>
                <c:pt idx="624">
                  <c:v>5.41375000003</c:v>
                </c:pt>
                <c:pt idx="625">
                  <c:v>5.41825000003</c:v>
                </c:pt>
                <c:pt idx="626">
                  <c:v>5.41850000003</c:v>
                </c:pt>
                <c:pt idx="627">
                  <c:v>5.42300000003</c:v>
                </c:pt>
                <c:pt idx="628">
                  <c:v>5.42325000003</c:v>
                </c:pt>
                <c:pt idx="629">
                  <c:v>5.42775000003</c:v>
                </c:pt>
                <c:pt idx="630">
                  <c:v>5.42800000003</c:v>
                </c:pt>
                <c:pt idx="631">
                  <c:v>5.43250000003</c:v>
                </c:pt>
                <c:pt idx="632">
                  <c:v>5.43275000003</c:v>
                </c:pt>
                <c:pt idx="633">
                  <c:v>5.43625000003</c:v>
                </c:pt>
                <c:pt idx="634">
                  <c:v>5.43725000003</c:v>
                </c:pt>
                <c:pt idx="635">
                  <c:v>5.43750000003</c:v>
                </c:pt>
                <c:pt idx="636">
                  <c:v>5.43775000003</c:v>
                </c:pt>
                <c:pt idx="637">
                  <c:v>5.44200000003</c:v>
                </c:pt>
                <c:pt idx="638">
                  <c:v>5.44225000003</c:v>
                </c:pt>
                <c:pt idx="639">
                  <c:v>5.44675000003</c:v>
                </c:pt>
                <c:pt idx="640">
                  <c:v>5.44700000003</c:v>
                </c:pt>
                <c:pt idx="641">
                  <c:v>5.45150000003</c:v>
                </c:pt>
                <c:pt idx="642">
                  <c:v>5.45175000003</c:v>
                </c:pt>
                <c:pt idx="643">
                  <c:v>5.45625000003</c:v>
                </c:pt>
                <c:pt idx="644">
                  <c:v>5.45650000003</c:v>
                </c:pt>
                <c:pt idx="645">
                  <c:v>5.46100000003</c:v>
                </c:pt>
                <c:pt idx="646">
                  <c:v>5.46125000003</c:v>
                </c:pt>
                <c:pt idx="647">
                  <c:v>5.46575000003</c:v>
                </c:pt>
                <c:pt idx="648">
                  <c:v>5.46600000003</c:v>
                </c:pt>
                <c:pt idx="649">
                  <c:v>5.47050000003</c:v>
                </c:pt>
                <c:pt idx="650">
                  <c:v>5.47075000003</c:v>
                </c:pt>
                <c:pt idx="651">
                  <c:v>5.47525000003</c:v>
                </c:pt>
                <c:pt idx="652">
                  <c:v>5.47550000003</c:v>
                </c:pt>
                <c:pt idx="653">
                  <c:v>5.48000000003</c:v>
                </c:pt>
                <c:pt idx="654">
                  <c:v>5.48025000003</c:v>
                </c:pt>
                <c:pt idx="655">
                  <c:v>5.48475000003</c:v>
                </c:pt>
                <c:pt idx="656">
                  <c:v>5.48500000003</c:v>
                </c:pt>
                <c:pt idx="657">
                  <c:v>5.48950000003</c:v>
                </c:pt>
                <c:pt idx="658">
                  <c:v>5.48975000003</c:v>
                </c:pt>
                <c:pt idx="659">
                  <c:v>5.49425000003</c:v>
                </c:pt>
                <c:pt idx="660">
                  <c:v>5.49450000003</c:v>
                </c:pt>
                <c:pt idx="661">
                  <c:v>5.49900000003</c:v>
                </c:pt>
                <c:pt idx="662">
                  <c:v>5.49925000003</c:v>
                </c:pt>
                <c:pt idx="663">
                  <c:v>5.50375000003</c:v>
                </c:pt>
                <c:pt idx="664">
                  <c:v>5.50400000003</c:v>
                </c:pt>
                <c:pt idx="665">
                  <c:v>5.50850000003</c:v>
                </c:pt>
                <c:pt idx="666">
                  <c:v>5.50875000003</c:v>
                </c:pt>
                <c:pt idx="667">
                  <c:v>5.51325000003</c:v>
                </c:pt>
                <c:pt idx="668">
                  <c:v>5.51350000003</c:v>
                </c:pt>
                <c:pt idx="669">
                  <c:v>5.51800000003</c:v>
                </c:pt>
                <c:pt idx="670">
                  <c:v>5.51825000003</c:v>
                </c:pt>
                <c:pt idx="671">
                  <c:v>5.52275000003</c:v>
                </c:pt>
                <c:pt idx="672">
                  <c:v>5.52300000003</c:v>
                </c:pt>
                <c:pt idx="673">
                  <c:v>5.52750000003</c:v>
                </c:pt>
                <c:pt idx="674">
                  <c:v>5.52775000003</c:v>
                </c:pt>
                <c:pt idx="675">
                  <c:v>5.53225000003</c:v>
                </c:pt>
                <c:pt idx="676">
                  <c:v>5.53250000003</c:v>
                </c:pt>
                <c:pt idx="677">
                  <c:v>5.53700000003</c:v>
                </c:pt>
                <c:pt idx="678">
                  <c:v>5.53725000003</c:v>
                </c:pt>
                <c:pt idx="679">
                  <c:v>5.54175000003</c:v>
                </c:pt>
                <c:pt idx="680">
                  <c:v>5.54200000003</c:v>
                </c:pt>
                <c:pt idx="681">
                  <c:v>5.54650000003</c:v>
                </c:pt>
                <c:pt idx="682">
                  <c:v>5.54675000003</c:v>
                </c:pt>
                <c:pt idx="683">
                  <c:v>5.55125000003</c:v>
                </c:pt>
                <c:pt idx="684">
                  <c:v>5.55150000003</c:v>
                </c:pt>
                <c:pt idx="685">
                  <c:v>5.55600000003</c:v>
                </c:pt>
                <c:pt idx="686">
                  <c:v>5.55625000003</c:v>
                </c:pt>
                <c:pt idx="687">
                  <c:v>5.56075000003</c:v>
                </c:pt>
                <c:pt idx="688">
                  <c:v>5.56100000003</c:v>
                </c:pt>
                <c:pt idx="689">
                  <c:v>5.56550000003</c:v>
                </c:pt>
                <c:pt idx="690">
                  <c:v>5.56575000003</c:v>
                </c:pt>
                <c:pt idx="691">
                  <c:v>5.57025000003</c:v>
                </c:pt>
                <c:pt idx="692">
                  <c:v>5.57050000003</c:v>
                </c:pt>
                <c:pt idx="693">
                  <c:v>5.57500000003</c:v>
                </c:pt>
                <c:pt idx="694">
                  <c:v>5.57525000003</c:v>
                </c:pt>
                <c:pt idx="695">
                  <c:v>5.57975000003</c:v>
                </c:pt>
                <c:pt idx="696">
                  <c:v>5.58000000003</c:v>
                </c:pt>
                <c:pt idx="697">
                  <c:v>5.58450000003</c:v>
                </c:pt>
                <c:pt idx="698">
                  <c:v>5.58475000003</c:v>
                </c:pt>
                <c:pt idx="699">
                  <c:v>5.58925000003</c:v>
                </c:pt>
                <c:pt idx="700">
                  <c:v>5.58950000003</c:v>
                </c:pt>
                <c:pt idx="701">
                  <c:v>5.59400000003</c:v>
                </c:pt>
                <c:pt idx="702">
                  <c:v>5.59425000003</c:v>
                </c:pt>
                <c:pt idx="703">
                  <c:v>5.59875000003</c:v>
                </c:pt>
                <c:pt idx="704">
                  <c:v>5.59900000003</c:v>
                </c:pt>
                <c:pt idx="705">
                  <c:v>5.60350000003</c:v>
                </c:pt>
                <c:pt idx="706">
                  <c:v>5.60375000003</c:v>
                </c:pt>
                <c:pt idx="707">
                  <c:v>5.60825000003</c:v>
                </c:pt>
                <c:pt idx="708">
                  <c:v>5.60850000003</c:v>
                </c:pt>
                <c:pt idx="709">
                  <c:v>5.61300000003</c:v>
                </c:pt>
                <c:pt idx="710">
                  <c:v>5.61325000003</c:v>
                </c:pt>
                <c:pt idx="711">
                  <c:v>5.61775000003</c:v>
                </c:pt>
                <c:pt idx="712">
                  <c:v>5.61800000003</c:v>
                </c:pt>
                <c:pt idx="713">
                  <c:v>5.62250000003</c:v>
                </c:pt>
                <c:pt idx="714">
                  <c:v>5.62275000003</c:v>
                </c:pt>
                <c:pt idx="715">
                  <c:v>5.62725000003</c:v>
                </c:pt>
                <c:pt idx="716">
                  <c:v>5.62750000003</c:v>
                </c:pt>
                <c:pt idx="717">
                  <c:v>5.63200000003</c:v>
                </c:pt>
                <c:pt idx="718">
                  <c:v>5.63225000003</c:v>
                </c:pt>
                <c:pt idx="719">
                  <c:v>5.63675000003</c:v>
                </c:pt>
                <c:pt idx="720">
                  <c:v>5.63700000003</c:v>
                </c:pt>
                <c:pt idx="721">
                  <c:v>5.64150000003</c:v>
                </c:pt>
                <c:pt idx="722">
                  <c:v>5.64175000003</c:v>
                </c:pt>
                <c:pt idx="723">
                  <c:v>5.64625000003</c:v>
                </c:pt>
                <c:pt idx="724">
                  <c:v>5.64650000003</c:v>
                </c:pt>
                <c:pt idx="725">
                  <c:v>5.65100000003</c:v>
                </c:pt>
                <c:pt idx="726">
                  <c:v>5.65125000003</c:v>
                </c:pt>
                <c:pt idx="727">
                  <c:v>5.65575000003</c:v>
                </c:pt>
                <c:pt idx="728">
                  <c:v>5.65600000003</c:v>
                </c:pt>
                <c:pt idx="729">
                  <c:v>5.65650000003</c:v>
                </c:pt>
                <c:pt idx="730">
                  <c:v>5.66050000003</c:v>
                </c:pt>
                <c:pt idx="731">
                  <c:v>5.66075000003</c:v>
                </c:pt>
                <c:pt idx="732">
                  <c:v>5.66525000003</c:v>
                </c:pt>
                <c:pt idx="733">
                  <c:v>5.66550000003</c:v>
                </c:pt>
                <c:pt idx="734">
                  <c:v>5.66975000003</c:v>
                </c:pt>
                <c:pt idx="735">
                  <c:v>5.67000000003</c:v>
                </c:pt>
                <c:pt idx="736">
                  <c:v>5.67025000003</c:v>
                </c:pt>
                <c:pt idx="737">
                  <c:v>5.67475000003</c:v>
                </c:pt>
                <c:pt idx="738">
                  <c:v>5.67500000003</c:v>
                </c:pt>
                <c:pt idx="739">
                  <c:v>5.67950000003</c:v>
                </c:pt>
                <c:pt idx="740">
                  <c:v>5.67975000003</c:v>
                </c:pt>
                <c:pt idx="741">
                  <c:v>5.68425000003</c:v>
                </c:pt>
                <c:pt idx="742">
                  <c:v>5.68450000003</c:v>
                </c:pt>
                <c:pt idx="743">
                  <c:v>5.68900000003</c:v>
                </c:pt>
                <c:pt idx="744">
                  <c:v>5.68925000003</c:v>
                </c:pt>
                <c:pt idx="745">
                  <c:v>5.69375000003</c:v>
                </c:pt>
                <c:pt idx="746">
                  <c:v>5.69400000003</c:v>
                </c:pt>
                <c:pt idx="747">
                  <c:v>5.69850000003</c:v>
                </c:pt>
                <c:pt idx="748">
                  <c:v>5.69875000003</c:v>
                </c:pt>
                <c:pt idx="749">
                  <c:v>5.70325000003</c:v>
                </c:pt>
                <c:pt idx="750">
                  <c:v>5.70350000003</c:v>
                </c:pt>
                <c:pt idx="751">
                  <c:v>5.70800000003</c:v>
                </c:pt>
                <c:pt idx="752">
                  <c:v>5.70825000003</c:v>
                </c:pt>
                <c:pt idx="753">
                  <c:v>5.71275000003</c:v>
                </c:pt>
                <c:pt idx="754">
                  <c:v>5.71300000003</c:v>
                </c:pt>
                <c:pt idx="755">
                  <c:v>5.71750000003</c:v>
                </c:pt>
                <c:pt idx="756">
                  <c:v>5.71775000003</c:v>
                </c:pt>
                <c:pt idx="757">
                  <c:v>5.72225000003</c:v>
                </c:pt>
                <c:pt idx="758">
                  <c:v>5.72250000003</c:v>
                </c:pt>
                <c:pt idx="759">
                  <c:v>5.72700000003</c:v>
                </c:pt>
                <c:pt idx="760">
                  <c:v>5.72725000003</c:v>
                </c:pt>
                <c:pt idx="761">
                  <c:v>5.73175000003</c:v>
                </c:pt>
                <c:pt idx="762">
                  <c:v>5.73200000003</c:v>
                </c:pt>
                <c:pt idx="763">
                  <c:v>5.73650000003</c:v>
                </c:pt>
                <c:pt idx="764">
                  <c:v>5.73675000003</c:v>
                </c:pt>
                <c:pt idx="765">
                  <c:v>5.74125000003</c:v>
                </c:pt>
                <c:pt idx="766">
                  <c:v>5.74150000003</c:v>
                </c:pt>
                <c:pt idx="767">
                  <c:v>5.74600000003</c:v>
                </c:pt>
                <c:pt idx="768">
                  <c:v>5.74625000003</c:v>
                </c:pt>
                <c:pt idx="769">
                  <c:v>5.75075000003</c:v>
                </c:pt>
                <c:pt idx="770">
                  <c:v>5.75100000003</c:v>
                </c:pt>
                <c:pt idx="771">
                  <c:v>5.75550000003</c:v>
                </c:pt>
                <c:pt idx="772">
                  <c:v>5.75575000003</c:v>
                </c:pt>
                <c:pt idx="773">
                  <c:v>5.76025000003</c:v>
                </c:pt>
                <c:pt idx="774">
                  <c:v>5.76050000003</c:v>
                </c:pt>
                <c:pt idx="775">
                  <c:v>5.76500000003</c:v>
                </c:pt>
                <c:pt idx="776">
                  <c:v>5.76525000003</c:v>
                </c:pt>
                <c:pt idx="777">
                  <c:v>5.76975000003</c:v>
                </c:pt>
                <c:pt idx="778">
                  <c:v>5.77000000003</c:v>
                </c:pt>
                <c:pt idx="779">
                  <c:v>5.77450000003</c:v>
                </c:pt>
                <c:pt idx="780">
                  <c:v>5.77475000003</c:v>
                </c:pt>
                <c:pt idx="781">
                  <c:v>5.77925000003</c:v>
                </c:pt>
                <c:pt idx="782">
                  <c:v>5.77950000003</c:v>
                </c:pt>
                <c:pt idx="783">
                  <c:v>5.78400000003</c:v>
                </c:pt>
                <c:pt idx="784">
                  <c:v>5.78425000003</c:v>
                </c:pt>
                <c:pt idx="785">
                  <c:v>5.78875000003</c:v>
                </c:pt>
                <c:pt idx="786">
                  <c:v>5.78900000003</c:v>
                </c:pt>
                <c:pt idx="787">
                  <c:v>5.79350000003</c:v>
                </c:pt>
                <c:pt idx="788">
                  <c:v>5.79375000003</c:v>
                </c:pt>
                <c:pt idx="789">
                  <c:v>5.79825000003</c:v>
                </c:pt>
                <c:pt idx="790">
                  <c:v>5.79850000003</c:v>
                </c:pt>
                <c:pt idx="791">
                  <c:v>5.80300000003</c:v>
                </c:pt>
                <c:pt idx="792">
                  <c:v>5.80325000003</c:v>
                </c:pt>
                <c:pt idx="793">
                  <c:v>5.80775000003</c:v>
                </c:pt>
                <c:pt idx="794">
                  <c:v>5.80800000003</c:v>
                </c:pt>
                <c:pt idx="795">
                  <c:v>5.81250000003</c:v>
                </c:pt>
                <c:pt idx="796">
                  <c:v>5.81275000003</c:v>
                </c:pt>
                <c:pt idx="797">
                  <c:v>5.81725000003</c:v>
                </c:pt>
                <c:pt idx="798">
                  <c:v>5.81750000003</c:v>
                </c:pt>
                <c:pt idx="799">
                  <c:v>5.82200000003</c:v>
                </c:pt>
                <c:pt idx="800">
                  <c:v>5.82225000003</c:v>
                </c:pt>
                <c:pt idx="801">
                  <c:v>5.82675000003</c:v>
                </c:pt>
                <c:pt idx="802">
                  <c:v>5.82700000003</c:v>
                </c:pt>
                <c:pt idx="803">
                  <c:v>5.83150000003</c:v>
                </c:pt>
                <c:pt idx="804">
                  <c:v>5.83175000003</c:v>
                </c:pt>
                <c:pt idx="805">
                  <c:v>5.83625000003</c:v>
                </c:pt>
                <c:pt idx="806">
                  <c:v>5.83650000003</c:v>
                </c:pt>
                <c:pt idx="807">
                  <c:v>5.84100000003</c:v>
                </c:pt>
                <c:pt idx="808">
                  <c:v>5.84125000003</c:v>
                </c:pt>
                <c:pt idx="809">
                  <c:v>5.84575000003</c:v>
                </c:pt>
                <c:pt idx="810">
                  <c:v>5.84600000003</c:v>
                </c:pt>
                <c:pt idx="811">
                  <c:v>5.85050000003</c:v>
                </c:pt>
                <c:pt idx="812">
                  <c:v>5.85075000003</c:v>
                </c:pt>
                <c:pt idx="813">
                  <c:v>5.85350000003</c:v>
                </c:pt>
                <c:pt idx="814">
                  <c:v>5.85525000003</c:v>
                </c:pt>
                <c:pt idx="815">
                  <c:v>5.85550000003</c:v>
                </c:pt>
                <c:pt idx="816">
                  <c:v>5.86000000003</c:v>
                </c:pt>
                <c:pt idx="817">
                  <c:v>5.86025000003</c:v>
                </c:pt>
                <c:pt idx="818">
                  <c:v>5.86475000003</c:v>
                </c:pt>
                <c:pt idx="819">
                  <c:v>5.86500000003</c:v>
                </c:pt>
                <c:pt idx="820">
                  <c:v>5.86950000003</c:v>
                </c:pt>
                <c:pt idx="821">
                  <c:v>5.86975000003</c:v>
                </c:pt>
                <c:pt idx="822">
                  <c:v>5.87425000003</c:v>
                </c:pt>
                <c:pt idx="823">
                  <c:v>5.87450000003</c:v>
                </c:pt>
                <c:pt idx="824">
                  <c:v>5.87675000003</c:v>
                </c:pt>
                <c:pt idx="825">
                  <c:v>5.87800000003</c:v>
                </c:pt>
                <c:pt idx="826">
                  <c:v>5.87900000003</c:v>
                </c:pt>
                <c:pt idx="827">
                  <c:v>5.87925000003</c:v>
                </c:pt>
                <c:pt idx="828">
                  <c:v>5.88375000003</c:v>
                </c:pt>
                <c:pt idx="829">
                  <c:v>5.88400000003</c:v>
                </c:pt>
                <c:pt idx="830">
                  <c:v>5.88850000003</c:v>
                </c:pt>
                <c:pt idx="831">
                  <c:v>5.88875000003</c:v>
                </c:pt>
                <c:pt idx="832">
                  <c:v>5.89325000003</c:v>
                </c:pt>
                <c:pt idx="833">
                  <c:v>5.89350000003</c:v>
                </c:pt>
                <c:pt idx="834">
                  <c:v>5.89800000003</c:v>
                </c:pt>
                <c:pt idx="835">
                  <c:v>5.89825000003</c:v>
                </c:pt>
                <c:pt idx="836">
                  <c:v>5.90275000003</c:v>
                </c:pt>
                <c:pt idx="837">
                  <c:v>5.90300000003</c:v>
                </c:pt>
                <c:pt idx="838">
                  <c:v>5.90750000003</c:v>
                </c:pt>
                <c:pt idx="839">
                  <c:v>5.90775000003</c:v>
                </c:pt>
                <c:pt idx="840">
                  <c:v>5.91225000003</c:v>
                </c:pt>
                <c:pt idx="841">
                  <c:v>5.91250000003</c:v>
                </c:pt>
                <c:pt idx="842">
                  <c:v>5.91700000003</c:v>
                </c:pt>
                <c:pt idx="843">
                  <c:v>5.91725000003</c:v>
                </c:pt>
                <c:pt idx="844">
                  <c:v>5.92175000003</c:v>
                </c:pt>
                <c:pt idx="845">
                  <c:v>5.92200000003</c:v>
                </c:pt>
                <c:pt idx="846">
                  <c:v>5.92650000003</c:v>
                </c:pt>
                <c:pt idx="847">
                  <c:v>5.92675000003</c:v>
                </c:pt>
                <c:pt idx="848">
                  <c:v>5.93125000003</c:v>
                </c:pt>
                <c:pt idx="849">
                  <c:v>5.93150000003</c:v>
                </c:pt>
                <c:pt idx="850">
                  <c:v>5.93600000003</c:v>
                </c:pt>
                <c:pt idx="851">
                  <c:v>5.93625000003</c:v>
                </c:pt>
                <c:pt idx="852">
                  <c:v>5.94075000003</c:v>
                </c:pt>
                <c:pt idx="853">
                  <c:v>5.94100000003</c:v>
                </c:pt>
                <c:pt idx="854">
                  <c:v>5.94550000003</c:v>
                </c:pt>
                <c:pt idx="855">
                  <c:v>5.94575000003</c:v>
                </c:pt>
                <c:pt idx="856">
                  <c:v>5.95025000003</c:v>
                </c:pt>
                <c:pt idx="857">
                  <c:v>5.95050000003</c:v>
                </c:pt>
                <c:pt idx="858">
                  <c:v>5.95500000003</c:v>
                </c:pt>
                <c:pt idx="859">
                  <c:v>5.95525000003</c:v>
                </c:pt>
                <c:pt idx="860">
                  <c:v>5.95975000003</c:v>
                </c:pt>
                <c:pt idx="861">
                  <c:v>5.96000000003</c:v>
                </c:pt>
                <c:pt idx="862">
                  <c:v>5.96450000003</c:v>
                </c:pt>
                <c:pt idx="863">
                  <c:v>5.96475000003</c:v>
                </c:pt>
                <c:pt idx="864">
                  <c:v>5.96925000003</c:v>
                </c:pt>
                <c:pt idx="865">
                  <c:v>5.96950000003</c:v>
                </c:pt>
                <c:pt idx="866">
                  <c:v>5.97400000003</c:v>
                </c:pt>
                <c:pt idx="867">
                  <c:v>5.97425000003</c:v>
                </c:pt>
                <c:pt idx="868">
                  <c:v>5.97875000003</c:v>
                </c:pt>
                <c:pt idx="869">
                  <c:v>5.97900000003</c:v>
                </c:pt>
                <c:pt idx="870">
                  <c:v>5.98350000003</c:v>
                </c:pt>
                <c:pt idx="871">
                  <c:v>5.98375000003</c:v>
                </c:pt>
                <c:pt idx="872">
                  <c:v>5.98825000003</c:v>
                </c:pt>
                <c:pt idx="873">
                  <c:v>5.98850000003</c:v>
                </c:pt>
                <c:pt idx="874">
                  <c:v>5.99300000003</c:v>
                </c:pt>
                <c:pt idx="875">
                  <c:v>5.99325000003</c:v>
                </c:pt>
                <c:pt idx="876">
                  <c:v>5.99775000003</c:v>
                </c:pt>
                <c:pt idx="877">
                  <c:v>5.99800000003</c:v>
                </c:pt>
                <c:pt idx="878">
                  <c:v>6.00250000003</c:v>
                </c:pt>
                <c:pt idx="879">
                  <c:v>6.00275000003</c:v>
                </c:pt>
                <c:pt idx="880">
                  <c:v>6.00725000003</c:v>
                </c:pt>
                <c:pt idx="881">
                  <c:v>6.00750000003</c:v>
                </c:pt>
                <c:pt idx="882">
                  <c:v>6.01200000003</c:v>
                </c:pt>
                <c:pt idx="883">
                  <c:v>6.01225000003</c:v>
                </c:pt>
                <c:pt idx="884">
                  <c:v>6.01675000003</c:v>
                </c:pt>
                <c:pt idx="885">
                  <c:v>6.01700000003</c:v>
                </c:pt>
                <c:pt idx="886">
                  <c:v>6.02150000003</c:v>
                </c:pt>
                <c:pt idx="887">
                  <c:v>6.02175000003</c:v>
                </c:pt>
                <c:pt idx="888">
                  <c:v>6.02625000003</c:v>
                </c:pt>
                <c:pt idx="889">
                  <c:v>6.02650000003</c:v>
                </c:pt>
                <c:pt idx="890">
                  <c:v>6.03100000003</c:v>
                </c:pt>
                <c:pt idx="891">
                  <c:v>6.03125000003</c:v>
                </c:pt>
                <c:pt idx="892">
                  <c:v>6.03575000003</c:v>
                </c:pt>
                <c:pt idx="893">
                  <c:v>6.03600000003</c:v>
                </c:pt>
                <c:pt idx="894">
                  <c:v>6.04050000003</c:v>
                </c:pt>
                <c:pt idx="895">
                  <c:v>6.04075000003</c:v>
                </c:pt>
                <c:pt idx="896">
                  <c:v>6.04525000003</c:v>
                </c:pt>
                <c:pt idx="897">
                  <c:v>6.04550000003</c:v>
                </c:pt>
                <c:pt idx="898">
                  <c:v>6.05000000003</c:v>
                </c:pt>
                <c:pt idx="899">
                  <c:v>6.05025000003</c:v>
                </c:pt>
                <c:pt idx="900">
                  <c:v>6.05475000003</c:v>
                </c:pt>
                <c:pt idx="901">
                  <c:v>6.05500000003</c:v>
                </c:pt>
                <c:pt idx="902">
                  <c:v>6.05950000003</c:v>
                </c:pt>
                <c:pt idx="903">
                  <c:v>6.05975000003</c:v>
                </c:pt>
                <c:pt idx="904">
                  <c:v>6.06425000003</c:v>
                </c:pt>
                <c:pt idx="905">
                  <c:v>6.06450000003</c:v>
                </c:pt>
                <c:pt idx="906">
                  <c:v>6.06900000003</c:v>
                </c:pt>
                <c:pt idx="907">
                  <c:v>6.06925000003</c:v>
                </c:pt>
                <c:pt idx="908">
                  <c:v>6.07375000003</c:v>
                </c:pt>
                <c:pt idx="909">
                  <c:v>6.07400000003</c:v>
                </c:pt>
                <c:pt idx="910">
                  <c:v>6.07850000003</c:v>
                </c:pt>
                <c:pt idx="911">
                  <c:v>6.07875000003</c:v>
                </c:pt>
                <c:pt idx="912">
                  <c:v>6.08325000003</c:v>
                </c:pt>
                <c:pt idx="913">
                  <c:v>6.08350000003</c:v>
                </c:pt>
                <c:pt idx="914">
                  <c:v>6.08800000003</c:v>
                </c:pt>
                <c:pt idx="915">
                  <c:v>6.08825000003</c:v>
                </c:pt>
                <c:pt idx="916">
                  <c:v>6.09275000003</c:v>
                </c:pt>
                <c:pt idx="917">
                  <c:v>6.09300000003</c:v>
                </c:pt>
                <c:pt idx="918">
                  <c:v>6.09325000003</c:v>
                </c:pt>
                <c:pt idx="919">
                  <c:v>6.09725000003</c:v>
                </c:pt>
                <c:pt idx="920">
                  <c:v>6.09750000003</c:v>
                </c:pt>
                <c:pt idx="921">
                  <c:v>6.09775000003</c:v>
                </c:pt>
                <c:pt idx="922">
                  <c:v>6.10225000003</c:v>
                </c:pt>
                <c:pt idx="923">
                  <c:v>6.10250000003</c:v>
                </c:pt>
                <c:pt idx="924">
                  <c:v>6.10700000003</c:v>
                </c:pt>
                <c:pt idx="925">
                  <c:v>6.10725000003</c:v>
                </c:pt>
                <c:pt idx="926">
                  <c:v>6.11175000003</c:v>
                </c:pt>
                <c:pt idx="927">
                  <c:v>6.11200000003</c:v>
                </c:pt>
                <c:pt idx="928">
                  <c:v>6.11650000003</c:v>
                </c:pt>
                <c:pt idx="929">
                  <c:v>6.11675000003</c:v>
                </c:pt>
                <c:pt idx="930">
                  <c:v>6.12125000003</c:v>
                </c:pt>
                <c:pt idx="931">
                  <c:v>6.12150000003</c:v>
                </c:pt>
                <c:pt idx="932">
                  <c:v>6.12600000003</c:v>
                </c:pt>
                <c:pt idx="933">
                  <c:v>6.12625000003</c:v>
                </c:pt>
                <c:pt idx="934">
                  <c:v>6.13075000003</c:v>
                </c:pt>
                <c:pt idx="935">
                  <c:v>6.13100000003</c:v>
                </c:pt>
                <c:pt idx="936">
                  <c:v>6.13550000003</c:v>
                </c:pt>
                <c:pt idx="937">
                  <c:v>6.13575000003</c:v>
                </c:pt>
                <c:pt idx="938">
                  <c:v>6.14025000003</c:v>
                </c:pt>
                <c:pt idx="939">
                  <c:v>6.14050000003</c:v>
                </c:pt>
                <c:pt idx="940">
                  <c:v>6.14500000003</c:v>
                </c:pt>
                <c:pt idx="941">
                  <c:v>6.14525000003</c:v>
                </c:pt>
                <c:pt idx="942">
                  <c:v>6.14975000003</c:v>
                </c:pt>
                <c:pt idx="943">
                  <c:v>6.15000000003</c:v>
                </c:pt>
                <c:pt idx="944">
                  <c:v>6.15450000003</c:v>
                </c:pt>
                <c:pt idx="945">
                  <c:v>6.15475000003</c:v>
                </c:pt>
                <c:pt idx="946">
                  <c:v>6.15925000003</c:v>
                </c:pt>
                <c:pt idx="947">
                  <c:v>6.15950000003</c:v>
                </c:pt>
                <c:pt idx="948">
                  <c:v>6.16400000003</c:v>
                </c:pt>
                <c:pt idx="949">
                  <c:v>6.16425000003</c:v>
                </c:pt>
                <c:pt idx="950">
                  <c:v>6.16875000003</c:v>
                </c:pt>
                <c:pt idx="951">
                  <c:v>6.16900000003</c:v>
                </c:pt>
                <c:pt idx="952">
                  <c:v>6.17350000003</c:v>
                </c:pt>
                <c:pt idx="953">
                  <c:v>6.17375000003</c:v>
                </c:pt>
                <c:pt idx="954">
                  <c:v>6.17825000003</c:v>
                </c:pt>
                <c:pt idx="955">
                  <c:v>6.17850000003</c:v>
                </c:pt>
                <c:pt idx="956">
                  <c:v>6.18300000003</c:v>
                </c:pt>
                <c:pt idx="957">
                  <c:v>6.18325000003</c:v>
                </c:pt>
                <c:pt idx="958">
                  <c:v>6.18775000003</c:v>
                </c:pt>
                <c:pt idx="959">
                  <c:v>6.18800000003</c:v>
                </c:pt>
                <c:pt idx="960">
                  <c:v>6.19250000003</c:v>
                </c:pt>
                <c:pt idx="961">
                  <c:v>6.19275000003</c:v>
                </c:pt>
                <c:pt idx="962">
                  <c:v>6.19725000003</c:v>
                </c:pt>
                <c:pt idx="963">
                  <c:v>6.19750000003</c:v>
                </c:pt>
                <c:pt idx="964">
                  <c:v>6.20200000003</c:v>
                </c:pt>
                <c:pt idx="965">
                  <c:v>6.20225000003</c:v>
                </c:pt>
                <c:pt idx="966">
                  <c:v>6.20675000003</c:v>
                </c:pt>
                <c:pt idx="967">
                  <c:v>6.20700000003</c:v>
                </c:pt>
                <c:pt idx="968">
                  <c:v>6.21150000003</c:v>
                </c:pt>
                <c:pt idx="969">
                  <c:v>6.21175000003</c:v>
                </c:pt>
                <c:pt idx="970">
                  <c:v>6.21625000003</c:v>
                </c:pt>
                <c:pt idx="971">
                  <c:v>6.21650000003</c:v>
                </c:pt>
                <c:pt idx="972">
                  <c:v>6.22100000003</c:v>
                </c:pt>
                <c:pt idx="973">
                  <c:v>6.22125000003</c:v>
                </c:pt>
                <c:pt idx="974">
                  <c:v>6.22575000003</c:v>
                </c:pt>
                <c:pt idx="975">
                  <c:v>6.22600000003</c:v>
                </c:pt>
                <c:pt idx="976">
                  <c:v>6.23050000003</c:v>
                </c:pt>
                <c:pt idx="977">
                  <c:v>6.23075000003</c:v>
                </c:pt>
                <c:pt idx="978">
                  <c:v>6.23525000003</c:v>
                </c:pt>
                <c:pt idx="979">
                  <c:v>6.23550000003</c:v>
                </c:pt>
                <c:pt idx="980">
                  <c:v>6.24000000003</c:v>
                </c:pt>
                <c:pt idx="981">
                  <c:v>6.24025000003</c:v>
                </c:pt>
                <c:pt idx="982">
                  <c:v>6.24475000003</c:v>
                </c:pt>
                <c:pt idx="983">
                  <c:v>6.24500000003</c:v>
                </c:pt>
                <c:pt idx="984">
                  <c:v>6.24950000003</c:v>
                </c:pt>
                <c:pt idx="985">
                  <c:v>6.24975000003</c:v>
                </c:pt>
                <c:pt idx="986">
                  <c:v>6.25425000003</c:v>
                </c:pt>
                <c:pt idx="987">
                  <c:v>6.25450000003</c:v>
                </c:pt>
                <c:pt idx="988">
                  <c:v>6.25900000003</c:v>
                </c:pt>
                <c:pt idx="989">
                  <c:v>6.25925000003</c:v>
                </c:pt>
                <c:pt idx="990">
                  <c:v>6.26375000003</c:v>
                </c:pt>
                <c:pt idx="991">
                  <c:v>6.26400000003</c:v>
                </c:pt>
                <c:pt idx="992">
                  <c:v>6.26850000003</c:v>
                </c:pt>
                <c:pt idx="993">
                  <c:v>6.26875000003</c:v>
                </c:pt>
                <c:pt idx="994">
                  <c:v>6.27325000003</c:v>
                </c:pt>
                <c:pt idx="995">
                  <c:v>6.27350000003</c:v>
                </c:pt>
                <c:pt idx="996">
                  <c:v>6.27800000003</c:v>
                </c:pt>
                <c:pt idx="997">
                  <c:v>6.27825000003</c:v>
                </c:pt>
                <c:pt idx="998">
                  <c:v>6.28275000003</c:v>
                </c:pt>
                <c:pt idx="999">
                  <c:v>6.28300000003</c:v>
                </c:pt>
                <c:pt idx="1000">
                  <c:v>6.28750000003</c:v>
                </c:pt>
                <c:pt idx="1001">
                  <c:v>6.28775000003</c:v>
                </c:pt>
                <c:pt idx="1002">
                  <c:v>6.29225000003</c:v>
                </c:pt>
                <c:pt idx="1003">
                  <c:v>6.29250000003</c:v>
                </c:pt>
                <c:pt idx="1004">
                  <c:v>6.29700000003</c:v>
                </c:pt>
                <c:pt idx="1005">
                  <c:v>6.29725000003</c:v>
                </c:pt>
                <c:pt idx="1006">
                  <c:v>6.30175000003</c:v>
                </c:pt>
                <c:pt idx="1007">
                  <c:v>6.30200000003</c:v>
                </c:pt>
                <c:pt idx="1008">
                  <c:v>6.30550000003</c:v>
                </c:pt>
                <c:pt idx="1009">
                  <c:v>6.30650000003</c:v>
                </c:pt>
                <c:pt idx="1010">
                  <c:v>6.30675000003</c:v>
                </c:pt>
                <c:pt idx="1011">
                  <c:v>6.31125000003</c:v>
                </c:pt>
                <c:pt idx="1012">
                  <c:v>6.31150000003</c:v>
                </c:pt>
                <c:pt idx="1013">
                  <c:v>6.31600000003</c:v>
                </c:pt>
                <c:pt idx="1014">
                  <c:v>6.31625000003</c:v>
                </c:pt>
                <c:pt idx="1015">
                  <c:v>6.31775000003</c:v>
                </c:pt>
                <c:pt idx="1016">
                  <c:v>6.31875000003</c:v>
                </c:pt>
                <c:pt idx="1017">
                  <c:v>6.32075000003</c:v>
                </c:pt>
                <c:pt idx="1018">
                  <c:v>6.32100000003</c:v>
                </c:pt>
                <c:pt idx="1019">
                  <c:v>6.32550000003</c:v>
                </c:pt>
                <c:pt idx="1020">
                  <c:v>6.32575000003</c:v>
                </c:pt>
                <c:pt idx="1021">
                  <c:v>6.33025000003</c:v>
                </c:pt>
                <c:pt idx="1022">
                  <c:v>6.33050000003</c:v>
                </c:pt>
                <c:pt idx="1023">
                  <c:v>6.33500000003</c:v>
                </c:pt>
                <c:pt idx="1024">
                  <c:v>6.33525000003</c:v>
                </c:pt>
                <c:pt idx="1025">
                  <c:v>6.33975000003</c:v>
                </c:pt>
                <c:pt idx="1026">
                  <c:v>6.34000000003</c:v>
                </c:pt>
                <c:pt idx="1027">
                  <c:v>6.34450000003</c:v>
                </c:pt>
                <c:pt idx="1028">
                  <c:v>6.34475000003</c:v>
                </c:pt>
                <c:pt idx="1029">
                  <c:v>6.34925000003</c:v>
                </c:pt>
                <c:pt idx="1030">
                  <c:v>6.34950000003</c:v>
                </c:pt>
                <c:pt idx="1031">
                  <c:v>6.35400000003</c:v>
                </c:pt>
                <c:pt idx="1032">
                  <c:v>6.35425000003</c:v>
                </c:pt>
                <c:pt idx="1033">
                  <c:v>6.35875000003</c:v>
                </c:pt>
                <c:pt idx="1034">
                  <c:v>6.35900000003</c:v>
                </c:pt>
                <c:pt idx="1035">
                  <c:v>6.36350000003</c:v>
                </c:pt>
                <c:pt idx="1036">
                  <c:v>6.36375000003</c:v>
                </c:pt>
                <c:pt idx="1037">
                  <c:v>6.36825000003</c:v>
                </c:pt>
                <c:pt idx="1038">
                  <c:v>6.36850000003</c:v>
                </c:pt>
                <c:pt idx="1039">
                  <c:v>6.37300000003</c:v>
                </c:pt>
                <c:pt idx="1040">
                  <c:v>6.37325000003</c:v>
                </c:pt>
                <c:pt idx="1041">
                  <c:v>6.37775000003</c:v>
                </c:pt>
                <c:pt idx="1042">
                  <c:v>6.37800000003</c:v>
                </c:pt>
                <c:pt idx="1043">
                  <c:v>6.38250000003</c:v>
                </c:pt>
                <c:pt idx="1044">
                  <c:v>6.38275000003</c:v>
                </c:pt>
                <c:pt idx="1045">
                  <c:v>6.38725000003</c:v>
                </c:pt>
                <c:pt idx="1046">
                  <c:v>6.38750000003</c:v>
                </c:pt>
                <c:pt idx="1047">
                  <c:v>6.39200000003</c:v>
                </c:pt>
                <c:pt idx="1048">
                  <c:v>6.39225000003</c:v>
                </c:pt>
                <c:pt idx="1049">
                  <c:v>6.39675000003</c:v>
                </c:pt>
                <c:pt idx="1050">
                  <c:v>6.39700000003</c:v>
                </c:pt>
                <c:pt idx="1051">
                  <c:v>6.40150000003</c:v>
                </c:pt>
                <c:pt idx="1052">
                  <c:v>6.40175000003</c:v>
                </c:pt>
                <c:pt idx="1053">
                  <c:v>6.40625000003</c:v>
                </c:pt>
                <c:pt idx="1054">
                  <c:v>6.40650000003</c:v>
                </c:pt>
                <c:pt idx="1055">
                  <c:v>6.41100000003</c:v>
                </c:pt>
                <c:pt idx="1056">
                  <c:v>6.41125000003</c:v>
                </c:pt>
                <c:pt idx="1057">
                  <c:v>6.41575000003</c:v>
                </c:pt>
                <c:pt idx="1058">
                  <c:v>6.41600000003</c:v>
                </c:pt>
                <c:pt idx="1059">
                  <c:v>6.42050000003</c:v>
                </c:pt>
                <c:pt idx="1060">
                  <c:v>6.42075000003</c:v>
                </c:pt>
                <c:pt idx="1061">
                  <c:v>6.42525000003</c:v>
                </c:pt>
                <c:pt idx="1062">
                  <c:v>6.42550000003</c:v>
                </c:pt>
                <c:pt idx="1063">
                  <c:v>6.43000000003</c:v>
                </c:pt>
                <c:pt idx="1064">
                  <c:v>6.43025000003</c:v>
                </c:pt>
                <c:pt idx="1065">
                  <c:v>6.43475000003</c:v>
                </c:pt>
                <c:pt idx="1066">
                  <c:v>6.43500000003</c:v>
                </c:pt>
                <c:pt idx="1067">
                  <c:v>6.43950000003</c:v>
                </c:pt>
                <c:pt idx="1068">
                  <c:v>6.43975000003</c:v>
                </c:pt>
                <c:pt idx="1069">
                  <c:v>6.44425000003</c:v>
                </c:pt>
                <c:pt idx="1070">
                  <c:v>6.44450000003</c:v>
                </c:pt>
                <c:pt idx="1071">
                  <c:v>6.44900000003</c:v>
                </c:pt>
                <c:pt idx="1072">
                  <c:v>6.44925000003</c:v>
                </c:pt>
                <c:pt idx="1073">
                  <c:v>6.45375000003</c:v>
                </c:pt>
                <c:pt idx="1074">
                  <c:v>6.45400000003</c:v>
                </c:pt>
                <c:pt idx="1075">
                  <c:v>6.45850000003</c:v>
                </c:pt>
                <c:pt idx="1076">
                  <c:v>6.45875000003</c:v>
                </c:pt>
                <c:pt idx="1077">
                  <c:v>6.46325000003</c:v>
                </c:pt>
                <c:pt idx="1078">
                  <c:v>6.46350000003</c:v>
                </c:pt>
                <c:pt idx="1079">
                  <c:v>6.46800000003</c:v>
                </c:pt>
                <c:pt idx="1080">
                  <c:v>6.46825000003</c:v>
                </c:pt>
                <c:pt idx="1081">
                  <c:v>6.47275000003</c:v>
                </c:pt>
                <c:pt idx="1082">
                  <c:v>6.47300000003</c:v>
                </c:pt>
                <c:pt idx="1083">
                  <c:v>6.47750000003</c:v>
                </c:pt>
                <c:pt idx="1084">
                  <c:v>6.47775000003</c:v>
                </c:pt>
                <c:pt idx="1085">
                  <c:v>6.48225000003</c:v>
                </c:pt>
                <c:pt idx="1086">
                  <c:v>6.48250000003</c:v>
                </c:pt>
                <c:pt idx="1087">
                  <c:v>6.48700000003</c:v>
                </c:pt>
                <c:pt idx="1088">
                  <c:v>6.48725000003</c:v>
                </c:pt>
                <c:pt idx="1089">
                  <c:v>6.49175000003</c:v>
                </c:pt>
                <c:pt idx="1090">
                  <c:v>6.49200000003</c:v>
                </c:pt>
                <c:pt idx="1091">
                  <c:v>6.49650000003</c:v>
                </c:pt>
                <c:pt idx="1092">
                  <c:v>6.49675000003</c:v>
                </c:pt>
                <c:pt idx="1093">
                  <c:v>6.50125000003</c:v>
                </c:pt>
                <c:pt idx="1094">
                  <c:v>6.50150000003</c:v>
                </c:pt>
                <c:pt idx="1095">
                  <c:v>6.50600000003</c:v>
                </c:pt>
                <c:pt idx="1096">
                  <c:v>6.50625000003</c:v>
                </c:pt>
                <c:pt idx="1097">
                  <c:v>6.51075000003</c:v>
                </c:pt>
                <c:pt idx="1098">
                  <c:v>6.51100000003</c:v>
                </c:pt>
                <c:pt idx="1099">
                  <c:v>6.51550000003</c:v>
                </c:pt>
                <c:pt idx="1100">
                  <c:v>6.51575000003</c:v>
                </c:pt>
                <c:pt idx="1101">
                  <c:v>6.52025000003</c:v>
                </c:pt>
                <c:pt idx="1102">
                  <c:v>6.52050000003</c:v>
                </c:pt>
                <c:pt idx="1103">
                  <c:v>6.52500000003</c:v>
                </c:pt>
                <c:pt idx="1104">
                  <c:v>6.52525000003</c:v>
                </c:pt>
                <c:pt idx="1105">
                  <c:v>6.52925000003</c:v>
                </c:pt>
                <c:pt idx="1106">
                  <c:v>6.52975000003</c:v>
                </c:pt>
                <c:pt idx="1107">
                  <c:v>6.53000000003</c:v>
                </c:pt>
                <c:pt idx="1108">
                  <c:v>6.53450000003</c:v>
                </c:pt>
                <c:pt idx="1109">
                  <c:v>6.53475000003</c:v>
                </c:pt>
                <c:pt idx="1110">
                  <c:v>6.53825000003</c:v>
                </c:pt>
                <c:pt idx="1111">
                  <c:v>6.53900000003</c:v>
                </c:pt>
                <c:pt idx="1112">
                  <c:v>6.53925000003</c:v>
                </c:pt>
                <c:pt idx="1113">
                  <c:v>6.53950000003</c:v>
                </c:pt>
                <c:pt idx="1114">
                  <c:v>6.54400000003</c:v>
                </c:pt>
                <c:pt idx="1115">
                  <c:v>6.54425000003</c:v>
                </c:pt>
                <c:pt idx="1116">
                  <c:v>6.54875000003</c:v>
                </c:pt>
                <c:pt idx="1117">
                  <c:v>6.54900000003</c:v>
                </c:pt>
                <c:pt idx="1118">
                  <c:v>6.55350000003</c:v>
                </c:pt>
                <c:pt idx="1119">
                  <c:v>6.55375000003</c:v>
                </c:pt>
                <c:pt idx="1120">
                  <c:v>6.55825000003</c:v>
                </c:pt>
                <c:pt idx="1121">
                  <c:v>6.55850000003</c:v>
                </c:pt>
                <c:pt idx="1122">
                  <c:v>6.56300000003</c:v>
                </c:pt>
                <c:pt idx="1123">
                  <c:v>6.56325000003</c:v>
                </c:pt>
                <c:pt idx="1124">
                  <c:v>6.56775000003</c:v>
                </c:pt>
                <c:pt idx="1125">
                  <c:v>6.56800000003</c:v>
                </c:pt>
                <c:pt idx="1126">
                  <c:v>6.57250000003</c:v>
                </c:pt>
                <c:pt idx="1127">
                  <c:v>6.57275000003</c:v>
                </c:pt>
                <c:pt idx="1128">
                  <c:v>6.57725000003</c:v>
                </c:pt>
                <c:pt idx="1129">
                  <c:v>6.57750000003</c:v>
                </c:pt>
                <c:pt idx="1130">
                  <c:v>6.58200000003</c:v>
                </c:pt>
                <c:pt idx="1131">
                  <c:v>6.58225000003</c:v>
                </c:pt>
                <c:pt idx="1132">
                  <c:v>6.58675000003</c:v>
                </c:pt>
                <c:pt idx="1133">
                  <c:v>6.58700000003</c:v>
                </c:pt>
                <c:pt idx="1134">
                  <c:v>6.59150000003</c:v>
                </c:pt>
                <c:pt idx="1135">
                  <c:v>6.59175000003</c:v>
                </c:pt>
                <c:pt idx="1136">
                  <c:v>6.59625000003</c:v>
                </c:pt>
                <c:pt idx="1137">
                  <c:v>6.59650000003</c:v>
                </c:pt>
                <c:pt idx="1138">
                  <c:v>6.60100000003</c:v>
                </c:pt>
                <c:pt idx="1139">
                  <c:v>6.60125000003</c:v>
                </c:pt>
                <c:pt idx="1140">
                  <c:v>6.60575000003</c:v>
                </c:pt>
                <c:pt idx="1141">
                  <c:v>6.60600000003</c:v>
                </c:pt>
                <c:pt idx="1142">
                  <c:v>6.61050000003</c:v>
                </c:pt>
                <c:pt idx="1143">
                  <c:v>6.61075000003</c:v>
                </c:pt>
                <c:pt idx="1144">
                  <c:v>6.61525000003</c:v>
                </c:pt>
                <c:pt idx="1145">
                  <c:v>6.61550000003</c:v>
                </c:pt>
                <c:pt idx="1146">
                  <c:v>6.62000000003</c:v>
                </c:pt>
                <c:pt idx="1147">
                  <c:v>6.62025000003</c:v>
                </c:pt>
                <c:pt idx="1148">
                  <c:v>6.62475000003</c:v>
                </c:pt>
                <c:pt idx="1149">
                  <c:v>6.62500000003</c:v>
                </c:pt>
                <c:pt idx="1150">
                  <c:v>6.62950000003</c:v>
                </c:pt>
                <c:pt idx="1151">
                  <c:v>6.62975000003</c:v>
                </c:pt>
                <c:pt idx="1152">
                  <c:v>6.63425000003</c:v>
                </c:pt>
                <c:pt idx="1153">
                  <c:v>6.63450000003</c:v>
                </c:pt>
                <c:pt idx="1154">
                  <c:v>6.63900000003</c:v>
                </c:pt>
                <c:pt idx="1155">
                  <c:v>6.63925000003</c:v>
                </c:pt>
                <c:pt idx="1156">
                  <c:v>6.64375000003</c:v>
                </c:pt>
                <c:pt idx="1157">
                  <c:v>6.64400000003</c:v>
                </c:pt>
                <c:pt idx="1158">
                  <c:v>6.64850000003</c:v>
                </c:pt>
                <c:pt idx="1159">
                  <c:v>6.64875000003</c:v>
                </c:pt>
                <c:pt idx="1160">
                  <c:v>6.65325000003</c:v>
                </c:pt>
                <c:pt idx="1161">
                  <c:v>6.65350000003</c:v>
                </c:pt>
                <c:pt idx="1162">
                  <c:v>6.65800000003</c:v>
                </c:pt>
                <c:pt idx="1163">
                  <c:v>6.65825000003</c:v>
                </c:pt>
                <c:pt idx="1164">
                  <c:v>6.66275000003</c:v>
                </c:pt>
                <c:pt idx="1165">
                  <c:v>6.66300000003</c:v>
                </c:pt>
                <c:pt idx="1166">
                  <c:v>6.66750000003</c:v>
                </c:pt>
                <c:pt idx="1167">
                  <c:v>6.66775000003</c:v>
                </c:pt>
                <c:pt idx="1168">
                  <c:v>6.67225000003</c:v>
                </c:pt>
                <c:pt idx="1169">
                  <c:v>6.67250000003</c:v>
                </c:pt>
                <c:pt idx="1170">
                  <c:v>6.67700000003</c:v>
                </c:pt>
                <c:pt idx="1171">
                  <c:v>6.67725000003</c:v>
                </c:pt>
                <c:pt idx="1172">
                  <c:v>6.68175000003</c:v>
                </c:pt>
                <c:pt idx="1173">
                  <c:v>6.68200000003</c:v>
                </c:pt>
                <c:pt idx="1174">
                  <c:v>6.68650000003</c:v>
                </c:pt>
                <c:pt idx="1175">
                  <c:v>6.68675000003</c:v>
                </c:pt>
                <c:pt idx="1176">
                  <c:v>6.69125000003</c:v>
                </c:pt>
                <c:pt idx="1177">
                  <c:v>6.69150000003</c:v>
                </c:pt>
                <c:pt idx="1178">
                  <c:v>6.69600000003</c:v>
                </c:pt>
                <c:pt idx="1179">
                  <c:v>6.69625000003</c:v>
                </c:pt>
                <c:pt idx="1180">
                  <c:v>6.70075000003</c:v>
                </c:pt>
                <c:pt idx="1181">
                  <c:v>6.70100000003</c:v>
                </c:pt>
                <c:pt idx="1182">
                  <c:v>6.70550000003</c:v>
                </c:pt>
                <c:pt idx="1183">
                  <c:v>6.70575000003</c:v>
                </c:pt>
                <c:pt idx="1184">
                  <c:v>6.71025000003</c:v>
                </c:pt>
                <c:pt idx="1185">
                  <c:v>6.71050000003</c:v>
                </c:pt>
                <c:pt idx="1186">
                  <c:v>6.71500000003</c:v>
                </c:pt>
                <c:pt idx="1187">
                  <c:v>6.71525000003</c:v>
                </c:pt>
                <c:pt idx="1188">
                  <c:v>6.71975000003</c:v>
                </c:pt>
                <c:pt idx="1189">
                  <c:v>6.72000000003</c:v>
                </c:pt>
                <c:pt idx="1190">
                  <c:v>6.72450000003</c:v>
                </c:pt>
                <c:pt idx="1191">
                  <c:v>6.72475000003</c:v>
                </c:pt>
                <c:pt idx="1192">
                  <c:v>6.72925000003</c:v>
                </c:pt>
                <c:pt idx="1193">
                  <c:v>6.72950000003</c:v>
                </c:pt>
                <c:pt idx="1194">
                  <c:v>6.73400000003</c:v>
                </c:pt>
                <c:pt idx="1195">
                  <c:v>6.73425000003</c:v>
                </c:pt>
                <c:pt idx="1196">
                  <c:v>6.73875000003</c:v>
                </c:pt>
                <c:pt idx="1197">
                  <c:v>6.73900000003</c:v>
                </c:pt>
                <c:pt idx="1198">
                  <c:v>6.74350000003</c:v>
                </c:pt>
                <c:pt idx="1199">
                  <c:v>6.74375000003</c:v>
                </c:pt>
                <c:pt idx="1200">
                  <c:v>6.74825000003</c:v>
                </c:pt>
                <c:pt idx="1201">
                  <c:v>6.74850000003</c:v>
                </c:pt>
                <c:pt idx="1202">
                  <c:v>6.75275000003</c:v>
                </c:pt>
                <c:pt idx="1203">
                  <c:v>6.75300000003</c:v>
                </c:pt>
                <c:pt idx="1204">
                  <c:v>6.75325000003</c:v>
                </c:pt>
                <c:pt idx="1205">
                  <c:v>6.75775000003</c:v>
                </c:pt>
                <c:pt idx="1206">
                  <c:v>6.75800000003</c:v>
                </c:pt>
                <c:pt idx="1207">
                  <c:v>6.75875000003</c:v>
                </c:pt>
                <c:pt idx="1208">
                  <c:v>6.75925000003</c:v>
                </c:pt>
                <c:pt idx="1209">
                  <c:v>6.76250000003</c:v>
                </c:pt>
                <c:pt idx="1210">
                  <c:v>6.76275000003</c:v>
                </c:pt>
                <c:pt idx="1211">
                  <c:v>6.76725000003</c:v>
                </c:pt>
                <c:pt idx="1212">
                  <c:v>6.76750000003</c:v>
                </c:pt>
                <c:pt idx="1213">
                  <c:v>6.77200000003</c:v>
                </c:pt>
                <c:pt idx="1214">
                  <c:v>6.77225000003</c:v>
                </c:pt>
                <c:pt idx="1215">
                  <c:v>6.77675000003</c:v>
                </c:pt>
                <c:pt idx="1216">
                  <c:v>6.77700000003</c:v>
                </c:pt>
                <c:pt idx="1217">
                  <c:v>6.78150000003</c:v>
                </c:pt>
                <c:pt idx="1218">
                  <c:v>6.78175000003</c:v>
                </c:pt>
                <c:pt idx="1219">
                  <c:v>6.78625000003</c:v>
                </c:pt>
                <c:pt idx="1220">
                  <c:v>6.78650000003</c:v>
                </c:pt>
                <c:pt idx="1221">
                  <c:v>6.79100000003</c:v>
                </c:pt>
                <c:pt idx="1222">
                  <c:v>6.79125000003</c:v>
                </c:pt>
                <c:pt idx="1223">
                  <c:v>6.79575000003</c:v>
                </c:pt>
                <c:pt idx="1224">
                  <c:v>6.79600000003</c:v>
                </c:pt>
                <c:pt idx="1225">
                  <c:v>6.80050000003</c:v>
                </c:pt>
                <c:pt idx="1226">
                  <c:v>6.80075000003</c:v>
                </c:pt>
                <c:pt idx="1227">
                  <c:v>6.80525000003</c:v>
                </c:pt>
                <c:pt idx="1228">
                  <c:v>6.80550000003</c:v>
                </c:pt>
                <c:pt idx="1229">
                  <c:v>6.81000000003</c:v>
                </c:pt>
                <c:pt idx="1230">
                  <c:v>6.81025000003</c:v>
                </c:pt>
                <c:pt idx="1231">
                  <c:v>6.81475000003</c:v>
                </c:pt>
                <c:pt idx="1232">
                  <c:v>6.81500000003</c:v>
                </c:pt>
                <c:pt idx="1233">
                  <c:v>6.81950000003</c:v>
                </c:pt>
                <c:pt idx="1234">
                  <c:v>6.81975000003</c:v>
                </c:pt>
                <c:pt idx="1235">
                  <c:v>6.82425000003</c:v>
                </c:pt>
                <c:pt idx="1236">
                  <c:v>6.82450000003</c:v>
                </c:pt>
                <c:pt idx="1237">
                  <c:v>6.82900000003</c:v>
                </c:pt>
                <c:pt idx="1238">
                  <c:v>6.82925000003</c:v>
                </c:pt>
                <c:pt idx="1239">
                  <c:v>6.83375000003</c:v>
                </c:pt>
                <c:pt idx="1240">
                  <c:v>6.83400000003</c:v>
                </c:pt>
                <c:pt idx="1241">
                  <c:v>6.83850000003</c:v>
                </c:pt>
                <c:pt idx="1242">
                  <c:v>6.83875000003</c:v>
                </c:pt>
                <c:pt idx="1243">
                  <c:v>6.84325000003</c:v>
                </c:pt>
                <c:pt idx="1244">
                  <c:v>6.84350000003</c:v>
                </c:pt>
                <c:pt idx="1245">
                  <c:v>6.84800000003</c:v>
                </c:pt>
                <c:pt idx="1246">
                  <c:v>6.84825000003</c:v>
                </c:pt>
                <c:pt idx="1247">
                  <c:v>6.85275000003</c:v>
                </c:pt>
                <c:pt idx="1248">
                  <c:v>6.85300000003</c:v>
                </c:pt>
                <c:pt idx="1249">
                  <c:v>6.85750000003</c:v>
                </c:pt>
                <c:pt idx="1250">
                  <c:v>6.85775000003</c:v>
                </c:pt>
                <c:pt idx="1251">
                  <c:v>6.86225000003</c:v>
                </c:pt>
                <c:pt idx="1252">
                  <c:v>6.86250000003</c:v>
                </c:pt>
                <c:pt idx="1253">
                  <c:v>6.86700000003</c:v>
                </c:pt>
                <c:pt idx="1254">
                  <c:v>6.86725000003</c:v>
                </c:pt>
                <c:pt idx="1255">
                  <c:v>6.87175000003</c:v>
                </c:pt>
                <c:pt idx="1256">
                  <c:v>6.87200000003</c:v>
                </c:pt>
                <c:pt idx="1257">
                  <c:v>6.87650000003</c:v>
                </c:pt>
                <c:pt idx="1258">
                  <c:v>6.87675000003</c:v>
                </c:pt>
                <c:pt idx="1259">
                  <c:v>6.88125000003</c:v>
                </c:pt>
                <c:pt idx="1260">
                  <c:v>6.88150000003</c:v>
                </c:pt>
                <c:pt idx="1261">
                  <c:v>6.88600000003</c:v>
                </c:pt>
                <c:pt idx="1262">
                  <c:v>6.88625000003</c:v>
                </c:pt>
                <c:pt idx="1263">
                  <c:v>6.89075000003</c:v>
                </c:pt>
                <c:pt idx="1264">
                  <c:v>6.89100000003</c:v>
                </c:pt>
                <c:pt idx="1265">
                  <c:v>6.89550000003</c:v>
                </c:pt>
                <c:pt idx="1266">
                  <c:v>6.89575000003</c:v>
                </c:pt>
                <c:pt idx="1267">
                  <c:v>6.90025000003</c:v>
                </c:pt>
                <c:pt idx="1268">
                  <c:v>6.90050000003</c:v>
                </c:pt>
                <c:pt idx="1269">
                  <c:v>6.90500000003</c:v>
                </c:pt>
                <c:pt idx="1270">
                  <c:v>6.90525000003</c:v>
                </c:pt>
                <c:pt idx="1271">
                  <c:v>6.90975000003</c:v>
                </c:pt>
                <c:pt idx="1272">
                  <c:v>6.91000000003</c:v>
                </c:pt>
                <c:pt idx="1273">
                  <c:v>6.91450000003</c:v>
                </c:pt>
                <c:pt idx="1274">
                  <c:v>6.91475000003</c:v>
                </c:pt>
                <c:pt idx="1275">
                  <c:v>6.91925000003</c:v>
                </c:pt>
                <c:pt idx="1276">
                  <c:v>6.91950000003</c:v>
                </c:pt>
                <c:pt idx="1277">
                  <c:v>6.92400000003</c:v>
                </c:pt>
                <c:pt idx="1278">
                  <c:v>6.92425000003</c:v>
                </c:pt>
                <c:pt idx="1279">
                  <c:v>6.92875000003</c:v>
                </c:pt>
                <c:pt idx="1280">
                  <c:v>6.92900000003</c:v>
                </c:pt>
                <c:pt idx="1281">
                  <c:v>6.93350000003</c:v>
                </c:pt>
                <c:pt idx="1282">
                  <c:v>6.93375000003</c:v>
                </c:pt>
                <c:pt idx="1283">
                  <c:v>6.93825000003</c:v>
                </c:pt>
                <c:pt idx="1284">
                  <c:v>6.93850000003</c:v>
                </c:pt>
                <c:pt idx="1285">
                  <c:v>6.94300000003</c:v>
                </c:pt>
                <c:pt idx="1286">
                  <c:v>6.94325000003</c:v>
                </c:pt>
                <c:pt idx="1287">
                  <c:v>6.94775000003</c:v>
                </c:pt>
                <c:pt idx="1288">
                  <c:v>6.94800000003</c:v>
                </c:pt>
                <c:pt idx="1289">
                  <c:v>6.95250000003</c:v>
                </c:pt>
                <c:pt idx="1290">
                  <c:v>6.95275000003</c:v>
                </c:pt>
                <c:pt idx="1291">
                  <c:v>6.95725000003</c:v>
                </c:pt>
                <c:pt idx="1292">
                  <c:v>6.95750000003</c:v>
                </c:pt>
                <c:pt idx="1293">
                  <c:v>6.96200000003</c:v>
                </c:pt>
                <c:pt idx="1294">
                  <c:v>6.96225000003</c:v>
                </c:pt>
                <c:pt idx="1295">
                  <c:v>6.96675000003</c:v>
                </c:pt>
                <c:pt idx="1296">
                  <c:v>6.96700000003</c:v>
                </c:pt>
                <c:pt idx="1297">
                  <c:v>6.96900000003</c:v>
                </c:pt>
                <c:pt idx="1298">
                  <c:v>6.97150000003</c:v>
                </c:pt>
                <c:pt idx="1299">
                  <c:v>6.97175000003</c:v>
                </c:pt>
                <c:pt idx="1300">
                  <c:v>6.97625000003</c:v>
                </c:pt>
                <c:pt idx="1301">
                  <c:v>6.97650000003</c:v>
                </c:pt>
                <c:pt idx="1302">
                  <c:v>6.97925000003</c:v>
                </c:pt>
                <c:pt idx="1303">
                  <c:v>6.98050000003</c:v>
                </c:pt>
                <c:pt idx="1304">
                  <c:v>6.98100000003</c:v>
                </c:pt>
                <c:pt idx="1305">
                  <c:v>6.98125000003</c:v>
                </c:pt>
                <c:pt idx="1306">
                  <c:v>6.98575000003</c:v>
                </c:pt>
                <c:pt idx="1307">
                  <c:v>6.98600000003</c:v>
                </c:pt>
                <c:pt idx="1308">
                  <c:v>6.99050000003</c:v>
                </c:pt>
                <c:pt idx="1309">
                  <c:v>6.99075000003</c:v>
                </c:pt>
                <c:pt idx="1310">
                  <c:v>6.99525000003</c:v>
                </c:pt>
                <c:pt idx="1311">
                  <c:v>6.99550000003</c:v>
                </c:pt>
                <c:pt idx="1312">
                  <c:v>6.99950000003</c:v>
                </c:pt>
                <c:pt idx="1313">
                  <c:v>6.99975000003</c:v>
                </c:pt>
                <c:pt idx="1314">
                  <c:v>7.00000000003</c:v>
                </c:pt>
              </c:numCache>
            </c:numRef>
          </c:xVal>
          <c:yVal>
            <c:numRef>
              <c:f>'Chart Data'!$B$2:$B$1316</c:f>
              <c:numCache>
                <c:formatCode>0.00</c:formatCode>
                <c:ptCount val="1315"/>
                <c:pt idx="0">
                  <c:v>6.95244160722</c:v>
                </c:pt>
                <c:pt idx="1">
                  <c:v>6.95237524591</c:v>
                </c:pt>
                <c:pt idx="2">
                  <c:v>6.95230875793</c:v>
                </c:pt>
                <c:pt idx="3">
                  <c:v>6.9517104496</c:v>
                </c:pt>
                <c:pt idx="4">
                  <c:v>6.95164389775</c:v>
                </c:pt>
                <c:pt idx="5">
                  <c:v>6.9504474431</c:v>
                </c:pt>
                <c:pt idx="6">
                  <c:v>6.95038108882</c:v>
                </c:pt>
                <c:pt idx="7">
                  <c:v>6.94919184696</c:v>
                </c:pt>
                <c:pt idx="8">
                  <c:v>6.94912613852</c:v>
                </c:pt>
                <c:pt idx="9">
                  <c:v>6.94794928144</c:v>
                </c:pt>
                <c:pt idx="10">
                  <c:v>6.94788435995</c:v>
                </c:pt>
                <c:pt idx="11">
                  <c:v>6.94672364103</c:v>
                </c:pt>
                <c:pt idx="12">
                  <c:v>6.94665965104</c:v>
                </c:pt>
                <c:pt idx="13">
                  <c:v>6.94552001673</c:v>
                </c:pt>
                <c:pt idx="14">
                  <c:v>6.94545733264</c:v>
                </c:pt>
                <c:pt idx="15">
                  <c:v>6.94434436466</c:v>
                </c:pt>
                <c:pt idx="16">
                  <c:v>6.94428344768</c:v>
                </c:pt>
                <c:pt idx="17">
                  <c:v>6.94320324551</c:v>
                </c:pt>
                <c:pt idx="18">
                  <c:v>6.94314425041</c:v>
                </c:pt>
                <c:pt idx="19">
                  <c:v>6.94210030533</c:v>
                </c:pt>
                <c:pt idx="20">
                  <c:v>6.94204331578</c:v>
                </c:pt>
                <c:pt idx="21">
                  <c:v>6.9410391273</c:v>
                </c:pt>
                <c:pt idx="22">
                  <c:v>6.94098451158</c:v>
                </c:pt>
                <c:pt idx="23">
                  <c:v>6.94002550549</c:v>
                </c:pt>
                <c:pt idx="24">
                  <c:v>6.93997366181</c:v>
                </c:pt>
                <c:pt idx="25">
                  <c:v>6.93906556358</c:v>
                </c:pt>
                <c:pt idx="26">
                  <c:v>6.93901660499</c:v>
                </c:pt>
                <c:pt idx="27">
                  <c:v>6.93816194344</c:v>
                </c:pt>
                <c:pt idx="28">
                  <c:v>6.93811591717</c:v>
                </c:pt>
                <c:pt idx="29">
                  <c:v>6.93731680177</c:v>
                </c:pt>
                <c:pt idx="30">
                  <c:v>6.93727401339</c:v>
                </c:pt>
                <c:pt idx="31">
                  <c:v>6.93653496138</c:v>
                </c:pt>
                <c:pt idx="32">
                  <c:v>6.9364957239</c:v>
                </c:pt>
                <c:pt idx="33">
                  <c:v>6.93582129177</c:v>
                </c:pt>
                <c:pt idx="34">
                  <c:v>6.93578569639</c:v>
                </c:pt>
                <c:pt idx="35">
                  <c:v>6.93517779224</c:v>
                </c:pt>
                <c:pt idx="36">
                  <c:v>6.93514581408</c:v>
                </c:pt>
                <c:pt idx="37">
                  <c:v>6.93460522433</c:v>
                </c:pt>
                <c:pt idx="38">
                  <c:v>6.93457713205</c:v>
                </c:pt>
                <c:pt idx="39">
                  <c:v>6.93410710065</c:v>
                </c:pt>
                <c:pt idx="40">
                  <c:v>6.93408305911</c:v>
                </c:pt>
                <c:pt idx="41">
                  <c:v>6.93368625592</c:v>
                </c:pt>
                <c:pt idx="42">
                  <c:v>6.93366625893</c:v>
                </c:pt>
                <c:pt idx="43">
                  <c:v>6.93334424681</c:v>
                </c:pt>
                <c:pt idx="44">
                  <c:v>6.93332838011</c:v>
                </c:pt>
                <c:pt idx="45">
                  <c:v>6.93308086693</c:v>
                </c:pt>
                <c:pt idx="46">
                  <c:v>6.93306917751</c:v>
                </c:pt>
                <c:pt idx="47">
                  <c:v>6.93289623749</c:v>
                </c:pt>
                <c:pt idx="48">
                  <c:v>6.93288883517</c:v>
                </c:pt>
                <c:pt idx="49">
                  <c:v>6.93286776456</c:v>
                </c:pt>
                <c:pt idx="50">
                  <c:v>6.93279334275</c:v>
                </c:pt>
                <c:pt idx="51">
                  <c:v>6.93279016652</c:v>
                </c:pt>
                <c:pt idx="52">
                  <c:v>6.93276975634</c:v>
                </c:pt>
                <c:pt idx="53">
                  <c:v>6.93277104893</c:v>
                </c:pt>
                <c:pt idx="54">
                  <c:v>6.9327719773</c:v>
                </c:pt>
                <c:pt idx="55">
                  <c:v>6.93277302313</c:v>
                </c:pt>
                <c:pt idx="56">
                  <c:v>6.93282997652</c:v>
                </c:pt>
                <c:pt idx="57">
                  <c:v>6.93283523578</c:v>
                </c:pt>
                <c:pt idx="58">
                  <c:v>6.93296672954</c:v>
                </c:pt>
                <c:pt idx="59">
                  <c:v>6.9329761689</c:v>
                </c:pt>
                <c:pt idx="60">
                  <c:v>6.93318272186</c:v>
                </c:pt>
                <c:pt idx="61">
                  <c:v>6.93319624691</c:v>
                </c:pt>
                <c:pt idx="62">
                  <c:v>6.93347720007</c:v>
                </c:pt>
                <c:pt idx="63">
                  <c:v>6.93349475978</c:v>
                </c:pt>
                <c:pt idx="64">
                  <c:v>6.93384682169</c:v>
                </c:pt>
                <c:pt idx="65">
                  <c:v>6.93386834489</c:v>
                </c:pt>
                <c:pt idx="66">
                  <c:v>6.93428918893</c:v>
                </c:pt>
                <c:pt idx="67">
                  <c:v>6.93431447052</c:v>
                </c:pt>
                <c:pt idx="68">
                  <c:v>6.93480283905</c:v>
                </c:pt>
                <c:pt idx="69">
                  <c:v>6.93483181522</c:v>
                </c:pt>
                <c:pt idx="70">
                  <c:v>6.93538661472</c:v>
                </c:pt>
                <c:pt idx="71">
                  <c:v>6.93541916458</c:v>
                </c:pt>
                <c:pt idx="72">
                  <c:v>6.93603575613</c:v>
                </c:pt>
                <c:pt idx="73">
                  <c:v>6.93607171287</c:v>
                </c:pt>
                <c:pt idx="74">
                  <c:v>6.93674609099</c:v>
                </c:pt>
                <c:pt idx="75">
                  <c:v>6.93678514133</c:v>
                </c:pt>
                <c:pt idx="76">
                  <c:v>6.93751541587</c:v>
                </c:pt>
                <c:pt idx="77">
                  <c:v>6.93755743952</c:v>
                </c:pt>
                <c:pt idx="78">
                  <c:v>6.93834087993</c:v>
                </c:pt>
                <c:pt idx="79">
                  <c:v>6.93838578633</c:v>
                </c:pt>
                <c:pt idx="80">
                  <c:v>6.93921769896</c:v>
                </c:pt>
                <c:pt idx="81">
                  <c:v>6.93926521673</c:v>
                </c:pt>
                <c:pt idx="82">
                  <c:v>6.94014007677</c:v>
                </c:pt>
                <c:pt idx="83">
                  <c:v>6.94018982612</c:v>
                </c:pt>
                <c:pt idx="84">
                  <c:v>6.94110470005</c:v>
                </c:pt>
                <c:pt idx="85">
                  <c:v>6.94115652246</c:v>
                </c:pt>
                <c:pt idx="86">
                  <c:v>6.94210827298</c:v>
                </c:pt>
                <c:pt idx="87">
                  <c:v>6.94216207249</c:v>
                </c:pt>
                <c:pt idx="88">
                  <c:v>6.94314511133</c:v>
                </c:pt>
                <c:pt idx="89">
                  <c:v>6.94320054345</c:v>
                </c:pt>
                <c:pt idx="90">
                  <c:v>6.94420906538</c:v>
                </c:pt>
                <c:pt idx="91">
                  <c:v>6.94426571163</c:v>
                </c:pt>
                <c:pt idx="92">
                  <c:v>6.94529499258</c:v>
                </c:pt>
                <c:pt idx="93">
                  <c:v>6.94535263151</c:v>
                </c:pt>
                <c:pt idx="94">
                  <c:v>6.94639940517</c:v>
                </c:pt>
                <c:pt idx="95">
                  <c:v>6.94645797223</c:v>
                </c:pt>
                <c:pt idx="96">
                  <c:v>6.94751691141</c:v>
                </c:pt>
                <c:pt idx="97">
                  <c:v>6.94757602694</c:v>
                </c:pt>
                <c:pt idx="98">
                  <c:v>6.94864053032</c:v>
                </c:pt>
                <c:pt idx="99">
                  <c:v>6.94869967791</c:v>
                </c:pt>
                <c:pt idx="100">
                  <c:v>6.94976482124</c:v>
                </c:pt>
                <c:pt idx="101">
                  <c:v>6.94982390083</c:v>
                </c:pt>
                <c:pt idx="102">
                  <c:v>6.95088645202</c:v>
                </c:pt>
                <c:pt idx="103">
                  <c:v>6.95094534289</c:v>
                </c:pt>
                <c:pt idx="104">
                  <c:v>6.95200061396</c:v>
                </c:pt>
                <c:pt idx="105">
                  <c:v>6.95205896291</c:v>
                </c:pt>
                <c:pt idx="106">
                  <c:v>6.95309963336</c:v>
                </c:pt>
                <c:pt idx="107">
                  <c:v>6.95315692971</c:v>
                </c:pt>
                <c:pt idx="108">
                  <c:v>6.95417856205</c:v>
                </c:pt>
                <c:pt idx="109">
                  <c:v>6.95423467179</c:v>
                </c:pt>
                <c:pt idx="110">
                  <c:v>6.95523372863</c:v>
                </c:pt>
                <c:pt idx="111">
                  <c:v>6.95528857179</c:v>
                </c:pt>
                <c:pt idx="112">
                  <c:v>6.95626028575</c:v>
                </c:pt>
                <c:pt idx="113">
                  <c:v>6.95631343036</c:v>
                </c:pt>
                <c:pt idx="114">
                  <c:v>6.95725225271</c:v>
                </c:pt>
                <c:pt idx="115">
                  <c:v>6.95730333329</c:v>
                </c:pt>
                <c:pt idx="116">
                  <c:v>6.95820397548</c:v>
                </c:pt>
                <c:pt idx="117">
                  <c:v>6.95825285079</c:v>
                </c:pt>
                <c:pt idx="118">
                  <c:v>6.95911249039</c:v>
                </c:pt>
                <c:pt idx="119">
                  <c:v>6.95915912861</c:v>
                </c:pt>
                <c:pt idx="120">
                  <c:v>6.95993084033</c:v>
                </c:pt>
                <c:pt idx="121">
                  <c:v>6.95997496309</c:v>
                </c:pt>
                <c:pt idx="122">
                  <c:v>6.96001899847</c:v>
                </c:pt>
                <c:pt idx="123">
                  <c:v>6.96078523637</c:v>
                </c:pt>
                <c:pt idx="124">
                  <c:v>6.9608263173</c:v>
                </c:pt>
                <c:pt idx="125">
                  <c:v>6.96153937024</c:v>
                </c:pt>
                <c:pt idx="126">
                  <c:v>6.96157741484</c:v>
                </c:pt>
                <c:pt idx="127">
                  <c:v>6.96223414083</c:v>
                </c:pt>
                <c:pt idx="128">
                  <c:v>6.96226907082</c:v>
                </c:pt>
                <c:pt idx="129">
                  <c:v>6.96286753421</c:v>
                </c:pt>
                <c:pt idx="130">
                  <c:v>6.96289915143</c:v>
                </c:pt>
                <c:pt idx="131">
                  <c:v>6.96343648413</c:v>
                </c:pt>
                <c:pt idx="132">
                  <c:v>6.96346445162</c:v>
                </c:pt>
                <c:pt idx="133">
                  <c:v>6.96393576482</c:v>
                </c:pt>
                <c:pt idx="134">
                  <c:v>6.96396008652</c:v>
                </c:pt>
                <c:pt idx="135">
                  <c:v>6.96436464041</c:v>
                </c:pt>
                <c:pt idx="136">
                  <c:v>6.96438532413</c:v>
                </c:pt>
                <c:pt idx="137">
                  <c:v>6.96472246287</c:v>
                </c:pt>
                <c:pt idx="138">
                  <c:v>6.96473927377</c:v>
                </c:pt>
                <c:pt idx="139">
                  <c:v>6.96500668478</c:v>
                </c:pt>
                <c:pt idx="140">
                  <c:v>6.9650195004</c:v>
                </c:pt>
                <c:pt idx="141">
                  <c:v>6.96521472149</c:v>
                </c:pt>
                <c:pt idx="142">
                  <c:v>6.96522351111</c:v>
                </c:pt>
                <c:pt idx="143">
                  <c:v>6.96534569199</c:v>
                </c:pt>
                <c:pt idx="144">
                  <c:v>6.96535054865</c:v>
                </c:pt>
                <c:pt idx="145">
                  <c:v>6.9654011836</c:v>
                </c:pt>
                <c:pt idx="146">
                  <c:v>6.96540199444</c:v>
                </c:pt>
                <c:pt idx="147">
                  <c:v>6.9654032057</c:v>
                </c:pt>
                <c:pt idx="148">
                  <c:v>6.96538049859</c:v>
                </c:pt>
                <c:pt idx="149">
                  <c:v>6.96537720112</c:v>
                </c:pt>
                <c:pt idx="150">
                  <c:v>6.96536208871</c:v>
                </c:pt>
                <c:pt idx="151">
                  <c:v>6.96528176577</c:v>
                </c:pt>
                <c:pt idx="152">
                  <c:v>6.96527442607</c:v>
                </c:pt>
                <c:pt idx="153">
                  <c:v>6.96510571173</c:v>
                </c:pt>
                <c:pt idx="154">
                  <c:v>6.96509439638</c:v>
                </c:pt>
                <c:pt idx="155">
                  <c:v>6.9648542934</c:v>
                </c:pt>
                <c:pt idx="156">
                  <c:v>6.96483898375</c:v>
                </c:pt>
                <c:pt idx="157">
                  <c:v>6.9645291489</c:v>
                </c:pt>
                <c:pt idx="158">
                  <c:v>6.96450991573</c:v>
                </c:pt>
                <c:pt idx="159">
                  <c:v>6.96412980297</c:v>
                </c:pt>
                <c:pt idx="160">
                  <c:v>6.96410681205</c:v>
                </c:pt>
                <c:pt idx="161">
                  <c:v>6.96365794487</c:v>
                </c:pt>
                <c:pt idx="162">
                  <c:v>6.96363120473</c:v>
                </c:pt>
                <c:pt idx="163">
                  <c:v>6.96311708295</c:v>
                </c:pt>
                <c:pt idx="164">
                  <c:v>6.9630867379</c:v>
                </c:pt>
                <c:pt idx="165">
                  <c:v>6.96251017359</c:v>
                </c:pt>
                <c:pt idx="166">
                  <c:v>6.96247639908</c:v>
                </c:pt>
                <c:pt idx="167">
                  <c:v>6.96183859025</c:v>
                </c:pt>
                <c:pt idx="168">
                  <c:v>6.96180149955</c:v>
                </c:pt>
                <c:pt idx="169">
                  <c:v>6.96110448316</c:v>
                </c:pt>
                <c:pt idx="170">
                  <c:v>6.96106423154</c:v>
                </c:pt>
                <c:pt idx="171">
                  <c:v>6.96031240748</c:v>
                </c:pt>
                <c:pt idx="172">
                  <c:v>6.96026917476</c:v>
                </c:pt>
                <c:pt idx="173">
                  <c:v>6.95946686006</c:v>
                </c:pt>
                <c:pt idx="174">
                  <c:v>6.95942089508</c:v>
                </c:pt>
                <c:pt idx="175">
                  <c:v>6.95857008754</c:v>
                </c:pt>
                <c:pt idx="176">
                  <c:v>6.9585215782</c:v>
                </c:pt>
                <c:pt idx="177">
                  <c:v>6.95762510254</c:v>
                </c:pt>
                <c:pt idx="178">
                  <c:v>6.95757415555</c:v>
                </c:pt>
                <c:pt idx="179">
                  <c:v>6.95663770592</c:v>
                </c:pt>
                <c:pt idx="180">
                  <c:v>6.95658459007</c:v>
                </c:pt>
                <c:pt idx="181">
                  <c:v>6.95561290448</c:v>
                </c:pt>
                <c:pt idx="182">
                  <c:v>6.9555580133</c:v>
                </c:pt>
                <c:pt idx="183">
                  <c:v>6.95455475777</c:v>
                </c:pt>
                <c:pt idx="184">
                  <c:v>6.9544982559</c:v>
                </c:pt>
                <c:pt idx="185">
                  <c:v>6.95346664543</c:v>
                </c:pt>
                <c:pt idx="186">
                  <c:v>6.95340865109</c:v>
                </c:pt>
                <c:pt idx="187">
                  <c:v>6.95235376843</c:v>
                </c:pt>
                <c:pt idx="188">
                  <c:v>6.95229459354</c:v>
                </c:pt>
                <c:pt idx="189">
                  <c:v>6.95122339392</c:v>
                </c:pt>
                <c:pt idx="190">
                  <c:v>6.95116348423</c:v>
                </c:pt>
                <c:pt idx="191">
                  <c:v>6.95007955442</c:v>
                </c:pt>
                <c:pt idx="192">
                  <c:v>6.95001911118</c:v>
                </c:pt>
                <c:pt idx="193">
                  <c:v>6.94892628345</c:v>
                </c:pt>
                <c:pt idx="194">
                  <c:v>6.94886540266</c:v>
                </c:pt>
                <c:pt idx="195">
                  <c:v>6.94776898742</c:v>
                </c:pt>
                <c:pt idx="196">
                  <c:v>6.94770805072</c:v>
                </c:pt>
                <c:pt idx="197">
                  <c:v>6.94661426095</c:v>
                </c:pt>
                <c:pt idx="198">
                  <c:v>6.94655369012</c:v>
                </c:pt>
                <c:pt idx="199">
                  <c:v>6.94546700001</c:v>
                </c:pt>
                <c:pt idx="200">
                  <c:v>6.94540693442</c:v>
                </c:pt>
                <c:pt idx="201">
                  <c:v>6.94433065845</c:v>
                </c:pt>
                <c:pt idx="202">
                  <c:v>6.94427123533</c:v>
                </c:pt>
                <c:pt idx="203">
                  <c:v>6.94321041022</c:v>
                </c:pt>
                <c:pt idx="204">
                  <c:v>6.943151943</c:v>
                </c:pt>
                <c:pt idx="205">
                  <c:v>6.94211220083</c:v>
                </c:pt>
                <c:pt idx="206">
                  <c:v>6.94205514887</c:v>
                </c:pt>
                <c:pt idx="207">
                  <c:v>6.9410415333</c:v>
                </c:pt>
                <c:pt idx="208">
                  <c:v>6.9409860645</c:v>
                </c:pt>
                <c:pt idx="209">
                  <c:v>6.94000132873</c:v>
                </c:pt>
                <c:pt idx="210">
                  <c:v>6.93994742241</c:v>
                </c:pt>
                <c:pt idx="211">
                  <c:v>6.93899517078</c:v>
                </c:pt>
                <c:pt idx="212">
                  <c:v>6.93894325202</c:v>
                </c:pt>
                <c:pt idx="213">
                  <c:v>6.93802967803</c:v>
                </c:pt>
                <c:pt idx="214">
                  <c:v>6.93798013584</c:v>
                </c:pt>
                <c:pt idx="215">
                  <c:v>6.93710933627</c:v>
                </c:pt>
                <c:pt idx="216">
                  <c:v>6.93706223415</c:v>
                </c:pt>
                <c:pt idx="217">
                  <c:v>6.93623730354</c:v>
                </c:pt>
                <c:pt idx="218">
                  <c:v>6.93619276808</c:v>
                </c:pt>
                <c:pt idx="219">
                  <c:v>6.93541639827</c:v>
                </c:pt>
                <c:pt idx="220">
                  <c:v>6.93537463288</c:v>
                </c:pt>
                <c:pt idx="221">
                  <c:v>6.93465118797</c:v>
                </c:pt>
                <c:pt idx="222">
                  <c:v>6.93461264014</c:v>
                </c:pt>
                <c:pt idx="223">
                  <c:v>6.93394657934</c:v>
                </c:pt>
                <c:pt idx="224">
                  <c:v>6.93391121753</c:v>
                </c:pt>
                <c:pt idx="225">
                  <c:v>6.93330334733</c:v>
                </c:pt>
                <c:pt idx="226">
                  <c:v>6.93327115939</c:v>
                </c:pt>
                <c:pt idx="227">
                  <c:v>6.93272375334</c:v>
                </c:pt>
                <c:pt idx="228">
                  <c:v>6.93269507291</c:v>
                </c:pt>
                <c:pt idx="229">
                  <c:v>6.93221108586</c:v>
                </c:pt>
                <c:pt idx="230">
                  <c:v>6.93218605915</c:v>
                </c:pt>
                <c:pt idx="231">
                  <c:v>6.93176802406</c:v>
                </c:pt>
                <c:pt idx="232">
                  <c:v>6.9317467129</c:v>
                </c:pt>
                <c:pt idx="233">
                  <c:v>6.93139645593</c:v>
                </c:pt>
                <c:pt idx="234">
                  <c:v>6.93137879656</c:v>
                </c:pt>
                <c:pt idx="235">
                  <c:v>6.93109540242</c:v>
                </c:pt>
                <c:pt idx="236">
                  <c:v>6.93108152538</c:v>
                </c:pt>
                <c:pt idx="237">
                  <c:v>6.93086701245</c:v>
                </c:pt>
                <c:pt idx="238">
                  <c:v>6.9308571353</c:v>
                </c:pt>
                <c:pt idx="239">
                  <c:v>6.93071385852</c:v>
                </c:pt>
                <c:pt idx="240">
                  <c:v>6.93070787997</c:v>
                </c:pt>
                <c:pt idx="241">
                  <c:v>6.93063521838</c:v>
                </c:pt>
                <c:pt idx="242">
                  <c:v>6.93063305961</c:v>
                </c:pt>
                <c:pt idx="243">
                  <c:v>6.93062324072</c:v>
                </c:pt>
                <c:pt idx="244">
                  <c:v>6.93062311238</c:v>
                </c:pt>
                <c:pt idx="245">
                  <c:v>6.93062963265</c:v>
                </c:pt>
                <c:pt idx="246">
                  <c:v>6.93063134908</c:v>
                </c:pt>
                <c:pt idx="247">
                  <c:v>6.93064591912</c:v>
                </c:pt>
                <c:pt idx="248">
                  <c:v>6.93069738973</c:v>
                </c:pt>
                <c:pt idx="249">
                  <c:v>6.93070304581</c:v>
                </c:pt>
                <c:pt idx="250">
                  <c:v>6.93083922834</c:v>
                </c:pt>
                <c:pt idx="251">
                  <c:v>6.93084871798</c:v>
                </c:pt>
                <c:pt idx="252">
                  <c:v>6.9310539145</c:v>
                </c:pt>
                <c:pt idx="253">
                  <c:v>6.93106712663</c:v>
                </c:pt>
                <c:pt idx="254">
                  <c:v>6.93133899838</c:v>
                </c:pt>
                <c:pt idx="255">
                  <c:v>6.93135592903</c:v>
                </c:pt>
                <c:pt idx="256">
                  <c:v>6.93169237163</c:v>
                </c:pt>
                <c:pt idx="257">
                  <c:v>6.93171291527</c:v>
                </c:pt>
                <c:pt idx="258">
                  <c:v>6.93211404084</c:v>
                </c:pt>
                <c:pt idx="259">
                  <c:v>6.93213806697</c:v>
                </c:pt>
                <c:pt idx="260">
                  <c:v>6.93260210105</c:v>
                </c:pt>
                <c:pt idx="261">
                  <c:v>6.93262948863</c:v>
                </c:pt>
                <c:pt idx="262">
                  <c:v>6.93315209285</c:v>
                </c:pt>
                <c:pt idx="263">
                  <c:v>6.93318272432</c:v>
                </c:pt>
                <c:pt idx="264">
                  <c:v>6.93376124587</c:v>
                </c:pt>
                <c:pt idx="265">
                  <c:v>6.93379496843</c:v>
                </c:pt>
                <c:pt idx="266">
                  <c:v>6.93442798737</c:v>
                </c:pt>
                <c:pt idx="267">
                  <c:v>6.93446458648</c:v>
                </c:pt>
                <c:pt idx="268">
                  <c:v>6.93514939745</c:v>
                </c:pt>
                <c:pt idx="269">
                  <c:v>6.93518875574</c:v>
                </c:pt>
                <c:pt idx="270">
                  <c:v>6.93592072289</c:v>
                </c:pt>
                <c:pt idx="271">
                  <c:v>6.93596264924</c:v>
                </c:pt>
                <c:pt idx="272">
                  <c:v>6.93673740682</c:v>
                </c:pt>
                <c:pt idx="273">
                  <c:v>6.93678162948</c:v>
                </c:pt>
                <c:pt idx="274">
                  <c:v>6.93759677157</c:v>
                </c:pt>
                <c:pt idx="275">
                  <c:v>6.93764308595</c:v>
                </c:pt>
                <c:pt idx="276">
                  <c:v>6.93849573552</c:v>
                </c:pt>
                <c:pt idx="277">
                  <c:v>6.93854402619</c:v>
                </c:pt>
                <c:pt idx="278">
                  <c:v>6.93942863519</c:v>
                </c:pt>
                <c:pt idx="279">
                  <c:v>6.93947860404</c:v>
                </c:pt>
                <c:pt idx="280">
                  <c:v>6.94039011128</c:v>
                </c:pt>
                <c:pt idx="281">
                  <c:v>6.94044145665</c:v>
                </c:pt>
                <c:pt idx="282">
                  <c:v>6.94137634612</c:v>
                </c:pt>
                <c:pt idx="283">
                  <c:v>6.94142884619</c:v>
                </c:pt>
                <c:pt idx="284">
                  <c:v>6.94238434109</c:v>
                </c:pt>
                <c:pt idx="285">
                  <c:v>6.94243786625</c:v>
                </c:pt>
                <c:pt idx="286">
                  <c:v>6.94340812963</c:v>
                </c:pt>
                <c:pt idx="287">
                  <c:v>6.94346236554</c:v>
                </c:pt>
                <c:pt idx="288">
                  <c:v>6.94444131685</c:v>
                </c:pt>
                <c:pt idx="289">
                  <c:v>6.94449585947</c:v>
                </c:pt>
                <c:pt idx="290">
                  <c:v>6.94547992105</c:v>
                </c:pt>
                <c:pt idx="291">
                  <c:v>6.94553460726</c:v>
                </c:pt>
                <c:pt idx="292">
                  <c:v>6.94651971022</c:v>
                </c:pt>
                <c:pt idx="293">
                  <c:v>6.94657441246</c:v>
                </c:pt>
                <c:pt idx="294">
                  <c:v>6.94750174774</c:v>
                </c:pt>
                <c:pt idx="295">
                  <c:v>6.94755603928</c:v>
                </c:pt>
                <c:pt idx="296">
                  <c:v>6.94761042083</c:v>
                </c:pt>
                <c:pt idx="297">
                  <c:v>6.94771897059</c:v>
                </c:pt>
                <c:pt idx="298">
                  <c:v>6.94858216266</c:v>
                </c:pt>
                <c:pt idx="299">
                  <c:v>6.94863578416</c:v>
                </c:pt>
                <c:pt idx="300">
                  <c:v>6.94959401635</c:v>
                </c:pt>
                <c:pt idx="301">
                  <c:v>6.94964676041</c:v>
                </c:pt>
                <c:pt idx="302">
                  <c:v>6.95058826051</c:v>
                </c:pt>
                <c:pt idx="303">
                  <c:v>6.95064003273</c:v>
                </c:pt>
                <c:pt idx="304">
                  <c:v>6.95156025339</c:v>
                </c:pt>
                <c:pt idx="305">
                  <c:v>6.95161073992</c:v>
                </c:pt>
                <c:pt idx="306">
                  <c:v>6.95250425646</c:v>
                </c:pt>
                <c:pt idx="307">
                  <c:v>6.95255303649</c:v>
                </c:pt>
                <c:pt idx="308">
                  <c:v>6.95341537867</c:v>
                </c:pt>
                <c:pt idx="309">
                  <c:v>6.9534623014</c:v>
                </c:pt>
                <c:pt idx="310">
                  <c:v>6.954290928</c:v>
                </c:pt>
                <c:pt idx="311">
                  <c:v>6.9543360015</c:v>
                </c:pt>
                <c:pt idx="312">
                  <c:v>6.95512737001</c:v>
                </c:pt>
                <c:pt idx="313">
                  <c:v>6.9551702437</c:v>
                </c:pt>
                <c:pt idx="314">
                  <c:v>6.95591874471</c:v>
                </c:pt>
                <c:pt idx="315">
                  <c:v>6.95595902648</c:v>
                </c:pt>
                <c:pt idx="316">
                  <c:v>6.9566608906</c:v>
                </c:pt>
                <c:pt idx="317">
                  <c:v>6.95669850757</c:v>
                </c:pt>
                <c:pt idx="318">
                  <c:v>6.95735200524</c:v>
                </c:pt>
                <c:pt idx="319">
                  <c:v>6.95738695967</c:v>
                </c:pt>
                <c:pt idx="320">
                  <c:v>6.95798922339</c:v>
                </c:pt>
                <c:pt idx="321">
                  <c:v>6.95802123206</c:v>
                </c:pt>
                <c:pt idx="322">
                  <c:v>6.95856869085</c:v>
                </c:pt>
                <c:pt idx="323">
                  <c:v>6.95859745256</c:v>
                </c:pt>
                <c:pt idx="324">
                  <c:v>6.95908653991</c:v>
                </c:pt>
                <c:pt idx="325">
                  <c:v>6.95911201844</c:v>
                </c:pt>
                <c:pt idx="326">
                  <c:v>6.95954166168</c:v>
                </c:pt>
                <c:pt idx="327">
                  <c:v>6.95956393966</c:v>
                </c:pt>
                <c:pt idx="328">
                  <c:v>6.95993318404</c:v>
                </c:pt>
                <c:pt idx="329">
                  <c:v>6.95995199769</c:v>
                </c:pt>
                <c:pt idx="330">
                  <c:v>6.96025789261</c:v>
                </c:pt>
                <c:pt idx="331">
                  <c:v>6.9602730076</c:v>
                </c:pt>
                <c:pt idx="332">
                  <c:v>6.96051353138</c:v>
                </c:pt>
                <c:pt idx="333">
                  <c:v>6.9605250337</c:v>
                </c:pt>
                <c:pt idx="334">
                  <c:v>6.96069956175</c:v>
                </c:pt>
                <c:pt idx="335">
                  <c:v>6.96070747962</c:v>
                </c:pt>
                <c:pt idx="336">
                  <c:v>6.96081647046</c:v>
                </c:pt>
                <c:pt idx="337">
                  <c:v>6.9608207145</c:v>
                </c:pt>
                <c:pt idx="338">
                  <c:v>6.96086328346</c:v>
                </c:pt>
                <c:pt idx="339">
                  <c:v>6.96086370413</c:v>
                </c:pt>
                <c:pt idx="340">
                  <c:v>6.96086405887</c:v>
                </c:pt>
                <c:pt idx="341">
                  <c:v>6.96084660926</c:v>
                </c:pt>
                <c:pt idx="342">
                  <c:v>6.96083778731</c:v>
                </c:pt>
                <c:pt idx="343">
                  <c:v>6.96083444812</c:v>
                </c:pt>
                <c:pt idx="344">
                  <c:v>6.960740996</c:v>
                </c:pt>
                <c:pt idx="345">
                  <c:v>6.96073401361</c:v>
                </c:pt>
                <c:pt idx="346">
                  <c:v>6.96057512824</c:v>
                </c:pt>
                <c:pt idx="347">
                  <c:v>6.96056448559</c:v>
                </c:pt>
                <c:pt idx="348">
                  <c:v>6.96033998076</c:v>
                </c:pt>
                <c:pt idx="349">
                  <c:v>6.96032560182</c:v>
                </c:pt>
                <c:pt idx="350">
                  <c:v>6.96003508154</c:v>
                </c:pt>
                <c:pt idx="351">
                  <c:v>6.96001713124</c:v>
                </c:pt>
                <c:pt idx="352">
                  <c:v>6.9596624037</c:v>
                </c:pt>
                <c:pt idx="353">
                  <c:v>6.95964105929</c:v>
                </c:pt>
                <c:pt idx="354">
                  <c:v>6.95922518725</c:v>
                </c:pt>
                <c:pt idx="355">
                  <c:v>6.95920037395</c:v>
                </c:pt>
                <c:pt idx="356">
                  <c:v>6.9587246974</c:v>
                </c:pt>
                <c:pt idx="357">
                  <c:v>6.95869659139</c:v>
                </c:pt>
                <c:pt idx="358">
                  <c:v>6.95816246873</c:v>
                </c:pt>
                <c:pt idx="359">
                  <c:v>6.95813118555</c:v>
                </c:pt>
                <c:pt idx="360">
                  <c:v>6.95754011053</c:v>
                </c:pt>
                <c:pt idx="361">
                  <c:v>6.95750583448</c:v>
                </c:pt>
                <c:pt idx="362">
                  <c:v>6.95686265721</c:v>
                </c:pt>
                <c:pt idx="363">
                  <c:v>6.9568255241</c:v>
                </c:pt>
                <c:pt idx="364">
                  <c:v>6.95613319034</c:v>
                </c:pt>
                <c:pt idx="365">
                  <c:v>6.95609331819</c:v>
                </c:pt>
                <c:pt idx="366">
                  <c:v>6.95535309005</c:v>
                </c:pt>
                <c:pt idx="367">
                  <c:v>6.95531074736</c:v>
                </c:pt>
                <c:pt idx="368">
                  <c:v>6.95452627746</c:v>
                </c:pt>
                <c:pt idx="369">
                  <c:v>6.95448157611</c:v>
                </c:pt>
                <c:pt idx="370">
                  <c:v>6.95365695585</c:v>
                </c:pt>
                <c:pt idx="371">
                  <c:v>6.95361008595</c:v>
                </c:pt>
                <c:pt idx="372">
                  <c:v>6.95275018932</c:v>
                </c:pt>
                <c:pt idx="373">
                  <c:v>6.95270141943</c:v>
                </c:pt>
                <c:pt idx="374">
                  <c:v>6.95180818786</c:v>
                </c:pt>
                <c:pt idx="375">
                  <c:v>6.9517577656</c:v>
                </c:pt>
                <c:pt idx="376">
                  <c:v>6.95083529931</c:v>
                </c:pt>
                <c:pt idx="377">
                  <c:v>6.95078334593</c:v>
                </c:pt>
                <c:pt idx="378">
                  <c:v>6.94983629025</c:v>
                </c:pt>
                <c:pt idx="379">
                  <c:v>6.9497830506</c:v>
                </c:pt>
                <c:pt idx="380">
                  <c:v>6.94881712169</c:v>
                </c:pt>
                <c:pt idx="381">
                  <c:v>6.94876299402</c:v>
                </c:pt>
                <c:pt idx="382">
                  <c:v>6.94778159129</c:v>
                </c:pt>
                <c:pt idx="383">
                  <c:v>6.94772670549</c:v>
                </c:pt>
                <c:pt idx="384">
                  <c:v>6.94673225043</c:v>
                </c:pt>
                <c:pt idx="385">
                  <c:v>6.9466767797</c:v>
                </c:pt>
                <c:pt idx="386">
                  <c:v>6.94567572447</c:v>
                </c:pt>
                <c:pt idx="387">
                  <c:v>6.94561998106</c:v>
                </c:pt>
                <c:pt idx="388">
                  <c:v>6.94461719714</c:v>
                </c:pt>
                <c:pt idx="389">
                  <c:v>6.94456149891</c:v>
                </c:pt>
                <c:pt idx="390">
                  <c:v>6.943561109</c:v>
                </c:pt>
                <c:pt idx="391">
                  <c:v>6.94350574056</c:v>
                </c:pt>
                <c:pt idx="392">
                  <c:v>6.94251100915</c:v>
                </c:pt>
                <c:pt idx="393">
                  <c:v>6.94245592566</c:v>
                </c:pt>
                <c:pt idx="394">
                  <c:v>6.94147161881</c:v>
                </c:pt>
                <c:pt idx="395">
                  <c:v>6.94141733143</c:v>
                </c:pt>
                <c:pt idx="396">
                  <c:v>6.94044990831</c:v>
                </c:pt>
                <c:pt idx="397">
                  <c:v>6.94039666644</c:v>
                </c:pt>
                <c:pt idx="398">
                  <c:v>6.9394485299</c:v>
                </c:pt>
                <c:pt idx="399">
                  <c:v>6.93939655409</c:v>
                </c:pt>
                <c:pt idx="400">
                  <c:v>6.93847215372</c:v>
                </c:pt>
                <c:pt idx="401">
                  <c:v>6.93842153444</c:v>
                </c:pt>
                <c:pt idx="402">
                  <c:v>6.93752423937</c:v>
                </c:pt>
                <c:pt idx="403">
                  <c:v>6.93747512319</c:v>
                </c:pt>
                <c:pt idx="404">
                  <c:v>6.93661035928</c:v>
                </c:pt>
                <c:pt idx="405">
                  <c:v>6.93656336273</c:v>
                </c:pt>
                <c:pt idx="406">
                  <c:v>6.93573559162</c:v>
                </c:pt>
                <c:pt idx="407">
                  <c:v>6.93569067834</c:v>
                </c:pt>
                <c:pt idx="408">
                  <c:v>6.93490052186</c:v>
                </c:pt>
                <c:pt idx="409">
                  <c:v>6.93485775666</c:v>
                </c:pt>
                <c:pt idx="410">
                  <c:v>6.93411077721</c:v>
                </c:pt>
                <c:pt idx="411">
                  <c:v>6.9340704808</c:v>
                </c:pt>
                <c:pt idx="412">
                  <c:v>6.93336954405</c:v>
                </c:pt>
                <c:pt idx="413">
                  <c:v>6.93333198911</c:v>
                </c:pt>
                <c:pt idx="414">
                  <c:v>6.93268124727</c:v>
                </c:pt>
                <c:pt idx="415">
                  <c:v>6.93264657414</c:v>
                </c:pt>
                <c:pt idx="416">
                  <c:v>6.93204723339</c:v>
                </c:pt>
                <c:pt idx="417">
                  <c:v>6.93201533561</c:v>
                </c:pt>
                <c:pt idx="418">
                  <c:v>6.9314688356</c:v>
                </c:pt>
                <c:pt idx="419">
                  <c:v>6.93143999755</c:v>
                </c:pt>
                <c:pt idx="420">
                  <c:v>6.93095115148</c:v>
                </c:pt>
                <c:pt idx="421">
                  <c:v>6.93092566878</c:v>
                </c:pt>
                <c:pt idx="422">
                  <c:v>6.93049576141</c:v>
                </c:pt>
                <c:pt idx="423">
                  <c:v>6.93047356751</c:v>
                </c:pt>
                <c:pt idx="424">
                  <c:v>6.93010416246</c:v>
                </c:pt>
                <c:pt idx="425">
                  <c:v>6.93008527269</c:v>
                </c:pt>
                <c:pt idx="426">
                  <c:v>6.92977684236</c:v>
                </c:pt>
                <c:pt idx="427">
                  <c:v>6.92976138785</c:v>
                </c:pt>
                <c:pt idx="428">
                  <c:v>6.92951561204</c:v>
                </c:pt>
                <c:pt idx="429">
                  <c:v>6.92950379725</c:v>
                </c:pt>
                <c:pt idx="430">
                  <c:v>6.9293231158</c:v>
                </c:pt>
                <c:pt idx="431">
                  <c:v>6.92931490442</c:v>
                </c:pt>
                <c:pt idx="432">
                  <c:v>6.92919855731</c:v>
                </c:pt>
                <c:pt idx="433">
                  <c:v>6.92919380038</c:v>
                </c:pt>
                <c:pt idx="434">
                  <c:v>6.92914094295</c:v>
                </c:pt>
                <c:pt idx="435">
                  <c:v>6.92913976191</c:v>
                </c:pt>
                <c:pt idx="436">
                  <c:v>6.92913798983</c:v>
                </c:pt>
                <c:pt idx="437">
                  <c:v>6.929136753</c:v>
                </c:pt>
                <c:pt idx="438">
                  <c:v>6.92915146437</c:v>
                </c:pt>
                <c:pt idx="439">
                  <c:v>6.92915399005</c:v>
                </c:pt>
                <c:pt idx="440">
                  <c:v>6.92923106388</c:v>
                </c:pt>
                <c:pt idx="441">
                  <c:v>6.92923715716</c:v>
                </c:pt>
                <c:pt idx="442">
                  <c:v>6.92937801479</c:v>
                </c:pt>
                <c:pt idx="443">
                  <c:v>6.92938750288</c:v>
                </c:pt>
                <c:pt idx="444">
                  <c:v>6.92959015377</c:v>
                </c:pt>
                <c:pt idx="445">
                  <c:v>6.9296031145</c:v>
                </c:pt>
                <c:pt idx="446">
                  <c:v>6.92986702929</c:v>
                </c:pt>
                <c:pt idx="447">
                  <c:v>6.92988347255</c:v>
                </c:pt>
                <c:pt idx="448">
                  <c:v>6.93020863566</c:v>
                </c:pt>
                <c:pt idx="449">
                  <c:v>6.93022834753</c:v>
                </c:pt>
                <c:pt idx="450">
                  <c:v>6.93061250545</c:v>
                </c:pt>
                <c:pt idx="451">
                  <c:v>6.93063536974</c:v>
                </c:pt>
                <c:pt idx="452">
                  <c:v>6.93107547048</c:v>
                </c:pt>
                <c:pt idx="453">
                  <c:v>6.93110143892</c:v>
                </c:pt>
                <c:pt idx="454">
                  <c:v>6.93159492559</c:v>
                </c:pt>
                <c:pt idx="455">
                  <c:v>6.93162385359</c:v>
                </c:pt>
                <c:pt idx="456">
                  <c:v>6.93217007187</c:v>
                </c:pt>
                <c:pt idx="457">
                  <c:v>6.93220184618</c:v>
                </c:pt>
                <c:pt idx="458">
                  <c:v>6.93279827725</c:v>
                </c:pt>
                <c:pt idx="459">
                  <c:v>6.9328326192</c:v>
                </c:pt>
                <c:pt idx="460">
                  <c:v>6.93347394823</c:v>
                </c:pt>
                <c:pt idx="461">
                  <c:v>6.93351080861</c:v>
                </c:pt>
                <c:pt idx="462">
                  <c:v>6.93419504917</c:v>
                </c:pt>
                <c:pt idx="463">
                  <c:v>6.93423425742</c:v>
                </c:pt>
                <c:pt idx="464">
                  <c:v>6.93495880155</c:v>
                </c:pt>
                <c:pt idx="465">
                  <c:v>6.9350000744</c:v>
                </c:pt>
                <c:pt idx="466">
                  <c:v>6.93576198214</c:v>
                </c:pt>
                <c:pt idx="467">
                  <c:v>6.93580525156</c:v>
                </c:pt>
                <c:pt idx="468">
                  <c:v>6.93659985345</c:v>
                </c:pt>
                <c:pt idx="469">
                  <c:v>6.93664482296</c:v>
                </c:pt>
                <c:pt idx="470">
                  <c:v>6.93746690138</c:v>
                </c:pt>
                <c:pt idx="471">
                  <c:v>6.9375133797</c:v>
                </c:pt>
                <c:pt idx="472">
                  <c:v>6.93836154893</c:v>
                </c:pt>
                <c:pt idx="473">
                  <c:v>6.9384092714</c:v>
                </c:pt>
                <c:pt idx="474">
                  <c:v>6.93927912535</c:v>
                </c:pt>
                <c:pt idx="475">
                  <c:v>6.93932791619</c:v>
                </c:pt>
                <c:pt idx="476">
                  <c:v>6.94021452809</c:v>
                </c:pt>
                <c:pt idx="477">
                  <c:v>6.94026421661</c:v>
                </c:pt>
                <c:pt idx="478">
                  <c:v>6.94116243011</c:v>
                </c:pt>
                <c:pt idx="479">
                  <c:v>6.94121261113</c:v>
                </c:pt>
                <c:pt idx="480">
                  <c:v>6.94211942846</c:v>
                </c:pt>
                <c:pt idx="481">
                  <c:v>6.94216997067</c:v>
                </c:pt>
                <c:pt idx="482">
                  <c:v>6.94308252746</c:v>
                </c:pt>
                <c:pt idx="483">
                  <c:v>6.94313324947</c:v>
                </c:pt>
                <c:pt idx="484">
                  <c:v>6.94404546104</c:v>
                </c:pt>
                <c:pt idx="485">
                  <c:v>6.94409609221</c:v>
                </c:pt>
                <c:pt idx="486">
                  <c:v>6.94500357792</c:v>
                </c:pt>
                <c:pt idx="487">
                  <c:v>6.94505381475</c:v>
                </c:pt>
                <c:pt idx="488">
                  <c:v>6.94595281346</c:v>
                </c:pt>
                <c:pt idx="489">
                  <c:v>6.94600239052</c:v>
                </c:pt>
                <c:pt idx="490">
                  <c:v>6.94688960805</c:v>
                </c:pt>
                <c:pt idx="491">
                  <c:v>6.94693851305</c:v>
                </c:pt>
                <c:pt idx="492">
                  <c:v>6.94780967039</c:v>
                </c:pt>
                <c:pt idx="493">
                  <c:v>6.94785755705</c:v>
                </c:pt>
                <c:pt idx="494">
                  <c:v>6.94870653896</c:v>
                </c:pt>
                <c:pt idx="495">
                  <c:v>6.94875302347</c:v>
                </c:pt>
                <c:pt idx="496">
                  <c:v>6.94957694474</c:v>
                </c:pt>
                <c:pt idx="497">
                  <c:v>6.94962191403</c:v>
                </c:pt>
                <c:pt idx="498">
                  <c:v>6.95041821873</c:v>
                </c:pt>
                <c:pt idx="499">
                  <c:v>6.95046157986</c:v>
                </c:pt>
                <c:pt idx="500">
                  <c:v>6.95122532216</c:v>
                </c:pt>
                <c:pt idx="501">
                  <c:v>6.95126685154</c:v>
                </c:pt>
                <c:pt idx="502">
                  <c:v>6.9519941543</c:v>
                </c:pt>
                <c:pt idx="503">
                  <c:v>6.95203346413</c:v>
                </c:pt>
                <c:pt idx="504">
                  <c:v>6.952720489</c:v>
                </c:pt>
                <c:pt idx="505">
                  <c:v>6.9527574601</c:v>
                </c:pt>
                <c:pt idx="506">
                  <c:v>6.95340269956</c:v>
                </c:pt>
                <c:pt idx="507">
                  <c:v>6.95343738974</c:v>
                </c:pt>
                <c:pt idx="508">
                  <c:v>6.954038437</c:v>
                </c:pt>
                <c:pt idx="509">
                  <c:v>6.95407053584</c:v>
                </c:pt>
                <c:pt idx="510">
                  <c:v>6.95462211254</c:v>
                </c:pt>
                <c:pt idx="511">
                  <c:v>6.95465131523</c:v>
                </c:pt>
                <c:pt idx="512">
                  <c:v>6.95515191846</c:v>
                </c:pt>
                <c:pt idx="513">
                  <c:v>6.95517823396</c:v>
                </c:pt>
                <c:pt idx="514">
                  <c:v>6.95562632696</c:v>
                </c:pt>
                <c:pt idx="515">
                  <c:v>6.95564973345</c:v>
                </c:pt>
                <c:pt idx="516">
                  <c:v>6.95604303118</c:v>
                </c:pt>
                <c:pt idx="517">
                  <c:v>6.95606338407</c:v>
                </c:pt>
                <c:pt idx="518">
                  <c:v>6.95639996849</c:v>
                </c:pt>
                <c:pt idx="519">
                  <c:v>6.95641698777</c:v>
                </c:pt>
                <c:pt idx="520">
                  <c:v>6.95669403609</c:v>
                </c:pt>
                <c:pt idx="521">
                  <c:v>6.9567077481</c:v>
                </c:pt>
                <c:pt idx="522">
                  <c:v>6.9569255846</c:v>
                </c:pt>
                <c:pt idx="523">
                  <c:v>6.95693609324</c:v>
                </c:pt>
                <c:pt idx="524">
                  <c:v>6.95709446242</c:v>
                </c:pt>
                <c:pt idx="525">
                  <c:v>6.95710159347</c:v>
                </c:pt>
                <c:pt idx="526">
                  <c:v>6.95719819009</c:v>
                </c:pt>
                <c:pt idx="527">
                  <c:v>6.95720179349</c:v>
                </c:pt>
                <c:pt idx="528">
                  <c:v>6.9572361425</c:v>
                </c:pt>
                <c:pt idx="529">
                  <c:v>6.95723625653</c:v>
                </c:pt>
                <c:pt idx="530">
                  <c:v>6.95723625953</c:v>
                </c:pt>
                <c:pt idx="531">
                  <c:v>6.95723100129</c:v>
                </c:pt>
                <c:pt idx="532">
                  <c:v>6.95720849401</c:v>
                </c:pt>
                <c:pt idx="533">
                  <c:v>6.95720531846</c:v>
                </c:pt>
                <c:pt idx="534">
                  <c:v>6.95711701693</c:v>
                </c:pt>
                <c:pt idx="535">
                  <c:v>6.95711044442</c:v>
                </c:pt>
                <c:pt idx="536">
                  <c:v>6.95696129465</c:v>
                </c:pt>
                <c:pt idx="537">
                  <c:v>6.95695121641</c:v>
                </c:pt>
                <c:pt idx="538">
                  <c:v>6.95674015651</c:v>
                </c:pt>
                <c:pt idx="539">
                  <c:v>6.95672675971</c:v>
                </c:pt>
                <c:pt idx="540">
                  <c:v>6.95645617978</c:v>
                </c:pt>
                <c:pt idx="541">
                  <c:v>6.95643958868</c:v>
                </c:pt>
                <c:pt idx="542">
                  <c:v>6.95611154056</c:v>
                </c:pt>
                <c:pt idx="543">
                  <c:v>6.9560917518</c:v>
                </c:pt>
                <c:pt idx="544">
                  <c:v>6.95570696598</c:v>
                </c:pt>
                <c:pt idx="545">
                  <c:v>6.95568394617</c:v>
                </c:pt>
                <c:pt idx="546">
                  <c:v>6.95524313661</c:v>
                </c:pt>
                <c:pt idx="547">
                  <c:v>6.95521714577</c:v>
                </c:pt>
                <c:pt idx="548">
                  <c:v>6.95472285011</c:v>
                </c:pt>
                <c:pt idx="549">
                  <c:v>6.95469401838</c:v>
                </c:pt>
                <c:pt idx="550">
                  <c:v>6.95414967701</c:v>
                </c:pt>
                <c:pt idx="551">
                  <c:v>6.954118103</c:v>
                </c:pt>
                <c:pt idx="552">
                  <c:v>6.95352623538</c:v>
                </c:pt>
                <c:pt idx="553">
                  <c:v>6.9534919923</c:v>
                </c:pt>
                <c:pt idx="554">
                  <c:v>6.95285363519</c:v>
                </c:pt>
                <c:pt idx="555">
                  <c:v>6.95281690365</c:v>
                </c:pt>
                <c:pt idx="556">
                  <c:v>6.95213484596</c:v>
                </c:pt>
                <c:pt idx="557">
                  <c:v>6.95209591679</c:v>
                </c:pt>
                <c:pt idx="558">
                  <c:v>6.95137503898</c:v>
                </c:pt>
                <c:pt idx="559">
                  <c:v>6.95133394508</c:v>
                </c:pt>
                <c:pt idx="560">
                  <c:v>6.95057699214</c:v>
                </c:pt>
                <c:pt idx="561">
                  <c:v>6.95053395258</c:v>
                </c:pt>
                <c:pt idx="562">
                  <c:v>6.94974380263</c:v>
                </c:pt>
                <c:pt idx="563">
                  <c:v>6.94969905308</c:v>
                </c:pt>
                <c:pt idx="564">
                  <c:v>6.94887821559</c:v>
                </c:pt>
                <c:pt idx="565">
                  <c:v>6.94883190199</c:v>
                </c:pt>
                <c:pt idx="566">
                  <c:v>6.94798599679</c:v>
                </c:pt>
                <c:pt idx="567">
                  <c:v>6.94793836219</c:v>
                </c:pt>
                <c:pt idx="568">
                  <c:v>6.94707165317</c:v>
                </c:pt>
                <c:pt idx="569">
                  <c:v>6.94702290421</c:v>
                </c:pt>
                <c:pt idx="570">
                  <c:v>6.9461374167</c:v>
                </c:pt>
                <c:pt idx="571">
                  <c:v>6.9460878192</c:v>
                </c:pt>
                <c:pt idx="572">
                  <c:v>6.94518808719</c:v>
                </c:pt>
                <c:pt idx="573">
                  <c:v>6.94513784705</c:v>
                </c:pt>
                <c:pt idx="574">
                  <c:v>6.94422859599</c:v>
                </c:pt>
                <c:pt idx="575">
                  <c:v>6.94417788882</c:v>
                </c:pt>
                <c:pt idx="576">
                  <c:v>6.94331531756</c:v>
                </c:pt>
                <c:pt idx="577">
                  <c:v>6.94326454274</c:v>
                </c:pt>
                <c:pt idx="578">
                  <c:v>6.94321369279</c:v>
                </c:pt>
                <c:pt idx="579">
                  <c:v>6.94316290539</c:v>
                </c:pt>
                <c:pt idx="580">
                  <c:v>6.94229828565</c:v>
                </c:pt>
                <c:pt idx="581">
                  <c:v>6.94224747664</c:v>
                </c:pt>
                <c:pt idx="582">
                  <c:v>6.94133371499</c:v>
                </c:pt>
                <c:pt idx="583">
                  <c:v>6.94128313505</c:v>
                </c:pt>
                <c:pt idx="584">
                  <c:v>6.94042647497</c:v>
                </c:pt>
                <c:pt idx="585">
                  <c:v>6.94037639225</c:v>
                </c:pt>
                <c:pt idx="586">
                  <c:v>6.94032623392</c:v>
                </c:pt>
                <c:pt idx="587">
                  <c:v>6.94027621383</c:v>
                </c:pt>
                <c:pt idx="588">
                  <c:v>6.94002634065</c:v>
                </c:pt>
                <c:pt idx="589">
                  <c:v>6.93943067007</c:v>
                </c:pt>
                <c:pt idx="590">
                  <c:v>6.93938128476</c:v>
                </c:pt>
                <c:pt idx="591">
                  <c:v>6.93854962717</c:v>
                </c:pt>
                <c:pt idx="592">
                  <c:v>6.93850107245</c:v>
                </c:pt>
                <c:pt idx="593">
                  <c:v>6.93845267625</c:v>
                </c:pt>
                <c:pt idx="594">
                  <c:v>6.93835591986</c:v>
                </c:pt>
                <c:pt idx="595">
                  <c:v>6.93758940331</c:v>
                </c:pt>
                <c:pt idx="596">
                  <c:v>6.93754202346</c:v>
                </c:pt>
                <c:pt idx="597">
                  <c:v>6.93674716873</c:v>
                </c:pt>
                <c:pt idx="598">
                  <c:v>6.9367011689</c:v>
                </c:pt>
                <c:pt idx="599">
                  <c:v>6.93665513593</c:v>
                </c:pt>
                <c:pt idx="600">
                  <c:v>6.93660929472</c:v>
                </c:pt>
                <c:pt idx="601">
                  <c:v>6.93584122464</c:v>
                </c:pt>
                <c:pt idx="602">
                  <c:v>6.93579679213</c:v>
                </c:pt>
                <c:pt idx="603">
                  <c:v>6.93501254824</c:v>
                </c:pt>
                <c:pt idx="604">
                  <c:v>6.9349698936</c:v>
                </c:pt>
                <c:pt idx="605">
                  <c:v>6.93421796475</c:v>
                </c:pt>
                <c:pt idx="606">
                  <c:v>6.9341771545</c:v>
                </c:pt>
                <c:pt idx="607">
                  <c:v>6.9334610258</c:v>
                </c:pt>
                <c:pt idx="608">
                  <c:v>6.933422265</c:v>
                </c:pt>
                <c:pt idx="609">
                  <c:v>6.93274711856</c:v>
                </c:pt>
                <c:pt idx="610">
                  <c:v>6.93271080961</c:v>
                </c:pt>
                <c:pt idx="611">
                  <c:v>6.93207851667</c:v>
                </c:pt>
                <c:pt idx="612">
                  <c:v>6.93204466122</c:v>
                </c:pt>
                <c:pt idx="613">
                  <c:v>6.93145748863</c:v>
                </c:pt>
                <c:pt idx="614">
                  <c:v>6.93142613976</c:v>
                </c:pt>
                <c:pt idx="615">
                  <c:v>6.93088640672</c:v>
                </c:pt>
                <c:pt idx="616">
                  <c:v>6.93085774923</c:v>
                </c:pt>
                <c:pt idx="617">
                  <c:v>6.93036888242</c:v>
                </c:pt>
                <c:pt idx="618">
                  <c:v>6.93034322372</c:v>
                </c:pt>
                <c:pt idx="619">
                  <c:v>6.92990758325</c:v>
                </c:pt>
                <c:pt idx="620">
                  <c:v>6.92988491157</c:v>
                </c:pt>
                <c:pt idx="621">
                  <c:v>6.92950296202</c:v>
                </c:pt>
                <c:pt idx="622">
                  <c:v>6.92948321674</c:v>
                </c:pt>
                <c:pt idx="623">
                  <c:v>6.92915630939</c:v>
                </c:pt>
                <c:pt idx="624">
                  <c:v>6.92913968214</c:v>
                </c:pt>
                <c:pt idx="625">
                  <c:v>6.92887033906</c:v>
                </c:pt>
                <c:pt idx="626">
                  <c:v>6.92885704744</c:v>
                </c:pt>
                <c:pt idx="627">
                  <c:v>6.92864669584</c:v>
                </c:pt>
                <c:pt idx="628">
                  <c:v>6.9286366794</c:v>
                </c:pt>
                <c:pt idx="629">
                  <c:v>6.92848466484</c:v>
                </c:pt>
                <c:pt idx="630">
                  <c:v>6.92847778836</c:v>
                </c:pt>
                <c:pt idx="631">
                  <c:v>6.92838425721</c:v>
                </c:pt>
                <c:pt idx="632">
                  <c:v>6.92838065869</c:v>
                </c:pt>
                <c:pt idx="633">
                  <c:v>6.92834935262</c:v>
                </c:pt>
                <c:pt idx="634">
                  <c:v>6.92834677246</c:v>
                </c:pt>
                <c:pt idx="635">
                  <c:v>6.92834661008</c:v>
                </c:pt>
                <c:pt idx="636">
                  <c:v>6.92834653198</c:v>
                </c:pt>
                <c:pt idx="637">
                  <c:v>6.92837306636</c:v>
                </c:pt>
                <c:pt idx="638">
                  <c:v>6.92837624044</c:v>
                </c:pt>
                <c:pt idx="639">
                  <c:v>6.92846150552</c:v>
                </c:pt>
                <c:pt idx="640">
                  <c:v>6.92846779229</c:v>
                </c:pt>
                <c:pt idx="641">
                  <c:v>6.92861059092</c:v>
                </c:pt>
                <c:pt idx="642">
                  <c:v>6.92862011962</c:v>
                </c:pt>
                <c:pt idx="643">
                  <c:v>6.92882109272</c:v>
                </c:pt>
                <c:pt idx="644">
                  <c:v>6.92883388837</c:v>
                </c:pt>
                <c:pt idx="645">
                  <c:v>6.92909159165</c:v>
                </c:pt>
                <c:pt idx="646">
                  <c:v>6.92910749813</c:v>
                </c:pt>
                <c:pt idx="647">
                  <c:v>6.92942108421</c:v>
                </c:pt>
                <c:pt idx="648">
                  <c:v>6.92943992323</c:v>
                </c:pt>
                <c:pt idx="649">
                  <c:v>6.92980582716</c:v>
                </c:pt>
                <c:pt idx="650">
                  <c:v>6.92982755501</c:v>
                </c:pt>
                <c:pt idx="651">
                  <c:v>6.93024482953</c:v>
                </c:pt>
                <c:pt idx="652">
                  <c:v>6.93026952068</c:v>
                </c:pt>
                <c:pt idx="653">
                  <c:v>6.93073784344</c:v>
                </c:pt>
                <c:pt idx="654">
                  <c:v>6.93076521325</c:v>
                </c:pt>
                <c:pt idx="655">
                  <c:v>6.93128073072</c:v>
                </c:pt>
                <c:pt idx="656">
                  <c:v>6.93131058249</c:v>
                </c:pt>
                <c:pt idx="657">
                  <c:v>6.931870718</c:v>
                </c:pt>
                <c:pt idx="658">
                  <c:v>6.93190300192</c:v>
                </c:pt>
                <c:pt idx="659">
                  <c:v>6.93250411131</c:v>
                </c:pt>
                <c:pt idx="660">
                  <c:v>6.93253871628</c:v>
                </c:pt>
                <c:pt idx="661">
                  <c:v>6.93318047171</c:v>
                </c:pt>
                <c:pt idx="662">
                  <c:v>6.93321718925</c:v>
                </c:pt>
                <c:pt idx="663">
                  <c:v>6.93389571491</c:v>
                </c:pt>
                <c:pt idx="664">
                  <c:v>6.93393427502</c:v>
                </c:pt>
                <c:pt idx="665">
                  <c:v>6.93464475309</c:v>
                </c:pt>
                <c:pt idx="666">
                  <c:v>6.93468510067</c:v>
                </c:pt>
                <c:pt idx="667">
                  <c:v>6.93542534725</c:v>
                </c:pt>
                <c:pt idx="668">
                  <c:v>6.93546726204</c:v>
                </c:pt>
                <c:pt idx="669">
                  <c:v>6.93623354048</c:v>
                </c:pt>
                <c:pt idx="670">
                  <c:v>6.93627681727</c:v>
                </c:pt>
                <c:pt idx="671">
                  <c:v>6.93706744608</c:v>
                </c:pt>
                <c:pt idx="672">
                  <c:v>6.93711185273</c:v>
                </c:pt>
                <c:pt idx="673">
                  <c:v>6.93792015937</c:v>
                </c:pt>
                <c:pt idx="674">
                  <c:v>6.93796549302</c:v>
                </c:pt>
                <c:pt idx="675">
                  <c:v>6.93878797806</c:v>
                </c:pt>
                <c:pt idx="676">
                  <c:v>6.93883408362</c:v>
                </c:pt>
                <c:pt idx="677">
                  <c:v>6.93966847636</c:v>
                </c:pt>
                <c:pt idx="678">
                  <c:v>6.93971502357</c:v>
                </c:pt>
                <c:pt idx="679">
                  <c:v>6.94055683751</c:v>
                </c:pt>
                <c:pt idx="680">
                  <c:v>6.94060372658</c:v>
                </c:pt>
                <c:pt idx="681">
                  <c:v>6.94144848532</c:v>
                </c:pt>
                <c:pt idx="682">
                  <c:v>6.94149542329</c:v>
                </c:pt>
                <c:pt idx="683">
                  <c:v>6.94233823753</c:v>
                </c:pt>
                <c:pt idx="684">
                  <c:v>6.9423850094</c:v>
                </c:pt>
                <c:pt idx="685">
                  <c:v>6.94322368981</c:v>
                </c:pt>
                <c:pt idx="686">
                  <c:v>6.94327006653</c:v>
                </c:pt>
                <c:pt idx="687">
                  <c:v>6.94410119697</c:v>
                </c:pt>
                <c:pt idx="688">
                  <c:v>6.94414700578</c:v>
                </c:pt>
                <c:pt idx="689">
                  <c:v>6.94496592445</c:v>
                </c:pt>
                <c:pt idx="690">
                  <c:v>6.94501105127</c:v>
                </c:pt>
                <c:pt idx="691">
                  <c:v>6.94581302927</c:v>
                </c:pt>
                <c:pt idx="692">
                  <c:v>6.94585708368</c:v>
                </c:pt>
                <c:pt idx="693">
                  <c:v>6.94663956726</c:v>
                </c:pt>
                <c:pt idx="694">
                  <c:v>6.94668240884</c:v>
                </c:pt>
                <c:pt idx="695">
                  <c:v>6.94744259464</c:v>
                </c:pt>
                <c:pt idx="696">
                  <c:v>6.94748413118</c:v>
                </c:pt>
                <c:pt idx="697">
                  <c:v>6.94821783727</c:v>
                </c:pt>
                <c:pt idx="698">
                  <c:v>6.9482578288</c:v>
                </c:pt>
                <c:pt idx="699">
                  <c:v>6.94896066914</c:v>
                </c:pt>
                <c:pt idx="700">
                  <c:v>6.94899882208</c:v>
                </c:pt>
                <c:pt idx="701">
                  <c:v>6.94966831198</c:v>
                </c:pt>
                <c:pt idx="702">
                  <c:v>6.94970448984</c:v>
                </c:pt>
                <c:pt idx="703">
                  <c:v>6.9503385585</c:v>
                </c:pt>
                <c:pt idx="704">
                  <c:v>6.95037271926</c:v>
                </c:pt>
                <c:pt idx="705">
                  <c:v>6.95096742937</c:v>
                </c:pt>
                <c:pt idx="706">
                  <c:v>6.95099935429</c:v>
                </c:pt>
                <c:pt idx="707">
                  <c:v>6.95155124005</c:v>
                </c:pt>
                <c:pt idx="708">
                  <c:v>6.95158065526</c:v>
                </c:pt>
                <c:pt idx="709">
                  <c:v>6.95208718113</c:v>
                </c:pt>
                <c:pt idx="710">
                  <c:v>6.95211398921</c:v>
                </c:pt>
                <c:pt idx="711">
                  <c:v>6.95257446447</c:v>
                </c:pt>
                <c:pt idx="712">
                  <c:v>6.95259874829</c:v>
                </c:pt>
                <c:pt idx="713">
                  <c:v>6.95301084505</c:v>
                </c:pt>
                <c:pt idx="714">
                  <c:v>6.95303236423</c:v>
                </c:pt>
                <c:pt idx="715">
                  <c:v>6.95339258906</c:v>
                </c:pt>
                <c:pt idx="716">
                  <c:v>6.9534111104</c:v>
                </c:pt>
                <c:pt idx="717">
                  <c:v>6.95371827984</c:v>
                </c:pt>
                <c:pt idx="718">
                  <c:v>6.95373382914</c:v>
                </c:pt>
                <c:pt idx="719">
                  <c:v>6.95398774214</c:v>
                </c:pt>
                <c:pt idx="720">
                  <c:v>6.9540003843</c:v>
                </c:pt>
                <c:pt idx="721">
                  <c:v>6.95419983554</c:v>
                </c:pt>
                <c:pt idx="722">
                  <c:v>6.95420944342</c:v>
                </c:pt>
                <c:pt idx="723">
                  <c:v>6.95435266163</c:v>
                </c:pt>
                <c:pt idx="724">
                  <c:v>6.95435897871</c:v>
                </c:pt>
                <c:pt idx="725">
                  <c:v>6.95444513371</c:v>
                </c:pt>
                <c:pt idx="726">
                  <c:v>6.95444828411</c:v>
                </c:pt>
                <c:pt idx="727">
                  <c:v>6.95447786651</c:v>
                </c:pt>
                <c:pt idx="728">
                  <c:v>6.95447799954</c:v>
                </c:pt>
                <c:pt idx="729">
                  <c:v>6.95447769333</c:v>
                </c:pt>
                <c:pt idx="730">
                  <c:v>6.95445158282</c:v>
                </c:pt>
                <c:pt idx="731">
                  <c:v>6.95444858616</c:v>
                </c:pt>
                <c:pt idx="732">
                  <c:v>6.95436495236</c:v>
                </c:pt>
                <c:pt idx="733">
                  <c:v>6.95435866473</c:v>
                </c:pt>
                <c:pt idx="734">
                  <c:v>6.9542272232</c:v>
                </c:pt>
                <c:pt idx="735">
                  <c:v>6.95421804362</c:v>
                </c:pt>
                <c:pt idx="736">
                  <c:v>6.95420863479</c:v>
                </c:pt>
                <c:pt idx="737">
                  <c:v>6.9540129266</c:v>
                </c:pt>
                <c:pt idx="738">
                  <c:v>6.95400057737</c:v>
                </c:pt>
                <c:pt idx="739">
                  <c:v>6.95375054352</c:v>
                </c:pt>
                <c:pt idx="740">
                  <c:v>6.95373520498</c:v>
                </c:pt>
                <c:pt idx="741">
                  <c:v>6.95343208976</c:v>
                </c:pt>
                <c:pt idx="742">
                  <c:v>6.9534137199</c:v>
                </c:pt>
                <c:pt idx="743">
                  <c:v>6.95305730078</c:v>
                </c:pt>
                <c:pt idx="744">
                  <c:v>6.953036035</c:v>
                </c:pt>
                <c:pt idx="745">
                  <c:v>6.95262889702</c:v>
                </c:pt>
                <c:pt idx="746">
                  <c:v>6.95260501038</c:v>
                </c:pt>
                <c:pt idx="747">
                  <c:v>6.95215080207</c:v>
                </c:pt>
                <c:pt idx="748">
                  <c:v>6.95212428417</c:v>
                </c:pt>
                <c:pt idx="749">
                  <c:v>6.95162311574</c:v>
                </c:pt>
                <c:pt idx="750">
                  <c:v>6.95159395163</c:v>
                </c:pt>
                <c:pt idx="751">
                  <c:v>6.95104827713</c:v>
                </c:pt>
                <c:pt idx="752">
                  <c:v>6.95101674146</c:v>
                </c:pt>
                <c:pt idx="753">
                  <c:v>6.95042908781</c:v>
                </c:pt>
                <c:pt idx="754">
                  <c:v>6.95039539111</c:v>
                </c:pt>
                <c:pt idx="755">
                  <c:v>6.94976940648</c:v>
                </c:pt>
                <c:pt idx="756">
                  <c:v>6.94973362521</c:v>
                </c:pt>
                <c:pt idx="757">
                  <c:v>6.9490719734</c:v>
                </c:pt>
                <c:pt idx="758">
                  <c:v>6.94903419032</c:v>
                </c:pt>
                <c:pt idx="759">
                  <c:v>6.94833849256</c:v>
                </c:pt>
                <c:pt idx="760">
                  <c:v>6.94829897191</c:v>
                </c:pt>
                <c:pt idx="761">
                  <c:v>6.94757307024</c:v>
                </c:pt>
                <c:pt idx="762">
                  <c:v>6.94753202862</c:v>
                </c:pt>
                <c:pt idx="763">
                  <c:v>6.94678005152</c:v>
                </c:pt>
                <c:pt idx="764">
                  <c:v>6.94673762126</c:v>
                </c:pt>
                <c:pt idx="765">
                  <c:v>6.94596373943</c:v>
                </c:pt>
                <c:pt idx="766">
                  <c:v>6.94592009458</c:v>
                </c:pt>
                <c:pt idx="767">
                  <c:v>6.94512554288</c:v>
                </c:pt>
                <c:pt idx="768">
                  <c:v>6.94508090798</c:v>
                </c:pt>
                <c:pt idx="769">
                  <c:v>6.944269566</c:v>
                </c:pt>
                <c:pt idx="770">
                  <c:v>6.94422421182</c:v>
                </c:pt>
                <c:pt idx="771">
                  <c:v>6.94340155523</c:v>
                </c:pt>
                <c:pt idx="772">
                  <c:v>6.94335556511</c:v>
                </c:pt>
                <c:pt idx="773">
                  <c:v>6.94252478677</c:v>
                </c:pt>
                <c:pt idx="774">
                  <c:v>6.94247841746</c:v>
                </c:pt>
                <c:pt idx="775">
                  <c:v>6.94164255912</c:v>
                </c:pt>
                <c:pt idx="776">
                  <c:v>6.94159604519</c:v>
                </c:pt>
                <c:pt idx="777">
                  <c:v>6.9407581934</c:v>
                </c:pt>
                <c:pt idx="778">
                  <c:v>6.9407117738</c:v>
                </c:pt>
                <c:pt idx="779">
                  <c:v>6.93987800229</c:v>
                </c:pt>
                <c:pt idx="780">
                  <c:v>6.93983182848</c:v>
                </c:pt>
                <c:pt idx="781">
                  <c:v>6.93900512249</c:v>
                </c:pt>
                <c:pt idx="782">
                  <c:v>6.93895939837</c:v>
                </c:pt>
                <c:pt idx="783">
                  <c:v>6.93814325967</c:v>
                </c:pt>
                <c:pt idx="784">
                  <c:v>6.93809832292</c:v>
                </c:pt>
                <c:pt idx="785">
                  <c:v>6.93729538602</c:v>
                </c:pt>
                <c:pt idx="786">
                  <c:v>6.93725124227</c:v>
                </c:pt>
                <c:pt idx="787">
                  <c:v>6.93646585684</c:v>
                </c:pt>
                <c:pt idx="788">
                  <c:v>6.93642277849</c:v>
                </c:pt>
                <c:pt idx="789">
                  <c:v>6.93565986838</c:v>
                </c:pt>
                <c:pt idx="790">
                  <c:v>6.93561809012</c:v>
                </c:pt>
                <c:pt idx="791">
                  <c:v>6.93487888025</c:v>
                </c:pt>
                <c:pt idx="792">
                  <c:v>6.93483854767</c:v>
                </c:pt>
                <c:pt idx="793">
                  <c:v>6.93412651747</c:v>
                </c:pt>
                <c:pt idx="794">
                  <c:v>6.9340878336</c:v>
                </c:pt>
                <c:pt idx="795">
                  <c:v>6.93340667038</c:v>
                </c:pt>
                <c:pt idx="796">
                  <c:v>6.93336968217</c:v>
                </c:pt>
                <c:pt idx="797">
                  <c:v>6.93272335833</c:v>
                </c:pt>
                <c:pt idx="798">
                  <c:v>6.93268850304</c:v>
                </c:pt>
                <c:pt idx="799">
                  <c:v>6.93207979599</c:v>
                </c:pt>
                <c:pt idx="800">
                  <c:v>6.93204709876</c:v>
                </c:pt>
                <c:pt idx="801">
                  <c:v>6.93147697176</c:v>
                </c:pt>
                <c:pt idx="802">
                  <c:v>6.9314464447</c:v>
                </c:pt>
                <c:pt idx="803">
                  <c:v>6.93091854654</c:v>
                </c:pt>
                <c:pt idx="804">
                  <c:v>6.93089038717</c:v>
                </c:pt>
                <c:pt idx="805">
                  <c:v>6.93040774961</c:v>
                </c:pt>
                <c:pt idx="806">
                  <c:v>6.93038220486</c:v>
                </c:pt>
                <c:pt idx="807">
                  <c:v>6.92994613365</c:v>
                </c:pt>
                <c:pt idx="808">
                  <c:v>6.9299232952</c:v>
                </c:pt>
                <c:pt idx="809">
                  <c:v>6.92953496872</c:v>
                </c:pt>
                <c:pt idx="810">
                  <c:v>6.92951472368</c:v>
                </c:pt>
                <c:pt idx="811">
                  <c:v>6.92917586548</c:v>
                </c:pt>
                <c:pt idx="812">
                  <c:v>6.92915842924</c:v>
                </c:pt>
                <c:pt idx="813">
                  <c:v>6.9289775625</c:v>
                </c:pt>
                <c:pt idx="814">
                  <c:v>6.92887221148</c:v>
                </c:pt>
                <c:pt idx="815">
                  <c:v>6.92885779399</c:v>
                </c:pt>
                <c:pt idx="816">
                  <c:v>6.92862417898</c:v>
                </c:pt>
                <c:pt idx="817">
                  <c:v>6.92861272457</c:v>
                </c:pt>
                <c:pt idx="818">
                  <c:v>6.92843231147</c:v>
                </c:pt>
                <c:pt idx="819">
                  <c:v>6.92842375786</c:v>
                </c:pt>
                <c:pt idx="820">
                  <c:v>6.92829690292</c:v>
                </c:pt>
                <c:pt idx="821">
                  <c:v>6.9282913113</c:v>
                </c:pt>
                <c:pt idx="822">
                  <c:v>6.92821941096</c:v>
                </c:pt>
                <c:pt idx="823">
                  <c:v>6.92821699934</c:v>
                </c:pt>
                <c:pt idx="824">
                  <c:v>6.92820235557</c:v>
                </c:pt>
                <c:pt idx="825">
                  <c:v>6.92819991489</c:v>
                </c:pt>
                <c:pt idx="826">
                  <c:v>6.92820086152</c:v>
                </c:pt>
                <c:pt idx="827">
                  <c:v>6.92820154341</c:v>
                </c:pt>
                <c:pt idx="828">
                  <c:v>6.92823930927</c:v>
                </c:pt>
                <c:pt idx="829">
                  <c:v>6.92824284659</c:v>
                </c:pt>
                <c:pt idx="830">
                  <c:v>6.92833433443</c:v>
                </c:pt>
                <c:pt idx="831">
                  <c:v>6.92834087151</c:v>
                </c:pt>
                <c:pt idx="832">
                  <c:v>6.92848639722</c:v>
                </c:pt>
                <c:pt idx="833">
                  <c:v>6.92849601362</c:v>
                </c:pt>
                <c:pt idx="834">
                  <c:v>6.92869499848</c:v>
                </c:pt>
                <c:pt idx="835">
                  <c:v>6.92870757463</c:v>
                </c:pt>
                <c:pt idx="836">
                  <c:v>6.92895838833</c:v>
                </c:pt>
                <c:pt idx="837">
                  <c:v>6.92897365498</c:v>
                </c:pt>
                <c:pt idx="838">
                  <c:v>6.92927383013</c:v>
                </c:pt>
                <c:pt idx="839">
                  <c:v>6.92929182856</c:v>
                </c:pt>
                <c:pt idx="840">
                  <c:v>6.92964129882</c:v>
                </c:pt>
                <c:pt idx="841">
                  <c:v>6.92966214325</c:v>
                </c:pt>
                <c:pt idx="842">
                  <c:v>6.93006010663</c:v>
                </c:pt>
                <c:pt idx="843">
                  <c:v>6.93008350766</c:v>
                </c:pt>
                <c:pt idx="844">
                  <c:v>6.93052624751</c:v>
                </c:pt>
                <c:pt idx="845">
                  <c:v>6.93055199712</c:v>
                </c:pt>
                <c:pt idx="846">
                  <c:v>6.93103743307</c:v>
                </c:pt>
                <c:pt idx="847">
                  <c:v>6.93106552653</c:v>
                </c:pt>
                <c:pt idx="848">
                  <c:v>6.93159173458</c:v>
                </c:pt>
                <c:pt idx="849">
                  <c:v>6.93162212006</c:v>
                </c:pt>
                <c:pt idx="850">
                  <c:v>6.93218750984</c:v>
                </c:pt>
                <c:pt idx="851">
                  <c:v>6.93221999056</c:v>
                </c:pt>
                <c:pt idx="852">
                  <c:v>6.93282163871</c:v>
                </c:pt>
                <c:pt idx="853">
                  <c:v>6.93285592802</c:v>
                </c:pt>
                <c:pt idx="854">
                  <c:v>6.93348957156</c:v>
                </c:pt>
                <c:pt idx="855">
                  <c:v>6.93352560111</c:v>
                </c:pt>
                <c:pt idx="856">
                  <c:v>6.93418915759</c:v>
                </c:pt>
                <c:pt idx="857">
                  <c:v>6.9342268819</c:v>
                </c:pt>
                <c:pt idx="858">
                  <c:v>6.93491790127</c:v>
                </c:pt>
                <c:pt idx="859">
                  <c:v>6.93495699279</c:v>
                </c:pt>
                <c:pt idx="860">
                  <c:v>6.93567170905</c:v>
                </c:pt>
                <c:pt idx="861">
                  <c:v>6.93571194263</c:v>
                </c:pt>
                <c:pt idx="862">
                  <c:v>6.93644621267</c:v>
                </c:pt>
                <c:pt idx="863">
                  <c:v>6.93648748286</c:v>
                </c:pt>
                <c:pt idx="864">
                  <c:v>6.93723795152</c:v>
                </c:pt>
                <c:pt idx="865">
                  <c:v>6.93728011028</c:v>
                </c:pt>
                <c:pt idx="866">
                  <c:v>6.93804495848</c:v>
                </c:pt>
                <c:pt idx="867">
                  <c:v>6.93808777285</c:v>
                </c:pt>
                <c:pt idx="868">
                  <c:v>6.93886314588</c:v>
                </c:pt>
                <c:pt idx="869">
                  <c:v>6.93890635288</c:v>
                </c:pt>
                <c:pt idx="870">
                  <c:v>6.93968725128</c:v>
                </c:pt>
                <c:pt idx="871">
                  <c:v>6.93973074415</c:v>
                </c:pt>
                <c:pt idx="872">
                  <c:v>6.94051369468</c:v>
                </c:pt>
                <c:pt idx="873">
                  <c:v>6.94055725686</c:v>
                </c:pt>
                <c:pt idx="874">
                  <c:v>6.94133970149</c:v>
                </c:pt>
                <c:pt idx="875">
                  <c:v>6.94138306563</c:v>
                </c:pt>
                <c:pt idx="876">
                  <c:v>6.9421614138</c:v>
                </c:pt>
                <c:pt idx="877">
                  <c:v>6.94220440696</c:v>
                </c:pt>
                <c:pt idx="878">
                  <c:v>6.94297419516</c:v>
                </c:pt>
                <c:pt idx="879">
                  <c:v>6.94301664413</c:v>
                </c:pt>
                <c:pt idx="880">
                  <c:v>6.94377357919</c:v>
                </c:pt>
                <c:pt idx="881">
                  <c:v>6.94381529934</c:v>
                </c:pt>
                <c:pt idx="882">
                  <c:v>6.94455731996</c:v>
                </c:pt>
                <c:pt idx="883">
                  <c:v>6.94459804784</c:v>
                </c:pt>
                <c:pt idx="884">
                  <c:v>6.94532243708</c:v>
                </c:pt>
                <c:pt idx="885">
                  <c:v>6.94536208185</c:v>
                </c:pt>
                <c:pt idx="886">
                  <c:v>6.94606428085</c:v>
                </c:pt>
                <c:pt idx="887">
                  <c:v>6.9461026264</c:v>
                </c:pt>
                <c:pt idx="888">
                  <c:v>6.94677876758</c:v>
                </c:pt>
                <c:pt idx="889">
                  <c:v>6.94681559582</c:v>
                </c:pt>
                <c:pt idx="890">
                  <c:v>6.94746383227</c:v>
                </c:pt>
                <c:pt idx="891">
                  <c:v>6.94749898152</c:v>
                </c:pt>
                <c:pt idx="892">
                  <c:v>6.94811686649</c:v>
                </c:pt>
                <c:pt idx="893">
                  <c:v>6.9481502479</c:v>
                </c:pt>
                <c:pt idx="894">
                  <c:v>6.9487335057</c:v>
                </c:pt>
                <c:pt idx="895">
                  <c:v>6.9487649669</c:v>
                </c:pt>
                <c:pt idx="896">
                  <c:v>6.94931114934</c:v>
                </c:pt>
                <c:pt idx="897">
                  <c:v>6.94934040201</c:v>
                </c:pt>
                <c:pt idx="898">
                  <c:v>6.9498469732</c:v>
                </c:pt>
                <c:pt idx="899">
                  <c:v>6.94987396837</c:v>
                </c:pt>
                <c:pt idx="900">
                  <c:v>6.95034009343</c:v>
                </c:pt>
                <c:pt idx="901">
                  <c:v>6.95036479566</c:v>
                </c:pt>
                <c:pt idx="902">
                  <c:v>6.95078760883</c:v>
                </c:pt>
                <c:pt idx="903">
                  <c:v>6.95080989175</c:v>
                </c:pt>
                <c:pt idx="904">
                  <c:v>6.95118626069</c:v>
                </c:pt>
                <c:pt idx="905">
                  <c:v>6.95120588665</c:v>
                </c:pt>
                <c:pt idx="906">
                  <c:v>6.95153497433</c:v>
                </c:pt>
                <c:pt idx="907">
                  <c:v>6.95155186561</c:v>
                </c:pt>
                <c:pt idx="908">
                  <c:v>6.95183357999</c:v>
                </c:pt>
                <c:pt idx="909">
                  <c:v>6.95184786778</c:v>
                </c:pt>
                <c:pt idx="910">
                  <c:v>6.9520798425</c:v>
                </c:pt>
                <c:pt idx="911">
                  <c:v>6.9520913687</c:v>
                </c:pt>
                <c:pt idx="912">
                  <c:v>6.95227190209</c:v>
                </c:pt>
                <c:pt idx="913">
                  <c:v>6.95228047789</c:v>
                </c:pt>
                <c:pt idx="914">
                  <c:v>6.95240933831</c:v>
                </c:pt>
                <c:pt idx="915">
                  <c:v>6.95241502118</c:v>
                </c:pt>
                <c:pt idx="916">
                  <c:v>6.95249201647</c:v>
                </c:pt>
                <c:pt idx="917">
                  <c:v>6.95249487869</c:v>
                </c:pt>
                <c:pt idx="918">
                  <c:v>6.95249757095</c:v>
                </c:pt>
                <c:pt idx="919">
                  <c:v>6.95252033597</c:v>
                </c:pt>
                <c:pt idx="920">
                  <c:v>6.95252040359</c:v>
                </c:pt>
                <c:pt idx="921">
                  <c:v>6.95252041805</c:v>
                </c:pt>
                <c:pt idx="922">
                  <c:v>6.95249297297</c:v>
                </c:pt>
                <c:pt idx="923">
                  <c:v>6.95248994552</c:v>
                </c:pt>
                <c:pt idx="924">
                  <c:v>6.95241000221</c:v>
                </c:pt>
                <c:pt idx="925">
                  <c:v>6.95240406263</c:v>
                </c:pt>
                <c:pt idx="926">
                  <c:v>6.95227305551</c:v>
                </c:pt>
                <c:pt idx="927">
                  <c:v>6.95226441487</c:v>
                </c:pt>
                <c:pt idx="928">
                  <c:v>6.95208319122</c:v>
                </c:pt>
                <c:pt idx="929">
                  <c:v>6.95207177099</c:v>
                </c:pt>
                <c:pt idx="930">
                  <c:v>6.95183978744</c:v>
                </c:pt>
                <c:pt idx="931">
                  <c:v>6.9518254565</c:v>
                </c:pt>
                <c:pt idx="932">
                  <c:v>6.95154366951</c:v>
                </c:pt>
                <c:pt idx="933">
                  <c:v>6.95152663496</c:v>
                </c:pt>
                <c:pt idx="934">
                  <c:v>6.95119744988</c:v>
                </c:pt>
                <c:pt idx="935">
                  <c:v>6.9511779276</c:v>
                </c:pt>
                <c:pt idx="936">
                  <c:v>6.95080327746</c:v>
                </c:pt>
                <c:pt idx="937">
                  <c:v>6.95078126748</c:v>
                </c:pt>
                <c:pt idx="938">
                  <c:v>6.95036210365</c:v>
                </c:pt>
                <c:pt idx="939">
                  <c:v>6.95033754377</c:v>
                </c:pt>
                <c:pt idx="940">
                  <c:v>6.94987493285</c:v>
                </c:pt>
                <c:pt idx="941">
                  <c:v>6.94984805413</c:v>
                </c:pt>
                <c:pt idx="942">
                  <c:v>6.9493454888</c:v>
                </c:pt>
                <c:pt idx="943">
                  <c:v>6.94931655783</c:v>
                </c:pt>
                <c:pt idx="944">
                  <c:v>6.94877672369</c:v>
                </c:pt>
                <c:pt idx="945">
                  <c:v>6.94874576617</c:v>
                </c:pt>
                <c:pt idx="946">
                  <c:v>6.94817065232</c:v>
                </c:pt>
                <c:pt idx="947">
                  <c:v>6.94813769262</c:v>
                </c:pt>
                <c:pt idx="948">
                  <c:v>6.94752890205</c:v>
                </c:pt>
                <c:pt idx="949">
                  <c:v>6.94749416045</c:v>
                </c:pt>
                <c:pt idx="950">
                  <c:v>6.9468551848</c:v>
                </c:pt>
                <c:pt idx="951">
                  <c:v>6.94681901202</c:v>
                </c:pt>
                <c:pt idx="952">
                  <c:v>6.94615379284</c:v>
                </c:pt>
                <c:pt idx="953">
                  <c:v>6.94611615835</c:v>
                </c:pt>
                <c:pt idx="954">
                  <c:v>6.94542688905</c:v>
                </c:pt>
                <c:pt idx="955">
                  <c:v>6.94538794637</c:v>
                </c:pt>
                <c:pt idx="956">
                  <c:v>6.94467770775</c:v>
                </c:pt>
                <c:pt idx="957">
                  <c:v>6.94463769166</c:v>
                </c:pt>
                <c:pt idx="958">
                  <c:v>6.94390946786</c:v>
                </c:pt>
                <c:pt idx="959">
                  <c:v>6.9438686628</c:v>
                </c:pt>
                <c:pt idx="960">
                  <c:v>6.94312756967</c:v>
                </c:pt>
                <c:pt idx="961">
                  <c:v>6.94308608515</c:v>
                </c:pt>
                <c:pt idx="962">
                  <c:v>6.94233438894</c:v>
                </c:pt>
                <c:pt idx="963">
                  <c:v>6.942292311</c:v>
                </c:pt>
                <c:pt idx="964">
                  <c:v>6.94153263918</c:v>
                </c:pt>
                <c:pt idx="965">
                  <c:v>6.9414902892</c:v>
                </c:pt>
                <c:pt idx="966">
                  <c:v>6.9407263736</c:v>
                </c:pt>
                <c:pt idx="967">
                  <c:v>6.94068395289</c:v>
                </c:pt>
                <c:pt idx="968">
                  <c:v>6.93991970053</c:v>
                </c:pt>
                <c:pt idx="969">
                  <c:v>6.93987733287</c:v>
                </c:pt>
                <c:pt idx="970">
                  <c:v>6.93911750662</c:v>
                </c:pt>
                <c:pt idx="971">
                  <c:v>6.93907535729</c:v>
                </c:pt>
                <c:pt idx="972">
                  <c:v>6.93832062242</c:v>
                </c:pt>
                <c:pt idx="973">
                  <c:v>6.93827892625</c:v>
                </c:pt>
                <c:pt idx="974">
                  <c:v>6.93753370525</c:v>
                </c:pt>
                <c:pt idx="975">
                  <c:v>6.93749269997</c:v>
                </c:pt>
                <c:pt idx="976">
                  <c:v>6.9367613554</c:v>
                </c:pt>
                <c:pt idx="977">
                  <c:v>6.93672112216</c:v>
                </c:pt>
                <c:pt idx="978">
                  <c:v>6.93600713293</c:v>
                </c:pt>
                <c:pt idx="979">
                  <c:v>6.93596794867</c:v>
                </c:pt>
                <c:pt idx="980">
                  <c:v>6.9352733583</c:v>
                </c:pt>
                <c:pt idx="981">
                  <c:v>6.93523536918</c:v>
                </c:pt>
                <c:pt idx="982">
                  <c:v>6.93456326591</c:v>
                </c:pt>
                <c:pt idx="983">
                  <c:v>6.93452667922</c:v>
                </c:pt>
                <c:pt idx="984">
                  <c:v>6.93388115156</c:v>
                </c:pt>
                <c:pt idx="985">
                  <c:v>6.93384607129</c:v>
                </c:pt>
                <c:pt idx="986">
                  <c:v>6.93323044654</c:v>
                </c:pt>
                <c:pt idx="987">
                  <c:v>6.93319706465</c:v>
                </c:pt>
                <c:pt idx="988">
                  <c:v>6.93261331235</c:v>
                </c:pt>
                <c:pt idx="989">
                  <c:v>6.93258185813</c:v>
                </c:pt>
                <c:pt idx="990">
                  <c:v>6.93203162235</c:v>
                </c:pt>
                <c:pt idx="991">
                  <c:v>6.93200204826</c:v>
                </c:pt>
                <c:pt idx="992">
                  <c:v>6.93148836789</c:v>
                </c:pt>
                <c:pt idx="993">
                  <c:v>6.93146090016</c:v>
                </c:pt>
                <c:pt idx="994">
                  <c:v>6.9309875864</c:v>
                </c:pt>
                <c:pt idx="995">
                  <c:v>6.93096237822</c:v>
                </c:pt>
                <c:pt idx="996">
                  <c:v>6.93052955627</c:v>
                </c:pt>
                <c:pt idx="997">
                  <c:v>6.93050672691</c:v>
                </c:pt>
                <c:pt idx="998">
                  <c:v>6.9301165269</c:v>
                </c:pt>
                <c:pt idx="999">
                  <c:v>6.93009608354</c:v>
                </c:pt>
                <c:pt idx="1000">
                  <c:v>6.9297505635</c:v>
                </c:pt>
                <c:pt idx="1001">
                  <c:v>6.92973260063</c:v>
                </c:pt>
                <c:pt idx="1002">
                  <c:v>6.92943433275</c:v>
                </c:pt>
                <c:pt idx="1003">
                  <c:v>6.92941908086</c:v>
                </c:pt>
                <c:pt idx="1004">
                  <c:v>6.92916849631</c:v>
                </c:pt>
                <c:pt idx="1005">
                  <c:v>6.9291559413</c:v>
                </c:pt>
                <c:pt idx="1006">
                  <c:v>6.92895278689</c:v>
                </c:pt>
                <c:pt idx="1007">
                  <c:v>6.9289428718</c:v>
                </c:pt>
                <c:pt idx="1008">
                  <c:v>6.92881926478</c:v>
                </c:pt>
                <c:pt idx="1009">
                  <c:v>6.92878928532</c:v>
                </c:pt>
                <c:pt idx="1010">
                  <c:v>6.92878209907</c:v>
                </c:pt>
                <c:pt idx="1011">
                  <c:v>6.92867866725</c:v>
                </c:pt>
                <c:pt idx="1012">
                  <c:v>6.92867432882</c:v>
                </c:pt>
                <c:pt idx="1013">
                  <c:v>6.92862181231</c:v>
                </c:pt>
                <c:pt idx="1014">
                  <c:v>6.92862034213</c:v>
                </c:pt>
                <c:pt idx="1015">
                  <c:v>6.9286142342</c:v>
                </c:pt>
                <c:pt idx="1016">
                  <c:v>6.92861303837</c:v>
                </c:pt>
                <c:pt idx="1017">
                  <c:v>6.92861745299</c:v>
                </c:pt>
                <c:pt idx="1018">
                  <c:v>6.92861865288</c:v>
                </c:pt>
                <c:pt idx="1019">
                  <c:v>6.92866530959</c:v>
                </c:pt>
                <c:pt idx="1020">
                  <c:v>6.92866925027</c:v>
                </c:pt>
                <c:pt idx="1021">
                  <c:v>6.92876693302</c:v>
                </c:pt>
                <c:pt idx="1022">
                  <c:v>6.92877376705</c:v>
                </c:pt>
                <c:pt idx="1023">
                  <c:v>6.92892068105</c:v>
                </c:pt>
                <c:pt idx="1024">
                  <c:v>6.92893024274</c:v>
                </c:pt>
                <c:pt idx="1025">
                  <c:v>6.92912530023</c:v>
                </c:pt>
                <c:pt idx="1026">
                  <c:v>6.92913743765</c:v>
                </c:pt>
                <c:pt idx="1027">
                  <c:v>6.92937959531</c:v>
                </c:pt>
                <c:pt idx="1028">
                  <c:v>6.92939428826</c:v>
                </c:pt>
                <c:pt idx="1029">
                  <c:v>6.92968270406</c:v>
                </c:pt>
                <c:pt idx="1030">
                  <c:v>6.92970005538</c:v>
                </c:pt>
                <c:pt idx="1031">
                  <c:v>6.93003455435</c:v>
                </c:pt>
                <c:pt idx="1032">
                  <c:v>6.93005441281</c:v>
                </c:pt>
                <c:pt idx="1033">
                  <c:v>6.93043152678</c:v>
                </c:pt>
                <c:pt idx="1034">
                  <c:v>6.93045355121</c:v>
                </c:pt>
                <c:pt idx="1035">
                  <c:v>6.93087117265</c:v>
                </c:pt>
                <c:pt idx="1036">
                  <c:v>6.93089548033</c:v>
                </c:pt>
                <c:pt idx="1037">
                  <c:v>6.93135333459</c:v>
                </c:pt>
                <c:pt idx="1038">
                  <c:v>6.93137984076</c:v>
                </c:pt>
                <c:pt idx="1039">
                  <c:v>6.93187535505</c:v>
                </c:pt>
                <c:pt idx="1040">
                  <c:v>6.93190394857</c:v>
                </c:pt>
                <c:pt idx="1041">
                  <c:v>6.9324346405</c:v>
                </c:pt>
                <c:pt idx="1042">
                  <c:v>6.9324649872</c:v>
                </c:pt>
                <c:pt idx="1043">
                  <c:v>6.93302726564</c:v>
                </c:pt>
                <c:pt idx="1044">
                  <c:v>6.93305930545</c:v>
                </c:pt>
                <c:pt idx="1045">
                  <c:v>6.93365151279</c:v>
                </c:pt>
                <c:pt idx="1046">
                  <c:v>6.93368529988</c:v>
                </c:pt>
                <c:pt idx="1047">
                  <c:v>6.9343059314</c:v>
                </c:pt>
                <c:pt idx="1048">
                  <c:v>6.93434111731</c:v>
                </c:pt>
                <c:pt idx="1049">
                  <c:v>6.93498548213</c:v>
                </c:pt>
                <c:pt idx="1050">
                  <c:v>6.93502182581</c:v>
                </c:pt>
                <c:pt idx="1051">
                  <c:v>6.93568713462</c:v>
                </c:pt>
                <c:pt idx="1052">
                  <c:v>6.93572459892</c:v>
                </c:pt>
                <c:pt idx="1053">
                  <c:v>6.93640746171</c:v>
                </c:pt>
                <c:pt idx="1054">
                  <c:v>6.93644590047</c:v>
                </c:pt>
                <c:pt idx="1055">
                  <c:v>6.93714432993</c:v>
                </c:pt>
                <c:pt idx="1056">
                  <c:v>6.93718352341</c:v>
                </c:pt>
                <c:pt idx="1057">
                  <c:v>6.93789413137</c:v>
                </c:pt>
                <c:pt idx="1058">
                  <c:v>6.93793380134</c:v>
                </c:pt>
                <c:pt idx="1059">
                  <c:v>6.93865165222</c:v>
                </c:pt>
                <c:pt idx="1060">
                  <c:v>6.93869165911</c:v>
                </c:pt>
                <c:pt idx="1061">
                  <c:v>6.93941443824</c:v>
                </c:pt>
                <c:pt idx="1062">
                  <c:v>6.93945478298</c:v>
                </c:pt>
                <c:pt idx="1063">
                  <c:v>6.94018042843</c:v>
                </c:pt>
                <c:pt idx="1064">
                  <c:v>6.94022071978</c:v>
                </c:pt>
                <c:pt idx="1065">
                  <c:v>6.94094470792</c:v>
                </c:pt>
                <c:pt idx="1066">
                  <c:v>6.94098477246</c:v>
                </c:pt>
                <c:pt idx="1067">
                  <c:v>6.94170410848</c:v>
                </c:pt>
                <c:pt idx="1068">
                  <c:v>6.94174387818</c:v>
                </c:pt>
                <c:pt idx="1069">
                  <c:v>6.94245429508</c:v>
                </c:pt>
                <c:pt idx="1070">
                  <c:v>6.94249352046</c:v>
                </c:pt>
                <c:pt idx="1071">
                  <c:v>6.94319322251</c:v>
                </c:pt>
                <c:pt idx="1072">
                  <c:v>6.94323175195</c:v>
                </c:pt>
                <c:pt idx="1073">
                  <c:v>6.94391802783</c:v>
                </c:pt>
                <c:pt idx="1074">
                  <c:v>6.94395561502</c:v>
                </c:pt>
                <c:pt idx="1075">
                  <c:v>6.94462304022</c:v>
                </c:pt>
                <c:pt idx="1076">
                  <c:v>6.94465957994</c:v>
                </c:pt>
                <c:pt idx="1077">
                  <c:v>6.94530618032</c:v>
                </c:pt>
                <c:pt idx="1078">
                  <c:v>6.94534153493</c:v>
                </c:pt>
                <c:pt idx="1079">
                  <c:v>6.94596504001</c:v>
                </c:pt>
                <c:pt idx="1080">
                  <c:v>6.94599895782</c:v>
                </c:pt>
                <c:pt idx="1081">
                  <c:v>6.94659724049</c:v>
                </c:pt>
                <c:pt idx="1082">
                  <c:v>6.94662965598</c:v>
                </c:pt>
                <c:pt idx="1083">
                  <c:v>6.94719864716</c:v>
                </c:pt>
                <c:pt idx="1084">
                  <c:v>6.9472294059</c:v>
                </c:pt>
                <c:pt idx="1085">
                  <c:v>6.94776581277</c:v>
                </c:pt>
                <c:pt idx="1086">
                  <c:v>6.94779477432</c:v>
                </c:pt>
                <c:pt idx="1087">
                  <c:v>6.94829833868</c:v>
                </c:pt>
                <c:pt idx="1088">
                  <c:v>6.94832531492</c:v>
                </c:pt>
                <c:pt idx="1089">
                  <c:v>6.94879283795</c:v>
                </c:pt>
                <c:pt idx="1090">
                  <c:v>6.94881773239</c:v>
                </c:pt>
                <c:pt idx="1091">
                  <c:v>6.94924671413</c:v>
                </c:pt>
                <c:pt idx="1092">
                  <c:v>6.94926949128</c:v>
                </c:pt>
                <c:pt idx="1093">
                  <c:v>6.94965738033</c:v>
                </c:pt>
                <c:pt idx="1094">
                  <c:v>6.94967777351</c:v>
                </c:pt>
                <c:pt idx="1095">
                  <c:v>6.95002313529</c:v>
                </c:pt>
                <c:pt idx="1096">
                  <c:v>6.95004112318</c:v>
                </c:pt>
                <c:pt idx="1097">
                  <c:v>6.95034421557</c:v>
                </c:pt>
                <c:pt idx="1098">
                  <c:v>6.95035977332</c:v>
                </c:pt>
                <c:pt idx="1099">
                  <c:v>6.95061746026</c:v>
                </c:pt>
                <c:pt idx="1100">
                  <c:v>6.95063054378</c:v>
                </c:pt>
                <c:pt idx="1101">
                  <c:v>6.95084178842</c:v>
                </c:pt>
                <c:pt idx="1102">
                  <c:v>6.95085224519</c:v>
                </c:pt>
                <c:pt idx="1103">
                  <c:v>6.95101637808</c:v>
                </c:pt>
                <c:pt idx="1104">
                  <c:v>6.95102414179</c:v>
                </c:pt>
                <c:pt idx="1105">
                  <c:v>6.9511304956</c:v>
                </c:pt>
                <c:pt idx="1106">
                  <c:v>6.95114133331</c:v>
                </c:pt>
                <c:pt idx="1107">
                  <c:v>6.95114653252</c:v>
                </c:pt>
                <c:pt idx="1108">
                  <c:v>6.95121643984</c:v>
                </c:pt>
                <c:pt idx="1109">
                  <c:v>6.95121901747</c:v>
                </c:pt>
                <c:pt idx="1110">
                  <c:v>6.95123904957</c:v>
                </c:pt>
                <c:pt idx="1111">
                  <c:v>6.95123969461</c:v>
                </c:pt>
                <c:pt idx="1112">
                  <c:v>6.95123963639</c:v>
                </c:pt>
                <c:pt idx="1113">
                  <c:v>6.95123943654</c:v>
                </c:pt>
                <c:pt idx="1114">
                  <c:v>6.95121209676</c:v>
                </c:pt>
                <c:pt idx="1115">
                  <c:v>6.95120919853</c:v>
                </c:pt>
                <c:pt idx="1116">
                  <c:v>6.95113469552</c:v>
                </c:pt>
                <c:pt idx="1117">
                  <c:v>6.95112926951</c:v>
                </c:pt>
                <c:pt idx="1118">
                  <c:v>6.95100779592</c:v>
                </c:pt>
                <c:pt idx="1119">
                  <c:v>6.95099978182</c:v>
                </c:pt>
                <c:pt idx="1120">
                  <c:v>6.95083056077</c:v>
                </c:pt>
                <c:pt idx="1121">
                  <c:v>6.95081984745</c:v>
                </c:pt>
                <c:pt idx="1122">
                  <c:v>6.95060415667</c:v>
                </c:pt>
                <c:pt idx="1123">
                  <c:v>6.9505908642</c:v>
                </c:pt>
                <c:pt idx="1124">
                  <c:v>6.95033089699</c:v>
                </c:pt>
                <c:pt idx="1125">
                  <c:v>6.9503152661</c:v>
                </c:pt>
                <c:pt idx="1126">
                  <c:v>6.95001190031</c:v>
                </c:pt>
                <c:pt idx="1127">
                  <c:v>6.94999388624</c:v>
                </c:pt>
                <c:pt idx="1128">
                  <c:v>6.94964773112</c:v>
                </c:pt>
                <c:pt idx="1129">
                  <c:v>6.94962729838</c:v>
                </c:pt>
                <c:pt idx="1130">
                  <c:v>6.94924026973</c:v>
                </c:pt>
                <c:pt idx="1131">
                  <c:v>6.94921761468</c:v>
                </c:pt>
                <c:pt idx="1132">
                  <c:v>6.94879188252</c:v>
                </c:pt>
                <c:pt idx="1133">
                  <c:v>6.94876725004</c:v>
                </c:pt>
                <c:pt idx="1134">
                  <c:v>6.948305722</c:v>
                </c:pt>
                <c:pt idx="1135">
                  <c:v>6.94827914466</c:v>
                </c:pt>
                <c:pt idx="1136">
                  <c:v>6.94778241596</c:v>
                </c:pt>
                <c:pt idx="1137">
                  <c:v>6.94775383425</c:v>
                </c:pt>
                <c:pt idx="1138">
                  <c:v>6.94722404249</c:v>
                </c:pt>
                <c:pt idx="1139">
                  <c:v>6.94719371613</c:v>
                </c:pt>
                <c:pt idx="1140">
                  <c:v>6.94663486821</c:v>
                </c:pt>
                <c:pt idx="1141">
                  <c:v>6.94660309501</c:v>
                </c:pt>
                <c:pt idx="1142">
                  <c:v>6.94601726319</c:v>
                </c:pt>
                <c:pt idx="1143">
                  <c:v>6.94598405732</c:v>
                </c:pt>
                <c:pt idx="1144">
                  <c:v>6.9453742022</c:v>
                </c:pt>
                <c:pt idx="1145">
                  <c:v>6.94533963409</c:v>
                </c:pt>
                <c:pt idx="1146">
                  <c:v>6.94470723734</c:v>
                </c:pt>
                <c:pt idx="1147">
                  <c:v>6.94467150642</c:v>
                </c:pt>
                <c:pt idx="1148">
                  <c:v>6.94402001405</c:v>
                </c:pt>
                <c:pt idx="1149">
                  <c:v>6.94398344536</c:v>
                </c:pt>
                <c:pt idx="1150">
                  <c:v>6.94331754583</c:v>
                </c:pt>
                <c:pt idx="1151">
                  <c:v>6.94328019617</c:v>
                </c:pt>
                <c:pt idx="1152">
                  <c:v>6.942601473</c:v>
                </c:pt>
                <c:pt idx="1153">
                  <c:v>6.942563414</c:v>
                </c:pt>
                <c:pt idx="1154">
                  <c:v>6.94187503358</c:v>
                </c:pt>
                <c:pt idx="1155">
                  <c:v>6.94183653458</c:v>
                </c:pt>
                <c:pt idx="1156">
                  <c:v>6.94114168808</c:v>
                </c:pt>
                <c:pt idx="1157">
                  <c:v>6.94110307862</c:v>
                </c:pt>
                <c:pt idx="1158">
                  <c:v>6.94040645733</c:v>
                </c:pt>
                <c:pt idx="1159">
                  <c:v>6.94036776112</c:v>
                </c:pt>
                <c:pt idx="1160">
                  <c:v>6.93967146006</c:v>
                </c:pt>
                <c:pt idx="1161">
                  <c:v>6.93963275315</c:v>
                </c:pt>
                <c:pt idx="1162">
                  <c:v>6.9389393267</c:v>
                </c:pt>
                <c:pt idx="1163">
                  <c:v>6.93890095085</c:v>
                </c:pt>
                <c:pt idx="1164">
                  <c:v>6.9382140111</c:v>
                </c:pt>
                <c:pt idx="1165">
                  <c:v>6.93817612746</c:v>
                </c:pt>
                <c:pt idx="1166">
                  <c:v>6.93749898428</c:v>
                </c:pt>
                <c:pt idx="1167">
                  <c:v>6.93746173266</c:v>
                </c:pt>
                <c:pt idx="1168">
                  <c:v>6.93679826424</c:v>
                </c:pt>
                <c:pt idx="1169">
                  <c:v>6.93676172106</c:v>
                </c:pt>
                <c:pt idx="1170">
                  <c:v>6.93611266157</c:v>
                </c:pt>
                <c:pt idx="1171">
                  <c:v>6.93607708374</c:v>
                </c:pt>
                <c:pt idx="1172">
                  <c:v>6.93544642819</c:v>
                </c:pt>
                <c:pt idx="1173">
                  <c:v>6.93541202474</c:v>
                </c:pt>
                <c:pt idx="1174">
                  <c:v>6.93480324649</c:v>
                </c:pt>
                <c:pt idx="1175">
                  <c:v>6.93477006385</c:v>
                </c:pt>
                <c:pt idx="1176">
                  <c:v>6.93418591219</c:v>
                </c:pt>
                <c:pt idx="1177">
                  <c:v>6.93415416078</c:v>
                </c:pt>
                <c:pt idx="1178">
                  <c:v>6.93359663743</c:v>
                </c:pt>
                <c:pt idx="1179">
                  <c:v>6.9335664206</c:v>
                </c:pt>
                <c:pt idx="1180">
                  <c:v>6.93303725373</c:v>
                </c:pt>
                <c:pt idx="1181">
                  <c:v>6.93300879156</c:v>
                </c:pt>
                <c:pt idx="1182">
                  <c:v>6.93251225039</c:v>
                </c:pt>
                <c:pt idx="1183">
                  <c:v>6.9324855624</c:v>
                </c:pt>
                <c:pt idx="1184">
                  <c:v>6.93202341673</c:v>
                </c:pt>
                <c:pt idx="1185">
                  <c:v>6.93199868471</c:v>
                </c:pt>
                <c:pt idx="1186">
                  <c:v>6.93157279816</c:v>
                </c:pt>
                <c:pt idx="1187">
                  <c:v>6.9315502207</c:v>
                </c:pt>
                <c:pt idx="1188">
                  <c:v>6.93116168815</c:v>
                </c:pt>
                <c:pt idx="1189">
                  <c:v>6.93114121984</c:v>
                </c:pt>
                <c:pt idx="1190">
                  <c:v>6.93079255601</c:v>
                </c:pt>
                <c:pt idx="1191">
                  <c:v>6.93077431563</c:v>
                </c:pt>
                <c:pt idx="1192">
                  <c:v>6.93046841179</c:v>
                </c:pt>
                <c:pt idx="1193">
                  <c:v>6.93045255672</c:v>
                </c:pt>
                <c:pt idx="1194">
                  <c:v>6.93018855343</c:v>
                </c:pt>
                <c:pt idx="1195">
                  <c:v>6.93017511536</c:v>
                </c:pt>
                <c:pt idx="1196">
                  <c:v>6.92995445834</c:v>
                </c:pt>
                <c:pt idx="1197">
                  <c:v>6.929943461</c:v>
                </c:pt>
                <c:pt idx="1198">
                  <c:v>6.92976762132</c:v>
                </c:pt>
                <c:pt idx="1199">
                  <c:v>6.92975907191</c:v>
                </c:pt>
                <c:pt idx="1200">
                  <c:v>6.92962948982</c:v>
                </c:pt>
                <c:pt idx="1201">
                  <c:v>6.92962355495</c:v>
                </c:pt>
                <c:pt idx="1202">
                  <c:v>6.92954341261</c:v>
                </c:pt>
                <c:pt idx="1203">
                  <c:v>6.92953984963</c:v>
                </c:pt>
                <c:pt idx="1204">
                  <c:v>6.92953652511</c:v>
                </c:pt>
                <c:pt idx="1205">
                  <c:v>6.92949822297</c:v>
                </c:pt>
                <c:pt idx="1206">
                  <c:v>6.92949739378</c:v>
                </c:pt>
                <c:pt idx="1207">
                  <c:v>6.92949567228</c:v>
                </c:pt>
                <c:pt idx="1208">
                  <c:v>6.92949522647</c:v>
                </c:pt>
                <c:pt idx="1209">
                  <c:v>6.92950579074</c:v>
                </c:pt>
                <c:pt idx="1210">
                  <c:v>6.92950751255</c:v>
                </c:pt>
                <c:pt idx="1211">
                  <c:v>6.92956248884</c:v>
                </c:pt>
                <c:pt idx="1212">
                  <c:v>6.92956681885</c:v>
                </c:pt>
                <c:pt idx="1213">
                  <c:v>6.92966832668</c:v>
                </c:pt>
                <c:pt idx="1214">
                  <c:v>6.92967526186</c:v>
                </c:pt>
                <c:pt idx="1215">
                  <c:v>6.92982072162</c:v>
                </c:pt>
                <c:pt idx="1216">
                  <c:v>6.92983004091</c:v>
                </c:pt>
                <c:pt idx="1217">
                  <c:v>6.93001981506</c:v>
                </c:pt>
                <c:pt idx="1218">
                  <c:v>6.93003155798</c:v>
                </c:pt>
                <c:pt idx="1219">
                  <c:v>6.93026560119</c:v>
                </c:pt>
                <c:pt idx="1220">
                  <c:v>6.93027980239</c:v>
                </c:pt>
                <c:pt idx="1221">
                  <c:v>6.93055632873</c:v>
                </c:pt>
                <c:pt idx="1222">
                  <c:v>6.93057288292</c:v>
                </c:pt>
                <c:pt idx="1223">
                  <c:v>6.9308904431</c:v>
                </c:pt>
                <c:pt idx="1224">
                  <c:v>6.93090915501</c:v>
                </c:pt>
                <c:pt idx="1225">
                  <c:v>6.93126538659</c:v>
                </c:pt>
                <c:pt idx="1226">
                  <c:v>6.93128618127</c:v>
                </c:pt>
                <c:pt idx="1227">
                  <c:v>6.93168109131</c:v>
                </c:pt>
                <c:pt idx="1228">
                  <c:v>6.93170412515</c:v>
                </c:pt>
                <c:pt idx="1229">
                  <c:v>6.93213540377</c:v>
                </c:pt>
                <c:pt idx="1230">
                  <c:v>6.93216037886</c:v>
                </c:pt>
                <c:pt idx="1231">
                  <c:v>6.93262532792</c:v>
                </c:pt>
                <c:pt idx="1232">
                  <c:v>6.93265204096</c:v>
                </c:pt>
                <c:pt idx="1233">
                  <c:v>6.93314861077</c:v>
                </c:pt>
                <c:pt idx="1234">
                  <c:v>6.93317697416</c:v>
                </c:pt>
                <c:pt idx="1235">
                  <c:v>6.93370308079</c:v>
                </c:pt>
                <c:pt idx="1236">
                  <c:v>6.93373314162</c:v>
                </c:pt>
                <c:pt idx="1237">
                  <c:v>6.9342874106</c:v>
                </c:pt>
                <c:pt idx="1238">
                  <c:v>6.93431894149</c:v>
                </c:pt>
                <c:pt idx="1239">
                  <c:v>6.93489704649</c:v>
                </c:pt>
                <c:pt idx="1240">
                  <c:v>6.93492974557</c:v>
                </c:pt>
                <c:pt idx="1241">
                  <c:v>6.93552936677</c:v>
                </c:pt>
                <c:pt idx="1242">
                  <c:v>6.93556320188</c:v>
                </c:pt>
                <c:pt idx="1243">
                  <c:v>6.93618239991</c:v>
                </c:pt>
                <c:pt idx="1244">
                  <c:v>6.93621733765</c:v>
                </c:pt>
                <c:pt idx="1245">
                  <c:v>6.93685331718</c:v>
                </c:pt>
                <c:pt idx="1246">
                  <c:v>6.93688910563</c:v>
                </c:pt>
                <c:pt idx="1247">
                  <c:v>6.93753879249</c:v>
                </c:pt>
                <c:pt idx="1248">
                  <c:v>6.93757513895</c:v>
                </c:pt>
                <c:pt idx="1249">
                  <c:v>6.93823408952</c:v>
                </c:pt>
                <c:pt idx="1250">
                  <c:v>6.93827086874</c:v>
                </c:pt>
                <c:pt idx="1251">
                  <c:v>6.93893702913</c:v>
                </c:pt>
                <c:pt idx="1252">
                  <c:v>6.93897425919</c:v>
                </c:pt>
                <c:pt idx="1253">
                  <c:v>6.93964555598</c:v>
                </c:pt>
                <c:pt idx="1254">
                  <c:v>6.93968293162</c:v>
                </c:pt>
                <c:pt idx="1255">
                  <c:v>6.9403549899</c:v>
                </c:pt>
                <c:pt idx="1256">
                  <c:v>6.94039222229</c:v>
                </c:pt>
                <c:pt idx="1257">
                  <c:v>6.94106159532</c:v>
                </c:pt>
                <c:pt idx="1258">
                  <c:v>6.94109866075</c:v>
                </c:pt>
                <c:pt idx="1259">
                  <c:v>6.94176308144</c:v>
                </c:pt>
                <c:pt idx="1260">
                  <c:v>6.94179988188</c:v>
                </c:pt>
                <c:pt idx="1261">
                  <c:v>6.94245689567</c:v>
                </c:pt>
                <c:pt idx="1262">
                  <c:v>6.94249314159</c:v>
                </c:pt>
                <c:pt idx="1263">
                  <c:v>6.94314005769</c:v>
                </c:pt>
                <c:pt idx="1264">
                  <c:v>6.94317557341</c:v>
                </c:pt>
                <c:pt idx="1265">
                  <c:v>6.94380789203</c:v>
                </c:pt>
                <c:pt idx="1266">
                  <c:v>6.9438425557</c:v>
                </c:pt>
                <c:pt idx="1267">
                  <c:v>6.94445796711</c:v>
                </c:pt>
                <c:pt idx="1268">
                  <c:v>6.94449172986</c:v>
                </c:pt>
                <c:pt idx="1269">
                  <c:v>6.94508887994</c:v>
                </c:pt>
                <c:pt idx="1270">
                  <c:v>6.94512148256</c:v>
                </c:pt>
                <c:pt idx="1271">
                  <c:v>6.94569677587</c:v>
                </c:pt>
                <c:pt idx="1272">
                  <c:v>6.94572801752</c:v>
                </c:pt>
                <c:pt idx="1273">
                  <c:v>6.94627865163</c:v>
                </c:pt>
                <c:pt idx="1274">
                  <c:v>6.94630852637</c:v>
                </c:pt>
                <c:pt idx="1275">
                  <c:v>6.94683175121</c:v>
                </c:pt>
                <c:pt idx="1276">
                  <c:v>6.94686004897</c:v>
                </c:pt>
                <c:pt idx="1277">
                  <c:v>6.94735410703</c:v>
                </c:pt>
                <c:pt idx="1278">
                  <c:v>6.9473807231</c:v>
                </c:pt>
                <c:pt idx="1279">
                  <c:v>6.94784427615</c:v>
                </c:pt>
                <c:pt idx="1280">
                  <c:v>6.94786903522</c:v>
                </c:pt>
                <c:pt idx="1281">
                  <c:v>6.94829753676</c:v>
                </c:pt>
                <c:pt idx="1282">
                  <c:v>6.94832035688</c:v>
                </c:pt>
                <c:pt idx="1283">
                  <c:v>6.94871307324</c:v>
                </c:pt>
                <c:pt idx="1284">
                  <c:v>6.94873393722</c:v>
                </c:pt>
                <c:pt idx="1285">
                  <c:v>6.94908962538</c:v>
                </c:pt>
                <c:pt idx="1286">
                  <c:v>6.94910827186</c:v>
                </c:pt>
                <c:pt idx="1287">
                  <c:v>6.94942539431</c:v>
                </c:pt>
                <c:pt idx="1288">
                  <c:v>6.94944188534</c:v>
                </c:pt>
                <c:pt idx="1289">
                  <c:v>6.94971902755</c:v>
                </c:pt>
                <c:pt idx="1290">
                  <c:v>6.94973330643</c:v>
                </c:pt>
                <c:pt idx="1291">
                  <c:v>6.94996777345</c:v>
                </c:pt>
                <c:pt idx="1292">
                  <c:v>6.94997966304</c:v>
                </c:pt>
                <c:pt idx="1293">
                  <c:v>6.95017246492</c:v>
                </c:pt>
                <c:pt idx="1294">
                  <c:v>6.95018196538</c:v>
                </c:pt>
                <c:pt idx="1295">
                  <c:v>6.95033212426</c:v>
                </c:pt>
                <c:pt idx="1296">
                  <c:v>6.95033921528</c:v>
                </c:pt>
                <c:pt idx="1297">
                  <c:v>6.95039153733</c:v>
                </c:pt>
                <c:pt idx="1298">
                  <c:v>6.95044536671</c:v>
                </c:pt>
                <c:pt idx="1299">
                  <c:v>6.9504500816</c:v>
                </c:pt>
                <c:pt idx="1300">
                  <c:v>6.95051154497</c:v>
                </c:pt>
                <c:pt idx="1301">
                  <c:v>6.95051372364</c:v>
                </c:pt>
                <c:pt idx="1302">
                  <c:v>6.95052880854</c:v>
                </c:pt>
                <c:pt idx="1303">
                  <c:v>6.95053064271</c:v>
                </c:pt>
                <c:pt idx="1304">
                  <c:v>6.95053046662</c:v>
                </c:pt>
                <c:pt idx="1305">
                  <c:v>6.95053013661</c:v>
                </c:pt>
                <c:pt idx="1306">
                  <c:v>6.95050403889</c:v>
                </c:pt>
                <c:pt idx="1307">
                  <c:v>6.95050139871</c:v>
                </c:pt>
                <c:pt idx="1308">
                  <c:v>6.95043126847</c:v>
                </c:pt>
                <c:pt idx="1309">
                  <c:v>6.95042618236</c:v>
                </c:pt>
                <c:pt idx="1310">
                  <c:v>6.95031188582</c:v>
                </c:pt>
                <c:pt idx="1311">
                  <c:v>6.95030435071</c:v>
                </c:pt>
                <c:pt idx="1312">
                  <c:v>6.95016594639</c:v>
                </c:pt>
                <c:pt idx="1313">
                  <c:v>6.95015615033</c:v>
                </c:pt>
                <c:pt idx="1314">
                  <c:v>6.95014634119</c:v>
                </c:pt>
              </c:numCache>
            </c:numRef>
          </c:yVal>
        </c:ser>
        <c:ser>
          <c:idx val="1"/>
          <c:order val="1"/>
          <c:tx>
            <c:v>Gefiltert</c:v>
          </c:tx>
          <c:spPr>
            <a:solidFill xmlns:a="http://schemas.openxmlformats.org/drawingml/2006/main">
              <a:srgbClr val="BD6A2A"/>
            </a:solidFill>
            <a:ln xmlns:a="http://schemas.openxmlformats.org/drawingml/2006/main" w="22860">
              <a:solidFill>
                <a:srgbClr val="BD6A2A"/>
              </a:solidFill>
              <a:prstDash val="solid"/>
            </a:ln>
          </c:spPr>
          <c:marker>
            <c:symbol val="none"/>
            <c:size val="5"/>
            <c:spPr>
              <a:solidFill xmlns:a="http://schemas.openxmlformats.org/drawingml/2006/main">
                <a:srgbClr val="BD6A2A"/>
              </a:solidFill>
            </c:spPr>
          </c:marker>
          <c:xVal>
            <c:numRef>
              <c:f>'Chart Data'!$C$2:$C$1316</c:f>
              <c:numCache>
                <c:formatCode>General</c:formatCode>
                <c:ptCount val="1315"/>
                <c:pt idx="0">
                  <c:v>4.00000000002</c:v>
                </c:pt>
                <c:pt idx="1">
                  <c:v>4.00025000002</c:v>
                </c:pt>
                <c:pt idx="2">
                  <c:v>4.00050000002</c:v>
                </c:pt>
                <c:pt idx="3">
                  <c:v>4.00275000002</c:v>
                </c:pt>
                <c:pt idx="4">
                  <c:v>4.00300000002</c:v>
                </c:pt>
                <c:pt idx="5">
                  <c:v>4.00750000002</c:v>
                </c:pt>
                <c:pt idx="6">
                  <c:v>4.00775000002</c:v>
                </c:pt>
                <c:pt idx="7">
                  <c:v>4.01225000002</c:v>
                </c:pt>
                <c:pt idx="8">
                  <c:v>4.01250000002</c:v>
                </c:pt>
                <c:pt idx="9">
                  <c:v>4.01700000002</c:v>
                </c:pt>
                <c:pt idx="10">
                  <c:v>4.01725000002</c:v>
                </c:pt>
                <c:pt idx="11">
                  <c:v>4.02175000002</c:v>
                </c:pt>
                <c:pt idx="12">
                  <c:v>4.02200000002</c:v>
                </c:pt>
                <c:pt idx="13">
                  <c:v>4.02650000002</c:v>
                </c:pt>
                <c:pt idx="14">
                  <c:v>4.02675000002</c:v>
                </c:pt>
                <c:pt idx="15">
                  <c:v>4.03125000002</c:v>
                </c:pt>
                <c:pt idx="16">
                  <c:v>4.03150000002</c:v>
                </c:pt>
                <c:pt idx="17">
                  <c:v>4.03600000002</c:v>
                </c:pt>
                <c:pt idx="18">
                  <c:v>4.03625000002</c:v>
                </c:pt>
                <c:pt idx="19">
                  <c:v>4.04075000002</c:v>
                </c:pt>
                <c:pt idx="20">
                  <c:v>4.04100000002</c:v>
                </c:pt>
                <c:pt idx="21">
                  <c:v>4.04550000002</c:v>
                </c:pt>
                <c:pt idx="22">
                  <c:v>4.04575000002</c:v>
                </c:pt>
                <c:pt idx="23">
                  <c:v>4.05025000002</c:v>
                </c:pt>
                <c:pt idx="24">
                  <c:v>4.05050000002</c:v>
                </c:pt>
                <c:pt idx="25">
                  <c:v>4.05500000002</c:v>
                </c:pt>
                <c:pt idx="26">
                  <c:v>4.05525000002</c:v>
                </c:pt>
                <c:pt idx="27">
                  <c:v>4.05975000002</c:v>
                </c:pt>
                <c:pt idx="28">
                  <c:v>4.06000000002</c:v>
                </c:pt>
                <c:pt idx="29">
                  <c:v>4.06450000002</c:v>
                </c:pt>
                <c:pt idx="30">
                  <c:v>4.06475000002</c:v>
                </c:pt>
                <c:pt idx="31">
                  <c:v>4.06925000002</c:v>
                </c:pt>
                <c:pt idx="32">
                  <c:v>4.06950000002</c:v>
                </c:pt>
                <c:pt idx="33">
                  <c:v>4.07400000002</c:v>
                </c:pt>
                <c:pt idx="34">
                  <c:v>4.07425000002</c:v>
                </c:pt>
                <c:pt idx="35">
                  <c:v>4.07875000002</c:v>
                </c:pt>
                <c:pt idx="36">
                  <c:v>4.07900000002</c:v>
                </c:pt>
                <c:pt idx="37">
                  <c:v>4.08350000002</c:v>
                </c:pt>
                <c:pt idx="38">
                  <c:v>4.08375000002</c:v>
                </c:pt>
                <c:pt idx="39">
                  <c:v>4.08825000002</c:v>
                </c:pt>
                <c:pt idx="40">
                  <c:v>4.08850000002</c:v>
                </c:pt>
                <c:pt idx="41">
                  <c:v>4.09300000002</c:v>
                </c:pt>
                <c:pt idx="42">
                  <c:v>4.09325000002</c:v>
                </c:pt>
                <c:pt idx="43">
                  <c:v>4.09775000002</c:v>
                </c:pt>
                <c:pt idx="44">
                  <c:v>4.09800000002</c:v>
                </c:pt>
                <c:pt idx="45">
                  <c:v>4.10250000002</c:v>
                </c:pt>
                <c:pt idx="46">
                  <c:v>4.10275000002</c:v>
                </c:pt>
                <c:pt idx="47">
                  <c:v>4.10725000002</c:v>
                </c:pt>
                <c:pt idx="48">
                  <c:v>4.10750000002</c:v>
                </c:pt>
                <c:pt idx="49">
                  <c:v>4.10825000002</c:v>
                </c:pt>
                <c:pt idx="50">
                  <c:v>4.11200000002</c:v>
                </c:pt>
                <c:pt idx="51">
                  <c:v>4.11225000002</c:v>
                </c:pt>
                <c:pt idx="52">
                  <c:v>4.11550000002</c:v>
                </c:pt>
                <c:pt idx="53">
                  <c:v>4.11650000002</c:v>
                </c:pt>
                <c:pt idx="54">
                  <c:v>4.11675000002</c:v>
                </c:pt>
                <c:pt idx="55">
                  <c:v>4.11700000002</c:v>
                </c:pt>
                <c:pt idx="56">
                  <c:v>4.12150000002</c:v>
                </c:pt>
                <c:pt idx="57">
                  <c:v>4.12175000002</c:v>
                </c:pt>
                <c:pt idx="58">
                  <c:v>4.12625000002</c:v>
                </c:pt>
                <c:pt idx="59">
                  <c:v>4.12650000002</c:v>
                </c:pt>
                <c:pt idx="60">
                  <c:v>4.13100000002</c:v>
                </c:pt>
                <c:pt idx="61">
                  <c:v>4.13125000002</c:v>
                </c:pt>
                <c:pt idx="62">
                  <c:v>4.13575000002</c:v>
                </c:pt>
                <c:pt idx="63">
                  <c:v>4.13600000002</c:v>
                </c:pt>
                <c:pt idx="64">
                  <c:v>4.14050000002</c:v>
                </c:pt>
                <c:pt idx="65">
                  <c:v>4.14075000002</c:v>
                </c:pt>
                <c:pt idx="66">
                  <c:v>4.14525000002</c:v>
                </c:pt>
                <c:pt idx="67">
                  <c:v>4.14550000002</c:v>
                </c:pt>
                <c:pt idx="68">
                  <c:v>4.15000000002</c:v>
                </c:pt>
                <c:pt idx="69">
                  <c:v>4.15025000002</c:v>
                </c:pt>
                <c:pt idx="70">
                  <c:v>4.15475000002</c:v>
                </c:pt>
                <c:pt idx="71">
                  <c:v>4.15500000002</c:v>
                </c:pt>
                <c:pt idx="72">
                  <c:v>4.15950000002</c:v>
                </c:pt>
                <c:pt idx="73">
                  <c:v>4.15975000002</c:v>
                </c:pt>
                <c:pt idx="74">
                  <c:v>4.16425000002</c:v>
                </c:pt>
                <c:pt idx="75">
                  <c:v>4.16450000002</c:v>
                </c:pt>
                <c:pt idx="76">
                  <c:v>4.16900000002</c:v>
                </c:pt>
                <c:pt idx="77">
                  <c:v>4.16925000002</c:v>
                </c:pt>
                <c:pt idx="78">
                  <c:v>4.17375000002</c:v>
                </c:pt>
                <c:pt idx="79">
                  <c:v>4.17400000002</c:v>
                </c:pt>
                <c:pt idx="80">
                  <c:v>4.17850000002</c:v>
                </c:pt>
                <c:pt idx="81">
                  <c:v>4.17875000002</c:v>
                </c:pt>
                <c:pt idx="82">
                  <c:v>4.18325000002</c:v>
                </c:pt>
                <c:pt idx="83">
                  <c:v>4.18350000002</c:v>
                </c:pt>
                <c:pt idx="84">
                  <c:v>4.18800000002</c:v>
                </c:pt>
                <c:pt idx="85">
                  <c:v>4.18825000002</c:v>
                </c:pt>
                <c:pt idx="86">
                  <c:v>4.19275000002</c:v>
                </c:pt>
                <c:pt idx="87">
                  <c:v>4.19300000002</c:v>
                </c:pt>
                <c:pt idx="88">
                  <c:v>4.19750000002</c:v>
                </c:pt>
                <c:pt idx="89">
                  <c:v>4.19775000002</c:v>
                </c:pt>
                <c:pt idx="90">
                  <c:v>4.20225000002</c:v>
                </c:pt>
                <c:pt idx="91">
                  <c:v>4.20250000002</c:v>
                </c:pt>
                <c:pt idx="92">
                  <c:v>4.20700000002</c:v>
                </c:pt>
                <c:pt idx="93">
                  <c:v>4.20725000002</c:v>
                </c:pt>
                <c:pt idx="94">
                  <c:v>4.21175000002</c:v>
                </c:pt>
                <c:pt idx="95">
                  <c:v>4.21200000002</c:v>
                </c:pt>
                <c:pt idx="96">
                  <c:v>4.21650000002</c:v>
                </c:pt>
                <c:pt idx="97">
                  <c:v>4.21675000002</c:v>
                </c:pt>
                <c:pt idx="98">
                  <c:v>4.22125000002</c:v>
                </c:pt>
                <c:pt idx="99">
                  <c:v>4.22150000002</c:v>
                </c:pt>
                <c:pt idx="100">
                  <c:v>4.22600000002</c:v>
                </c:pt>
                <c:pt idx="101">
                  <c:v>4.22625000002</c:v>
                </c:pt>
                <c:pt idx="102">
                  <c:v>4.23075000002</c:v>
                </c:pt>
                <c:pt idx="103">
                  <c:v>4.23100000002</c:v>
                </c:pt>
                <c:pt idx="104">
                  <c:v>4.23550000002</c:v>
                </c:pt>
                <c:pt idx="105">
                  <c:v>4.23575000002</c:v>
                </c:pt>
                <c:pt idx="106">
                  <c:v>4.24025000002</c:v>
                </c:pt>
                <c:pt idx="107">
                  <c:v>4.24050000002</c:v>
                </c:pt>
                <c:pt idx="108">
                  <c:v>4.24500000002</c:v>
                </c:pt>
                <c:pt idx="109">
                  <c:v>4.24525000002</c:v>
                </c:pt>
                <c:pt idx="110">
                  <c:v>4.24975000002</c:v>
                </c:pt>
                <c:pt idx="111">
                  <c:v>4.25000000002</c:v>
                </c:pt>
                <c:pt idx="112">
                  <c:v>4.25450000002</c:v>
                </c:pt>
                <c:pt idx="113">
                  <c:v>4.25475000002</c:v>
                </c:pt>
                <c:pt idx="114">
                  <c:v>4.25925000002</c:v>
                </c:pt>
                <c:pt idx="115">
                  <c:v>4.25950000002</c:v>
                </c:pt>
                <c:pt idx="116">
                  <c:v>4.26400000002</c:v>
                </c:pt>
                <c:pt idx="117">
                  <c:v>4.26425000002</c:v>
                </c:pt>
                <c:pt idx="118">
                  <c:v>4.26875000002</c:v>
                </c:pt>
                <c:pt idx="119">
                  <c:v>4.26900000002</c:v>
                </c:pt>
                <c:pt idx="120">
                  <c:v>4.27325000002</c:v>
                </c:pt>
                <c:pt idx="121">
                  <c:v>4.27350000002</c:v>
                </c:pt>
                <c:pt idx="122">
                  <c:v>4.27375000002</c:v>
                </c:pt>
                <c:pt idx="123">
                  <c:v>4.27825000002</c:v>
                </c:pt>
                <c:pt idx="124">
                  <c:v>4.27850000002</c:v>
                </c:pt>
                <c:pt idx="125">
                  <c:v>4.28300000002</c:v>
                </c:pt>
                <c:pt idx="126">
                  <c:v>4.28325000002</c:v>
                </c:pt>
                <c:pt idx="127">
                  <c:v>4.28775000002</c:v>
                </c:pt>
                <c:pt idx="128">
                  <c:v>4.28800000002</c:v>
                </c:pt>
                <c:pt idx="129">
                  <c:v>4.29250000002</c:v>
                </c:pt>
                <c:pt idx="130">
                  <c:v>4.29275000002</c:v>
                </c:pt>
                <c:pt idx="131">
                  <c:v>4.29725000002</c:v>
                </c:pt>
                <c:pt idx="132">
                  <c:v>4.29750000002</c:v>
                </c:pt>
                <c:pt idx="133">
                  <c:v>4.30200000002</c:v>
                </c:pt>
                <c:pt idx="134">
                  <c:v>4.30225000002</c:v>
                </c:pt>
                <c:pt idx="135">
                  <c:v>4.30675000002</c:v>
                </c:pt>
                <c:pt idx="136">
                  <c:v>4.30700000002</c:v>
                </c:pt>
                <c:pt idx="137">
                  <c:v>4.31150000002</c:v>
                </c:pt>
                <c:pt idx="138">
                  <c:v>4.31175000002</c:v>
                </c:pt>
                <c:pt idx="139">
                  <c:v>4.31625000002</c:v>
                </c:pt>
                <c:pt idx="140">
                  <c:v>4.31650000002</c:v>
                </c:pt>
                <c:pt idx="141">
                  <c:v>4.32100000002</c:v>
                </c:pt>
                <c:pt idx="142">
                  <c:v>4.32125000002</c:v>
                </c:pt>
                <c:pt idx="143">
                  <c:v>4.32575000002</c:v>
                </c:pt>
                <c:pt idx="144">
                  <c:v>4.32600000002</c:v>
                </c:pt>
                <c:pt idx="145">
                  <c:v>4.33050000002</c:v>
                </c:pt>
                <c:pt idx="146">
                  <c:v>4.33075000002</c:v>
                </c:pt>
                <c:pt idx="147">
                  <c:v>4.33150000002</c:v>
                </c:pt>
                <c:pt idx="148">
                  <c:v>4.33525000002</c:v>
                </c:pt>
                <c:pt idx="149">
                  <c:v>4.33550000002</c:v>
                </c:pt>
                <c:pt idx="150">
                  <c:v>4.33650000002</c:v>
                </c:pt>
                <c:pt idx="151">
                  <c:v>4.34000000002</c:v>
                </c:pt>
                <c:pt idx="152">
                  <c:v>4.34025000002</c:v>
                </c:pt>
                <c:pt idx="153">
                  <c:v>4.34475000002</c:v>
                </c:pt>
                <c:pt idx="154">
                  <c:v>4.34500000002</c:v>
                </c:pt>
                <c:pt idx="155">
                  <c:v>4.34950000002</c:v>
                </c:pt>
                <c:pt idx="156">
                  <c:v>4.34975000002</c:v>
                </c:pt>
                <c:pt idx="157">
                  <c:v>4.35425000002</c:v>
                </c:pt>
                <c:pt idx="158">
                  <c:v>4.35450000002</c:v>
                </c:pt>
                <c:pt idx="159">
                  <c:v>4.35900000002</c:v>
                </c:pt>
                <c:pt idx="160">
                  <c:v>4.35925000002</c:v>
                </c:pt>
                <c:pt idx="161">
                  <c:v>4.36375000002</c:v>
                </c:pt>
                <c:pt idx="162">
                  <c:v>4.36400000002</c:v>
                </c:pt>
                <c:pt idx="163">
                  <c:v>4.36850000002</c:v>
                </c:pt>
                <c:pt idx="164">
                  <c:v>4.36875000002</c:v>
                </c:pt>
                <c:pt idx="165">
                  <c:v>4.37325000002</c:v>
                </c:pt>
                <c:pt idx="166">
                  <c:v>4.37350000002</c:v>
                </c:pt>
                <c:pt idx="167">
                  <c:v>4.37800000002</c:v>
                </c:pt>
                <c:pt idx="168">
                  <c:v>4.37825000002</c:v>
                </c:pt>
                <c:pt idx="169">
                  <c:v>4.38275000002</c:v>
                </c:pt>
                <c:pt idx="170">
                  <c:v>4.38300000002</c:v>
                </c:pt>
                <c:pt idx="171">
                  <c:v>4.38750000002</c:v>
                </c:pt>
                <c:pt idx="172">
                  <c:v>4.38775000002</c:v>
                </c:pt>
                <c:pt idx="173">
                  <c:v>4.39225000002</c:v>
                </c:pt>
                <c:pt idx="174">
                  <c:v>4.39250000002</c:v>
                </c:pt>
                <c:pt idx="175">
                  <c:v>4.39700000002</c:v>
                </c:pt>
                <c:pt idx="176">
                  <c:v>4.39725000002</c:v>
                </c:pt>
                <c:pt idx="177">
                  <c:v>4.40175000002</c:v>
                </c:pt>
                <c:pt idx="178">
                  <c:v>4.40200000002</c:v>
                </c:pt>
                <c:pt idx="179">
                  <c:v>4.40650000002</c:v>
                </c:pt>
                <c:pt idx="180">
                  <c:v>4.40675000002</c:v>
                </c:pt>
                <c:pt idx="181">
                  <c:v>4.41125000002</c:v>
                </c:pt>
                <c:pt idx="182">
                  <c:v>4.41150000002</c:v>
                </c:pt>
                <c:pt idx="183">
                  <c:v>4.41600000002</c:v>
                </c:pt>
                <c:pt idx="184">
                  <c:v>4.41625000002</c:v>
                </c:pt>
                <c:pt idx="185">
                  <c:v>4.42075000002</c:v>
                </c:pt>
                <c:pt idx="186">
                  <c:v>4.42100000002</c:v>
                </c:pt>
                <c:pt idx="187">
                  <c:v>4.42550000002</c:v>
                </c:pt>
                <c:pt idx="188">
                  <c:v>4.42575000002</c:v>
                </c:pt>
                <c:pt idx="189">
                  <c:v>4.43025000002</c:v>
                </c:pt>
                <c:pt idx="190">
                  <c:v>4.43050000002</c:v>
                </c:pt>
                <c:pt idx="191">
                  <c:v>4.43500000002</c:v>
                </c:pt>
                <c:pt idx="192">
                  <c:v>4.43525000002</c:v>
                </c:pt>
                <c:pt idx="193">
                  <c:v>4.43975000002</c:v>
                </c:pt>
                <c:pt idx="194">
                  <c:v>4.44000000002</c:v>
                </c:pt>
                <c:pt idx="195">
                  <c:v>4.44450000002</c:v>
                </c:pt>
                <c:pt idx="196">
                  <c:v>4.44475000002</c:v>
                </c:pt>
                <c:pt idx="197">
                  <c:v>4.44925000002</c:v>
                </c:pt>
                <c:pt idx="198">
                  <c:v>4.44950000002</c:v>
                </c:pt>
                <c:pt idx="199">
                  <c:v>4.45400000002</c:v>
                </c:pt>
                <c:pt idx="200">
                  <c:v>4.45425000002</c:v>
                </c:pt>
                <c:pt idx="201">
                  <c:v>4.45875000002</c:v>
                </c:pt>
                <c:pt idx="202">
                  <c:v>4.45900000002</c:v>
                </c:pt>
                <c:pt idx="203">
                  <c:v>4.46350000002</c:v>
                </c:pt>
                <c:pt idx="204">
                  <c:v>4.46375000002</c:v>
                </c:pt>
                <c:pt idx="205">
                  <c:v>4.46825000002</c:v>
                </c:pt>
                <c:pt idx="206">
                  <c:v>4.46850000002</c:v>
                </c:pt>
                <c:pt idx="207">
                  <c:v>4.47300000002</c:v>
                </c:pt>
                <c:pt idx="208">
                  <c:v>4.47325000002</c:v>
                </c:pt>
                <c:pt idx="209">
                  <c:v>4.47775000002</c:v>
                </c:pt>
                <c:pt idx="210">
                  <c:v>4.47800000002</c:v>
                </c:pt>
                <c:pt idx="211">
                  <c:v>4.48250000002</c:v>
                </c:pt>
                <c:pt idx="212">
                  <c:v>4.48275000002</c:v>
                </c:pt>
                <c:pt idx="213">
                  <c:v>4.48725000002</c:v>
                </c:pt>
                <c:pt idx="214">
                  <c:v>4.48750000002</c:v>
                </c:pt>
                <c:pt idx="215">
                  <c:v>4.49200000002</c:v>
                </c:pt>
                <c:pt idx="216">
                  <c:v>4.49225000002</c:v>
                </c:pt>
                <c:pt idx="217">
                  <c:v>4.49675000002</c:v>
                </c:pt>
                <c:pt idx="218">
                  <c:v>4.49700000002</c:v>
                </c:pt>
                <c:pt idx="219">
                  <c:v>4.50150000002</c:v>
                </c:pt>
                <c:pt idx="220">
                  <c:v>4.50175000002</c:v>
                </c:pt>
                <c:pt idx="221">
                  <c:v>4.50625000002</c:v>
                </c:pt>
                <c:pt idx="222">
                  <c:v>4.50650000002</c:v>
                </c:pt>
                <c:pt idx="223">
                  <c:v>4.51100000002</c:v>
                </c:pt>
                <c:pt idx="224">
                  <c:v>4.51125000002</c:v>
                </c:pt>
                <c:pt idx="225">
                  <c:v>4.51575000002</c:v>
                </c:pt>
                <c:pt idx="226">
                  <c:v>4.51600000002</c:v>
                </c:pt>
                <c:pt idx="227">
                  <c:v>4.52050000002</c:v>
                </c:pt>
                <c:pt idx="228">
                  <c:v>4.52075000002</c:v>
                </c:pt>
                <c:pt idx="229">
                  <c:v>4.52525000002</c:v>
                </c:pt>
                <c:pt idx="230">
                  <c:v>4.52550000002</c:v>
                </c:pt>
                <c:pt idx="231">
                  <c:v>4.53000000002</c:v>
                </c:pt>
                <c:pt idx="232">
                  <c:v>4.53025000002</c:v>
                </c:pt>
                <c:pt idx="233">
                  <c:v>4.53475000002</c:v>
                </c:pt>
                <c:pt idx="234">
                  <c:v>4.53500000002</c:v>
                </c:pt>
                <c:pt idx="235">
                  <c:v>4.53950000002</c:v>
                </c:pt>
                <c:pt idx="236">
                  <c:v>4.53975000002</c:v>
                </c:pt>
                <c:pt idx="237">
                  <c:v>4.54425000002</c:v>
                </c:pt>
                <c:pt idx="238">
                  <c:v>4.54450000002</c:v>
                </c:pt>
                <c:pt idx="239">
                  <c:v>4.54900000002</c:v>
                </c:pt>
                <c:pt idx="240">
                  <c:v>4.54925000002</c:v>
                </c:pt>
                <c:pt idx="241">
                  <c:v>4.55375000002</c:v>
                </c:pt>
                <c:pt idx="242">
                  <c:v>4.55400000002</c:v>
                </c:pt>
                <c:pt idx="243">
                  <c:v>4.55625000002</c:v>
                </c:pt>
                <c:pt idx="244">
                  <c:v>4.55650000002</c:v>
                </c:pt>
                <c:pt idx="245">
                  <c:v>4.55850000002</c:v>
                </c:pt>
                <c:pt idx="246">
                  <c:v>4.55875000002</c:v>
                </c:pt>
                <c:pt idx="247">
                  <c:v>4.56025000002</c:v>
                </c:pt>
                <c:pt idx="248">
                  <c:v>4.56325000002</c:v>
                </c:pt>
                <c:pt idx="249">
                  <c:v>4.56350000002</c:v>
                </c:pt>
                <c:pt idx="250">
                  <c:v>4.56800000002</c:v>
                </c:pt>
                <c:pt idx="251">
                  <c:v>4.56825000002</c:v>
                </c:pt>
                <c:pt idx="252">
                  <c:v>4.57275000002</c:v>
                </c:pt>
                <c:pt idx="253">
                  <c:v>4.57300000002</c:v>
                </c:pt>
                <c:pt idx="254">
                  <c:v>4.57750000002</c:v>
                </c:pt>
                <c:pt idx="255">
                  <c:v>4.57775000002</c:v>
                </c:pt>
                <c:pt idx="256">
                  <c:v>4.58225000002</c:v>
                </c:pt>
                <c:pt idx="257">
                  <c:v>4.58250000002</c:v>
                </c:pt>
                <c:pt idx="258">
                  <c:v>4.58700000002</c:v>
                </c:pt>
                <c:pt idx="259">
                  <c:v>4.58725000002</c:v>
                </c:pt>
                <c:pt idx="260">
                  <c:v>4.59175000002</c:v>
                </c:pt>
                <c:pt idx="261">
                  <c:v>4.59200000002</c:v>
                </c:pt>
                <c:pt idx="262">
                  <c:v>4.59650000002</c:v>
                </c:pt>
                <c:pt idx="263">
                  <c:v>4.59675000002</c:v>
                </c:pt>
                <c:pt idx="264">
                  <c:v>4.60125000002</c:v>
                </c:pt>
                <c:pt idx="265">
                  <c:v>4.60150000002</c:v>
                </c:pt>
                <c:pt idx="266">
                  <c:v>4.60600000002</c:v>
                </c:pt>
                <c:pt idx="267">
                  <c:v>4.60625000002</c:v>
                </c:pt>
                <c:pt idx="268">
                  <c:v>4.61075000002</c:v>
                </c:pt>
                <c:pt idx="269">
                  <c:v>4.61100000002</c:v>
                </c:pt>
                <c:pt idx="270">
                  <c:v>4.61550000002</c:v>
                </c:pt>
                <c:pt idx="271">
                  <c:v>4.61575000002</c:v>
                </c:pt>
                <c:pt idx="272">
                  <c:v>4.62025000002</c:v>
                </c:pt>
                <c:pt idx="273">
                  <c:v>4.62050000002</c:v>
                </c:pt>
                <c:pt idx="274">
                  <c:v>4.62500000002</c:v>
                </c:pt>
                <c:pt idx="275">
                  <c:v>4.62525000002</c:v>
                </c:pt>
                <c:pt idx="276">
                  <c:v>4.62975000002</c:v>
                </c:pt>
                <c:pt idx="277">
                  <c:v>4.63000000002</c:v>
                </c:pt>
                <c:pt idx="278">
                  <c:v>4.63450000002</c:v>
                </c:pt>
                <c:pt idx="279">
                  <c:v>4.63475000002</c:v>
                </c:pt>
                <c:pt idx="280">
                  <c:v>4.63925000002</c:v>
                </c:pt>
                <c:pt idx="281">
                  <c:v>4.63950000002</c:v>
                </c:pt>
                <c:pt idx="282">
                  <c:v>4.64400000002</c:v>
                </c:pt>
                <c:pt idx="283">
                  <c:v>4.64425000002</c:v>
                </c:pt>
                <c:pt idx="284">
                  <c:v>4.64875000002</c:v>
                </c:pt>
                <c:pt idx="285">
                  <c:v>4.64900000002</c:v>
                </c:pt>
                <c:pt idx="286">
                  <c:v>4.65350000002</c:v>
                </c:pt>
                <c:pt idx="287">
                  <c:v>4.65375000002</c:v>
                </c:pt>
                <c:pt idx="288">
                  <c:v>4.65825000002</c:v>
                </c:pt>
                <c:pt idx="289">
                  <c:v>4.65850000002</c:v>
                </c:pt>
                <c:pt idx="290">
                  <c:v>4.66300000002</c:v>
                </c:pt>
                <c:pt idx="291">
                  <c:v>4.66325000002</c:v>
                </c:pt>
                <c:pt idx="292">
                  <c:v>4.66775000002</c:v>
                </c:pt>
                <c:pt idx="293">
                  <c:v>4.66800000002</c:v>
                </c:pt>
                <c:pt idx="294">
                  <c:v>4.67225000002</c:v>
                </c:pt>
                <c:pt idx="295">
                  <c:v>4.67250000002</c:v>
                </c:pt>
                <c:pt idx="296">
                  <c:v>4.67275000002</c:v>
                </c:pt>
                <c:pt idx="297">
                  <c:v>4.67325000002</c:v>
                </c:pt>
                <c:pt idx="298">
                  <c:v>4.67725000002</c:v>
                </c:pt>
                <c:pt idx="299">
                  <c:v>4.67750000002</c:v>
                </c:pt>
                <c:pt idx="300">
                  <c:v>4.68200000002</c:v>
                </c:pt>
                <c:pt idx="301">
                  <c:v>4.68225000002</c:v>
                </c:pt>
                <c:pt idx="302">
                  <c:v>4.68675000002</c:v>
                </c:pt>
                <c:pt idx="303">
                  <c:v>4.68700000002</c:v>
                </c:pt>
                <c:pt idx="304">
                  <c:v>4.69150000002</c:v>
                </c:pt>
                <c:pt idx="305">
                  <c:v>4.69175000002</c:v>
                </c:pt>
                <c:pt idx="306">
                  <c:v>4.69625000002</c:v>
                </c:pt>
                <c:pt idx="307">
                  <c:v>4.69650000002</c:v>
                </c:pt>
                <c:pt idx="308">
                  <c:v>4.70100000002</c:v>
                </c:pt>
                <c:pt idx="309">
                  <c:v>4.70125000002</c:v>
                </c:pt>
                <c:pt idx="310">
                  <c:v>4.70575000002</c:v>
                </c:pt>
                <c:pt idx="311">
                  <c:v>4.70600000002</c:v>
                </c:pt>
                <c:pt idx="312">
                  <c:v>4.71050000002</c:v>
                </c:pt>
                <c:pt idx="313">
                  <c:v>4.71075000002</c:v>
                </c:pt>
                <c:pt idx="314">
                  <c:v>4.71525000002</c:v>
                </c:pt>
                <c:pt idx="315">
                  <c:v>4.71550000002</c:v>
                </c:pt>
                <c:pt idx="316">
                  <c:v>4.72000000002</c:v>
                </c:pt>
                <c:pt idx="317">
                  <c:v>4.72025000002</c:v>
                </c:pt>
                <c:pt idx="318">
                  <c:v>4.72475000002</c:v>
                </c:pt>
                <c:pt idx="319">
                  <c:v>4.72500000002</c:v>
                </c:pt>
                <c:pt idx="320">
                  <c:v>4.72950000002</c:v>
                </c:pt>
                <c:pt idx="321">
                  <c:v>4.72975000002</c:v>
                </c:pt>
                <c:pt idx="322">
                  <c:v>4.73425000002</c:v>
                </c:pt>
                <c:pt idx="323">
                  <c:v>4.73450000002</c:v>
                </c:pt>
                <c:pt idx="324">
                  <c:v>4.73900000002</c:v>
                </c:pt>
                <c:pt idx="325">
                  <c:v>4.73925000002</c:v>
                </c:pt>
                <c:pt idx="326">
                  <c:v>4.74375000002</c:v>
                </c:pt>
                <c:pt idx="327">
                  <c:v>4.74400000002</c:v>
                </c:pt>
                <c:pt idx="328">
                  <c:v>4.74850000002</c:v>
                </c:pt>
                <c:pt idx="329">
                  <c:v>4.74875000002</c:v>
                </c:pt>
                <c:pt idx="330">
                  <c:v>4.75325000002</c:v>
                </c:pt>
                <c:pt idx="331">
                  <c:v>4.75350000002</c:v>
                </c:pt>
                <c:pt idx="332">
                  <c:v>4.75800000002</c:v>
                </c:pt>
                <c:pt idx="333">
                  <c:v>4.75825000002</c:v>
                </c:pt>
                <c:pt idx="334">
                  <c:v>4.76275000002</c:v>
                </c:pt>
                <c:pt idx="335">
                  <c:v>4.76300000002</c:v>
                </c:pt>
                <c:pt idx="336">
                  <c:v>4.76750000002</c:v>
                </c:pt>
                <c:pt idx="337">
                  <c:v>4.76775000002</c:v>
                </c:pt>
                <c:pt idx="338">
                  <c:v>4.77225000002</c:v>
                </c:pt>
                <c:pt idx="339">
                  <c:v>4.77250000002</c:v>
                </c:pt>
                <c:pt idx="340">
                  <c:v>4.77300000002</c:v>
                </c:pt>
                <c:pt idx="341">
                  <c:v>4.77625000002</c:v>
                </c:pt>
                <c:pt idx="342">
                  <c:v>4.77700000002</c:v>
                </c:pt>
                <c:pt idx="343">
                  <c:v>4.77725000002</c:v>
                </c:pt>
                <c:pt idx="344">
                  <c:v>4.78175000002</c:v>
                </c:pt>
                <c:pt idx="345">
                  <c:v>4.78200000002</c:v>
                </c:pt>
                <c:pt idx="346">
                  <c:v>4.78650000002</c:v>
                </c:pt>
                <c:pt idx="347">
                  <c:v>4.78675000002</c:v>
                </c:pt>
                <c:pt idx="348">
                  <c:v>4.79125000002</c:v>
                </c:pt>
                <c:pt idx="349">
                  <c:v>4.79150000002</c:v>
                </c:pt>
                <c:pt idx="350">
                  <c:v>4.79600000002</c:v>
                </c:pt>
                <c:pt idx="351">
                  <c:v>4.79625000002</c:v>
                </c:pt>
                <c:pt idx="352">
                  <c:v>4.80075000002</c:v>
                </c:pt>
                <c:pt idx="353">
                  <c:v>4.80100000002</c:v>
                </c:pt>
                <c:pt idx="354">
                  <c:v>4.80550000002</c:v>
                </c:pt>
                <c:pt idx="355">
                  <c:v>4.80575000002</c:v>
                </c:pt>
                <c:pt idx="356">
                  <c:v>4.81025000002</c:v>
                </c:pt>
                <c:pt idx="357">
                  <c:v>4.81050000002</c:v>
                </c:pt>
                <c:pt idx="358">
                  <c:v>4.81500000002</c:v>
                </c:pt>
                <c:pt idx="359">
                  <c:v>4.81525000002</c:v>
                </c:pt>
                <c:pt idx="360">
                  <c:v>4.81975000002</c:v>
                </c:pt>
                <c:pt idx="361">
                  <c:v>4.82000000002</c:v>
                </c:pt>
                <c:pt idx="362">
                  <c:v>4.82450000002</c:v>
                </c:pt>
                <c:pt idx="363">
                  <c:v>4.82475000002</c:v>
                </c:pt>
                <c:pt idx="364">
                  <c:v>4.82925000002</c:v>
                </c:pt>
                <c:pt idx="365">
                  <c:v>4.82950000002</c:v>
                </c:pt>
                <c:pt idx="366">
                  <c:v>4.83400000002</c:v>
                </c:pt>
                <c:pt idx="367">
                  <c:v>4.83425000002</c:v>
                </c:pt>
                <c:pt idx="368">
                  <c:v>4.83875000002</c:v>
                </c:pt>
                <c:pt idx="369">
                  <c:v>4.83900000002</c:v>
                </c:pt>
                <c:pt idx="370">
                  <c:v>4.84350000002</c:v>
                </c:pt>
                <c:pt idx="371">
                  <c:v>4.84375000002</c:v>
                </c:pt>
                <c:pt idx="372">
                  <c:v>4.84825000002</c:v>
                </c:pt>
                <c:pt idx="373">
                  <c:v>4.84850000002</c:v>
                </c:pt>
                <c:pt idx="374">
                  <c:v>4.85300000002</c:v>
                </c:pt>
                <c:pt idx="375">
                  <c:v>4.85325000002</c:v>
                </c:pt>
                <c:pt idx="376">
                  <c:v>4.85775000002</c:v>
                </c:pt>
                <c:pt idx="377">
                  <c:v>4.85800000002</c:v>
                </c:pt>
                <c:pt idx="378">
                  <c:v>4.86250000002</c:v>
                </c:pt>
                <c:pt idx="379">
                  <c:v>4.86275000002</c:v>
                </c:pt>
                <c:pt idx="380">
                  <c:v>4.86725000002</c:v>
                </c:pt>
                <c:pt idx="381">
                  <c:v>4.86750000002</c:v>
                </c:pt>
                <c:pt idx="382">
                  <c:v>4.87200000002</c:v>
                </c:pt>
                <c:pt idx="383">
                  <c:v>4.87225000002</c:v>
                </c:pt>
                <c:pt idx="384">
                  <c:v>4.87675000002</c:v>
                </c:pt>
                <c:pt idx="385">
                  <c:v>4.87700000002</c:v>
                </c:pt>
                <c:pt idx="386">
                  <c:v>4.88150000002</c:v>
                </c:pt>
                <c:pt idx="387">
                  <c:v>4.88175000002</c:v>
                </c:pt>
                <c:pt idx="388">
                  <c:v>4.88625000002</c:v>
                </c:pt>
                <c:pt idx="389">
                  <c:v>4.88650000002</c:v>
                </c:pt>
                <c:pt idx="390">
                  <c:v>4.89100000002</c:v>
                </c:pt>
                <c:pt idx="391">
                  <c:v>4.89125000002</c:v>
                </c:pt>
                <c:pt idx="392">
                  <c:v>4.89575000002</c:v>
                </c:pt>
                <c:pt idx="393">
                  <c:v>4.89600000002</c:v>
                </c:pt>
                <c:pt idx="394">
                  <c:v>4.90050000002</c:v>
                </c:pt>
                <c:pt idx="395">
                  <c:v>4.90075000002</c:v>
                </c:pt>
                <c:pt idx="396">
                  <c:v>4.90525000002</c:v>
                </c:pt>
                <c:pt idx="397">
                  <c:v>4.90550000002</c:v>
                </c:pt>
                <c:pt idx="398">
                  <c:v>4.91000000002</c:v>
                </c:pt>
                <c:pt idx="399">
                  <c:v>4.91025000002</c:v>
                </c:pt>
                <c:pt idx="400">
                  <c:v>4.91475000002</c:v>
                </c:pt>
                <c:pt idx="401">
                  <c:v>4.91500000002</c:v>
                </c:pt>
                <c:pt idx="402">
                  <c:v>4.91950000002</c:v>
                </c:pt>
                <c:pt idx="403">
                  <c:v>4.91975000002</c:v>
                </c:pt>
                <c:pt idx="404">
                  <c:v>4.92425000002</c:v>
                </c:pt>
                <c:pt idx="405">
                  <c:v>4.92450000002</c:v>
                </c:pt>
                <c:pt idx="406">
                  <c:v>4.92900000002</c:v>
                </c:pt>
                <c:pt idx="407">
                  <c:v>4.92925000002</c:v>
                </c:pt>
                <c:pt idx="408">
                  <c:v>4.93375000002</c:v>
                </c:pt>
                <c:pt idx="409">
                  <c:v>4.93400000002</c:v>
                </c:pt>
                <c:pt idx="410">
                  <c:v>4.93850000002</c:v>
                </c:pt>
                <c:pt idx="411">
                  <c:v>4.93875000002</c:v>
                </c:pt>
                <c:pt idx="412">
                  <c:v>4.94325000002</c:v>
                </c:pt>
                <c:pt idx="413">
                  <c:v>4.94350000002</c:v>
                </c:pt>
                <c:pt idx="414">
                  <c:v>4.94800000002</c:v>
                </c:pt>
                <c:pt idx="415">
                  <c:v>4.94825000002</c:v>
                </c:pt>
                <c:pt idx="416">
                  <c:v>4.95275000002</c:v>
                </c:pt>
                <c:pt idx="417">
                  <c:v>4.95300000002</c:v>
                </c:pt>
                <c:pt idx="418">
                  <c:v>4.95750000002</c:v>
                </c:pt>
                <c:pt idx="419">
                  <c:v>4.95775000002</c:v>
                </c:pt>
                <c:pt idx="420">
                  <c:v>4.96225000002</c:v>
                </c:pt>
                <c:pt idx="421">
                  <c:v>4.96250000002</c:v>
                </c:pt>
                <c:pt idx="422">
                  <c:v>4.96700000002</c:v>
                </c:pt>
                <c:pt idx="423">
                  <c:v>4.96725000002</c:v>
                </c:pt>
                <c:pt idx="424">
                  <c:v>4.97175000002</c:v>
                </c:pt>
                <c:pt idx="425">
                  <c:v>4.97200000002</c:v>
                </c:pt>
                <c:pt idx="426">
                  <c:v>4.97650000002</c:v>
                </c:pt>
                <c:pt idx="427">
                  <c:v>4.97675000002</c:v>
                </c:pt>
                <c:pt idx="428">
                  <c:v>4.98125000002</c:v>
                </c:pt>
                <c:pt idx="429">
                  <c:v>4.98150000002</c:v>
                </c:pt>
                <c:pt idx="430">
                  <c:v>4.98600000002</c:v>
                </c:pt>
                <c:pt idx="431">
                  <c:v>4.98625000002</c:v>
                </c:pt>
                <c:pt idx="432">
                  <c:v>4.99075000002</c:v>
                </c:pt>
                <c:pt idx="433">
                  <c:v>4.99100000002</c:v>
                </c:pt>
                <c:pt idx="434">
                  <c:v>4.99550000002</c:v>
                </c:pt>
                <c:pt idx="435">
                  <c:v>4.99575000002</c:v>
                </c:pt>
                <c:pt idx="436">
                  <c:v>4.99625000002</c:v>
                </c:pt>
                <c:pt idx="437">
                  <c:v>4.99725000002</c:v>
                </c:pt>
                <c:pt idx="438">
                  <c:v>5.00025000002</c:v>
                </c:pt>
                <c:pt idx="439">
                  <c:v>5.00050000002</c:v>
                </c:pt>
                <c:pt idx="440">
                  <c:v>5.00500000002</c:v>
                </c:pt>
                <c:pt idx="441">
                  <c:v>5.00525000002</c:v>
                </c:pt>
                <c:pt idx="442">
                  <c:v>5.00975000002</c:v>
                </c:pt>
                <c:pt idx="443">
                  <c:v>5.01000000002</c:v>
                </c:pt>
                <c:pt idx="444">
                  <c:v>5.01450000002</c:v>
                </c:pt>
                <c:pt idx="445">
                  <c:v>5.01475000002</c:v>
                </c:pt>
                <c:pt idx="446">
                  <c:v>5.01925000002</c:v>
                </c:pt>
                <c:pt idx="447">
                  <c:v>5.01950000002</c:v>
                </c:pt>
                <c:pt idx="448">
                  <c:v>5.02400000002</c:v>
                </c:pt>
                <c:pt idx="449">
                  <c:v>5.02425000002</c:v>
                </c:pt>
                <c:pt idx="450">
                  <c:v>5.02875000002</c:v>
                </c:pt>
                <c:pt idx="451">
                  <c:v>5.02900000002</c:v>
                </c:pt>
                <c:pt idx="452">
                  <c:v>5.03350000002</c:v>
                </c:pt>
                <c:pt idx="453">
                  <c:v>5.03375000002</c:v>
                </c:pt>
                <c:pt idx="454">
                  <c:v>5.03825000002</c:v>
                </c:pt>
                <c:pt idx="455">
                  <c:v>5.03850000002</c:v>
                </c:pt>
                <c:pt idx="456">
                  <c:v>5.04300000002</c:v>
                </c:pt>
                <c:pt idx="457">
                  <c:v>5.04325000002</c:v>
                </c:pt>
                <c:pt idx="458">
                  <c:v>5.04775000002</c:v>
                </c:pt>
                <c:pt idx="459">
                  <c:v>5.04800000002</c:v>
                </c:pt>
                <c:pt idx="460">
                  <c:v>5.05250000002</c:v>
                </c:pt>
                <c:pt idx="461">
                  <c:v>5.05275000002</c:v>
                </c:pt>
                <c:pt idx="462">
                  <c:v>5.05725000002</c:v>
                </c:pt>
                <c:pt idx="463">
                  <c:v>5.05750000002</c:v>
                </c:pt>
                <c:pt idx="464">
                  <c:v>5.06200000002</c:v>
                </c:pt>
                <c:pt idx="465">
                  <c:v>5.06225000002</c:v>
                </c:pt>
                <c:pt idx="466">
                  <c:v>5.06675000002</c:v>
                </c:pt>
                <c:pt idx="467">
                  <c:v>5.06700000002</c:v>
                </c:pt>
                <c:pt idx="468">
                  <c:v>5.07150000002</c:v>
                </c:pt>
                <c:pt idx="469">
                  <c:v>5.07175000002</c:v>
                </c:pt>
                <c:pt idx="470">
                  <c:v>5.07625000002</c:v>
                </c:pt>
                <c:pt idx="471">
                  <c:v>5.07650000002</c:v>
                </c:pt>
                <c:pt idx="472">
                  <c:v>5.08100000002</c:v>
                </c:pt>
                <c:pt idx="473">
                  <c:v>5.08125000002</c:v>
                </c:pt>
                <c:pt idx="474">
                  <c:v>5.08575000002</c:v>
                </c:pt>
                <c:pt idx="475">
                  <c:v>5.08600000002</c:v>
                </c:pt>
                <c:pt idx="476">
                  <c:v>5.09050000002</c:v>
                </c:pt>
                <c:pt idx="477">
                  <c:v>5.09075000002</c:v>
                </c:pt>
                <c:pt idx="478">
                  <c:v>5.09525000002</c:v>
                </c:pt>
                <c:pt idx="479">
                  <c:v>5.09550000002</c:v>
                </c:pt>
                <c:pt idx="480">
                  <c:v>5.10000000002</c:v>
                </c:pt>
                <c:pt idx="481">
                  <c:v>5.10025000002</c:v>
                </c:pt>
                <c:pt idx="482">
                  <c:v>5.10475000002</c:v>
                </c:pt>
                <c:pt idx="483">
                  <c:v>5.10500000002</c:v>
                </c:pt>
                <c:pt idx="484">
                  <c:v>5.10950000002</c:v>
                </c:pt>
                <c:pt idx="485">
                  <c:v>5.10975000002</c:v>
                </c:pt>
                <c:pt idx="486">
                  <c:v>5.11425000002</c:v>
                </c:pt>
                <c:pt idx="487">
                  <c:v>5.11450000002</c:v>
                </c:pt>
                <c:pt idx="488">
                  <c:v>5.11900000002</c:v>
                </c:pt>
                <c:pt idx="489">
                  <c:v>5.11925000002</c:v>
                </c:pt>
                <c:pt idx="490">
                  <c:v>5.12375000002</c:v>
                </c:pt>
                <c:pt idx="491">
                  <c:v>5.12400000002</c:v>
                </c:pt>
                <c:pt idx="492">
                  <c:v>5.12850000002</c:v>
                </c:pt>
                <c:pt idx="493">
                  <c:v>5.12875000002</c:v>
                </c:pt>
                <c:pt idx="494">
                  <c:v>5.13325000002</c:v>
                </c:pt>
                <c:pt idx="495">
                  <c:v>5.13350000002</c:v>
                </c:pt>
                <c:pt idx="496">
                  <c:v>5.13800000002</c:v>
                </c:pt>
                <c:pt idx="497">
                  <c:v>5.13825000002</c:v>
                </c:pt>
                <c:pt idx="498">
                  <c:v>5.14275000002</c:v>
                </c:pt>
                <c:pt idx="499">
                  <c:v>5.14300000002</c:v>
                </c:pt>
                <c:pt idx="500">
                  <c:v>5.14750000002</c:v>
                </c:pt>
                <c:pt idx="501">
                  <c:v>5.14775000002</c:v>
                </c:pt>
                <c:pt idx="502">
                  <c:v>5.15225000002</c:v>
                </c:pt>
                <c:pt idx="503">
                  <c:v>5.15250000002</c:v>
                </c:pt>
                <c:pt idx="504">
                  <c:v>5.15700000002</c:v>
                </c:pt>
                <c:pt idx="505">
                  <c:v>5.15725000002</c:v>
                </c:pt>
                <c:pt idx="506">
                  <c:v>5.16175000002</c:v>
                </c:pt>
                <c:pt idx="507">
                  <c:v>5.16200000002</c:v>
                </c:pt>
                <c:pt idx="508">
                  <c:v>5.16650000002</c:v>
                </c:pt>
                <c:pt idx="509">
                  <c:v>5.16675000002</c:v>
                </c:pt>
                <c:pt idx="510">
                  <c:v>5.17125000002</c:v>
                </c:pt>
                <c:pt idx="511">
                  <c:v>5.17150000002</c:v>
                </c:pt>
                <c:pt idx="512">
                  <c:v>5.17600000002</c:v>
                </c:pt>
                <c:pt idx="513">
                  <c:v>5.17625000002</c:v>
                </c:pt>
                <c:pt idx="514">
                  <c:v>5.18075000002</c:v>
                </c:pt>
                <c:pt idx="515">
                  <c:v>5.18100000002</c:v>
                </c:pt>
                <c:pt idx="516">
                  <c:v>5.18550000002</c:v>
                </c:pt>
                <c:pt idx="517">
                  <c:v>5.18575000002</c:v>
                </c:pt>
                <c:pt idx="518">
                  <c:v>5.19025000002</c:v>
                </c:pt>
                <c:pt idx="519">
                  <c:v>5.19050000002</c:v>
                </c:pt>
                <c:pt idx="520">
                  <c:v>5.19500000002</c:v>
                </c:pt>
                <c:pt idx="521">
                  <c:v>5.19525000002</c:v>
                </c:pt>
                <c:pt idx="522">
                  <c:v>5.19975000002</c:v>
                </c:pt>
                <c:pt idx="523">
                  <c:v>5.20000000002</c:v>
                </c:pt>
                <c:pt idx="524">
                  <c:v>5.20450000002</c:v>
                </c:pt>
                <c:pt idx="525">
                  <c:v>5.20475000002</c:v>
                </c:pt>
                <c:pt idx="526">
                  <c:v>5.20925000002</c:v>
                </c:pt>
                <c:pt idx="527">
                  <c:v>5.20950000002</c:v>
                </c:pt>
                <c:pt idx="528">
                  <c:v>5.21400000002</c:v>
                </c:pt>
                <c:pt idx="529">
                  <c:v>5.21425000002</c:v>
                </c:pt>
                <c:pt idx="530">
                  <c:v>5.21450000002</c:v>
                </c:pt>
                <c:pt idx="531">
                  <c:v>5.21625000002</c:v>
                </c:pt>
                <c:pt idx="532">
                  <c:v>5.21875000002</c:v>
                </c:pt>
                <c:pt idx="533">
                  <c:v>5.21900000002</c:v>
                </c:pt>
                <c:pt idx="534">
                  <c:v>5.22350000002</c:v>
                </c:pt>
                <c:pt idx="535">
                  <c:v>5.22375000002</c:v>
                </c:pt>
                <c:pt idx="536">
                  <c:v>5.22825000002</c:v>
                </c:pt>
                <c:pt idx="537">
                  <c:v>5.22850000002</c:v>
                </c:pt>
                <c:pt idx="538">
                  <c:v>5.23300000002</c:v>
                </c:pt>
                <c:pt idx="539">
                  <c:v>5.23325000002</c:v>
                </c:pt>
                <c:pt idx="540">
                  <c:v>5.23775000003</c:v>
                </c:pt>
                <c:pt idx="541">
                  <c:v>5.23800000003</c:v>
                </c:pt>
                <c:pt idx="542">
                  <c:v>5.24250000003</c:v>
                </c:pt>
                <c:pt idx="543">
                  <c:v>5.24275000003</c:v>
                </c:pt>
                <c:pt idx="544">
                  <c:v>5.24725000003</c:v>
                </c:pt>
                <c:pt idx="545">
                  <c:v>5.24750000003</c:v>
                </c:pt>
                <c:pt idx="546">
                  <c:v>5.25200000003</c:v>
                </c:pt>
                <c:pt idx="547">
                  <c:v>5.25225000003</c:v>
                </c:pt>
                <c:pt idx="548">
                  <c:v>5.25675000003</c:v>
                </c:pt>
                <c:pt idx="549">
                  <c:v>5.25700000003</c:v>
                </c:pt>
                <c:pt idx="550">
                  <c:v>5.26150000003</c:v>
                </c:pt>
                <c:pt idx="551">
                  <c:v>5.26175000003</c:v>
                </c:pt>
                <c:pt idx="552">
                  <c:v>5.26625000003</c:v>
                </c:pt>
                <c:pt idx="553">
                  <c:v>5.26650000003</c:v>
                </c:pt>
                <c:pt idx="554">
                  <c:v>5.27100000003</c:v>
                </c:pt>
                <c:pt idx="555">
                  <c:v>5.27125000003</c:v>
                </c:pt>
                <c:pt idx="556">
                  <c:v>5.27575000003</c:v>
                </c:pt>
                <c:pt idx="557">
                  <c:v>5.27600000003</c:v>
                </c:pt>
                <c:pt idx="558">
                  <c:v>5.28050000003</c:v>
                </c:pt>
                <c:pt idx="559">
                  <c:v>5.28075000003</c:v>
                </c:pt>
                <c:pt idx="560">
                  <c:v>5.28525000003</c:v>
                </c:pt>
                <c:pt idx="561">
                  <c:v>5.28550000003</c:v>
                </c:pt>
                <c:pt idx="562">
                  <c:v>5.29000000003</c:v>
                </c:pt>
                <c:pt idx="563">
                  <c:v>5.29025000003</c:v>
                </c:pt>
                <c:pt idx="564">
                  <c:v>5.29475000003</c:v>
                </c:pt>
                <c:pt idx="565">
                  <c:v>5.29500000003</c:v>
                </c:pt>
                <c:pt idx="566">
                  <c:v>5.29950000003</c:v>
                </c:pt>
                <c:pt idx="567">
                  <c:v>5.29975000003</c:v>
                </c:pt>
                <c:pt idx="568">
                  <c:v>5.30425000003</c:v>
                </c:pt>
                <c:pt idx="569">
                  <c:v>5.30450000003</c:v>
                </c:pt>
                <c:pt idx="570">
                  <c:v>5.30900000003</c:v>
                </c:pt>
                <c:pt idx="571">
                  <c:v>5.30925000003</c:v>
                </c:pt>
                <c:pt idx="572">
                  <c:v>5.31375000003</c:v>
                </c:pt>
                <c:pt idx="573">
                  <c:v>5.31400000003</c:v>
                </c:pt>
                <c:pt idx="574">
                  <c:v>5.31850000003</c:v>
                </c:pt>
                <c:pt idx="575">
                  <c:v>5.31875000003</c:v>
                </c:pt>
                <c:pt idx="576">
                  <c:v>5.32300000003</c:v>
                </c:pt>
                <c:pt idx="577">
                  <c:v>5.32325000003</c:v>
                </c:pt>
                <c:pt idx="578">
                  <c:v>5.32350000003</c:v>
                </c:pt>
                <c:pt idx="579">
                  <c:v>5.32375000003</c:v>
                </c:pt>
                <c:pt idx="580">
                  <c:v>5.32800000003</c:v>
                </c:pt>
                <c:pt idx="581">
                  <c:v>5.32825000003</c:v>
                </c:pt>
                <c:pt idx="582">
                  <c:v>5.33275000003</c:v>
                </c:pt>
                <c:pt idx="583">
                  <c:v>5.33300000003</c:v>
                </c:pt>
                <c:pt idx="584">
                  <c:v>5.33725000003</c:v>
                </c:pt>
                <c:pt idx="585">
                  <c:v>5.33750000003</c:v>
                </c:pt>
                <c:pt idx="586">
                  <c:v>5.33775000003</c:v>
                </c:pt>
                <c:pt idx="587">
                  <c:v>5.33800000003</c:v>
                </c:pt>
                <c:pt idx="588">
                  <c:v>5.33925000003</c:v>
                </c:pt>
                <c:pt idx="589">
                  <c:v>5.34225000003</c:v>
                </c:pt>
                <c:pt idx="590">
                  <c:v>5.34250000003</c:v>
                </c:pt>
                <c:pt idx="591">
                  <c:v>5.34675000003</c:v>
                </c:pt>
                <c:pt idx="592">
                  <c:v>5.34700000003</c:v>
                </c:pt>
                <c:pt idx="593">
                  <c:v>5.34725000003</c:v>
                </c:pt>
                <c:pt idx="594">
                  <c:v>5.34775000003</c:v>
                </c:pt>
                <c:pt idx="595">
                  <c:v>5.35175000003</c:v>
                </c:pt>
                <c:pt idx="596">
                  <c:v>5.35200000003</c:v>
                </c:pt>
                <c:pt idx="597">
                  <c:v>5.35625000003</c:v>
                </c:pt>
                <c:pt idx="598">
                  <c:v>5.35650000003</c:v>
                </c:pt>
                <c:pt idx="599">
                  <c:v>5.35675000003</c:v>
                </c:pt>
                <c:pt idx="600">
                  <c:v>5.35700000003</c:v>
                </c:pt>
                <c:pt idx="601">
                  <c:v>5.36125000003</c:v>
                </c:pt>
                <c:pt idx="602">
                  <c:v>5.36150000003</c:v>
                </c:pt>
                <c:pt idx="603">
                  <c:v>5.36600000003</c:v>
                </c:pt>
                <c:pt idx="604">
                  <c:v>5.36625000003</c:v>
                </c:pt>
                <c:pt idx="605">
                  <c:v>5.37075000003</c:v>
                </c:pt>
                <c:pt idx="606">
                  <c:v>5.37100000003</c:v>
                </c:pt>
                <c:pt idx="607">
                  <c:v>5.37550000003</c:v>
                </c:pt>
                <c:pt idx="608">
                  <c:v>5.37575000003</c:v>
                </c:pt>
                <c:pt idx="609">
                  <c:v>5.38025000003</c:v>
                </c:pt>
                <c:pt idx="610">
                  <c:v>5.38050000003</c:v>
                </c:pt>
                <c:pt idx="611">
                  <c:v>5.38500000003</c:v>
                </c:pt>
                <c:pt idx="612">
                  <c:v>5.38525000003</c:v>
                </c:pt>
                <c:pt idx="613">
                  <c:v>5.38975000003</c:v>
                </c:pt>
                <c:pt idx="614">
                  <c:v>5.39000000003</c:v>
                </c:pt>
                <c:pt idx="615">
                  <c:v>5.39450000003</c:v>
                </c:pt>
                <c:pt idx="616">
                  <c:v>5.39475000003</c:v>
                </c:pt>
                <c:pt idx="617">
                  <c:v>5.39925000003</c:v>
                </c:pt>
                <c:pt idx="618">
                  <c:v>5.39950000003</c:v>
                </c:pt>
                <c:pt idx="619">
                  <c:v>5.40400000003</c:v>
                </c:pt>
                <c:pt idx="620">
                  <c:v>5.40425000003</c:v>
                </c:pt>
                <c:pt idx="621">
                  <c:v>5.40875000003</c:v>
                </c:pt>
                <c:pt idx="622">
                  <c:v>5.40900000003</c:v>
                </c:pt>
                <c:pt idx="623">
                  <c:v>5.41350000003</c:v>
                </c:pt>
                <c:pt idx="624">
                  <c:v>5.41375000003</c:v>
                </c:pt>
                <c:pt idx="625">
                  <c:v>5.41825000003</c:v>
                </c:pt>
                <c:pt idx="626">
                  <c:v>5.41850000003</c:v>
                </c:pt>
                <c:pt idx="627">
                  <c:v>5.42300000003</c:v>
                </c:pt>
                <c:pt idx="628">
                  <c:v>5.42325000003</c:v>
                </c:pt>
                <c:pt idx="629">
                  <c:v>5.42775000003</c:v>
                </c:pt>
                <c:pt idx="630">
                  <c:v>5.42800000003</c:v>
                </c:pt>
                <c:pt idx="631">
                  <c:v>5.43250000003</c:v>
                </c:pt>
                <c:pt idx="632">
                  <c:v>5.43275000003</c:v>
                </c:pt>
                <c:pt idx="633">
                  <c:v>5.43625000003</c:v>
                </c:pt>
                <c:pt idx="634">
                  <c:v>5.43725000003</c:v>
                </c:pt>
                <c:pt idx="635">
                  <c:v>5.43750000003</c:v>
                </c:pt>
                <c:pt idx="636">
                  <c:v>5.43775000003</c:v>
                </c:pt>
                <c:pt idx="637">
                  <c:v>5.44200000003</c:v>
                </c:pt>
                <c:pt idx="638">
                  <c:v>5.44225000003</c:v>
                </c:pt>
                <c:pt idx="639">
                  <c:v>5.44675000003</c:v>
                </c:pt>
                <c:pt idx="640">
                  <c:v>5.44700000003</c:v>
                </c:pt>
                <c:pt idx="641">
                  <c:v>5.45150000003</c:v>
                </c:pt>
                <c:pt idx="642">
                  <c:v>5.45175000003</c:v>
                </c:pt>
                <c:pt idx="643">
                  <c:v>5.45625000003</c:v>
                </c:pt>
                <c:pt idx="644">
                  <c:v>5.45650000003</c:v>
                </c:pt>
                <c:pt idx="645">
                  <c:v>5.46100000003</c:v>
                </c:pt>
                <c:pt idx="646">
                  <c:v>5.46125000003</c:v>
                </c:pt>
                <c:pt idx="647">
                  <c:v>5.46575000003</c:v>
                </c:pt>
                <c:pt idx="648">
                  <c:v>5.46600000003</c:v>
                </c:pt>
                <c:pt idx="649">
                  <c:v>5.47050000003</c:v>
                </c:pt>
                <c:pt idx="650">
                  <c:v>5.47075000003</c:v>
                </c:pt>
                <c:pt idx="651">
                  <c:v>5.47525000003</c:v>
                </c:pt>
                <c:pt idx="652">
                  <c:v>5.47550000003</c:v>
                </c:pt>
                <c:pt idx="653">
                  <c:v>5.48000000003</c:v>
                </c:pt>
                <c:pt idx="654">
                  <c:v>5.48025000003</c:v>
                </c:pt>
                <c:pt idx="655">
                  <c:v>5.48475000003</c:v>
                </c:pt>
                <c:pt idx="656">
                  <c:v>5.48500000003</c:v>
                </c:pt>
                <c:pt idx="657">
                  <c:v>5.48950000003</c:v>
                </c:pt>
                <c:pt idx="658">
                  <c:v>5.48975000003</c:v>
                </c:pt>
                <c:pt idx="659">
                  <c:v>5.49425000003</c:v>
                </c:pt>
                <c:pt idx="660">
                  <c:v>5.49450000003</c:v>
                </c:pt>
                <c:pt idx="661">
                  <c:v>5.49900000003</c:v>
                </c:pt>
                <c:pt idx="662">
                  <c:v>5.49925000003</c:v>
                </c:pt>
                <c:pt idx="663">
                  <c:v>5.50375000003</c:v>
                </c:pt>
                <c:pt idx="664">
                  <c:v>5.50400000003</c:v>
                </c:pt>
                <c:pt idx="665">
                  <c:v>5.50850000003</c:v>
                </c:pt>
                <c:pt idx="666">
                  <c:v>5.50875000003</c:v>
                </c:pt>
                <c:pt idx="667">
                  <c:v>5.51325000003</c:v>
                </c:pt>
                <c:pt idx="668">
                  <c:v>5.51350000003</c:v>
                </c:pt>
                <c:pt idx="669">
                  <c:v>5.51800000003</c:v>
                </c:pt>
                <c:pt idx="670">
                  <c:v>5.51825000003</c:v>
                </c:pt>
                <c:pt idx="671">
                  <c:v>5.52275000003</c:v>
                </c:pt>
                <c:pt idx="672">
                  <c:v>5.52300000003</c:v>
                </c:pt>
                <c:pt idx="673">
                  <c:v>5.52750000003</c:v>
                </c:pt>
                <c:pt idx="674">
                  <c:v>5.52775000003</c:v>
                </c:pt>
                <c:pt idx="675">
                  <c:v>5.53225000003</c:v>
                </c:pt>
                <c:pt idx="676">
                  <c:v>5.53250000003</c:v>
                </c:pt>
                <c:pt idx="677">
                  <c:v>5.53700000003</c:v>
                </c:pt>
                <c:pt idx="678">
                  <c:v>5.53725000003</c:v>
                </c:pt>
                <c:pt idx="679">
                  <c:v>5.54175000003</c:v>
                </c:pt>
                <c:pt idx="680">
                  <c:v>5.54200000003</c:v>
                </c:pt>
                <c:pt idx="681">
                  <c:v>5.54650000003</c:v>
                </c:pt>
                <c:pt idx="682">
                  <c:v>5.54675000003</c:v>
                </c:pt>
                <c:pt idx="683">
                  <c:v>5.55125000003</c:v>
                </c:pt>
                <c:pt idx="684">
                  <c:v>5.55150000003</c:v>
                </c:pt>
                <c:pt idx="685">
                  <c:v>5.55600000003</c:v>
                </c:pt>
                <c:pt idx="686">
                  <c:v>5.55625000003</c:v>
                </c:pt>
                <c:pt idx="687">
                  <c:v>5.56075000003</c:v>
                </c:pt>
                <c:pt idx="688">
                  <c:v>5.56100000003</c:v>
                </c:pt>
                <c:pt idx="689">
                  <c:v>5.56550000003</c:v>
                </c:pt>
                <c:pt idx="690">
                  <c:v>5.56575000003</c:v>
                </c:pt>
                <c:pt idx="691">
                  <c:v>5.57025000003</c:v>
                </c:pt>
                <c:pt idx="692">
                  <c:v>5.57050000003</c:v>
                </c:pt>
                <c:pt idx="693">
                  <c:v>5.57500000003</c:v>
                </c:pt>
                <c:pt idx="694">
                  <c:v>5.57525000003</c:v>
                </c:pt>
                <c:pt idx="695">
                  <c:v>5.57975000003</c:v>
                </c:pt>
                <c:pt idx="696">
                  <c:v>5.58000000003</c:v>
                </c:pt>
                <c:pt idx="697">
                  <c:v>5.58450000003</c:v>
                </c:pt>
                <c:pt idx="698">
                  <c:v>5.58475000003</c:v>
                </c:pt>
                <c:pt idx="699">
                  <c:v>5.58925000003</c:v>
                </c:pt>
                <c:pt idx="700">
                  <c:v>5.58950000003</c:v>
                </c:pt>
                <c:pt idx="701">
                  <c:v>5.59400000003</c:v>
                </c:pt>
                <c:pt idx="702">
                  <c:v>5.59425000003</c:v>
                </c:pt>
                <c:pt idx="703">
                  <c:v>5.59875000003</c:v>
                </c:pt>
                <c:pt idx="704">
                  <c:v>5.59900000003</c:v>
                </c:pt>
                <c:pt idx="705">
                  <c:v>5.60350000003</c:v>
                </c:pt>
                <c:pt idx="706">
                  <c:v>5.60375000003</c:v>
                </c:pt>
                <c:pt idx="707">
                  <c:v>5.60825000003</c:v>
                </c:pt>
                <c:pt idx="708">
                  <c:v>5.60850000003</c:v>
                </c:pt>
                <c:pt idx="709">
                  <c:v>5.61300000003</c:v>
                </c:pt>
                <c:pt idx="710">
                  <c:v>5.61325000003</c:v>
                </c:pt>
                <c:pt idx="711">
                  <c:v>5.61775000003</c:v>
                </c:pt>
                <c:pt idx="712">
                  <c:v>5.61800000003</c:v>
                </c:pt>
                <c:pt idx="713">
                  <c:v>5.62250000003</c:v>
                </c:pt>
                <c:pt idx="714">
                  <c:v>5.62275000003</c:v>
                </c:pt>
                <c:pt idx="715">
                  <c:v>5.62725000003</c:v>
                </c:pt>
                <c:pt idx="716">
                  <c:v>5.62750000003</c:v>
                </c:pt>
                <c:pt idx="717">
                  <c:v>5.63200000003</c:v>
                </c:pt>
                <c:pt idx="718">
                  <c:v>5.63225000003</c:v>
                </c:pt>
                <c:pt idx="719">
                  <c:v>5.63675000003</c:v>
                </c:pt>
                <c:pt idx="720">
                  <c:v>5.63700000003</c:v>
                </c:pt>
                <c:pt idx="721">
                  <c:v>5.64150000003</c:v>
                </c:pt>
                <c:pt idx="722">
                  <c:v>5.64175000003</c:v>
                </c:pt>
                <c:pt idx="723">
                  <c:v>5.64625000003</c:v>
                </c:pt>
                <c:pt idx="724">
                  <c:v>5.64650000003</c:v>
                </c:pt>
                <c:pt idx="725">
                  <c:v>5.65100000003</c:v>
                </c:pt>
                <c:pt idx="726">
                  <c:v>5.65125000003</c:v>
                </c:pt>
                <c:pt idx="727">
                  <c:v>5.65575000003</c:v>
                </c:pt>
                <c:pt idx="728">
                  <c:v>5.65600000003</c:v>
                </c:pt>
                <c:pt idx="729">
                  <c:v>5.65650000003</c:v>
                </c:pt>
                <c:pt idx="730">
                  <c:v>5.66050000003</c:v>
                </c:pt>
                <c:pt idx="731">
                  <c:v>5.66075000003</c:v>
                </c:pt>
                <c:pt idx="732">
                  <c:v>5.66525000003</c:v>
                </c:pt>
                <c:pt idx="733">
                  <c:v>5.66550000003</c:v>
                </c:pt>
                <c:pt idx="734">
                  <c:v>5.66975000003</c:v>
                </c:pt>
                <c:pt idx="735">
                  <c:v>5.67000000003</c:v>
                </c:pt>
                <c:pt idx="736">
                  <c:v>5.67025000003</c:v>
                </c:pt>
                <c:pt idx="737">
                  <c:v>5.67475000003</c:v>
                </c:pt>
                <c:pt idx="738">
                  <c:v>5.67500000003</c:v>
                </c:pt>
                <c:pt idx="739">
                  <c:v>5.67950000003</c:v>
                </c:pt>
                <c:pt idx="740">
                  <c:v>5.67975000003</c:v>
                </c:pt>
                <c:pt idx="741">
                  <c:v>5.68425000003</c:v>
                </c:pt>
                <c:pt idx="742">
                  <c:v>5.68450000003</c:v>
                </c:pt>
                <c:pt idx="743">
                  <c:v>5.68900000003</c:v>
                </c:pt>
                <c:pt idx="744">
                  <c:v>5.68925000003</c:v>
                </c:pt>
                <c:pt idx="745">
                  <c:v>5.69375000003</c:v>
                </c:pt>
                <c:pt idx="746">
                  <c:v>5.69400000003</c:v>
                </c:pt>
                <c:pt idx="747">
                  <c:v>5.69850000003</c:v>
                </c:pt>
                <c:pt idx="748">
                  <c:v>5.69875000003</c:v>
                </c:pt>
                <c:pt idx="749">
                  <c:v>5.70325000003</c:v>
                </c:pt>
                <c:pt idx="750">
                  <c:v>5.70350000003</c:v>
                </c:pt>
                <c:pt idx="751">
                  <c:v>5.70800000003</c:v>
                </c:pt>
                <c:pt idx="752">
                  <c:v>5.70825000003</c:v>
                </c:pt>
                <c:pt idx="753">
                  <c:v>5.71275000003</c:v>
                </c:pt>
                <c:pt idx="754">
                  <c:v>5.71300000003</c:v>
                </c:pt>
                <c:pt idx="755">
                  <c:v>5.71750000003</c:v>
                </c:pt>
                <c:pt idx="756">
                  <c:v>5.71775000003</c:v>
                </c:pt>
                <c:pt idx="757">
                  <c:v>5.72225000003</c:v>
                </c:pt>
                <c:pt idx="758">
                  <c:v>5.72250000003</c:v>
                </c:pt>
                <c:pt idx="759">
                  <c:v>5.72700000003</c:v>
                </c:pt>
                <c:pt idx="760">
                  <c:v>5.72725000003</c:v>
                </c:pt>
                <c:pt idx="761">
                  <c:v>5.73175000003</c:v>
                </c:pt>
                <c:pt idx="762">
                  <c:v>5.73200000003</c:v>
                </c:pt>
                <c:pt idx="763">
                  <c:v>5.73650000003</c:v>
                </c:pt>
                <c:pt idx="764">
                  <c:v>5.73675000003</c:v>
                </c:pt>
                <c:pt idx="765">
                  <c:v>5.74125000003</c:v>
                </c:pt>
                <c:pt idx="766">
                  <c:v>5.74150000003</c:v>
                </c:pt>
                <c:pt idx="767">
                  <c:v>5.74600000003</c:v>
                </c:pt>
                <c:pt idx="768">
                  <c:v>5.74625000003</c:v>
                </c:pt>
                <c:pt idx="769">
                  <c:v>5.75075000003</c:v>
                </c:pt>
                <c:pt idx="770">
                  <c:v>5.75100000003</c:v>
                </c:pt>
                <c:pt idx="771">
                  <c:v>5.75550000003</c:v>
                </c:pt>
                <c:pt idx="772">
                  <c:v>5.75575000003</c:v>
                </c:pt>
                <c:pt idx="773">
                  <c:v>5.76025000003</c:v>
                </c:pt>
                <c:pt idx="774">
                  <c:v>5.76050000003</c:v>
                </c:pt>
                <c:pt idx="775">
                  <c:v>5.76500000003</c:v>
                </c:pt>
                <c:pt idx="776">
                  <c:v>5.76525000003</c:v>
                </c:pt>
                <c:pt idx="777">
                  <c:v>5.76975000003</c:v>
                </c:pt>
                <c:pt idx="778">
                  <c:v>5.77000000003</c:v>
                </c:pt>
                <c:pt idx="779">
                  <c:v>5.77450000003</c:v>
                </c:pt>
                <c:pt idx="780">
                  <c:v>5.77475000003</c:v>
                </c:pt>
                <c:pt idx="781">
                  <c:v>5.77925000003</c:v>
                </c:pt>
                <c:pt idx="782">
                  <c:v>5.77950000003</c:v>
                </c:pt>
                <c:pt idx="783">
                  <c:v>5.78400000003</c:v>
                </c:pt>
                <c:pt idx="784">
                  <c:v>5.78425000003</c:v>
                </c:pt>
                <c:pt idx="785">
                  <c:v>5.78875000003</c:v>
                </c:pt>
                <c:pt idx="786">
                  <c:v>5.78900000003</c:v>
                </c:pt>
                <c:pt idx="787">
                  <c:v>5.79350000003</c:v>
                </c:pt>
                <c:pt idx="788">
                  <c:v>5.79375000003</c:v>
                </c:pt>
                <c:pt idx="789">
                  <c:v>5.79825000003</c:v>
                </c:pt>
                <c:pt idx="790">
                  <c:v>5.79850000003</c:v>
                </c:pt>
                <c:pt idx="791">
                  <c:v>5.80300000003</c:v>
                </c:pt>
                <c:pt idx="792">
                  <c:v>5.80325000003</c:v>
                </c:pt>
                <c:pt idx="793">
                  <c:v>5.80775000003</c:v>
                </c:pt>
                <c:pt idx="794">
                  <c:v>5.80800000003</c:v>
                </c:pt>
                <c:pt idx="795">
                  <c:v>5.81250000003</c:v>
                </c:pt>
                <c:pt idx="796">
                  <c:v>5.81275000003</c:v>
                </c:pt>
                <c:pt idx="797">
                  <c:v>5.81725000003</c:v>
                </c:pt>
                <c:pt idx="798">
                  <c:v>5.81750000003</c:v>
                </c:pt>
                <c:pt idx="799">
                  <c:v>5.82200000003</c:v>
                </c:pt>
                <c:pt idx="800">
                  <c:v>5.82225000003</c:v>
                </c:pt>
                <c:pt idx="801">
                  <c:v>5.82675000003</c:v>
                </c:pt>
                <c:pt idx="802">
                  <c:v>5.82700000003</c:v>
                </c:pt>
                <c:pt idx="803">
                  <c:v>5.83150000003</c:v>
                </c:pt>
                <c:pt idx="804">
                  <c:v>5.83175000003</c:v>
                </c:pt>
                <c:pt idx="805">
                  <c:v>5.83625000003</c:v>
                </c:pt>
                <c:pt idx="806">
                  <c:v>5.83650000003</c:v>
                </c:pt>
                <c:pt idx="807">
                  <c:v>5.84100000003</c:v>
                </c:pt>
                <c:pt idx="808">
                  <c:v>5.84125000003</c:v>
                </c:pt>
                <c:pt idx="809">
                  <c:v>5.84575000003</c:v>
                </c:pt>
                <c:pt idx="810">
                  <c:v>5.84600000003</c:v>
                </c:pt>
                <c:pt idx="811">
                  <c:v>5.85050000003</c:v>
                </c:pt>
                <c:pt idx="812">
                  <c:v>5.85075000003</c:v>
                </c:pt>
                <c:pt idx="813">
                  <c:v>5.85350000003</c:v>
                </c:pt>
                <c:pt idx="814">
                  <c:v>5.85525000003</c:v>
                </c:pt>
                <c:pt idx="815">
                  <c:v>5.85550000003</c:v>
                </c:pt>
                <c:pt idx="816">
                  <c:v>5.86000000003</c:v>
                </c:pt>
                <c:pt idx="817">
                  <c:v>5.86025000003</c:v>
                </c:pt>
                <c:pt idx="818">
                  <c:v>5.86475000003</c:v>
                </c:pt>
                <c:pt idx="819">
                  <c:v>5.86500000003</c:v>
                </c:pt>
                <c:pt idx="820">
                  <c:v>5.86950000003</c:v>
                </c:pt>
                <c:pt idx="821">
                  <c:v>5.86975000003</c:v>
                </c:pt>
                <c:pt idx="822">
                  <c:v>5.87425000003</c:v>
                </c:pt>
                <c:pt idx="823">
                  <c:v>5.87450000003</c:v>
                </c:pt>
                <c:pt idx="824">
                  <c:v>5.87675000003</c:v>
                </c:pt>
                <c:pt idx="825">
                  <c:v>5.87800000003</c:v>
                </c:pt>
                <c:pt idx="826">
                  <c:v>5.87900000003</c:v>
                </c:pt>
                <c:pt idx="827">
                  <c:v>5.87925000003</c:v>
                </c:pt>
                <c:pt idx="828">
                  <c:v>5.88375000003</c:v>
                </c:pt>
                <c:pt idx="829">
                  <c:v>5.88400000003</c:v>
                </c:pt>
                <c:pt idx="830">
                  <c:v>5.88850000003</c:v>
                </c:pt>
                <c:pt idx="831">
                  <c:v>5.88875000003</c:v>
                </c:pt>
                <c:pt idx="832">
                  <c:v>5.89325000003</c:v>
                </c:pt>
                <c:pt idx="833">
                  <c:v>5.89350000003</c:v>
                </c:pt>
                <c:pt idx="834">
                  <c:v>5.89800000003</c:v>
                </c:pt>
                <c:pt idx="835">
                  <c:v>5.89825000003</c:v>
                </c:pt>
                <c:pt idx="836">
                  <c:v>5.90275000003</c:v>
                </c:pt>
                <c:pt idx="837">
                  <c:v>5.90300000003</c:v>
                </c:pt>
                <c:pt idx="838">
                  <c:v>5.90750000003</c:v>
                </c:pt>
                <c:pt idx="839">
                  <c:v>5.90775000003</c:v>
                </c:pt>
                <c:pt idx="840">
                  <c:v>5.91225000003</c:v>
                </c:pt>
                <c:pt idx="841">
                  <c:v>5.91250000003</c:v>
                </c:pt>
                <c:pt idx="842">
                  <c:v>5.91700000003</c:v>
                </c:pt>
                <c:pt idx="843">
                  <c:v>5.91725000003</c:v>
                </c:pt>
                <c:pt idx="844">
                  <c:v>5.92175000003</c:v>
                </c:pt>
                <c:pt idx="845">
                  <c:v>5.92200000003</c:v>
                </c:pt>
                <c:pt idx="846">
                  <c:v>5.92650000003</c:v>
                </c:pt>
                <c:pt idx="847">
                  <c:v>5.92675000003</c:v>
                </c:pt>
                <c:pt idx="848">
                  <c:v>5.93125000003</c:v>
                </c:pt>
                <c:pt idx="849">
                  <c:v>5.93150000003</c:v>
                </c:pt>
                <c:pt idx="850">
                  <c:v>5.93600000003</c:v>
                </c:pt>
                <c:pt idx="851">
                  <c:v>5.93625000003</c:v>
                </c:pt>
                <c:pt idx="852">
                  <c:v>5.94075000003</c:v>
                </c:pt>
                <c:pt idx="853">
                  <c:v>5.94100000003</c:v>
                </c:pt>
                <c:pt idx="854">
                  <c:v>5.94550000003</c:v>
                </c:pt>
                <c:pt idx="855">
                  <c:v>5.94575000003</c:v>
                </c:pt>
                <c:pt idx="856">
                  <c:v>5.95025000003</c:v>
                </c:pt>
                <c:pt idx="857">
                  <c:v>5.95050000003</c:v>
                </c:pt>
                <c:pt idx="858">
                  <c:v>5.95500000003</c:v>
                </c:pt>
                <c:pt idx="859">
                  <c:v>5.95525000003</c:v>
                </c:pt>
                <c:pt idx="860">
                  <c:v>5.95975000003</c:v>
                </c:pt>
                <c:pt idx="861">
                  <c:v>5.96000000003</c:v>
                </c:pt>
                <c:pt idx="862">
                  <c:v>5.96450000003</c:v>
                </c:pt>
                <c:pt idx="863">
                  <c:v>5.96475000003</c:v>
                </c:pt>
                <c:pt idx="864">
                  <c:v>5.96925000003</c:v>
                </c:pt>
                <c:pt idx="865">
                  <c:v>5.96950000003</c:v>
                </c:pt>
                <c:pt idx="866">
                  <c:v>5.97400000003</c:v>
                </c:pt>
                <c:pt idx="867">
                  <c:v>5.97425000003</c:v>
                </c:pt>
                <c:pt idx="868">
                  <c:v>5.97875000003</c:v>
                </c:pt>
                <c:pt idx="869">
                  <c:v>5.97900000003</c:v>
                </c:pt>
                <c:pt idx="870">
                  <c:v>5.98350000003</c:v>
                </c:pt>
                <c:pt idx="871">
                  <c:v>5.98375000003</c:v>
                </c:pt>
                <c:pt idx="872">
                  <c:v>5.98825000003</c:v>
                </c:pt>
                <c:pt idx="873">
                  <c:v>5.98850000003</c:v>
                </c:pt>
                <c:pt idx="874">
                  <c:v>5.99300000003</c:v>
                </c:pt>
                <c:pt idx="875">
                  <c:v>5.99325000003</c:v>
                </c:pt>
                <c:pt idx="876">
                  <c:v>5.99775000003</c:v>
                </c:pt>
                <c:pt idx="877">
                  <c:v>5.99800000003</c:v>
                </c:pt>
                <c:pt idx="878">
                  <c:v>6.00250000003</c:v>
                </c:pt>
                <c:pt idx="879">
                  <c:v>6.00275000003</c:v>
                </c:pt>
                <c:pt idx="880">
                  <c:v>6.00725000003</c:v>
                </c:pt>
                <c:pt idx="881">
                  <c:v>6.00750000003</c:v>
                </c:pt>
                <c:pt idx="882">
                  <c:v>6.01200000003</c:v>
                </c:pt>
                <c:pt idx="883">
                  <c:v>6.01225000003</c:v>
                </c:pt>
                <c:pt idx="884">
                  <c:v>6.01675000003</c:v>
                </c:pt>
                <c:pt idx="885">
                  <c:v>6.01700000003</c:v>
                </c:pt>
                <c:pt idx="886">
                  <c:v>6.02150000003</c:v>
                </c:pt>
                <c:pt idx="887">
                  <c:v>6.02175000003</c:v>
                </c:pt>
                <c:pt idx="888">
                  <c:v>6.02625000003</c:v>
                </c:pt>
                <c:pt idx="889">
                  <c:v>6.02650000003</c:v>
                </c:pt>
                <c:pt idx="890">
                  <c:v>6.03100000003</c:v>
                </c:pt>
                <c:pt idx="891">
                  <c:v>6.03125000003</c:v>
                </c:pt>
                <c:pt idx="892">
                  <c:v>6.03575000003</c:v>
                </c:pt>
                <c:pt idx="893">
                  <c:v>6.03600000003</c:v>
                </c:pt>
                <c:pt idx="894">
                  <c:v>6.04050000003</c:v>
                </c:pt>
                <c:pt idx="895">
                  <c:v>6.04075000003</c:v>
                </c:pt>
                <c:pt idx="896">
                  <c:v>6.04525000003</c:v>
                </c:pt>
                <c:pt idx="897">
                  <c:v>6.04550000003</c:v>
                </c:pt>
                <c:pt idx="898">
                  <c:v>6.05000000003</c:v>
                </c:pt>
                <c:pt idx="899">
                  <c:v>6.05025000003</c:v>
                </c:pt>
                <c:pt idx="900">
                  <c:v>6.05475000003</c:v>
                </c:pt>
                <c:pt idx="901">
                  <c:v>6.05500000003</c:v>
                </c:pt>
                <c:pt idx="902">
                  <c:v>6.05950000003</c:v>
                </c:pt>
                <c:pt idx="903">
                  <c:v>6.05975000003</c:v>
                </c:pt>
                <c:pt idx="904">
                  <c:v>6.06425000003</c:v>
                </c:pt>
                <c:pt idx="905">
                  <c:v>6.06450000003</c:v>
                </c:pt>
                <c:pt idx="906">
                  <c:v>6.06900000003</c:v>
                </c:pt>
                <c:pt idx="907">
                  <c:v>6.06925000003</c:v>
                </c:pt>
                <c:pt idx="908">
                  <c:v>6.07375000003</c:v>
                </c:pt>
                <c:pt idx="909">
                  <c:v>6.07400000003</c:v>
                </c:pt>
                <c:pt idx="910">
                  <c:v>6.07850000003</c:v>
                </c:pt>
                <c:pt idx="911">
                  <c:v>6.07875000003</c:v>
                </c:pt>
                <c:pt idx="912">
                  <c:v>6.08325000003</c:v>
                </c:pt>
                <c:pt idx="913">
                  <c:v>6.08350000003</c:v>
                </c:pt>
                <c:pt idx="914">
                  <c:v>6.08800000003</c:v>
                </c:pt>
                <c:pt idx="915">
                  <c:v>6.08825000003</c:v>
                </c:pt>
                <c:pt idx="916">
                  <c:v>6.09275000003</c:v>
                </c:pt>
                <c:pt idx="917">
                  <c:v>6.09300000003</c:v>
                </c:pt>
                <c:pt idx="918">
                  <c:v>6.09325000003</c:v>
                </c:pt>
                <c:pt idx="919">
                  <c:v>6.09725000003</c:v>
                </c:pt>
                <c:pt idx="920">
                  <c:v>6.09750000003</c:v>
                </c:pt>
                <c:pt idx="921">
                  <c:v>6.09775000003</c:v>
                </c:pt>
                <c:pt idx="922">
                  <c:v>6.10225000003</c:v>
                </c:pt>
                <c:pt idx="923">
                  <c:v>6.10250000003</c:v>
                </c:pt>
                <c:pt idx="924">
                  <c:v>6.10700000003</c:v>
                </c:pt>
                <c:pt idx="925">
                  <c:v>6.10725000003</c:v>
                </c:pt>
                <c:pt idx="926">
                  <c:v>6.11175000003</c:v>
                </c:pt>
                <c:pt idx="927">
                  <c:v>6.11200000003</c:v>
                </c:pt>
                <c:pt idx="928">
                  <c:v>6.11650000003</c:v>
                </c:pt>
                <c:pt idx="929">
                  <c:v>6.11675000003</c:v>
                </c:pt>
                <c:pt idx="930">
                  <c:v>6.12125000003</c:v>
                </c:pt>
                <c:pt idx="931">
                  <c:v>6.12150000003</c:v>
                </c:pt>
                <c:pt idx="932">
                  <c:v>6.12600000003</c:v>
                </c:pt>
                <c:pt idx="933">
                  <c:v>6.12625000003</c:v>
                </c:pt>
                <c:pt idx="934">
                  <c:v>6.13075000003</c:v>
                </c:pt>
                <c:pt idx="935">
                  <c:v>6.13100000003</c:v>
                </c:pt>
                <c:pt idx="936">
                  <c:v>6.13550000003</c:v>
                </c:pt>
                <c:pt idx="937">
                  <c:v>6.13575000003</c:v>
                </c:pt>
                <c:pt idx="938">
                  <c:v>6.14025000003</c:v>
                </c:pt>
                <c:pt idx="939">
                  <c:v>6.14050000003</c:v>
                </c:pt>
                <c:pt idx="940">
                  <c:v>6.14500000003</c:v>
                </c:pt>
                <c:pt idx="941">
                  <c:v>6.14525000003</c:v>
                </c:pt>
                <c:pt idx="942">
                  <c:v>6.14975000003</c:v>
                </c:pt>
                <c:pt idx="943">
                  <c:v>6.15000000003</c:v>
                </c:pt>
                <c:pt idx="944">
                  <c:v>6.15450000003</c:v>
                </c:pt>
                <c:pt idx="945">
                  <c:v>6.15475000003</c:v>
                </c:pt>
                <c:pt idx="946">
                  <c:v>6.15925000003</c:v>
                </c:pt>
                <c:pt idx="947">
                  <c:v>6.15950000003</c:v>
                </c:pt>
                <c:pt idx="948">
                  <c:v>6.16400000003</c:v>
                </c:pt>
                <c:pt idx="949">
                  <c:v>6.16425000003</c:v>
                </c:pt>
                <c:pt idx="950">
                  <c:v>6.16875000003</c:v>
                </c:pt>
                <c:pt idx="951">
                  <c:v>6.16900000003</c:v>
                </c:pt>
                <c:pt idx="952">
                  <c:v>6.17350000003</c:v>
                </c:pt>
                <c:pt idx="953">
                  <c:v>6.17375000003</c:v>
                </c:pt>
                <c:pt idx="954">
                  <c:v>6.17825000003</c:v>
                </c:pt>
                <c:pt idx="955">
                  <c:v>6.17850000003</c:v>
                </c:pt>
                <c:pt idx="956">
                  <c:v>6.18300000003</c:v>
                </c:pt>
                <c:pt idx="957">
                  <c:v>6.18325000003</c:v>
                </c:pt>
                <c:pt idx="958">
                  <c:v>6.18775000003</c:v>
                </c:pt>
                <c:pt idx="959">
                  <c:v>6.18800000003</c:v>
                </c:pt>
                <c:pt idx="960">
                  <c:v>6.19250000003</c:v>
                </c:pt>
                <c:pt idx="961">
                  <c:v>6.19275000003</c:v>
                </c:pt>
                <c:pt idx="962">
                  <c:v>6.19725000003</c:v>
                </c:pt>
                <c:pt idx="963">
                  <c:v>6.19750000003</c:v>
                </c:pt>
                <c:pt idx="964">
                  <c:v>6.20200000003</c:v>
                </c:pt>
                <c:pt idx="965">
                  <c:v>6.20225000003</c:v>
                </c:pt>
                <c:pt idx="966">
                  <c:v>6.20675000003</c:v>
                </c:pt>
                <c:pt idx="967">
                  <c:v>6.20700000003</c:v>
                </c:pt>
                <c:pt idx="968">
                  <c:v>6.21150000003</c:v>
                </c:pt>
                <c:pt idx="969">
                  <c:v>6.21175000003</c:v>
                </c:pt>
                <c:pt idx="970">
                  <c:v>6.21625000003</c:v>
                </c:pt>
                <c:pt idx="971">
                  <c:v>6.21650000003</c:v>
                </c:pt>
                <c:pt idx="972">
                  <c:v>6.22100000003</c:v>
                </c:pt>
                <c:pt idx="973">
                  <c:v>6.22125000003</c:v>
                </c:pt>
                <c:pt idx="974">
                  <c:v>6.22575000003</c:v>
                </c:pt>
                <c:pt idx="975">
                  <c:v>6.22600000003</c:v>
                </c:pt>
                <c:pt idx="976">
                  <c:v>6.23050000003</c:v>
                </c:pt>
                <c:pt idx="977">
                  <c:v>6.23075000003</c:v>
                </c:pt>
                <c:pt idx="978">
                  <c:v>6.23525000003</c:v>
                </c:pt>
                <c:pt idx="979">
                  <c:v>6.23550000003</c:v>
                </c:pt>
                <c:pt idx="980">
                  <c:v>6.24000000003</c:v>
                </c:pt>
                <c:pt idx="981">
                  <c:v>6.24025000003</c:v>
                </c:pt>
                <c:pt idx="982">
                  <c:v>6.24475000003</c:v>
                </c:pt>
                <c:pt idx="983">
                  <c:v>6.24500000003</c:v>
                </c:pt>
                <c:pt idx="984">
                  <c:v>6.24950000003</c:v>
                </c:pt>
                <c:pt idx="985">
                  <c:v>6.24975000003</c:v>
                </c:pt>
                <c:pt idx="986">
                  <c:v>6.25425000003</c:v>
                </c:pt>
                <c:pt idx="987">
                  <c:v>6.25450000003</c:v>
                </c:pt>
                <c:pt idx="988">
                  <c:v>6.25900000003</c:v>
                </c:pt>
                <c:pt idx="989">
                  <c:v>6.25925000003</c:v>
                </c:pt>
                <c:pt idx="990">
                  <c:v>6.26375000003</c:v>
                </c:pt>
                <c:pt idx="991">
                  <c:v>6.26400000003</c:v>
                </c:pt>
                <c:pt idx="992">
                  <c:v>6.26850000003</c:v>
                </c:pt>
                <c:pt idx="993">
                  <c:v>6.26875000003</c:v>
                </c:pt>
                <c:pt idx="994">
                  <c:v>6.27325000003</c:v>
                </c:pt>
                <c:pt idx="995">
                  <c:v>6.27350000003</c:v>
                </c:pt>
                <c:pt idx="996">
                  <c:v>6.27800000003</c:v>
                </c:pt>
                <c:pt idx="997">
                  <c:v>6.27825000003</c:v>
                </c:pt>
                <c:pt idx="998">
                  <c:v>6.28275000003</c:v>
                </c:pt>
                <c:pt idx="999">
                  <c:v>6.28300000003</c:v>
                </c:pt>
                <c:pt idx="1000">
                  <c:v>6.28750000003</c:v>
                </c:pt>
                <c:pt idx="1001">
                  <c:v>6.28775000003</c:v>
                </c:pt>
                <c:pt idx="1002">
                  <c:v>6.29225000003</c:v>
                </c:pt>
                <c:pt idx="1003">
                  <c:v>6.29250000003</c:v>
                </c:pt>
                <c:pt idx="1004">
                  <c:v>6.29700000003</c:v>
                </c:pt>
                <c:pt idx="1005">
                  <c:v>6.29725000003</c:v>
                </c:pt>
                <c:pt idx="1006">
                  <c:v>6.30175000003</c:v>
                </c:pt>
                <c:pt idx="1007">
                  <c:v>6.30200000003</c:v>
                </c:pt>
                <c:pt idx="1008">
                  <c:v>6.30550000003</c:v>
                </c:pt>
                <c:pt idx="1009">
                  <c:v>6.30650000003</c:v>
                </c:pt>
                <c:pt idx="1010">
                  <c:v>6.30675000003</c:v>
                </c:pt>
                <c:pt idx="1011">
                  <c:v>6.31125000003</c:v>
                </c:pt>
                <c:pt idx="1012">
                  <c:v>6.31150000003</c:v>
                </c:pt>
                <c:pt idx="1013">
                  <c:v>6.31600000003</c:v>
                </c:pt>
                <c:pt idx="1014">
                  <c:v>6.31625000003</c:v>
                </c:pt>
                <c:pt idx="1015">
                  <c:v>6.31775000003</c:v>
                </c:pt>
                <c:pt idx="1016">
                  <c:v>6.31875000003</c:v>
                </c:pt>
                <c:pt idx="1017">
                  <c:v>6.32075000003</c:v>
                </c:pt>
                <c:pt idx="1018">
                  <c:v>6.32100000003</c:v>
                </c:pt>
                <c:pt idx="1019">
                  <c:v>6.32550000003</c:v>
                </c:pt>
                <c:pt idx="1020">
                  <c:v>6.32575000003</c:v>
                </c:pt>
                <c:pt idx="1021">
                  <c:v>6.33025000003</c:v>
                </c:pt>
                <c:pt idx="1022">
                  <c:v>6.33050000003</c:v>
                </c:pt>
                <c:pt idx="1023">
                  <c:v>6.33500000003</c:v>
                </c:pt>
                <c:pt idx="1024">
                  <c:v>6.33525000003</c:v>
                </c:pt>
                <c:pt idx="1025">
                  <c:v>6.33975000003</c:v>
                </c:pt>
                <c:pt idx="1026">
                  <c:v>6.34000000003</c:v>
                </c:pt>
                <c:pt idx="1027">
                  <c:v>6.34450000003</c:v>
                </c:pt>
                <c:pt idx="1028">
                  <c:v>6.34475000003</c:v>
                </c:pt>
                <c:pt idx="1029">
                  <c:v>6.34925000003</c:v>
                </c:pt>
                <c:pt idx="1030">
                  <c:v>6.34950000003</c:v>
                </c:pt>
                <c:pt idx="1031">
                  <c:v>6.35400000003</c:v>
                </c:pt>
                <c:pt idx="1032">
                  <c:v>6.35425000003</c:v>
                </c:pt>
                <c:pt idx="1033">
                  <c:v>6.35875000003</c:v>
                </c:pt>
                <c:pt idx="1034">
                  <c:v>6.35900000003</c:v>
                </c:pt>
                <c:pt idx="1035">
                  <c:v>6.36350000003</c:v>
                </c:pt>
                <c:pt idx="1036">
                  <c:v>6.36375000003</c:v>
                </c:pt>
                <c:pt idx="1037">
                  <c:v>6.36825000003</c:v>
                </c:pt>
                <c:pt idx="1038">
                  <c:v>6.36850000003</c:v>
                </c:pt>
                <c:pt idx="1039">
                  <c:v>6.37300000003</c:v>
                </c:pt>
                <c:pt idx="1040">
                  <c:v>6.37325000003</c:v>
                </c:pt>
                <c:pt idx="1041">
                  <c:v>6.37775000003</c:v>
                </c:pt>
                <c:pt idx="1042">
                  <c:v>6.37800000003</c:v>
                </c:pt>
                <c:pt idx="1043">
                  <c:v>6.38250000003</c:v>
                </c:pt>
                <c:pt idx="1044">
                  <c:v>6.38275000003</c:v>
                </c:pt>
                <c:pt idx="1045">
                  <c:v>6.38725000003</c:v>
                </c:pt>
                <c:pt idx="1046">
                  <c:v>6.38750000003</c:v>
                </c:pt>
                <c:pt idx="1047">
                  <c:v>6.39200000003</c:v>
                </c:pt>
                <c:pt idx="1048">
                  <c:v>6.39225000003</c:v>
                </c:pt>
                <c:pt idx="1049">
                  <c:v>6.39675000003</c:v>
                </c:pt>
                <c:pt idx="1050">
                  <c:v>6.39700000003</c:v>
                </c:pt>
                <c:pt idx="1051">
                  <c:v>6.40150000003</c:v>
                </c:pt>
                <c:pt idx="1052">
                  <c:v>6.40175000003</c:v>
                </c:pt>
                <c:pt idx="1053">
                  <c:v>6.40625000003</c:v>
                </c:pt>
                <c:pt idx="1054">
                  <c:v>6.40650000003</c:v>
                </c:pt>
                <c:pt idx="1055">
                  <c:v>6.41100000003</c:v>
                </c:pt>
                <c:pt idx="1056">
                  <c:v>6.41125000003</c:v>
                </c:pt>
                <c:pt idx="1057">
                  <c:v>6.41575000003</c:v>
                </c:pt>
                <c:pt idx="1058">
                  <c:v>6.41600000003</c:v>
                </c:pt>
                <c:pt idx="1059">
                  <c:v>6.42050000003</c:v>
                </c:pt>
                <c:pt idx="1060">
                  <c:v>6.42075000003</c:v>
                </c:pt>
                <c:pt idx="1061">
                  <c:v>6.42525000003</c:v>
                </c:pt>
                <c:pt idx="1062">
                  <c:v>6.42550000003</c:v>
                </c:pt>
                <c:pt idx="1063">
                  <c:v>6.43000000003</c:v>
                </c:pt>
                <c:pt idx="1064">
                  <c:v>6.43025000003</c:v>
                </c:pt>
                <c:pt idx="1065">
                  <c:v>6.43475000003</c:v>
                </c:pt>
                <c:pt idx="1066">
                  <c:v>6.43500000003</c:v>
                </c:pt>
                <c:pt idx="1067">
                  <c:v>6.43950000003</c:v>
                </c:pt>
                <c:pt idx="1068">
                  <c:v>6.43975000003</c:v>
                </c:pt>
                <c:pt idx="1069">
                  <c:v>6.44425000003</c:v>
                </c:pt>
                <c:pt idx="1070">
                  <c:v>6.44450000003</c:v>
                </c:pt>
                <c:pt idx="1071">
                  <c:v>6.44900000003</c:v>
                </c:pt>
                <c:pt idx="1072">
                  <c:v>6.44925000003</c:v>
                </c:pt>
                <c:pt idx="1073">
                  <c:v>6.45375000003</c:v>
                </c:pt>
                <c:pt idx="1074">
                  <c:v>6.45400000003</c:v>
                </c:pt>
                <c:pt idx="1075">
                  <c:v>6.45850000003</c:v>
                </c:pt>
                <c:pt idx="1076">
                  <c:v>6.45875000003</c:v>
                </c:pt>
                <c:pt idx="1077">
                  <c:v>6.46325000003</c:v>
                </c:pt>
                <c:pt idx="1078">
                  <c:v>6.46350000003</c:v>
                </c:pt>
                <c:pt idx="1079">
                  <c:v>6.46800000003</c:v>
                </c:pt>
                <c:pt idx="1080">
                  <c:v>6.46825000003</c:v>
                </c:pt>
                <c:pt idx="1081">
                  <c:v>6.47275000003</c:v>
                </c:pt>
                <c:pt idx="1082">
                  <c:v>6.47300000003</c:v>
                </c:pt>
                <c:pt idx="1083">
                  <c:v>6.47750000003</c:v>
                </c:pt>
                <c:pt idx="1084">
                  <c:v>6.47775000003</c:v>
                </c:pt>
                <c:pt idx="1085">
                  <c:v>6.48225000003</c:v>
                </c:pt>
                <c:pt idx="1086">
                  <c:v>6.48250000003</c:v>
                </c:pt>
                <c:pt idx="1087">
                  <c:v>6.48700000003</c:v>
                </c:pt>
                <c:pt idx="1088">
                  <c:v>6.48725000003</c:v>
                </c:pt>
                <c:pt idx="1089">
                  <c:v>6.49175000003</c:v>
                </c:pt>
                <c:pt idx="1090">
                  <c:v>6.49200000003</c:v>
                </c:pt>
                <c:pt idx="1091">
                  <c:v>6.49650000003</c:v>
                </c:pt>
                <c:pt idx="1092">
                  <c:v>6.49675000003</c:v>
                </c:pt>
                <c:pt idx="1093">
                  <c:v>6.50125000003</c:v>
                </c:pt>
                <c:pt idx="1094">
                  <c:v>6.50150000003</c:v>
                </c:pt>
                <c:pt idx="1095">
                  <c:v>6.50600000003</c:v>
                </c:pt>
                <c:pt idx="1096">
                  <c:v>6.50625000003</c:v>
                </c:pt>
                <c:pt idx="1097">
                  <c:v>6.51075000003</c:v>
                </c:pt>
                <c:pt idx="1098">
                  <c:v>6.51100000003</c:v>
                </c:pt>
                <c:pt idx="1099">
                  <c:v>6.51550000003</c:v>
                </c:pt>
                <c:pt idx="1100">
                  <c:v>6.51575000003</c:v>
                </c:pt>
                <c:pt idx="1101">
                  <c:v>6.52025000003</c:v>
                </c:pt>
                <c:pt idx="1102">
                  <c:v>6.52050000003</c:v>
                </c:pt>
                <c:pt idx="1103">
                  <c:v>6.52500000003</c:v>
                </c:pt>
                <c:pt idx="1104">
                  <c:v>6.52525000003</c:v>
                </c:pt>
                <c:pt idx="1105">
                  <c:v>6.52925000003</c:v>
                </c:pt>
                <c:pt idx="1106">
                  <c:v>6.52975000003</c:v>
                </c:pt>
                <c:pt idx="1107">
                  <c:v>6.53000000003</c:v>
                </c:pt>
                <c:pt idx="1108">
                  <c:v>6.53450000003</c:v>
                </c:pt>
                <c:pt idx="1109">
                  <c:v>6.53475000003</c:v>
                </c:pt>
                <c:pt idx="1110">
                  <c:v>6.53825000003</c:v>
                </c:pt>
                <c:pt idx="1111">
                  <c:v>6.53900000003</c:v>
                </c:pt>
                <c:pt idx="1112">
                  <c:v>6.53925000003</c:v>
                </c:pt>
                <c:pt idx="1113">
                  <c:v>6.53950000003</c:v>
                </c:pt>
                <c:pt idx="1114">
                  <c:v>6.54400000003</c:v>
                </c:pt>
                <c:pt idx="1115">
                  <c:v>6.54425000003</c:v>
                </c:pt>
                <c:pt idx="1116">
                  <c:v>6.54875000003</c:v>
                </c:pt>
                <c:pt idx="1117">
                  <c:v>6.54900000003</c:v>
                </c:pt>
                <c:pt idx="1118">
                  <c:v>6.55350000003</c:v>
                </c:pt>
                <c:pt idx="1119">
                  <c:v>6.55375000003</c:v>
                </c:pt>
                <c:pt idx="1120">
                  <c:v>6.55825000003</c:v>
                </c:pt>
                <c:pt idx="1121">
                  <c:v>6.55850000003</c:v>
                </c:pt>
                <c:pt idx="1122">
                  <c:v>6.56300000003</c:v>
                </c:pt>
                <c:pt idx="1123">
                  <c:v>6.56325000003</c:v>
                </c:pt>
                <c:pt idx="1124">
                  <c:v>6.56775000003</c:v>
                </c:pt>
                <c:pt idx="1125">
                  <c:v>6.56800000003</c:v>
                </c:pt>
                <c:pt idx="1126">
                  <c:v>6.57250000003</c:v>
                </c:pt>
                <c:pt idx="1127">
                  <c:v>6.57275000003</c:v>
                </c:pt>
                <c:pt idx="1128">
                  <c:v>6.57725000003</c:v>
                </c:pt>
                <c:pt idx="1129">
                  <c:v>6.57750000003</c:v>
                </c:pt>
                <c:pt idx="1130">
                  <c:v>6.58200000003</c:v>
                </c:pt>
                <c:pt idx="1131">
                  <c:v>6.58225000003</c:v>
                </c:pt>
                <c:pt idx="1132">
                  <c:v>6.58675000003</c:v>
                </c:pt>
                <c:pt idx="1133">
                  <c:v>6.58700000003</c:v>
                </c:pt>
                <c:pt idx="1134">
                  <c:v>6.59150000003</c:v>
                </c:pt>
                <c:pt idx="1135">
                  <c:v>6.59175000003</c:v>
                </c:pt>
                <c:pt idx="1136">
                  <c:v>6.59625000003</c:v>
                </c:pt>
                <c:pt idx="1137">
                  <c:v>6.59650000003</c:v>
                </c:pt>
                <c:pt idx="1138">
                  <c:v>6.60100000003</c:v>
                </c:pt>
                <c:pt idx="1139">
                  <c:v>6.60125000003</c:v>
                </c:pt>
                <c:pt idx="1140">
                  <c:v>6.60575000003</c:v>
                </c:pt>
                <c:pt idx="1141">
                  <c:v>6.60600000003</c:v>
                </c:pt>
                <c:pt idx="1142">
                  <c:v>6.61050000003</c:v>
                </c:pt>
                <c:pt idx="1143">
                  <c:v>6.61075000003</c:v>
                </c:pt>
                <c:pt idx="1144">
                  <c:v>6.61525000003</c:v>
                </c:pt>
                <c:pt idx="1145">
                  <c:v>6.61550000003</c:v>
                </c:pt>
                <c:pt idx="1146">
                  <c:v>6.62000000003</c:v>
                </c:pt>
                <c:pt idx="1147">
                  <c:v>6.62025000003</c:v>
                </c:pt>
                <c:pt idx="1148">
                  <c:v>6.62475000003</c:v>
                </c:pt>
                <c:pt idx="1149">
                  <c:v>6.62500000003</c:v>
                </c:pt>
                <c:pt idx="1150">
                  <c:v>6.62950000003</c:v>
                </c:pt>
                <c:pt idx="1151">
                  <c:v>6.62975000003</c:v>
                </c:pt>
                <c:pt idx="1152">
                  <c:v>6.63425000003</c:v>
                </c:pt>
                <c:pt idx="1153">
                  <c:v>6.63450000003</c:v>
                </c:pt>
                <c:pt idx="1154">
                  <c:v>6.63900000003</c:v>
                </c:pt>
                <c:pt idx="1155">
                  <c:v>6.63925000003</c:v>
                </c:pt>
                <c:pt idx="1156">
                  <c:v>6.64375000003</c:v>
                </c:pt>
                <c:pt idx="1157">
                  <c:v>6.64400000003</c:v>
                </c:pt>
                <c:pt idx="1158">
                  <c:v>6.64850000003</c:v>
                </c:pt>
                <c:pt idx="1159">
                  <c:v>6.64875000003</c:v>
                </c:pt>
                <c:pt idx="1160">
                  <c:v>6.65325000003</c:v>
                </c:pt>
                <c:pt idx="1161">
                  <c:v>6.65350000003</c:v>
                </c:pt>
                <c:pt idx="1162">
                  <c:v>6.65800000003</c:v>
                </c:pt>
                <c:pt idx="1163">
                  <c:v>6.65825000003</c:v>
                </c:pt>
                <c:pt idx="1164">
                  <c:v>6.66275000003</c:v>
                </c:pt>
                <c:pt idx="1165">
                  <c:v>6.66300000003</c:v>
                </c:pt>
                <c:pt idx="1166">
                  <c:v>6.66750000003</c:v>
                </c:pt>
                <c:pt idx="1167">
                  <c:v>6.66775000003</c:v>
                </c:pt>
                <c:pt idx="1168">
                  <c:v>6.67225000003</c:v>
                </c:pt>
                <c:pt idx="1169">
                  <c:v>6.67250000003</c:v>
                </c:pt>
                <c:pt idx="1170">
                  <c:v>6.67700000003</c:v>
                </c:pt>
                <c:pt idx="1171">
                  <c:v>6.67725000003</c:v>
                </c:pt>
                <c:pt idx="1172">
                  <c:v>6.68175000003</c:v>
                </c:pt>
                <c:pt idx="1173">
                  <c:v>6.68200000003</c:v>
                </c:pt>
                <c:pt idx="1174">
                  <c:v>6.68650000003</c:v>
                </c:pt>
                <c:pt idx="1175">
                  <c:v>6.68675000003</c:v>
                </c:pt>
                <c:pt idx="1176">
                  <c:v>6.69125000003</c:v>
                </c:pt>
                <c:pt idx="1177">
                  <c:v>6.69150000003</c:v>
                </c:pt>
                <c:pt idx="1178">
                  <c:v>6.69600000003</c:v>
                </c:pt>
                <c:pt idx="1179">
                  <c:v>6.69625000003</c:v>
                </c:pt>
                <c:pt idx="1180">
                  <c:v>6.70075000003</c:v>
                </c:pt>
                <c:pt idx="1181">
                  <c:v>6.70100000003</c:v>
                </c:pt>
                <c:pt idx="1182">
                  <c:v>6.70550000003</c:v>
                </c:pt>
                <c:pt idx="1183">
                  <c:v>6.70575000003</c:v>
                </c:pt>
                <c:pt idx="1184">
                  <c:v>6.71025000003</c:v>
                </c:pt>
                <c:pt idx="1185">
                  <c:v>6.71050000003</c:v>
                </c:pt>
                <c:pt idx="1186">
                  <c:v>6.71500000003</c:v>
                </c:pt>
                <c:pt idx="1187">
                  <c:v>6.71525000003</c:v>
                </c:pt>
                <c:pt idx="1188">
                  <c:v>6.71975000003</c:v>
                </c:pt>
                <c:pt idx="1189">
                  <c:v>6.72000000003</c:v>
                </c:pt>
                <c:pt idx="1190">
                  <c:v>6.72450000003</c:v>
                </c:pt>
                <c:pt idx="1191">
                  <c:v>6.72475000003</c:v>
                </c:pt>
                <c:pt idx="1192">
                  <c:v>6.72925000003</c:v>
                </c:pt>
                <c:pt idx="1193">
                  <c:v>6.72950000003</c:v>
                </c:pt>
                <c:pt idx="1194">
                  <c:v>6.73400000003</c:v>
                </c:pt>
                <c:pt idx="1195">
                  <c:v>6.73425000003</c:v>
                </c:pt>
                <c:pt idx="1196">
                  <c:v>6.73875000003</c:v>
                </c:pt>
                <c:pt idx="1197">
                  <c:v>6.73900000003</c:v>
                </c:pt>
                <c:pt idx="1198">
                  <c:v>6.74350000003</c:v>
                </c:pt>
                <c:pt idx="1199">
                  <c:v>6.74375000003</c:v>
                </c:pt>
                <c:pt idx="1200">
                  <c:v>6.74825000003</c:v>
                </c:pt>
                <c:pt idx="1201">
                  <c:v>6.74850000003</c:v>
                </c:pt>
                <c:pt idx="1202">
                  <c:v>6.75275000003</c:v>
                </c:pt>
                <c:pt idx="1203">
                  <c:v>6.75300000003</c:v>
                </c:pt>
                <c:pt idx="1204">
                  <c:v>6.75325000003</c:v>
                </c:pt>
                <c:pt idx="1205">
                  <c:v>6.75775000003</c:v>
                </c:pt>
                <c:pt idx="1206">
                  <c:v>6.75800000003</c:v>
                </c:pt>
                <c:pt idx="1207">
                  <c:v>6.75875000003</c:v>
                </c:pt>
                <c:pt idx="1208">
                  <c:v>6.75925000003</c:v>
                </c:pt>
                <c:pt idx="1209">
                  <c:v>6.76250000003</c:v>
                </c:pt>
                <c:pt idx="1210">
                  <c:v>6.76275000003</c:v>
                </c:pt>
                <c:pt idx="1211">
                  <c:v>6.76725000003</c:v>
                </c:pt>
                <c:pt idx="1212">
                  <c:v>6.76750000003</c:v>
                </c:pt>
                <c:pt idx="1213">
                  <c:v>6.77200000003</c:v>
                </c:pt>
                <c:pt idx="1214">
                  <c:v>6.77225000003</c:v>
                </c:pt>
                <c:pt idx="1215">
                  <c:v>6.77675000003</c:v>
                </c:pt>
                <c:pt idx="1216">
                  <c:v>6.77700000003</c:v>
                </c:pt>
                <c:pt idx="1217">
                  <c:v>6.78150000003</c:v>
                </c:pt>
                <c:pt idx="1218">
                  <c:v>6.78175000003</c:v>
                </c:pt>
                <c:pt idx="1219">
                  <c:v>6.78625000003</c:v>
                </c:pt>
                <c:pt idx="1220">
                  <c:v>6.78650000003</c:v>
                </c:pt>
                <c:pt idx="1221">
                  <c:v>6.79100000003</c:v>
                </c:pt>
                <c:pt idx="1222">
                  <c:v>6.79125000003</c:v>
                </c:pt>
                <c:pt idx="1223">
                  <c:v>6.79575000003</c:v>
                </c:pt>
                <c:pt idx="1224">
                  <c:v>6.79600000003</c:v>
                </c:pt>
                <c:pt idx="1225">
                  <c:v>6.80050000003</c:v>
                </c:pt>
                <c:pt idx="1226">
                  <c:v>6.80075000003</c:v>
                </c:pt>
                <c:pt idx="1227">
                  <c:v>6.80525000003</c:v>
                </c:pt>
                <c:pt idx="1228">
                  <c:v>6.80550000003</c:v>
                </c:pt>
                <c:pt idx="1229">
                  <c:v>6.81000000003</c:v>
                </c:pt>
                <c:pt idx="1230">
                  <c:v>6.81025000003</c:v>
                </c:pt>
                <c:pt idx="1231">
                  <c:v>6.81475000003</c:v>
                </c:pt>
                <c:pt idx="1232">
                  <c:v>6.81500000003</c:v>
                </c:pt>
                <c:pt idx="1233">
                  <c:v>6.81950000003</c:v>
                </c:pt>
                <c:pt idx="1234">
                  <c:v>6.81975000003</c:v>
                </c:pt>
                <c:pt idx="1235">
                  <c:v>6.82425000003</c:v>
                </c:pt>
                <c:pt idx="1236">
                  <c:v>6.82450000003</c:v>
                </c:pt>
                <c:pt idx="1237">
                  <c:v>6.82900000003</c:v>
                </c:pt>
                <c:pt idx="1238">
                  <c:v>6.82925000003</c:v>
                </c:pt>
                <c:pt idx="1239">
                  <c:v>6.83375000003</c:v>
                </c:pt>
                <c:pt idx="1240">
                  <c:v>6.83400000003</c:v>
                </c:pt>
                <c:pt idx="1241">
                  <c:v>6.83850000003</c:v>
                </c:pt>
                <c:pt idx="1242">
                  <c:v>6.83875000003</c:v>
                </c:pt>
                <c:pt idx="1243">
                  <c:v>6.84325000003</c:v>
                </c:pt>
                <c:pt idx="1244">
                  <c:v>6.84350000003</c:v>
                </c:pt>
                <c:pt idx="1245">
                  <c:v>6.84800000003</c:v>
                </c:pt>
                <c:pt idx="1246">
                  <c:v>6.84825000003</c:v>
                </c:pt>
                <c:pt idx="1247">
                  <c:v>6.85275000003</c:v>
                </c:pt>
                <c:pt idx="1248">
                  <c:v>6.85300000003</c:v>
                </c:pt>
                <c:pt idx="1249">
                  <c:v>6.85750000003</c:v>
                </c:pt>
                <c:pt idx="1250">
                  <c:v>6.85775000003</c:v>
                </c:pt>
                <c:pt idx="1251">
                  <c:v>6.86225000003</c:v>
                </c:pt>
                <c:pt idx="1252">
                  <c:v>6.86250000003</c:v>
                </c:pt>
                <c:pt idx="1253">
                  <c:v>6.86700000003</c:v>
                </c:pt>
                <c:pt idx="1254">
                  <c:v>6.86725000003</c:v>
                </c:pt>
                <c:pt idx="1255">
                  <c:v>6.87175000003</c:v>
                </c:pt>
                <c:pt idx="1256">
                  <c:v>6.87200000003</c:v>
                </c:pt>
                <c:pt idx="1257">
                  <c:v>6.87650000003</c:v>
                </c:pt>
                <c:pt idx="1258">
                  <c:v>6.87675000003</c:v>
                </c:pt>
                <c:pt idx="1259">
                  <c:v>6.88125000003</c:v>
                </c:pt>
                <c:pt idx="1260">
                  <c:v>6.88150000003</c:v>
                </c:pt>
                <c:pt idx="1261">
                  <c:v>6.88600000003</c:v>
                </c:pt>
                <c:pt idx="1262">
                  <c:v>6.88625000003</c:v>
                </c:pt>
                <c:pt idx="1263">
                  <c:v>6.89075000003</c:v>
                </c:pt>
                <c:pt idx="1264">
                  <c:v>6.89100000003</c:v>
                </c:pt>
                <c:pt idx="1265">
                  <c:v>6.89550000003</c:v>
                </c:pt>
                <c:pt idx="1266">
                  <c:v>6.89575000003</c:v>
                </c:pt>
                <c:pt idx="1267">
                  <c:v>6.90025000003</c:v>
                </c:pt>
                <c:pt idx="1268">
                  <c:v>6.90050000003</c:v>
                </c:pt>
                <c:pt idx="1269">
                  <c:v>6.90500000003</c:v>
                </c:pt>
                <c:pt idx="1270">
                  <c:v>6.90525000003</c:v>
                </c:pt>
                <c:pt idx="1271">
                  <c:v>6.90975000003</c:v>
                </c:pt>
                <c:pt idx="1272">
                  <c:v>6.91000000003</c:v>
                </c:pt>
                <c:pt idx="1273">
                  <c:v>6.91450000003</c:v>
                </c:pt>
                <c:pt idx="1274">
                  <c:v>6.91475000003</c:v>
                </c:pt>
                <c:pt idx="1275">
                  <c:v>6.91925000003</c:v>
                </c:pt>
                <c:pt idx="1276">
                  <c:v>6.91950000003</c:v>
                </c:pt>
                <c:pt idx="1277">
                  <c:v>6.92400000003</c:v>
                </c:pt>
                <c:pt idx="1278">
                  <c:v>6.92425000003</c:v>
                </c:pt>
                <c:pt idx="1279">
                  <c:v>6.92875000003</c:v>
                </c:pt>
                <c:pt idx="1280">
                  <c:v>6.92900000003</c:v>
                </c:pt>
                <c:pt idx="1281">
                  <c:v>6.93350000003</c:v>
                </c:pt>
                <c:pt idx="1282">
                  <c:v>6.93375000003</c:v>
                </c:pt>
                <c:pt idx="1283">
                  <c:v>6.93825000003</c:v>
                </c:pt>
                <c:pt idx="1284">
                  <c:v>6.93850000003</c:v>
                </c:pt>
                <c:pt idx="1285">
                  <c:v>6.94300000003</c:v>
                </c:pt>
                <c:pt idx="1286">
                  <c:v>6.94325000003</c:v>
                </c:pt>
                <c:pt idx="1287">
                  <c:v>6.94775000003</c:v>
                </c:pt>
                <c:pt idx="1288">
                  <c:v>6.94800000003</c:v>
                </c:pt>
                <c:pt idx="1289">
                  <c:v>6.95250000003</c:v>
                </c:pt>
                <c:pt idx="1290">
                  <c:v>6.95275000003</c:v>
                </c:pt>
                <c:pt idx="1291">
                  <c:v>6.95725000003</c:v>
                </c:pt>
                <c:pt idx="1292">
                  <c:v>6.95750000003</c:v>
                </c:pt>
                <c:pt idx="1293">
                  <c:v>6.96200000003</c:v>
                </c:pt>
                <c:pt idx="1294">
                  <c:v>6.96225000003</c:v>
                </c:pt>
                <c:pt idx="1295">
                  <c:v>6.96675000003</c:v>
                </c:pt>
                <c:pt idx="1296">
                  <c:v>6.96700000003</c:v>
                </c:pt>
                <c:pt idx="1297">
                  <c:v>6.96900000003</c:v>
                </c:pt>
                <c:pt idx="1298">
                  <c:v>6.97150000003</c:v>
                </c:pt>
                <c:pt idx="1299">
                  <c:v>6.97175000003</c:v>
                </c:pt>
                <c:pt idx="1300">
                  <c:v>6.97625000003</c:v>
                </c:pt>
                <c:pt idx="1301">
                  <c:v>6.97650000003</c:v>
                </c:pt>
                <c:pt idx="1302">
                  <c:v>6.97925000003</c:v>
                </c:pt>
                <c:pt idx="1303">
                  <c:v>6.98050000003</c:v>
                </c:pt>
                <c:pt idx="1304">
                  <c:v>6.98100000003</c:v>
                </c:pt>
                <c:pt idx="1305">
                  <c:v>6.98125000003</c:v>
                </c:pt>
                <c:pt idx="1306">
                  <c:v>6.98575000003</c:v>
                </c:pt>
                <c:pt idx="1307">
                  <c:v>6.98600000003</c:v>
                </c:pt>
                <c:pt idx="1308">
                  <c:v>6.99050000003</c:v>
                </c:pt>
                <c:pt idx="1309">
                  <c:v>6.99075000003</c:v>
                </c:pt>
                <c:pt idx="1310">
                  <c:v>6.99525000003</c:v>
                </c:pt>
                <c:pt idx="1311">
                  <c:v>6.99550000003</c:v>
                </c:pt>
                <c:pt idx="1312">
                  <c:v>6.99950000003</c:v>
                </c:pt>
                <c:pt idx="1313">
                  <c:v>6.99975000003</c:v>
                </c:pt>
                <c:pt idx="1314">
                  <c:v>7.00000000003</c:v>
                </c:pt>
              </c:numCache>
            </c:numRef>
          </c:xVal>
          <c:yVal>
            <c:numRef>
              <c:f>'Chart Data'!$D$2:$D$1316</c:f>
              <c:numCache>
                <c:formatCode>0.00</c:formatCode>
                <c:ptCount val="1315"/>
                <c:pt idx="0">
                  <c:v>6.95091007139</c:v>
                </c:pt>
                <c:pt idx="1">
                  <c:v>6.95090076246</c:v>
                </c:pt>
                <c:pt idx="2">
                  <c:v>6.95089134411</c:v>
                </c:pt>
                <c:pt idx="3">
                  <c:v>6.95080731883</c:v>
                </c:pt>
                <c:pt idx="4">
                  <c:v>6.95079796913</c:v>
                </c:pt>
                <c:pt idx="5">
                  <c:v>6.95063202735</c:v>
                </c:pt>
                <c:pt idx="6">
                  <c:v>6.95062292618</c:v>
                </c:pt>
                <c:pt idx="7">
                  <c:v>6.95046274601</c:v>
                </c:pt>
                <c:pt idx="8">
                  <c:v>6.95045407855</c:v>
                </c:pt>
                <c:pt idx="9">
                  <c:v>6.9503001042</c:v>
                </c:pt>
                <c:pt idx="10">
                  <c:v>6.95029174956</c:v>
                </c:pt>
                <c:pt idx="11">
                  <c:v>6.95014303714</c:v>
                </c:pt>
                <c:pt idx="12">
                  <c:v>6.95013488016</c:v>
                </c:pt>
                <c:pt idx="13">
                  <c:v>6.9499917309</c:v>
                </c:pt>
                <c:pt idx="14">
                  <c:v>6.94998388978</c:v>
                </c:pt>
                <c:pt idx="15">
                  <c:v>6.94984731362</c:v>
                </c:pt>
                <c:pt idx="16">
                  <c:v>6.949839998</c:v>
                </c:pt>
                <c:pt idx="17">
                  <c:v>6.94971161713</c:v>
                </c:pt>
                <c:pt idx="18">
                  <c:v>6.94970473605</c:v>
                </c:pt>
                <c:pt idx="19">
                  <c:v>6.94958367943</c:v>
                </c:pt>
                <c:pt idx="20">
                  <c:v>6.9495770778</c:v>
                </c:pt>
                <c:pt idx="21">
                  <c:v>6.94946261768</c:v>
                </c:pt>
                <c:pt idx="22">
                  <c:v>6.94945643305</c:v>
                </c:pt>
                <c:pt idx="23">
                  <c:v>6.94934992244</c:v>
                </c:pt>
                <c:pt idx="24">
                  <c:v>6.94934433138</c:v>
                </c:pt>
                <c:pt idx="25">
                  <c:v>6.9492475961</c:v>
                </c:pt>
                <c:pt idx="26">
                  <c:v>6.94924250017</c:v>
                </c:pt>
                <c:pt idx="27">
                  <c:v>6.94915436037</c:v>
                </c:pt>
                <c:pt idx="28">
                  <c:v>6.94914960639</c:v>
                </c:pt>
                <c:pt idx="29">
                  <c:v>6.94906867092</c:v>
                </c:pt>
                <c:pt idx="30">
                  <c:v>6.94906437606</c:v>
                </c:pt>
                <c:pt idx="31">
                  <c:v>6.94899188552</c:v>
                </c:pt>
                <c:pt idx="32">
                  <c:v>6.94898818728</c:v>
                </c:pt>
                <c:pt idx="33">
                  <c:v>6.94892566056</c:v>
                </c:pt>
                <c:pt idx="34">
                  <c:v>6.94892248828</c:v>
                </c:pt>
                <c:pt idx="35">
                  <c:v>6.94886904879</c:v>
                </c:pt>
                <c:pt idx="36">
                  <c:v>6.94886623015</c:v>
                </c:pt>
                <c:pt idx="37">
                  <c:v>6.94882014519</c:v>
                </c:pt>
                <c:pt idx="38">
                  <c:v>6.94881781649</c:v>
                </c:pt>
                <c:pt idx="39">
                  <c:v>6.94878008798</c:v>
                </c:pt>
                <c:pt idx="40">
                  <c:v>6.94877829744</c:v>
                </c:pt>
                <c:pt idx="41">
                  <c:v>6.94874964049</c:v>
                </c:pt>
                <c:pt idx="42">
                  <c:v>6.94874828146</c:v>
                </c:pt>
                <c:pt idx="43">
                  <c:v>6.94872860031</c:v>
                </c:pt>
                <c:pt idx="44">
                  <c:v>6.94872767476</c:v>
                </c:pt>
                <c:pt idx="45">
                  <c:v>6.94871532233</c:v>
                </c:pt>
                <c:pt idx="46">
                  <c:v>6.94871481052</c:v>
                </c:pt>
                <c:pt idx="47">
                  <c:v>6.94870881577</c:v>
                </c:pt>
                <c:pt idx="48">
                  <c:v>6.94870877818</c:v>
                </c:pt>
                <c:pt idx="49">
                  <c:v>6.94870859112</c:v>
                </c:pt>
                <c:pt idx="50">
                  <c:v>6.94871128474</c:v>
                </c:pt>
                <c:pt idx="51">
                  <c:v>6.94871162853</c:v>
                </c:pt>
                <c:pt idx="52">
                  <c:v>6.94871850421</c:v>
                </c:pt>
                <c:pt idx="53">
                  <c:v>6.94872128604</c:v>
                </c:pt>
                <c:pt idx="54">
                  <c:v>6.94872207879</c:v>
                </c:pt>
                <c:pt idx="55">
                  <c:v>6.94872278585</c:v>
                </c:pt>
                <c:pt idx="56">
                  <c:v>6.94873892538</c:v>
                </c:pt>
                <c:pt idx="57">
                  <c:v>6.94873999074</c:v>
                </c:pt>
                <c:pt idx="58">
                  <c:v>6.9487614431</c:v>
                </c:pt>
                <c:pt idx="59">
                  <c:v>6.94876285485</c:v>
                </c:pt>
                <c:pt idx="60">
                  <c:v>6.94879068312</c:v>
                </c:pt>
                <c:pt idx="61">
                  <c:v>6.94879238587</c:v>
                </c:pt>
                <c:pt idx="62">
                  <c:v>6.94882679109</c:v>
                </c:pt>
                <c:pt idx="63">
                  <c:v>6.94882879031</c:v>
                </c:pt>
                <c:pt idx="64">
                  <c:v>6.94886765272</c:v>
                </c:pt>
                <c:pt idx="65">
                  <c:v>6.94886995088</c:v>
                </c:pt>
                <c:pt idx="66">
                  <c:v>6.94891242166</c:v>
                </c:pt>
                <c:pt idx="67">
                  <c:v>6.94891490415</c:v>
                </c:pt>
                <c:pt idx="68">
                  <c:v>6.94896150262</c:v>
                </c:pt>
                <c:pt idx="69">
                  <c:v>6.94896421249</c:v>
                </c:pt>
                <c:pt idx="70">
                  <c:v>6.94901591289</c:v>
                </c:pt>
                <c:pt idx="71">
                  <c:v>6.94901885204</c:v>
                </c:pt>
                <c:pt idx="72">
                  <c:v>6.94907336435</c:v>
                </c:pt>
                <c:pt idx="73">
                  <c:v>6.94907650408</c:v>
                </c:pt>
                <c:pt idx="74">
                  <c:v>6.94913244185</c:v>
                </c:pt>
                <c:pt idx="75">
                  <c:v>6.94913562166</c:v>
                </c:pt>
                <c:pt idx="76">
                  <c:v>6.94919397179</c:v>
                </c:pt>
                <c:pt idx="77">
                  <c:v>6.94919723815</c:v>
                </c:pt>
                <c:pt idx="78">
                  <c:v>6.94925839167</c:v>
                </c:pt>
                <c:pt idx="79">
                  <c:v>6.94926183396</c:v>
                </c:pt>
                <c:pt idx="80">
                  <c:v>6.94932444889</c:v>
                </c:pt>
                <c:pt idx="81">
                  <c:v>6.94932798803</c:v>
                </c:pt>
                <c:pt idx="82">
                  <c:v>6.9493901057</c:v>
                </c:pt>
                <c:pt idx="83">
                  <c:v>6.94939356568</c:v>
                </c:pt>
                <c:pt idx="84">
                  <c:v>6.94945601669</c:v>
                </c:pt>
                <c:pt idx="85">
                  <c:v>6.94945945329</c:v>
                </c:pt>
                <c:pt idx="86">
                  <c:v>6.94952304495</c:v>
                </c:pt>
                <c:pt idx="87">
                  <c:v>6.94952658601</c:v>
                </c:pt>
                <c:pt idx="88">
                  <c:v>6.9495898369</c:v>
                </c:pt>
                <c:pt idx="89">
                  <c:v>6.94959337025</c:v>
                </c:pt>
                <c:pt idx="90">
                  <c:v>6.94965472521</c:v>
                </c:pt>
                <c:pt idx="91">
                  <c:v>6.94965807209</c:v>
                </c:pt>
                <c:pt idx="92">
                  <c:v>6.94971718068</c:v>
                </c:pt>
                <c:pt idx="93">
                  <c:v>6.94972036569</c:v>
                </c:pt>
                <c:pt idx="94">
                  <c:v>6.94977843857</c:v>
                </c:pt>
                <c:pt idx="95">
                  <c:v>6.94978164837</c:v>
                </c:pt>
                <c:pt idx="96">
                  <c:v>6.94983791799</c:v>
                </c:pt>
                <c:pt idx="97">
                  <c:v>6.94984102812</c:v>
                </c:pt>
                <c:pt idx="98">
                  <c:v>6.94989351441</c:v>
                </c:pt>
                <c:pt idx="99">
                  <c:v>6.9498962665</c:v>
                </c:pt>
                <c:pt idx="100">
                  <c:v>6.94994470672</c:v>
                </c:pt>
                <c:pt idx="101">
                  <c:v>6.94994726042</c:v>
                </c:pt>
                <c:pt idx="102">
                  <c:v>6.94999310277</c:v>
                </c:pt>
                <c:pt idx="103">
                  <c:v>6.94999559748</c:v>
                </c:pt>
                <c:pt idx="104">
                  <c:v>6.95003883147</c:v>
                </c:pt>
                <c:pt idx="105">
                  <c:v>6.95004117338</c:v>
                </c:pt>
                <c:pt idx="106">
                  <c:v>6.95007913166</c:v>
                </c:pt>
                <c:pt idx="107">
                  <c:v>6.95008106752</c:v>
                </c:pt>
                <c:pt idx="108">
                  <c:v>6.95011391996</c:v>
                </c:pt>
                <c:pt idx="109">
                  <c:v>6.95011557005</c:v>
                </c:pt>
                <c:pt idx="110">
                  <c:v>6.95014431967</c:v>
                </c:pt>
                <c:pt idx="111">
                  <c:v>6.95014585399</c:v>
                </c:pt>
                <c:pt idx="112">
                  <c:v>6.95017018594</c:v>
                </c:pt>
                <c:pt idx="113">
                  <c:v>6.95017141707</c:v>
                </c:pt>
                <c:pt idx="114">
                  <c:v>6.95019012682</c:v>
                </c:pt>
                <c:pt idx="115">
                  <c:v>6.95019092725</c:v>
                </c:pt>
                <c:pt idx="116">
                  <c:v>6.95020294219</c:v>
                </c:pt>
                <c:pt idx="117">
                  <c:v>6.95020340096</c:v>
                </c:pt>
                <c:pt idx="118">
                  <c:v>6.95020996698</c:v>
                </c:pt>
                <c:pt idx="119">
                  <c:v>6.95021027383</c:v>
                </c:pt>
                <c:pt idx="120">
                  <c:v>6.95021252805</c:v>
                </c:pt>
                <c:pt idx="121">
                  <c:v>6.95021249043</c:v>
                </c:pt>
                <c:pt idx="122">
                  <c:v>6.95021249144</c:v>
                </c:pt>
                <c:pt idx="123">
                  <c:v>6.95020828504</c:v>
                </c:pt>
                <c:pt idx="124">
                  <c:v>6.9502078297</c:v>
                </c:pt>
                <c:pt idx="125">
                  <c:v>6.95019712863</c:v>
                </c:pt>
                <c:pt idx="126">
                  <c:v>6.95019632455</c:v>
                </c:pt>
                <c:pt idx="127">
                  <c:v>6.95017928626</c:v>
                </c:pt>
                <c:pt idx="128">
                  <c:v>6.95017823213</c:v>
                </c:pt>
                <c:pt idx="129">
                  <c:v>6.9501559881</c:v>
                </c:pt>
                <c:pt idx="130">
                  <c:v>6.95015464944</c:v>
                </c:pt>
                <c:pt idx="131">
                  <c:v>6.95012715241</c:v>
                </c:pt>
                <c:pt idx="132">
                  <c:v>6.95012534188</c:v>
                </c:pt>
                <c:pt idx="133">
                  <c:v>6.9500902647</c:v>
                </c:pt>
                <c:pt idx="134">
                  <c:v>6.95008812115</c:v>
                </c:pt>
                <c:pt idx="135">
                  <c:v>6.95004701488</c:v>
                </c:pt>
                <c:pt idx="136">
                  <c:v>6.95004466566</c:v>
                </c:pt>
                <c:pt idx="137">
                  <c:v>6.94999888419</c:v>
                </c:pt>
                <c:pt idx="138">
                  <c:v>6.94999619811</c:v>
                </c:pt>
                <c:pt idx="139">
                  <c:v>6.9499451483</c:v>
                </c:pt>
                <c:pt idx="140">
                  <c:v>6.94994209022</c:v>
                </c:pt>
                <c:pt idx="141">
                  <c:v>6.94988473138</c:v>
                </c:pt>
                <c:pt idx="142">
                  <c:v>6.94988134115</c:v>
                </c:pt>
                <c:pt idx="143">
                  <c:v>6.9498179401</c:v>
                </c:pt>
                <c:pt idx="144">
                  <c:v>6.94981436426</c:v>
                </c:pt>
                <c:pt idx="145">
                  <c:v>6.94974722313</c:v>
                </c:pt>
                <c:pt idx="146">
                  <c:v>6.94974338507</c:v>
                </c:pt>
                <c:pt idx="147">
                  <c:v>6.94973184862</c:v>
                </c:pt>
                <c:pt idx="148">
                  <c:v>6.94967241403</c:v>
                </c:pt>
                <c:pt idx="149">
                  <c:v>6.94966826999</c:v>
                </c:pt>
                <c:pt idx="150">
                  <c:v>6.94965177441</c:v>
                </c:pt>
                <c:pt idx="151">
                  <c:v>6.94959184053</c:v>
                </c:pt>
                <c:pt idx="152">
                  <c:v>6.94958745784</c:v>
                </c:pt>
                <c:pt idx="153">
                  <c:v>6.94950609513</c:v>
                </c:pt>
                <c:pt idx="154">
                  <c:v>6.94950152411</c:v>
                </c:pt>
                <c:pt idx="155">
                  <c:v>6.94941666851</c:v>
                </c:pt>
                <c:pt idx="156">
                  <c:v>6.9494118568</c:v>
                </c:pt>
                <c:pt idx="157">
                  <c:v>6.94932440273</c:v>
                </c:pt>
                <c:pt idx="158">
                  <c:v>6.94931937015</c:v>
                </c:pt>
                <c:pt idx="159">
                  <c:v>6.94922770057</c:v>
                </c:pt>
                <c:pt idx="160">
                  <c:v>6.94922254489</c:v>
                </c:pt>
                <c:pt idx="161">
                  <c:v>6.94912680882</c:v>
                </c:pt>
                <c:pt idx="162">
                  <c:v>6.94912145392</c:v>
                </c:pt>
                <c:pt idx="163">
                  <c:v>6.94902347972</c:v>
                </c:pt>
                <c:pt idx="164">
                  <c:v>6.94901796893</c:v>
                </c:pt>
                <c:pt idx="165">
                  <c:v>6.9489186082</c:v>
                </c:pt>
                <c:pt idx="166">
                  <c:v>6.9489130002</c:v>
                </c:pt>
                <c:pt idx="167">
                  <c:v>6.94881121068</c:v>
                </c:pt>
                <c:pt idx="168">
                  <c:v>6.9488054867</c:v>
                </c:pt>
                <c:pt idx="169">
                  <c:v>6.94870079578</c:v>
                </c:pt>
                <c:pt idx="170">
                  <c:v>6.94869496441</c:v>
                </c:pt>
                <c:pt idx="171">
                  <c:v>6.94858900491</c:v>
                </c:pt>
                <c:pt idx="172">
                  <c:v>6.94858308532</c:v>
                </c:pt>
                <c:pt idx="173">
                  <c:v>6.94847716261</c:v>
                </c:pt>
                <c:pt idx="174">
                  <c:v>6.94847122979</c:v>
                </c:pt>
                <c:pt idx="175">
                  <c:v>6.94836409948</c:v>
                </c:pt>
                <c:pt idx="176">
                  <c:v>6.94835815507</c:v>
                </c:pt>
                <c:pt idx="177">
                  <c:v>6.94824918426</c:v>
                </c:pt>
                <c:pt idx="178">
                  <c:v>6.94824313721</c:v>
                </c:pt>
                <c:pt idx="179">
                  <c:v>6.94813436309</c:v>
                </c:pt>
                <c:pt idx="180">
                  <c:v>6.9481282738</c:v>
                </c:pt>
                <c:pt idx="181">
                  <c:v>6.9480205951</c:v>
                </c:pt>
                <c:pt idx="182">
                  <c:v>6.94801463908</c:v>
                </c:pt>
                <c:pt idx="183">
                  <c:v>6.94790771805</c:v>
                </c:pt>
                <c:pt idx="184">
                  <c:v>6.94790183328</c:v>
                </c:pt>
                <c:pt idx="185">
                  <c:v>6.94779473519</c:v>
                </c:pt>
                <c:pt idx="186">
                  <c:v>6.94778880565</c:v>
                </c:pt>
                <c:pt idx="187">
                  <c:v>6.94768233685</c:v>
                </c:pt>
                <c:pt idx="188">
                  <c:v>6.94767643374</c:v>
                </c:pt>
                <c:pt idx="189">
                  <c:v>6.94757316615</c:v>
                </c:pt>
                <c:pt idx="190">
                  <c:v>6.9475674891</c:v>
                </c:pt>
                <c:pt idx="191">
                  <c:v>6.94746653959</c:v>
                </c:pt>
                <c:pt idx="192">
                  <c:v>6.94746103951</c:v>
                </c:pt>
                <c:pt idx="193">
                  <c:v>6.94736170448</c:v>
                </c:pt>
                <c:pt idx="194">
                  <c:v>6.94735622394</c:v>
                </c:pt>
                <c:pt idx="195">
                  <c:v>6.94725923296</c:v>
                </c:pt>
                <c:pt idx="196">
                  <c:v>6.94725389825</c:v>
                </c:pt>
                <c:pt idx="197">
                  <c:v>6.9471608596</c:v>
                </c:pt>
                <c:pt idx="198">
                  <c:v>6.94715583643</c:v>
                </c:pt>
                <c:pt idx="199">
                  <c:v>6.94706661703</c:v>
                </c:pt>
                <c:pt idx="200">
                  <c:v>6.94706178912</c:v>
                </c:pt>
                <c:pt idx="201">
                  <c:v>6.94697511478</c:v>
                </c:pt>
                <c:pt idx="202">
                  <c:v>6.94697036537</c:v>
                </c:pt>
                <c:pt idx="203">
                  <c:v>6.94688672393</c:v>
                </c:pt>
                <c:pt idx="204">
                  <c:v>6.94688211521</c:v>
                </c:pt>
                <c:pt idx="205">
                  <c:v>6.94680265059</c:v>
                </c:pt>
                <c:pt idx="206">
                  <c:v>6.94679839466</c:v>
                </c:pt>
                <c:pt idx="207">
                  <c:v>6.94672374367</c:v>
                </c:pt>
                <c:pt idx="208">
                  <c:v>6.94671976626</c:v>
                </c:pt>
                <c:pt idx="209">
                  <c:v>6.94664837687</c:v>
                </c:pt>
                <c:pt idx="210">
                  <c:v>6.9466444213</c:v>
                </c:pt>
                <c:pt idx="211">
                  <c:v>6.94657571396</c:v>
                </c:pt>
                <c:pt idx="212">
                  <c:v>6.94657197661</c:v>
                </c:pt>
                <c:pt idx="213">
                  <c:v>6.94650810149</c:v>
                </c:pt>
                <c:pt idx="214">
                  <c:v>6.946504751</c:v>
                </c:pt>
                <c:pt idx="215">
                  <c:v>6.9464459206</c:v>
                </c:pt>
                <c:pt idx="216">
                  <c:v>6.94644280942</c:v>
                </c:pt>
                <c:pt idx="217">
                  <c:v>6.94638841088</c:v>
                </c:pt>
                <c:pt idx="218">
                  <c:v>6.94638546488</c:v>
                </c:pt>
                <c:pt idx="219">
                  <c:v>6.94633467639</c:v>
                </c:pt>
                <c:pt idx="220">
                  <c:v>6.94633190946</c:v>
                </c:pt>
                <c:pt idx="221">
                  <c:v>6.94628579133</c:v>
                </c:pt>
                <c:pt idx="222">
                  <c:v>6.94628347354</c:v>
                </c:pt>
                <c:pt idx="223">
                  <c:v>6.94624340607</c:v>
                </c:pt>
                <c:pt idx="224">
                  <c:v>6.94624134133</c:v>
                </c:pt>
                <c:pt idx="225">
                  <c:v>6.94620529102</c:v>
                </c:pt>
                <c:pt idx="226">
                  <c:v>6.94620331631</c:v>
                </c:pt>
                <c:pt idx="227">
                  <c:v>6.94617096849</c:v>
                </c:pt>
                <c:pt idx="228">
                  <c:v>6.94616928086</c:v>
                </c:pt>
                <c:pt idx="229">
                  <c:v>6.94614126572</c:v>
                </c:pt>
                <c:pt idx="230">
                  <c:v>6.94613988976</c:v>
                </c:pt>
                <c:pt idx="231">
                  <c:v>6.94611668959</c:v>
                </c:pt>
                <c:pt idx="232">
                  <c:v>6.94611558099</c:v>
                </c:pt>
                <c:pt idx="233">
                  <c:v>6.94609725456</c:v>
                </c:pt>
                <c:pt idx="234">
                  <c:v>6.9460962594</c:v>
                </c:pt>
                <c:pt idx="235">
                  <c:v>6.94608041516</c:v>
                </c:pt>
                <c:pt idx="236">
                  <c:v>6.94607959019</c:v>
                </c:pt>
                <c:pt idx="237">
                  <c:v>6.94606706801</c:v>
                </c:pt>
                <c:pt idx="238">
                  <c:v>6.94606657367</c:v>
                </c:pt>
                <c:pt idx="239">
                  <c:v>6.9460588529</c:v>
                </c:pt>
                <c:pt idx="240">
                  <c:v>6.94605854776</c:v>
                </c:pt>
                <c:pt idx="241">
                  <c:v>6.94605443854</c:v>
                </c:pt>
                <c:pt idx="242">
                  <c:v>6.94605422074</c:v>
                </c:pt>
                <c:pt idx="243">
                  <c:v>6.94605301554</c:v>
                </c:pt>
                <c:pt idx="244">
                  <c:v>6.94605286031</c:v>
                </c:pt>
                <c:pt idx="245">
                  <c:v>6.94605208266</c:v>
                </c:pt>
                <c:pt idx="246">
                  <c:v>6.94605200181</c:v>
                </c:pt>
                <c:pt idx="247">
                  <c:v>6.94605166115</c:v>
                </c:pt>
                <c:pt idx="248">
                  <c:v>6.94605211802</c:v>
                </c:pt>
                <c:pt idx="249">
                  <c:v>6.94605224996</c:v>
                </c:pt>
                <c:pt idx="250">
                  <c:v>6.94605565442</c:v>
                </c:pt>
                <c:pt idx="251">
                  <c:v>6.94605592159</c:v>
                </c:pt>
                <c:pt idx="252">
                  <c:v>6.94606215369</c:v>
                </c:pt>
                <c:pt idx="253">
                  <c:v>6.9460624906</c:v>
                </c:pt>
                <c:pt idx="254">
                  <c:v>6.94607018311</c:v>
                </c:pt>
                <c:pt idx="255">
                  <c:v>6.94607064813</c:v>
                </c:pt>
                <c:pt idx="256">
                  <c:v>6.94607896772</c:v>
                </c:pt>
                <c:pt idx="257">
                  <c:v>6.94607953415</c:v>
                </c:pt>
                <c:pt idx="258">
                  <c:v>6.94609015744</c:v>
                </c:pt>
                <c:pt idx="259">
                  <c:v>6.94609078968</c:v>
                </c:pt>
                <c:pt idx="260">
                  <c:v>6.94610379264</c:v>
                </c:pt>
                <c:pt idx="261">
                  <c:v>6.94610448027</c:v>
                </c:pt>
                <c:pt idx="262">
                  <c:v>6.94611765212</c:v>
                </c:pt>
                <c:pt idx="263">
                  <c:v>6.9461184033</c:v>
                </c:pt>
                <c:pt idx="264">
                  <c:v>6.94613148597</c:v>
                </c:pt>
                <c:pt idx="265">
                  <c:v>6.94613228813</c:v>
                </c:pt>
                <c:pt idx="266">
                  <c:v>6.94614651233</c:v>
                </c:pt>
                <c:pt idx="267">
                  <c:v>6.94614730508</c:v>
                </c:pt>
                <c:pt idx="268">
                  <c:v>6.94616285947</c:v>
                </c:pt>
                <c:pt idx="269">
                  <c:v>6.94616369274</c:v>
                </c:pt>
                <c:pt idx="270">
                  <c:v>6.94617906542</c:v>
                </c:pt>
                <c:pt idx="271">
                  <c:v>6.94617992775</c:v>
                </c:pt>
                <c:pt idx="272">
                  <c:v>6.9461940922</c:v>
                </c:pt>
                <c:pt idx="273">
                  <c:v>6.94619490304</c:v>
                </c:pt>
                <c:pt idx="274">
                  <c:v>6.94620899228</c:v>
                </c:pt>
                <c:pt idx="275">
                  <c:v>6.94620974891</c:v>
                </c:pt>
                <c:pt idx="276">
                  <c:v>6.94622460809</c:v>
                </c:pt>
                <c:pt idx="277">
                  <c:v>6.94622540662</c:v>
                </c:pt>
                <c:pt idx="278">
                  <c:v>6.94623937578</c:v>
                </c:pt>
                <c:pt idx="279">
                  <c:v>6.94624013837</c:v>
                </c:pt>
                <c:pt idx="280">
                  <c:v>6.94625219229</c:v>
                </c:pt>
                <c:pt idx="281">
                  <c:v>6.94625284527</c:v>
                </c:pt>
                <c:pt idx="282">
                  <c:v>6.94626363302</c:v>
                </c:pt>
                <c:pt idx="283">
                  <c:v>6.94626418919</c:v>
                </c:pt>
                <c:pt idx="284">
                  <c:v>6.94627520884</c:v>
                </c:pt>
                <c:pt idx="285">
                  <c:v>6.94627577877</c:v>
                </c:pt>
                <c:pt idx="286">
                  <c:v>6.94628555834</c:v>
                </c:pt>
                <c:pt idx="287">
                  <c:v>6.9462860723</c:v>
                </c:pt>
                <c:pt idx="288">
                  <c:v>6.94629296596</c:v>
                </c:pt>
                <c:pt idx="289">
                  <c:v>6.94629326785</c:v>
                </c:pt>
                <c:pt idx="290">
                  <c:v>6.94629818207</c:v>
                </c:pt>
                <c:pt idx="291">
                  <c:v>6.94629835886</c:v>
                </c:pt>
                <c:pt idx="292">
                  <c:v>6.94630173746</c:v>
                </c:pt>
                <c:pt idx="293">
                  <c:v>6.94630191272</c:v>
                </c:pt>
                <c:pt idx="294">
                  <c:v>6.9463037793</c:v>
                </c:pt>
                <c:pt idx="295">
                  <c:v>6.94630375871</c:v>
                </c:pt>
                <c:pt idx="296">
                  <c:v>6.94630384667</c:v>
                </c:pt>
                <c:pt idx="297">
                  <c:v>6.94630386759</c:v>
                </c:pt>
                <c:pt idx="298">
                  <c:v>6.94630225875</c:v>
                </c:pt>
                <c:pt idx="299">
                  <c:v>6.94630206971</c:v>
                </c:pt>
                <c:pt idx="300">
                  <c:v>6.94629789695</c:v>
                </c:pt>
                <c:pt idx="301">
                  <c:v>6.94629756075</c:v>
                </c:pt>
                <c:pt idx="302">
                  <c:v>6.94629200008</c:v>
                </c:pt>
                <c:pt idx="303">
                  <c:v>6.94629166595</c:v>
                </c:pt>
                <c:pt idx="304">
                  <c:v>6.94628451471</c:v>
                </c:pt>
                <c:pt idx="305">
                  <c:v>6.94628410772</c:v>
                </c:pt>
                <c:pt idx="306">
                  <c:v>6.94627419134</c:v>
                </c:pt>
                <c:pt idx="307">
                  <c:v>6.94627352379</c:v>
                </c:pt>
                <c:pt idx="308">
                  <c:v>6.946260508</c:v>
                </c:pt>
                <c:pt idx="309">
                  <c:v>6.94625965534</c:v>
                </c:pt>
                <c:pt idx="310">
                  <c:v>6.94624500183</c:v>
                </c:pt>
                <c:pt idx="311">
                  <c:v>6.94624419048</c:v>
                </c:pt>
                <c:pt idx="312">
                  <c:v>6.94622820826</c:v>
                </c:pt>
                <c:pt idx="313">
                  <c:v>6.94622729707</c:v>
                </c:pt>
                <c:pt idx="314">
                  <c:v>6.94620805929</c:v>
                </c:pt>
                <c:pt idx="315">
                  <c:v>6.94620685572</c:v>
                </c:pt>
                <c:pt idx="316">
                  <c:v>6.94618408974</c:v>
                </c:pt>
                <c:pt idx="317">
                  <c:v>6.94618270972</c:v>
                </c:pt>
                <c:pt idx="318">
                  <c:v>6.946157981</c:v>
                </c:pt>
                <c:pt idx="319">
                  <c:v>6.94615660396</c:v>
                </c:pt>
                <c:pt idx="320">
                  <c:v>6.94613012332</c:v>
                </c:pt>
                <c:pt idx="321">
                  <c:v>6.94612863075</c:v>
                </c:pt>
                <c:pt idx="322">
                  <c:v>6.94609967483</c:v>
                </c:pt>
                <c:pt idx="323">
                  <c:v>6.94609791709</c:v>
                </c:pt>
                <c:pt idx="324">
                  <c:v>6.94606552341</c:v>
                </c:pt>
                <c:pt idx="325">
                  <c:v>6.94606360196</c:v>
                </c:pt>
                <c:pt idx="326">
                  <c:v>6.94602904651</c:v>
                </c:pt>
                <c:pt idx="327">
                  <c:v>6.94602716715</c:v>
                </c:pt>
                <c:pt idx="328">
                  <c:v>6.94599157793</c:v>
                </c:pt>
                <c:pt idx="329">
                  <c:v>6.94598958503</c:v>
                </c:pt>
                <c:pt idx="330">
                  <c:v>6.94595181886</c:v>
                </c:pt>
                <c:pt idx="331">
                  <c:v>6.94594957071</c:v>
                </c:pt>
                <c:pt idx="332">
                  <c:v>6.94590913006</c:v>
                </c:pt>
                <c:pt idx="333">
                  <c:v>6.9459067893</c:v>
                </c:pt>
                <c:pt idx="334">
                  <c:v>6.94586428361</c:v>
                </c:pt>
                <c:pt idx="335">
                  <c:v>6.94586193886</c:v>
                </c:pt>
                <c:pt idx="336">
                  <c:v>6.94581876518</c:v>
                </c:pt>
                <c:pt idx="337">
                  <c:v>6.9458163709</c:v>
                </c:pt>
                <c:pt idx="338">
                  <c:v>6.94577228357</c:v>
                </c:pt>
                <c:pt idx="339">
                  <c:v>6.94576971736</c:v>
                </c:pt>
                <c:pt idx="340">
                  <c:v>6.9457646762</c:v>
                </c:pt>
                <c:pt idx="341">
                  <c:v>6.94573094301</c:v>
                </c:pt>
                <c:pt idx="342">
                  <c:v>6.94572298929</c:v>
                </c:pt>
                <c:pt idx="343">
                  <c:v>6.94572032494</c:v>
                </c:pt>
                <c:pt idx="344">
                  <c:v>6.94567193998</c:v>
                </c:pt>
                <c:pt idx="345">
                  <c:v>6.94566928758</c:v>
                </c:pt>
                <c:pt idx="346">
                  <c:v>6.94562107786</c:v>
                </c:pt>
                <c:pt idx="347">
                  <c:v>6.94561839693</c:v>
                </c:pt>
                <c:pt idx="348">
                  <c:v>6.94556960453</c:v>
                </c:pt>
                <c:pt idx="349">
                  <c:v>6.94556677897</c:v>
                </c:pt>
                <c:pt idx="350">
                  <c:v>6.94551613737</c:v>
                </c:pt>
                <c:pt idx="351">
                  <c:v>6.94551327551</c:v>
                </c:pt>
                <c:pt idx="352">
                  <c:v>6.94546142781</c:v>
                </c:pt>
                <c:pt idx="353">
                  <c:v>6.94545863409</c:v>
                </c:pt>
                <c:pt idx="354">
                  <c:v>6.94540718911</c:v>
                </c:pt>
                <c:pt idx="355">
                  <c:v>6.94540430008</c:v>
                </c:pt>
                <c:pt idx="356">
                  <c:v>6.94535286192</c:v>
                </c:pt>
                <c:pt idx="357">
                  <c:v>6.94534994964</c:v>
                </c:pt>
                <c:pt idx="358">
                  <c:v>6.94529786723</c:v>
                </c:pt>
                <c:pt idx="359">
                  <c:v>6.94529492818</c:v>
                </c:pt>
                <c:pt idx="360">
                  <c:v>6.94524142166</c:v>
                </c:pt>
                <c:pt idx="361">
                  <c:v>6.94523850668</c:v>
                </c:pt>
                <c:pt idx="362">
                  <c:v>6.94518589918</c:v>
                </c:pt>
                <c:pt idx="363">
                  <c:v>6.94518299687</c:v>
                </c:pt>
                <c:pt idx="364">
                  <c:v>6.94513146571</c:v>
                </c:pt>
                <c:pt idx="365">
                  <c:v>6.94512853382</c:v>
                </c:pt>
                <c:pt idx="366">
                  <c:v>6.94507634412</c:v>
                </c:pt>
                <c:pt idx="367">
                  <c:v>6.94507347858</c:v>
                </c:pt>
                <c:pt idx="368">
                  <c:v>6.94502107155</c:v>
                </c:pt>
                <c:pt idx="369">
                  <c:v>6.94501820013</c:v>
                </c:pt>
                <c:pt idx="370">
                  <c:v>6.94496625629</c:v>
                </c:pt>
                <c:pt idx="371">
                  <c:v>6.94496337435</c:v>
                </c:pt>
                <c:pt idx="372">
                  <c:v>6.94491317323</c:v>
                </c:pt>
                <c:pt idx="373">
                  <c:v>6.94491034487</c:v>
                </c:pt>
                <c:pt idx="374">
                  <c:v>6.94486006662</c:v>
                </c:pt>
                <c:pt idx="375">
                  <c:v>6.94485732617</c:v>
                </c:pt>
                <c:pt idx="376">
                  <c:v>6.94480716041</c:v>
                </c:pt>
                <c:pt idx="377">
                  <c:v>6.94480440808</c:v>
                </c:pt>
                <c:pt idx="378">
                  <c:v>6.94475495834</c:v>
                </c:pt>
                <c:pt idx="379">
                  <c:v>6.94475221113</c:v>
                </c:pt>
                <c:pt idx="380">
                  <c:v>6.94470503936</c:v>
                </c:pt>
                <c:pt idx="381">
                  <c:v>6.94470246196</c:v>
                </c:pt>
                <c:pt idx="382">
                  <c:v>6.94465672014</c:v>
                </c:pt>
                <c:pt idx="383">
                  <c:v>6.94465420426</c:v>
                </c:pt>
                <c:pt idx="384">
                  <c:v>6.94460799292</c:v>
                </c:pt>
                <c:pt idx="385">
                  <c:v>6.94460547003</c:v>
                </c:pt>
                <c:pt idx="386">
                  <c:v>6.9445608668</c:v>
                </c:pt>
                <c:pt idx="387">
                  <c:v>6.94455840501</c:v>
                </c:pt>
                <c:pt idx="388">
                  <c:v>6.94451587346</c:v>
                </c:pt>
                <c:pt idx="389">
                  <c:v>6.9445135452</c:v>
                </c:pt>
                <c:pt idx="390">
                  <c:v>6.94447278707</c:v>
                </c:pt>
                <c:pt idx="391">
                  <c:v>6.94447063137</c:v>
                </c:pt>
                <c:pt idx="392">
                  <c:v>6.94443049748</c:v>
                </c:pt>
                <c:pt idx="393">
                  <c:v>6.94442822488</c:v>
                </c:pt>
                <c:pt idx="394">
                  <c:v>6.94438909531</c:v>
                </c:pt>
                <c:pt idx="395">
                  <c:v>6.94438697443</c:v>
                </c:pt>
                <c:pt idx="396">
                  <c:v>6.94435097011</c:v>
                </c:pt>
                <c:pt idx="397">
                  <c:v>6.94434901106</c:v>
                </c:pt>
                <c:pt idx="398">
                  <c:v>6.94431426434</c:v>
                </c:pt>
                <c:pt idx="399">
                  <c:v>6.94431245268</c:v>
                </c:pt>
                <c:pt idx="400">
                  <c:v>6.94427922994</c:v>
                </c:pt>
                <c:pt idx="401">
                  <c:v>6.94427742651</c:v>
                </c:pt>
                <c:pt idx="402">
                  <c:v>6.94424502016</c:v>
                </c:pt>
                <c:pt idx="403">
                  <c:v>6.94424314836</c:v>
                </c:pt>
                <c:pt idx="404">
                  <c:v>6.94421303267</c:v>
                </c:pt>
                <c:pt idx="405">
                  <c:v>6.9442114933</c:v>
                </c:pt>
                <c:pt idx="406">
                  <c:v>6.94418432151</c:v>
                </c:pt>
                <c:pt idx="407">
                  <c:v>6.94418287095</c:v>
                </c:pt>
                <c:pt idx="408">
                  <c:v>6.94415561704</c:v>
                </c:pt>
                <c:pt idx="409">
                  <c:v>6.94415412223</c:v>
                </c:pt>
                <c:pt idx="410">
                  <c:v>6.94412887797</c:v>
                </c:pt>
                <c:pt idx="411">
                  <c:v>6.94412747201</c:v>
                </c:pt>
                <c:pt idx="412">
                  <c:v>6.9441038254</c:v>
                </c:pt>
                <c:pt idx="413">
                  <c:v>6.94410260453</c:v>
                </c:pt>
                <c:pt idx="414">
                  <c:v>6.94408163801</c:v>
                </c:pt>
                <c:pt idx="415">
                  <c:v>6.94408057807</c:v>
                </c:pt>
                <c:pt idx="416">
                  <c:v>6.9440606498</c:v>
                </c:pt>
                <c:pt idx="417">
                  <c:v>6.94405949252</c:v>
                </c:pt>
                <c:pt idx="418">
                  <c:v>6.94403942881</c:v>
                </c:pt>
                <c:pt idx="419">
                  <c:v>6.94403832012</c:v>
                </c:pt>
                <c:pt idx="420">
                  <c:v>6.94402056727</c:v>
                </c:pt>
                <c:pt idx="421">
                  <c:v>6.94401967833</c:v>
                </c:pt>
                <c:pt idx="422">
                  <c:v>6.94400341128</c:v>
                </c:pt>
                <c:pt idx="423">
                  <c:v>6.94400256567</c:v>
                </c:pt>
                <c:pt idx="424">
                  <c:v>6.94398750468</c:v>
                </c:pt>
                <c:pt idx="425">
                  <c:v>6.94398662288</c:v>
                </c:pt>
                <c:pt idx="426">
                  <c:v>6.94397167175</c:v>
                </c:pt>
                <c:pt idx="427">
                  <c:v>6.94397080552</c:v>
                </c:pt>
                <c:pt idx="428">
                  <c:v>6.94395635708</c:v>
                </c:pt>
                <c:pt idx="429">
                  <c:v>6.9439556473</c:v>
                </c:pt>
                <c:pt idx="430">
                  <c:v>6.94394314169</c:v>
                </c:pt>
                <c:pt idx="431">
                  <c:v>6.94394250459</c:v>
                </c:pt>
                <c:pt idx="432">
                  <c:v>6.94393047362</c:v>
                </c:pt>
                <c:pt idx="433">
                  <c:v>6.94392972906</c:v>
                </c:pt>
                <c:pt idx="434">
                  <c:v>6.94391691443</c:v>
                </c:pt>
                <c:pt idx="435">
                  <c:v>6.94391616907</c:v>
                </c:pt>
                <c:pt idx="436">
                  <c:v>6.94391470334</c:v>
                </c:pt>
                <c:pt idx="437">
                  <c:v>6.94391181941</c:v>
                </c:pt>
                <c:pt idx="438">
                  <c:v>6.94390352344</c:v>
                </c:pt>
                <c:pt idx="439">
                  <c:v>6.94390290985</c:v>
                </c:pt>
                <c:pt idx="440">
                  <c:v>6.94389142346</c:v>
                </c:pt>
                <c:pt idx="441">
                  <c:v>6.94389082063</c:v>
                </c:pt>
                <c:pt idx="442">
                  <c:v>6.94387937988</c:v>
                </c:pt>
                <c:pt idx="443">
                  <c:v>6.94387864952</c:v>
                </c:pt>
                <c:pt idx="444">
                  <c:v>6.9438660305</c:v>
                </c:pt>
                <c:pt idx="445">
                  <c:v>6.94386530109</c:v>
                </c:pt>
                <c:pt idx="446">
                  <c:v>6.94385202988</c:v>
                </c:pt>
                <c:pt idx="447">
                  <c:v>6.94385137789</c:v>
                </c:pt>
                <c:pt idx="448">
                  <c:v>6.94383877806</c:v>
                </c:pt>
                <c:pt idx="449">
                  <c:v>6.94383807174</c:v>
                </c:pt>
                <c:pt idx="450">
                  <c:v>6.94382550613</c:v>
                </c:pt>
                <c:pt idx="451">
                  <c:v>6.94382472662</c:v>
                </c:pt>
                <c:pt idx="452">
                  <c:v>6.94381102905</c:v>
                </c:pt>
                <c:pt idx="453">
                  <c:v>6.94381024018</c:v>
                </c:pt>
                <c:pt idx="454">
                  <c:v>6.94379500006</c:v>
                </c:pt>
                <c:pt idx="455">
                  <c:v>6.94379418354</c:v>
                </c:pt>
                <c:pt idx="456">
                  <c:v>6.94377914321</c:v>
                </c:pt>
                <c:pt idx="457">
                  <c:v>6.94377832567</c:v>
                </c:pt>
                <c:pt idx="458">
                  <c:v>6.94376360198</c:v>
                </c:pt>
                <c:pt idx="459">
                  <c:v>6.9437626576</c:v>
                </c:pt>
                <c:pt idx="460">
                  <c:v>6.94374579809</c:v>
                </c:pt>
                <c:pt idx="461">
                  <c:v>6.94374484273</c:v>
                </c:pt>
                <c:pt idx="462">
                  <c:v>6.94372693654</c:v>
                </c:pt>
                <c:pt idx="463">
                  <c:v>6.94372597616</c:v>
                </c:pt>
                <c:pt idx="464">
                  <c:v>6.94370768981</c:v>
                </c:pt>
                <c:pt idx="465">
                  <c:v>6.94370662829</c:v>
                </c:pt>
                <c:pt idx="466">
                  <c:v>6.94368847981</c:v>
                </c:pt>
                <c:pt idx="467">
                  <c:v>6.94368744605</c:v>
                </c:pt>
                <c:pt idx="468">
                  <c:v>6.94366839151</c:v>
                </c:pt>
                <c:pt idx="469">
                  <c:v>6.94366729477</c:v>
                </c:pt>
                <c:pt idx="470">
                  <c:v>6.94364589265</c:v>
                </c:pt>
                <c:pt idx="471">
                  <c:v>6.94364475529</c:v>
                </c:pt>
                <c:pt idx="472">
                  <c:v>6.94362352906</c:v>
                </c:pt>
                <c:pt idx="473">
                  <c:v>6.94362230695</c:v>
                </c:pt>
                <c:pt idx="474">
                  <c:v>6.94360087465</c:v>
                </c:pt>
                <c:pt idx="475">
                  <c:v>6.94359961843</c:v>
                </c:pt>
                <c:pt idx="476">
                  <c:v>6.94357717371</c:v>
                </c:pt>
                <c:pt idx="477">
                  <c:v>6.94357594392</c:v>
                </c:pt>
                <c:pt idx="478">
                  <c:v>6.94355152812</c:v>
                </c:pt>
                <c:pt idx="479">
                  <c:v>6.94355015458</c:v>
                </c:pt>
                <c:pt idx="480">
                  <c:v>6.94352502548</c:v>
                </c:pt>
                <c:pt idx="481">
                  <c:v>6.94352361451</c:v>
                </c:pt>
                <c:pt idx="482">
                  <c:v>6.94349920151</c:v>
                </c:pt>
                <c:pt idx="483">
                  <c:v>6.94349781098</c:v>
                </c:pt>
                <c:pt idx="484">
                  <c:v>6.94347234156</c:v>
                </c:pt>
                <c:pt idx="485">
                  <c:v>6.94347094053</c:v>
                </c:pt>
                <c:pt idx="486">
                  <c:v>6.94344434484</c:v>
                </c:pt>
                <c:pt idx="487">
                  <c:v>6.94344286888</c:v>
                </c:pt>
                <c:pt idx="488">
                  <c:v>6.9434156753</c:v>
                </c:pt>
                <c:pt idx="489">
                  <c:v>6.94341409632</c:v>
                </c:pt>
                <c:pt idx="490">
                  <c:v>6.94338725922</c:v>
                </c:pt>
                <c:pt idx="491">
                  <c:v>6.94338579947</c:v>
                </c:pt>
                <c:pt idx="492">
                  <c:v>6.94335922795</c:v>
                </c:pt>
                <c:pt idx="493">
                  <c:v>6.94335777178</c:v>
                </c:pt>
                <c:pt idx="494">
                  <c:v>6.9433294591</c:v>
                </c:pt>
                <c:pt idx="495">
                  <c:v>6.94332784837</c:v>
                </c:pt>
                <c:pt idx="496">
                  <c:v>6.94329891934</c:v>
                </c:pt>
                <c:pt idx="497">
                  <c:v>6.94329726069</c:v>
                </c:pt>
                <c:pt idx="498">
                  <c:v>6.94326905263</c:v>
                </c:pt>
                <c:pt idx="499">
                  <c:v>6.94326746583</c:v>
                </c:pt>
                <c:pt idx="500">
                  <c:v>6.94323879162</c:v>
                </c:pt>
                <c:pt idx="501">
                  <c:v>6.94323725783</c:v>
                </c:pt>
                <c:pt idx="502">
                  <c:v>6.94320784737</c:v>
                </c:pt>
                <c:pt idx="503">
                  <c:v>6.94320617465</c:v>
                </c:pt>
                <c:pt idx="504">
                  <c:v>6.94317562851</c:v>
                </c:pt>
                <c:pt idx="505">
                  <c:v>6.94317388378</c:v>
                </c:pt>
                <c:pt idx="506">
                  <c:v>6.94314394964</c:v>
                </c:pt>
                <c:pt idx="507">
                  <c:v>6.94314236617</c:v>
                </c:pt>
                <c:pt idx="508">
                  <c:v>6.94311369397</c:v>
                </c:pt>
                <c:pt idx="509">
                  <c:v>6.94311212537</c:v>
                </c:pt>
                <c:pt idx="510">
                  <c:v>6.94308228116</c:v>
                </c:pt>
                <c:pt idx="511">
                  <c:v>6.9430805745</c:v>
                </c:pt>
                <c:pt idx="512">
                  <c:v>6.94305067463</c:v>
                </c:pt>
                <c:pt idx="513">
                  <c:v>6.94304897792</c:v>
                </c:pt>
                <c:pt idx="514">
                  <c:v>6.94301986793</c:v>
                </c:pt>
                <c:pt idx="515">
                  <c:v>6.9430182849</c:v>
                </c:pt>
                <c:pt idx="516">
                  <c:v>6.94298981445</c:v>
                </c:pt>
                <c:pt idx="517">
                  <c:v>6.94298831204</c:v>
                </c:pt>
                <c:pt idx="518">
                  <c:v>6.94296044061</c:v>
                </c:pt>
                <c:pt idx="519">
                  <c:v>6.94295883582</c:v>
                </c:pt>
                <c:pt idx="520">
                  <c:v>6.94293035264</c:v>
                </c:pt>
                <c:pt idx="521">
                  <c:v>6.94292875384</c:v>
                </c:pt>
                <c:pt idx="522">
                  <c:v>6.94290132261</c:v>
                </c:pt>
                <c:pt idx="523">
                  <c:v>6.94289990042</c:v>
                </c:pt>
                <c:pt idx="524">
                  <c:v>6.94287432658</c:v>
                </c:pt>
                <c:pt idx="525">
                  <c:v>6.94287295791</c:v>
                </c:pt>
                <c:pt idx="526">
                  <c:v>6.94284771413</c:v>
                </c:pt>
                <c:pt idx="527">
                  <c:v>6.94284628422</c:v>
                </c:pt>
                <c:pt idx="528">
                  <c:v>6.94282138711</c:v>
                </c:pt>
                <c:pt idx="529">
                  <c:v>6.94281995353</c:v>
                </c:pt>
                <c:pt idx="530">
                  <c:v>6.94281859262</c:v>
                </c:pt>
                <c:pt idx="531">
                  <c:v>6.94280893059</c:v>
                </c:pt>
                <c:pt idx="532">
                  <c:v>6.94279574261</c:v>
                </c:pt>
                <c:pt idx="533">
                  <c:v>6.94279450844</c:v>
                </c:pt>
                <c:pt idx="534">
                  <c:v>6.94277247084</c:v>
                </c:pt>
                <c:pt idx="535">
                  <c:v>6.94277131596</c:v>
                </c:pt>
                <c:pt idx="536">
                  <c:v>6.94275076895</c:v>
                </c:pt>
                <c:pt idx="537">
                  <c:v>6.94274955585</c:v>
                </c:pt>
                <c:pt idx="538">
                  <c:v>6.94272877804</c:v>
                </c:pt>
                <c:pt idx="539">
                  <c:v>6.94272764937</c:v>
                </c:pt>
                <c:pt idx="540">
                  <c:v>6.94270808862</c:v>
                </c:pt>
                <c:pt idx="541">
                  <c:v>6.94270710852</c:v>
                </c:pt>
                <c:pt idx="542">
                  <c:v>6.94268959641</c:v>
                </c:pt>
                <c:pt idx="543">
                  <c:v>6.94268868611</c:v>
                </c:pt>
                <c:pt idx="544">
                  <c:v>6.94267246075</c:v>
                </c:pt>
                <c:pt idx="545">
                  <c:v>6.94267149651</c:v>
                </c:pt>
                <c:pt idx="546">
                  <c:v>6.94265551454</c:v>
                </c:pt>
                <c:pt idx="547">
                  <c:v>6.94265465155</c:v>
                </c:pt>
                <c:pt idx="548">
                  <c:v>6.94263943674</c:v>
                </c:pt>
                <c:pt idx="549">
                  <c:v>6.94263868631</c:v>
                </c:pt>
                <c:pt idx="550">
                  <c:v>6.94262541814</c:v>
                </c:pt>
                <c:pt idx="551">
                  <c:v>6.94262474661</c:v>
                </c:pt>
                <c:pt idx="552">
                  <c:v>6.94261344731</c:v>
                </c:pt>
                <c:pt idx="553">
                  <c:v>6.9426127828</c:v>
                </c:pt>
                <c:pt idx="554">
                  <c:v>6.94260176732</c:v>
                </c:pt>
                <c:pt idx="555">
                  <c:v>6.94260113322</c:v>
                </c:pt>
                <c:pt idx="556">
                  <c:v>6.94259025681</c:v>
                </c:pt>
                <c:pt idx="557">
                  <c:v>6.94258977535</c:v>
                </c:pt>
                <c:pt idx="558">
                  <c:v>6.94258078673</c:v>
                </c:pt>
                <c:pt idx="559">
                  <c:v>6.9425803116</c:v>
                </c:pt>
                <c:pt idx="560">
                  <c:v>6.94257264053</c:v>
                </c:pt>
                <c:pt idx="561">
                  <c:v>6.94257220179</c:v>
                </c:pt>
                <c:pt idx="562">
                  <c:v>6.94256524315</c:v>
                </c:pt>
                <c:pt idx="563">
                  <c:v>6.9425648786</c:v>
                </c:pt>
                <c:pt idx="564">
                  <c:v>6.94255750676</c:v>
                </c:pt>
                <c:pt idx="565">
                  <c:v>6.94255715648</c:v>
                </c:pt>
                <c:pt idx="566">
                  <c:v>6.94255122122</c:v>
                </c:pt>
                <c:pt idx="567">
                  <c:v>6.9425509154</c:v>
                </c:pt>
                <c:pt idx="568">
                  <c:v>6.9425467931</c:v>
                </c:pt>
                <c:pt idx="569">
                  <c:v>6.94254651945</c:v>
                </c:pt>
                <c:pt idx="570">
                  <c:v>6.94254224844</c:v>
                </c:pt>
                <c:pt idx="571">
                  <c:v>6.9425420489</c:v>
                </c:pt>
                <c:pt idx="572">
                  <c:v>6.9425380951</c:v>
                </c:pt>
                <c:pt idx="573">
                  <c:v>6.94253794765</c:v>
                </c:pt>
                <c:pt idx="574">
                  <c:v>6.94253490622</c:v>
                </c:pt>
                <c:pt idx="575">
                  <c:v>6.94253475562</c:v>
                </c:pt>
                <c:pt idx="576">
                  <c:v>6.94253387047</c:v>
                </c:pt>
                <c:pt idx="577">
                  <c:v>6.94253387708</c:v>
                </c:pt>
                <c:pt idx="578">
                  <c:v>6.9425338149</c:v>
                </c:pt>
                <c:pt idx="579">
                  <c:v>6.94253382097</c:v>
                </c:pt>
                <c:pt idx="580">
                  <c:v>6.94253293568</c:v>
                </c:pt>
                <c:pt idx="581">
                  <c:v>6.94253291214</c:v>
                </c:pt>
                <c:pt idx="582">
                  <c:v>6.9425315366</c:v>
                </c:pt>
                <c:pt idx="583">
                  <c:v>6.9425315066</c:v>
                </c:pt>
                <c:pt idx="584">
                  <c:v>6.94253079042</c:v>
                </c:pt>
                <c:pt idx="585">
                  <c:v>6.94253082058</c:v>
                </c:pt>
                <c:pt idx="586">
                  <c:v>6.94253074478</c:v>
                </c:pt>
                <c:pt idx="587">
                  <c:v>6.94253077625</c:v>
                </c:pt>
                <c:pt idx="588">
                  <c:v>6.94253067388</c:v>
                </c:pt>
                <c:pt idx="589">
                  <c:v>6.94253075467</c:v>
                </c:pt>
                <c:pt idx="590">
                  <c:v>6.94253075504</c:v>
                </c:pt>
                <c:pt idx="591">
                  <c:v>6.94253157039</c:v>
                </c:pt>
                <c:pt idx="592">
                  <c:v>6.94253153262</c:v>
                </c:pt>
                <c:pt idx="593">
                  <c:v>6.94253159923</c:v>
                </c:pt>
                <c:pt idx="594">
                  <c:v>6.94253160359</c:v>
                </c:pt>
                <c:pt idx="595">
                  <c:v>6.94253070322</c:v>
                </c:pt>
                <c:pt idx="596">
                  <c:v>6.94253064181</c:v>
                </c:pt>
                <c:pt idx="597">
                  <c:v>6.94252957704</c:v>
                </c:pt>
                <c:pt idx="598">
                  <c:v>6.94252961217</c:v>
                </c:pt>
                <c:pt idx="599">
                  <c:v>6.94252953729</c:v>
                </c:pt>
                <c:pt idx="600">
                  <c:v>6.9425295767</c:v>
                </c:pt>
                <c:pt idx="601">
                  <c:v>6.94252906797</c:v>
                </c:pt>
                <c:pt idx="602">
                  <c:v>6.94252902369</c:v>
                </c:pt>
                <c:pt idx="603">
                  <c:v>6.94252813344</c:v>
                </c:pt>
                <c:pt idx="604">
                  <c:v>6.94252809513</c:v>
                </c:pt>
                <c:pt idx="605">
                  <c:v>6.94252586861</c:v>
                </c:pt>
                <c:pt idx="606">
                  <c:v>6.94252570911</c:v>
                </c:pt>
                <c:pt idx="607">
                  <c:v>6.94252222711</c:v>
                </c:pt>
                <c:pt idx="608">
                  <c:v>6.94252196704</c:v>
                </c:pt>
                <c:pt idx="609">
                  <c:v>6.94251918141</c:v>
                </c:pt>
                <c:pt idx="610">
                  <c:v>6.94251904884</c:v>
                </c:pt>
                <c:pt idx="611">
                  <c:v>6.94251578927</c:v>
                </c:pt>
                <c:pt idx="612">
                  <c:v>6.94251562237</c:v>
                </c:pt>
                <c:pt idx="613">
                  <c:v>6.94251131662</c:v>
                </c:pt>
                <c:pt idx="614">
                  <c:v>6.94251101661</c:v>
                </c:pt>
                <c:pt idx="615">
                  <c:v>6.94250536006</c:v>
                </c:pt>
                <c:pt idx="616">
                  <c:v>6.94250497218</c:v>
                </c:pt>
                <c:pt idx="617">
                  <c:v>6.94249899474</c:v>
                </c:pt>
                <c:pt idx="618">
                  <c:v>6.94249869976</c:v>
                </c:pt>
                <c:pt idx="619">
                  <c:v>6.94249260256</c:v>
                </c:pt>
                <c:pt idx="620">
                  <c:v>6.94249227556</c:v>
                </c:pt>
                <c:pt idx="621">
                  <c:v>6.94248461166</c:v>
                </c:pt>
                <c:pt idx="622">
                  <c:v>6.94248409285</c:v>
                </c:pt>
                <c:pt idx="623">
                  <c:v>6.9424745579</c:v>
                </c:pt>
                <c:pt idx="624">
                  <c:v>6.9424739542</c:v>
                </c:pt>
                <c:pt idx="625">
                  <c:v>6.94246367787</c:v>
                </c:pt>
                <c:pt idx="626">
                  <c:v>6.94246313695</c:v>
                </c:pt>
                <c:pt idx="627">
                  <c:v>6.94245242338</c:v>
                </c:pt>
                <c:pt idx="628">
                  <c:v>6.94245182997</c:v>
                </c:pt>
                <c:pt idx="629">
                  <c:v>6.94243917579</c:v>
                </c:pt>
                <c:pt idx="630">
                  <c:v>6.94243835519</c:v>
                </c:pt>
                <c:pt idx="631">
                  <c:v>6.94242333556</c:v>
                </c:pt>
                <c:pt idx="632">
                  <c:v>6.94242240181</c:v>
                </c:pt>
                <c:pt idx="633">
                  <c:v>6.94240961711</c:v>
                </c:pt>
                <c:pt idx="634">
                  <c:v>6.94240588703</c:v>
                </c:pt>
                <c:pt idx="635">
                  <c:v>6.94240498993</c:v>
                </c:pt>
                <c:pt idx="636">
                  <c:v>6.94240399826</c:v>
                </c:pt>
                <c:pt idx="637">
                  <c:v>6.94238766742</c:v>
                </c:pt>
                <c:pt idx="638">
                  <c:v>6.94238671455</c:v>
                </c:pt>
                <c:pt idx="639">
                  <c:v>6.94236732119</c:v>
                </c:pt>
                <c:pt idx="640">
                  <c:v>6.94236611157</c:v>
                </c:pt>
                <c:pt idx="641">
                  <c:v>6.94234392186</c:v>
                </c:pt>
                <c:pt idx="642">
                  <c:v>6.94234262298</c:v>
                </c:pt>
                <c:pt idx="643">
                  <c:v>6.94231910389</c:v>
                </c:pt>
                <c:pt idx="644">
                  <c:v>6.94231779427</c:v>
                </c:pt>
                <c:pt idx="645">
                  <c:v>6.94229259978</c:v>
                </c:pt>
                <c:pt idx="646">
                  <c:v>6.94229119176</c:v>
                </c:pt>
                <c:pt idx="647">
                  <c:v>6.94226483959</c:v>
                </c:pt>
                <c:pt idx="648">
                  <c:v>6.94226323803</c:v>
                </c:pt>
                <c:pt idx="649">
                  <c:v>6.94223378855</c:v>
                </c:pt>
                <c:pt idx="650">
                  <c:v>6.94223204712</c:v>
                </c:pt>
                <c:pt idx="651">
                  <c:v>6.9422004309</c:v>
                </c:pt>
                <c:pt idx="652">
                  <c:v>6.94219873526</c:v>
                </c:pt>
                <c:pt idx="653">
                  <c:v>6.94216675133</c:v>
                </c:pt>
                <c:pt idx="654">
                  <c:v>6.94216494127</c:v>
                </c:pt>
                <c:pt idx="655">
                  <c:v>6.94213109104</c:v>
                </c:pt>
                <c:pt idx="656">
                  <c:v>6.94212910696</c:v>
                </c:pt>
                <c:pt idx="657">
                  <c:v>6.94209339113</c:v>
                </c:pt>
                <c:pt idx="658">
                  <c:v>6.94209133237</c:v>
                </c:pt>
                <c:pt idx="659">
                  <c:v>6.9420528945</c:v>
                </c:pt>
                <c:pt idx="660">
                  <c:v>6.94205081044</c:v>
                </c:pt>
                <c:pt idx="661">
                  <c:v>6.94201230775</c:v>
                </c:pt>
                <c:pt idx="662">
                  <c:v>6.94201016096</c:v>
                </c:pt>
                <c:pt idx="663">
                  <c:v>6.94197088604</c:v>
                </c:pt>
                <c:pt idx="664">
                  <c:v>6.94196858738</c:v>
                </c:pt>
                <c:pt idx="665">
                  <c:v>6.94192705943</c:v>
                </c:pt>
                <c:pt idx="666">
                  <c:v>6.94192474358</c:v>
                </c:pt>
                <c:pt idx="667">
                  <c:v>6.94188226884</c:v>
                </c:pt>
                <c:pt idx="668">
                  <c:v>6.94187991339</c:v>
                </c:pt>
                <c:pt idx="669">
                  <c:v>6.94183638223</c:v>
                </c:pt>
                <c:pt idx="670">
                  <c:v>6.94183398695</c:v>
                </c:pt>
                <c:pt idx="671">
                  <c:v>6.941791465</c:v>
                </c:pt>
                <c:pt idx="672">
                  <c:v>6.94178900895</c:v>
                </c:pt>
                <c:pt idx="673">
                  <c:v>6.94174467352</c:v>
                </c:pt>
                <c:pt idx="674">
                  <c:v>6.94174217024</c:v>
                </c:pt>
                <c:pt idx="675">
                  <c:v>6.94169645673</c:v>
                </c:pt>
                <c:pt idx="676">
                  <c:v>6.94169397176</c:v>
                </c:pt>
                <c:pt idx="677">
                  <c:v>6.94164861108</c:v>
                </c:pt>
                <c:pt idx="678">
                  <c:v>6.94164603796</c:v>
                </c:pt>
                <c:pt idx="679">
                  <c:v>6.9416005936</c:v>
                </c:pt>
                <c:pt idx="680">
                  <c:v>6.94159805853</c:v>
                </c:pt>
                <c:pt idx="681">
                  <c:v>6.94155213377</c:v>
                </c:pt>
                <c:pt idx="682">
                  <c:v>6.94154957092</c:v>
                </c:pt>
                <c:pt idx="683">
                  <c:v>6.94150236709</c:v>
                </c:pt>
                <c:pt idx="684">
                  <c:v>6.94149978869</c:v>
                </c:pt>
                <c:pt idx="685">
                  <c:v>6.94145319925</c:v>
                </c:pt>
                <c:pt idx="686">
                  <c:v>6.94145060248</c:v>
                </c:pt>
                <c:pt idx="687">
                  <c:v>6.94140526757</c:v>
                </c:pt>
                <c:pt idx="688">
                  <c:v>6.94140270394</c:v>
                </c:pt>
                <c:pt idx="689">
                  <c:v>6.94135797285</c:v>
                </c:pt>
                <c:pt idx="690">
                  <c:v>6.94135554952</c:v>
                </c:pt>
                <c:pt idx="691">
                  <c:v>6.94131064098</c:v>
                </c:pt>
                <c:pt idx="692">
                  <c:v>6.94130818473</c:v>
                </c:pt>
                <c:pt idx="693">
                  <c:v>6.94126441109</c:v>
                </c:pt>
                <c:pt idx="694">
                  <c:v>6.9412619937</c:v>
                </c:pt>
                <c:pt idx="695">
                  <c:v>6.94122031851</c:v>
                </c:pt>
                <c:pt idx="696">
                  <c:v>6.94121805395</c:v>
                </c:pt>
                <c:pt idx="697">
                  <c:v>6.94117794587</c:v>
                </c:pt>
                <c:pt idx="698">
                  <c:v>6.94117579345</c:v>
                </c:pt>
                <c:pt idx="699">
                  <c:v>6.94113638409</c:v>
                </c:pt>
                <c:pt idx="700">
                  <c:v>6.94113424164</c:v>
                </c:pt>
                <c:pt idx="701">
                  <c:v>6.94109641501</c:v>
                </c:pt>
                <c:pt idx="702">
                  <c:v>6.94109432878</c:v>
                </c:pt>
                <c:pt idx="703">
                  <c:v>6.9410592186</c:v>
                </c:pt>
                <c:pt idx="704">
                  <c:v>6.94105731975</c:v>
                </c:pt>
                <c:pt idx="705">
                  <c:v>6.94102401449</c:v>
                </c:pt>
                <c:pt idx="706">
                  <c:v>6.94102224715</c:v>
                </c:pt>
                <c:pt idx="707">
                  <c:v>6.94099011443</c:v>
                </c:pt>
                <c:pt idx="708">
                  <c:v>6.94098835657</c:v>
                </c:pt>
                <c:pt idx="709">
                  <c:v>6.94095748911</c:v>
                </c:pt>
                <c:pt idx="710">
                  <c:v>6.94095578339</c:v>
                </c:pt>
                <c:pt idx="711">
                  <c:v>6.94092790175</c:v>
                </c:pt>
                <c:pt idx="712">
                  <c:v>6.94092645878</c:v>
                </c:pt>
                <c:pt idx="713">
                  <c:v>6.94090141861</c:v>
                </c:pt>
                <c:pt idx="714">
                  <c:v>6.94090011278</c:v>
                </c:pt>
                <c:pt idx="715">
                  <c:v>6.94087636667</c:v>
                </c:pt>
                <c:pt idx="716">
                  <c:v>6.94087506616</c:v>
                </c:pt>
                <c:pt idx="717">
                  <c:v>6.9408531305</c:v>
                </c:pt>
                <c:pt idx="718">
                  <c:v>6.94085194853</c:v>
                </c:pt>
                <c:pt idx="719">
                  <c:v>6.94083306849</c:v>
                </c:pt>
                <c:pt idx="720">
                  <c:v>6.94083214315</c:v>
                </c:pt>
                <c:pt idx="721">
                  <c:v>6.94081629959</c:v>
                </c:pt>
                <c:pt idx="722">
                  <c:v>6.94081556231</c:v>
                </c:pt>
                <c:pt idx="723">
                  <c:v>6.94080190507</c:v>
                </c:pt>
                <c:pt idx="724">
                  <c:v>6.94080114306</c:v>
                </c:pt>
                <c:pt idx="725">
                  <c:v>6.940789494</c:v>
                </c:pt>
                <c:pt idx="726">
                  <c:v>6.94078886008</c:v>
                </c:pt>
                <c:pt idx="727">
                  <c:v>6.94078009017</c:v>
                </c:pt>
                <c:pt idx="728">
                  <c:v>6.94077974719</c:v>
                </c:pt>
                <c:pt idx="729">
                  <c:v>6.9407790116</c:v>
                </c:pt>
                <c:pt idx="730">
                  <c:v>6.94077453714</c:v>
                </c:pt>
                <c:pt idx="731">
                  <c:v>6.94077437115</c:v>
                </c:pt>
                <c:pt idx="732">
                  <c:v>6.94077133694</c:v>
                </c:pt>
                <c:pt idx="733">
                  <c:v>6.94077116987</c:v>
                </c:pt>
                <c:pt idx="734">
                  <c:v>6.94077007446</c:v>
                </c:pt>
                <c:pt idx="735">
                  <c:v>6.940770103</c:v>
                </c:pt>
                <c:pt idx="736">
                  <c:v>6.94077007274</c:v>
                </c:pt>
                <c:pt idx="737">
                  <c:v>6.94077216533</c:v>
                </c:pt>
                <c:pt idx="738">
                  <c:v>6.94077240589</c:v>
                </c:pt>
                <c:pt idx="739">
                  <c:v>6.94077744495</c:v>
                </c:pt>
                <c:pt idx="740">
                  <c:v>6.94077784599</c:v>
                </c:pt>
                <c:pt idx="741">
                  <c:v>6.94078583986</c:v>
                </c:pt>
                <c:pt idx="742">
                  <c:v>6.94078628354</c:v>
                </c:pt>
                <c:pt idx="743">
                  <c:v>6.94079551824</c:v>
                </c:pt>
                <c:pt idx="744">
                  <c:v>6.94079605015</c:v>
                </c:pt>
                <c:pt idx="745">
                  <c:v>6.94080737087</c:v>
                </c:pt>
                <c:pt idx="746">
                  <c:v>6.94080816265</c:v>
                </c:pt>
                <c:pt idx="747">
                  <c:v>6.94082323797</c:v>
                </c:pt>
                <c:pt idx="748">
                  <c:v>6.94082416272</c:v>
                </c:pt>
                <c:pt idx="749">
                  <c:v>6.94084089216</c:v>
                </c:pt>
                <c:pt idx="750">
                  <c:v>6.9408418059</c:v>
                </c:pt>
                <c:pt idx="751">
                  <c:v>6.94086021246</c:v>
                </c:pt>
                <c:pt idx="752">
                  <c:v>6.94086124887</c:v>
                </c:pt>
                <c:pt idx="753">
                  <c:v>6.94088121954</c:v>
                </c:pt>
                <c:pt idx="754">
                  <c:v>6.94088243692</c:v>
                </c:pt>
                <c:pt idx="755">
                  <c:v>6.94090478335</c:v>
                </c:pt>
                <c:pt idx="756">
                  <c:v>6.94090609534</c:v>
                </c:pt>
                <c:pt idx="757">
                  <c:v>6.94093046149</c:v>
                </c:pt>
                <c:pt idx="758">
                  <c:v>6.94093177827</c:v>
                </c:pt>
                <c:pt idx="759">
                  <c:v>6.94095659627</c:v>
                </c:pt>
                <c:pt idx="760">
                  <c:v>6.94095800047</c:v>
                </c:pt>
                <c:pt idx="761">
                  <c:v>6.94098376883</c:v>
                </c:pt>
                <c:pt idx="762">
                  <c:v>6.94098528729</c:v>
                </c:pt>
                <c:pt idx="763">
                  <c:v>6.94101265203</c:v>
                </c:pt>
                <c:pt idx="764">
                  <c:v>6.94101422007</c:v>
                </c:pt>
                <c:pt idx="765">
                  <c:v>6.94104374665</c:v>
                </c:pt>
                <c:pt idx="766">
                  <c:v>6.94104533492</c:v>
                </c:pt>
                <c:pt idx="767">
                  <c:v>6.94107454685</c:v>
                </c:pt>
                <c:pt idx="768">
                  <c:v>6.94107617106</c:v>
                </c:pt>
                <c:pt idx="769">
                  <c:v>6.94110514761</c:v>
                </c:pt>
                <c:pt idx="770">
                  <c:v>6.94110686529</c:v>
                </c:pt>
                <c:pt idx="771">
                  <c:v>6.94113721037</c:v>
                </c:pt>
                <c:pt idx="772">
                  <c:v>6.94113888808</c:v>
                </c:pt>
                <c:pt idx="773">
                  <c:v>6.9411698692</c:v>
                </c:pt>
                <c:pt idx="774">
                  <c:v>6.94117154447</c:v>
                </c:pt>
                <c:pt idx="775">
                  <c:v>6.94120224245</c:v>
                </c:pt>
                <c:pt idx="776">
                  <c:v>6.94120392917</c:v>
                </c:pt>
                <c:pt idx="777">
                  <c:v>6.94123345232</c:v>
                </c:pt>
                <c:pt idx="778">
                  <c:v>6.94123516828</c:v>
                </c:pt>
                <c:pt idx="779">
                  <c:v>6.941265613</c:v>
                </c:pt>
                <c:pt idx="780">
                  <c:v>6.94126728906</c:v>
                </c:pt>
                <c:pt idx="781">
                  <c:v>6.9412976824</c:v>
                </c:pt>
                <c:pt idx="782">
                  <c:v>6.94129930343</c:v>
                </c:pt>
                <c:pt idx="783">
                  <c:v>6.94132922626</c:v>
                </c:pt>
                <c:pt idx="784">
                  <c:v>6.94133091349</c:v>
                </c:pt>
                <c:pt idx="785">
                  <c:v>6.94135913459</c:v>
                </c:pt>
                <c:pt idx="786">
                  <c:v>6.94136068076</c:v>
                </c:pt>
                <c:pt idx="787">
                  <c:v>6.94138775693</c:v>
                </c:pt>
                <c:pt idx="788">
                  <c:v>6.94138922607</c:v>
                </c:pt>
                <c:pt idx="789">
                  <c:v>6.94141637847</c:v>
                </c:pt>
                <c:pt idx="790">
                  <c:v>6.94141780238</c:v>
                </c:pt>
                <c:pt idx="791">
                  <c:v>6.94144266024</c:v>
                </c:pt>
                <c:pt idx="792">
                  <c:v>6.94144398805</c:v>
                </c:pt>
                <c:pt idx="793">
                  <c:v>6.94146655847</c:v>
                </c:pt>
                <c:pt idx="794">
                  <c:v>6.94146780401</c:v>
                </c:pt>
                <c:pt idx="795">
                  <c:v>6.94148844114</c:v>
                </c:pt>
                <c:pt idx="796">
                  <c:v>6.94148947034</c:v>
                </c:pt>
                <c:pt idx="797">
                  <c:v>6.94150896767</c:v>
                </c:pt>
                <c:pt idx="798">
                  <c:v>6.94151004573</c:v>
                </c:pt>
                <c:pt idx="799">
                  <c:v>6.94152817037</c:v>
                </c:pt>
                <c:pt idx="800">
                  <c:v>6.94152916016</c:v>
                </c:pt>
                <c:pt idx="801">
                  <c:v>6.94154404733</c:v>
                </c:pt>
                <c:pt idx="802">
                  <c:v>6.94154480915</c:v>
                </c:pt>
                <c:pt idx="803">
                  <c:v>6.94155747458</c:v>
                </c:pt>
                <c:pt idx="804">
                  <c:v>6.9415580653</c:v>
                </c:pt>
                <c:pt idx="805">
                  <c:v>6.9415691145</c:v>
                </c:pt>
                <c:pt idx="806">
                  <c:v>6.94156965222</c:v>
                </c:pt>
                <c:pt idx="807">
                  <c:v>6.94157818241</c:v>
                </c:pt>
                <c:pt idx="808">
                  <c:v>6.94157864234</c:v>
                </c:pt>
                <c:pt idx="809">
                  <c:v>6.94158385089</c:v>
                </c:pt>
                <c:pt idx="810">
                  <c:v>6.94158401658</c:v>
                </c:pt>
                <c:pt idx="811">
                  <c:v>6.94158588241</c:v>
                </c:pt>
                <c:pt idx="812">
                  <c:v>6.94158587903</c:v>
                </c:pt>
                <c:pt idx="813">
                  <c:v>6.94158623672</c:v>
                </c:pt>
                <c:pt idx="814">
                  <c:v>6.94158607376</c:v>
                </c:pt>
                <c:pt idx="815">
                  <c:v>6.94158603482</c:v>
                </c:pt>
                <c:pt idx="816">
                  <c:v>6.94158327083</c:v>
                </c:pt>
                <c:pt idx="817">
                  <c:v>6.9415830783</c:v>
                </c:pt>
                <c:pt idx="818">
                  <c:v>6.94157696098</c:v>
                </c:pt>
                <c:pt idx="819">
                  <c:v>6.94157650454</c:v>
                </c:pt>
                <c:pt idx="820">
                  <c:v>6.94156665669</c:v>
                </c:pt>
                <c:pt idx="821">
                  <c:v>6.9415659641</c:v>
                </c:pt>
                <c:pt idx="822">
                  <c:v>6.94155331208</c:v>
                </c:pt>
                <c:pt idx="823">
                  <c:v>6.94155258258</c:v>
                </c:pt>
                <c:pt idx="824">
                  <c:v>6.94154544751</c:v>
                </c:pt>
                <c:pt idx="825">
                  <c:v>6.9415412439</c:v>
                </c:pt>
                <c:pt idx="826">
                  <c:v>6.9415377295</c:v>
                </c:pt>
                <c:pt idx="827">
                  <c:v>6.94153687262</c:v>
                </c:pt>
                <c:pt idx="828">
                  <c:v>6.94151802067</c:v>
                </c:pt>
                <c:pt idx="829">
                  <c:v>6.94151680908</c:v>
                </c:pt>
                <c:pt idx="830">
                  <c:v>6.94149410288</c:v>
                </c:pt>
                <c:pt idx="831">
                  <c:v>6.94149270639</c:v>
                </c:pt>
                <c:pt idx="832">
                  <c:v>6.94146705159</c:v>
                </c:pt>
                <c:pt idx="833">
                  <c:v>6.94146558979</c:v>
                </c:pt>
                <c:pt idx="834">
                  <c:v>6.94143725785</c:v>
                </c:pt>
                <c:pt idx="835">
                  <c:v>6.94143566558</c:v>
                </c:pt>
                <c:pt idx="836">
                  <c:v>6.94140413264</c:v>
                </c:pt>
                <c:pt idx="837">
                  <c:v>6.94140220911</c:v>
                </c:pt>
                <c:pt idx="838">
                  <c:v>6.94136636509</c:v>
                </c:pt>
                <c:pt idx="839">
                  <c:v>6.94136423385</c:v>
                </c:pt>
                <c:pt idx="840">
                  <c:v>6.94132561405</c:v>
                </c:pt>
                <c:pt idx="841">
                  <c:v>6.94132348496</c:v>
                </c:pt>
                <c:pt idx="842">
                  <c:v>6.94128312575</c:v>
                </c:pt>
                <c:pt idx="843">
                  <c:v>6.94128081794</c:v>
                </c:pt>
                <c:pt idx="844">
                  <c:v>6.94123706905</c:v>
                </c:pt>
                <c:pt idx="845">
                  <c:v>6.94123449548</c:v>
                </c:pt>
                <c:pt idx="846">
                  <c:v>6.9411875612</c:v>
                </c:pt>
                <c:pt idx="847">
                  <c:v>6.94118484991</c:v>
                </c:pt>
                <c:pt idx="848">
                  <c:v>6.94113529846</c:v>
                </c:pt>
                <c:pt idx="849">
                  <c:v>6.94113254164</c:v>
                </c:pt>
                <c:pt idx="850">
                  <c:v>6.94108147075</c:v>
                </c:pt>
                <c:pt idx="851">
                  <c:v>6.94107862615</c:v>
                </c:pt>
                <c:pt idx="852">
                  <c:v>6.9410259839</c:v>
                </c:pt>
                <c:pt idx="853">
                  <c:v>6.94102292925</c:v>
                </c:pt>
                <c:pt idx="854">
                  <c:v>6.94096749409</c:v>
                </c:pt>
                <c:pt idx="855">
                  <c:v>6.94096433447</c:v>
                </c:pt>
                <c:pt idx="856">
                  <c:v>6.94090722117</c:v>
                </c:pt>
                <c:pt idx="857">
                  <c:v>6.94090409277</c:v>
                </c:pt>
                <c:pt idx="858">
                  <c:v>6.94084618955</c:v>
                </c:pt>
                <c:pt idx="859">
                  <c:v>6.94084295393</c:v>
                </c:pt>
                <c:pt idx="860">
                  <c:v>6.94078395858</c:v>
                </c:pt>
                <c:pt idx="861">
                  <c:v>6.94078058619</c:v>
                </c:pt>
                <c:pt idx="862">
                  <c:v>6.94071992894</c:v>
                </c:pt>
                <c:pt idx="863">
                  <c:v>6.9407165156</c:v>
                </c:pt>
                <c:pt idx="864">
                  <c:v>6.94065450763</c:v>
                </c:pt>
                <c:pt idx="865">
                  <c:v>6.94065111125</c:v>
                </c:pt>
                <c:pt idx="866">
                  <c:v>6.94058967599</c:v>
                </c:pt>
                <c:pt idx="867">
                  <c:v>6.9405862733</c:v>
                </c:pt>
                <c:pt idx="868">
                  <c:v>6.94052535741</c:v>
                </c:pt>
                <c:pt idx="869">
                  <c:v>6.94052189795</c:v>
                </c:pt>
                <c:pt idx="870">
                  <c:v>6.94046034476</c:v>
                </c:pt>
                <c:pt idx="871">
                  <c:v>6.94045693605</c:v>
                </c:pt>
                <c:pt idx="872">
                  <c:v>6.94039513886</c:v>
                </c:pt>
                <c:pt idx="873">
                  <c:v>6.94039177952</c:v>
                </c:pt>
                <c:pt idx="874">
                  <c:v>6.94033105287</c:v>
                </c:pt>
                <c:pt idx="875">
                  <c:v>6.94032769048</c:v>
                </c:pt>
                <c:pt idx="876">
                  <c:v>6.94026830466</c:v>
                </c:pt>
                <c:pt idx="877">
                  <c:v>6.94026498014</c:v>
                </c:pt>
                <c:pt idx="878">
                  <c:v>6.94020630308</c:v>
                </c:pt>
                <c:pt idx="879">
                  <c:v>6.94020305493</c:v>
                </c:pt>
                <c:pt idx="880">
                  <c:v>6.940144578</c:v>
                </c:pt>
                <c:pt idx="881">
                  <c:v>6.94014143022</c:v>
                </c:pt>
                <c:pt idx="882">
                  <c:v>6.94008481246</c:v>
                </c:pt>
                <c:pt idx="883">
                  <c:v>6.94008170616</c:v>
                </c:pt>
                <c:pt idx="884">
                  <c:v>6.94002786984</c:v>
                </c:pt>
                <c:pt idx="885">
                  <c:v>6.9400249138</c:v>
                </c:pt>
                <c:pt idx="886">
                  <c:v>6.93997284152</c:v>
                </c:pt>
                <c:pt idx="887">
                  <c:v>6.93997001337</c:v>
                </c:pt>
                <c:pt idx="888">
                  <c:v>6.93991926518</c:v>
                </c:pt>
                <c:pt idx="889">
                  <c:v>6.93991653379</c:v>
                </c:pt>
                <c:pt idx="890">
                  <c:v>6.93986856103</c:v>
                </c:pt>
                <c:pt idx="891">
                  <c:v>6.93986594407</c:v>
                </c:pt>
                <c:pt idx="892">
                  <c:v>6.93982145387</c:v>
                </c:pt>
                <c:pt idx="893">
                  <c:v>6.93981903345</c:v>
                </c:pt>
                <c:pt idx="894">
                  <c:v>6.93977674539</c:v>
                </c:pt>
                <c:pt idx="895">
                  <c:v>6.93977453085</c:v>
                </c:pt>
                <c:pt idx="896">
                  <c:v>6.93973481985</c:v>
                </c:pt>
                <c:pt idx="897">
                  <c:v>6.93973267471</c:v>
                </c:pt>
                <c:pt idx="898">
                  <c:v>6.9396956431</c:v>
                </c:pt>
                <c:pt idx="899">
                  <c:v>6.93969365959</c:v>
                </c:pt>
                <c:pt idx="900">
                  <c:v>6.93966091397</c:v>
                </c:pt>
                <c:pt idx="901">
                  <c:v>6.9396591866</c:v>
                </c:pt>
                <c:pt idx="902">
                  <c:v>6.939630095</c:v>
                </c:pt>
                <c:pt idx="903">
                  <c:v>6.93962861554</c:v>
                </c:pt>
                <c:pt idx="904">
                  <c:v>6.9396020617</c:v>
                </c:pt>
                <c:pt idx="905">
                  <c:v>6.93960069829</c:v>
                </c:pt>
                <c:pt idx="906">
                  <c:v>6.93957763462</c:v>
                </c:pt>
                <c:pt idx="907">
                  <c:v>6.9395764025</c:v>
                </c:pt>
                <c:pt idx="908">
                  <c:v>6.93955829178</c:v>
                </c:pt>
                <c:pt idx="909">
                  <c:v>6.93955740188</c:v>
                </c:pt>
                <c:pt idx="910">
                  <c:v>6.93954319115</c:v>
                </c:pt>
                <c:pt idx="911">
                  <c:v>6.93954255151</c:v>
                </c:pt>
                <c:pt idx="912">
                  <c:v>6.93953160535</c:v>
                </c:pt>
                <c:pt idx="913">
                  <c:v>6.93953107943</c:v>
                </c:pt>
                <c:pt idx="914">
                  <c:v>6.93952398064</c:v>
                </c:pt>
                <c:pt idx="915">
                  <c:v>6.93952366411</c:v>
                </c:pt>
                <c:pt idx="916">
                  <c:v>6.9395207798</c:v>
                </c:pt>
                <c:pt idx="917">
                  <c:v>6.93952076886</c:v>
                </c:pt>
                <c:pt idx="918">
                  <c:v>6.9395207529</c:v>
                </c:pt>
                <c:pt idx="919">
                  <c:v>6.93952263036</c:v>
                </c:pt>
                <c:pt idx="920">
                  <c:v>6.9395227956</c:v>
                </c:pt>
                <c:pt idx="921">
                  <c:v>6.93952307273</c:v>
                </c:pt>
                <c:pt idx="922">
                  <c:v>6.93952855416</c:v>
                </c:pt>
                <c:pt idx="923">
                  <c:v>6.93952892044</c:v>
                </c:pt>
                <c:pt idx="924">
                  <c:v>6.93953811314</c:v>
                </c:pt>
                <c:pt idx="925">
                  <c:v>6.93953867922</c:v>
                </c:pt>
                <c:pt idx="926">
                  <c:v>6.93955254528</c:v>
                </c:pt>
                <c:pt idx="927">
                  <c:v>6.9395534889</c:v>
                </c:pt>
                <c:pt idx="928">
                  <c:v>6.93957214856</c:v>
                </c:pt>
                <c:pt idx="929">
                  <c:v>6.93957334379</c:v>
                </c:pt>
                <c:pt idx="930">
                  <c:v>6.93959527559</c:v>
                </c:pt>
                <c:pt idx="931">
                  <c:v>6.93959653008</c:v>
                </c:pt>
                <c:pt idx="932">
                  <c:v>6.93962146612</c:v>
                </c:pt>
                <c:pt idx="933">
                  <c:v>6.93962291219</c:v>
                </c:pt>
                <c:pt idx="934">
                  <c:v>6.93965179302</c:v>
                </c:pt>
                <c:pt idx="935">
                  <c:v>6.93965355865</c:v>
                </c:pt>
                <c:pt idx="936">
                  <c:v>6.9396866191</c:v>
                </c:pt>
                <c:pt idx="937">
                  <c:v>6.93968860362</c:v>
                </c:pt>
                <c:pt idx="938">
                  <c:v>6.93972487148</c:v>
                </c:pt>
                <c:pt idx="939">
                  <c:v>6.93972689974</c:v>
                </c:pt>
                <c:pt idx="940">
                  <c:v>6.93976530173</c:v>
                </c:pt>
                <c:pt idx="941">
                  <c:v>6.93976748008</c:v>
                </c:pt>
                <c:pt idx="942">
                  <c:v>6.93980916277</c:v>
                </c:pt>
                <c:pt idx="943">
                  <c:v>6.93981162194</c:v>
                </c:pt>
                <c:pt idx="944">
                  <c:v>6.93985672952</c:v>
                </c:pt>
                <c:pt idx="945">
                  <c:v>6.93985934882</c:v>
                </c:pt>
                <c:pt idx="946">
                  <c:v>6.93990714558</c:v>
                </c:pt>
                <c:pt idx="947">
                  <c:v>6.93990979314</c:v>
                </c:pt>
                <c:pt idx="948">
                  <c:v>6.93995898656</c:v>
                </c:pt>
                <c:pt idx="949">
                  <c:v>6.93996171728</c:v>
                </c:pt>
                <c:pt idx="950">
                  <c:v>6.94001274621</c:v>
                </c:pt>
                <c:pt idx="951">
                  <c:v>6.94001573711</c:v>
                </c:pt>
                <c:pt idx="952">
                  <c:v>6.94006934718</c:v>
                </c:pt>
                <c:pt idx="953">
                  <c:v>6.9400723865</c:v>
                </c:pt>
                <c:pt idx="954">
                  <c:v>6.94012744689</c:v>
                </c:pt>
                <c:pt idx="955">
                  <c:v>6.94013050019</c:v>
                </c:pt>
                <c:pt idx="956">
                  <c:v>6.94018665454</c:v>
                </c:pt>
                <c:pt idx="957">
                  <c:v>6.94018976279</c:v>
                </c:pt>
                <c:pt idx="958">
                  <c:v>6.94024646101</c:v>
                </c:pt>
                <c:pt idx="959">
                  <c:v>6.94024970992</c:v>
                </c:pt>
                <c:pt idx="960">
                  <c:v>6.94030845281</c:v>
                </c:pt>
                <c:pt idx="961">
                  <c:v>6.94031174912</c:v>
                </c:pt>
                <c:pt idx="962">
                  <c:v>6.94037112374</c:v>
                </c:pt>
                <c:pt idx="963">
                  <c:v>6.94037434763</c:v>
                </c:pt>
                <c:pt idx="964">
                  <c:v>6.94043325505</c:v>
                </c:pt>
                <c:pt idx="965">
                  <c:v>6.94043651988</c:v>
                </c:pt>
                <c:pt idx="966">
                  <c:v>6.9404949354</c:v>
                </c:pt>
                <c:pt idx="967">
                  <c:v>6.94049823326</c:v>
                </c:pt>
                <c:pt idx="968">
                  <c:v>6.94055629449</c:v>
                </c:pt>
                <c:pt idx="969">
                  <c:v>6.94055953972</c:v>
                </c:pt>
                <c:pt idx="970">
                  <c:v>6.94061824448</c:v>
                </c:pt>
                <c:pt idx="971">
                  <c:v>6.94062139365</c:v>
                </c:pt>
                <c:pt idx="972">
                  <c:v>6.9406776638</c:v>
                </c:pt>
                <c:pt idx="973">
                  <c:v>6.94068074469</c:v>
                </c:pt>
                <c:pt idx="974">
                  <c:v>6.94073529802</c:v>
                </c:pt>
                <c:pt idx="975">
                  <c:v>6.94073834392</c:v>
                </c:pt>
                <c:pt idx="976">
                  <c:v>6.94079189394</c:v>
                </c:pt>
                <c:pt idx="977">
                  <c:v>6.94079478515</c:v>
                </c:pt>
                <c:pt idx="978">
                  <c:v>6.94084723398</c:v>
                </c:pt>
                <c:pt idx="979">
                  <c:v>6.94085005105</c:v>
                </c:pt>
                <c:pt idx="980">
                  <c:v>6.94089995399</c:v>
                </c:pt>
                <c:pt idx="981">
                  <c:v>6.94090265203</c:v>
                </c:pt>
                <c:pt idx="982">
                  <c:v>6.94094971355</c:v>
                </c:pt>
                <c:pt idx="983">
                  <c:v>6.94095231507</c:v>
                </c:pt>
                <c:pt idx="984">
                  <c:v>6.94099735968</c:v>
                </c:pt>
                <c:pt idx="985">
                  <c:v>6.94099979094</c:v>
                </c:pt>
                <c:pt idx="986">
                  <c:v>6.94104301656</c:v>
                </c:pt>
                <c:pt idx="987">
                  <c:v>6.94104529967</c:v>
                </c:pt>
                <c:pt idx="988">
                  <c:v>6.94108569523</c:v>
                </c:pt>
                <c:pt idx="989">
                  <c:v>6.94108789829</c:v>
                </c:pt>
                <c:pt idx="990">
                  <c:v>6.94112428948</c:v>
                </c:pt>
                <c:pt idx="991">
                  <c:v>6.94112621311</c:v>
                </c:pt>
                <c:pt idx="992">
                  <c:v>6.9411589954</c:v>
                </c:pt>
                <c:pt idx="993">
                  <c:v>6.94116072407</c:v>
                </c:pt>
                <c:pt idx="994">
                  <c:v>6.94119125213</c:v>
                </c:pt>
                <c:pt idx="995">
                  <c:v>6.94119280795</c:v>
                </c:pt>
                <c:pt idx="996">
                  <c:v>6.94121894828</c:v>
                </c:pt>
                <c:pt idx="997">
                  <c:v>6.94122033073</c:v>
                </c:pt>
                <c:pt idx="998">
                  <c:v>6.9412421628</c:v>
                </c:pt>
                <c:pt idx="999">
                  <c:v>6.94124327109</c:v>
                </c:pt>
                <c:pt idx="1000">
                  <c:v>6.9412610194</c:v>
                </c:pt>
                <c:pt idx="1001">
                  <c:v>6.94126185235</c:v>
                </c:pt>
                <c:pt idx="1002">
                  <c:v>6.94127648083</c:v>
                </c:pt>
                <c:pt idx="1003">
                  <c:v>6.94127718598</c:v>
                </c:pt>
                <c:pt idx="1004">
                  <c:v>6.94128774997</c:v>
                </c:pt>
                <c:pt idx="1005">
                  <c:v>6.94128824334</c:v>
                </c:pt>
                <c:pt idx="1006">
                  <c:v>6.94129335223</c:v>
                </c:pt>
                <c:pt idx="1007">
                  <c:v>6.9412935204</c:v>
                </c:pt>
                <c:pt idx="1008">
                  <c:v>6.94129450535</c:v>
                </c:pt>
                <c:pt idx="1009">
                  <c:v>6.9412944179</c:v>
                </c:pt>
                <c:pt idx="1010">
                  <c:v>6.94129430696</c:v>
                </c:pt>
                <c:pt idx="1011">
                  <c:v>6.94129093289</c:v>
                </c:pt>
                <c:pt idx="1012">
                  <c:v>6.94129063281</c:v>
                </c:pt>
                <c:pt idx="1013">
                  <c:v>6.9412833508</c:v>
                </c:pt>
                <c:pt idx="1014">
                  <c:v>6.94128286691</c:v>
                </c:pt>
                <c:pt idx="1015">
                  <c:v>6.94127930023</c:v>
                </c:pt>
                <c:pt idx="1016">
                  <c:v>6.94127658328</c:v>
                </c:pt>
                <c:pt idx="1017">
                  <c:v>6.94127024334</c:v>
                </c:pt>
                <c:pt idx="1018">
                  <c:v>6.94126937638</c:v>
                </c:pt>
                <c:pt idx="1019">
                  <c:v>6.94125143585</c:v>
                </c:pt>
                <c:pt idx="1020">
                  <c:v>6.9412502694</c:v>
                </c:pt>
                <c:pt idx="1021">
                  <c:v>6.94122884919</c:v>
                </c:pt>
                <c:pt idx="1022">
                  <c:v>6.9412275626</c:v>
                </c:pt>
                <c:pt idx="1023">
                  <c:v>6.94120147409</c:v>
                </c:pt>
                <c:pt idx="1024">
                  <c:v>6.94119994221</c:v>
                </c:pt>
                <c:pt idx="1025">
                  <c:v>6.94116894982</c:v>
                </c:pt>
                <c:pt idx="1026">
                  <c:v>6.94116707483</c:v>
                </c:pt>
                <c:pt idx="1027">
                  <c:v>6.94113122927</c:v>
                </c:pt>
                <c:pt idx="1028">
                  <c:v>6.94112905836</c:v>
                </c:pt>
                <c:pt idx="1029">
                  <c:v>6.94108884819</c:v>
                </c:pt>
                <c:pt idx="1030">
                  <c:v>6.94108656458</c:v>
                </c:pt>
                <c:pt idx="1031">
                  <c:v>6.9410433756</c:v>
                </c:pt>
                <c:pt idx="1032">
                  <c:v>6.94104092103</c:v>
                </c:pt>
                <c:pt idx="1033">
                  <c:v>6.94099306863</c:v>
                </c:pt>
                <c:pt idx="1034">
                  <c:v>6.94099020708</c:v>
                </c:pt>
                <c:pt idx="1035">
                  <c:v>6.94093758169</c:v>
                </c:pt>
                <c:pt idx="1036">
                  <c:v>6.9409345472</c:v>
                </c:pt>
                <c:pt idx="1037">
                  <c:v>6.94087907713</c:v>
                </c:pt>
                <c:pt idx="1038">
                  <c:v>6.94087591282</c:v>
                </c:pt>
                <c:pt idx="1039">
                  <c:v>6.94081742292</c:v>
                </c:pt>
                <c:pt idx="1040">
                  <c:v>6.94081415606</c:v>
                </c:pt>
                <c:pt idx="1041">
                  <c:v>6.94075274505</c:v>
                </c:pt>
                <c:pt idx="1042">
                  <c:v>6.94074918976</c:v>
                </c:pt>
                <c:pt idx="1043">
                  <c:v>6.94068401911</c:v>
                </c:pt>
                <c:pt idx="1044">
                  <c:v>6.94068027274</c:v>
                </c:pt>
                <c:pt idx="1045">
                  <c:v>6.94061259615</c:v>
                </c:pt>
                <c:pt idx="1046">
                  <c:v>6.94060887877</c:v>
                </c:pt>
                <c:pt idx="1047">
                  <c:v>6.94054024795</c:v>
                </c:pt>
                <c:pt idx="1048">
                  <c:v>6.94053638469</c:v>
                </c:pt>
                <c:pt idx="1049">
                  <c:v>6.94046529627</c:v>
                </c:pt>
                <c:pt idx="1050">
                  <c:v>6.94046122652</c:v>
                </c:pt>
                <c:pt idx="1051">
                  <c:v>6.94038819498</c:v>
                </c:pt>
                <c:pt idx="1052">
                  <c:v>6.94038406809</c:v>
                </c:pt>
                <c:pt idx="1053">
                  <c:v>6.94030910825</c:v>
                </c:pt>
                <c:pt idx="1054">
                  <c:v>6.94030496972</c:v>
                </c:pt>
                <c:pt idx="1055">
                  <c:v>6.94022958449</c:v>
                </c:pt>
                <c:pt idx="1056">
                  <c:v>6.94022541055</c:v>
                </c:pt>
                <c:pt idx="1057">
                  <c:v>6.94014977124</c:v>
                </c:pt>
                <c:pt idx="1058">
                  <c:v>6.94014548304</c:v>
                </c:pt>
                <c:pt idx="1059">
                  <c:v>6.94006826649</c:v>
                </c:pt>
                <c:pt idx="1060">
                  <c:v>6.9400639263</c:v>
                </c:pt>
                <c:pt idx="1061">
                  <c:v>6.93998646658</c:v>
                </c:pt>
                <c:pt idx="1062">
                  <c:v>6.93998227874</c:v>
                </c:pt>
                <c:pt idx="1063">
                  <c:v>6.93990618226</c:v>
                </c:pt>
                <c:pt idx="1064">
                  <c:v>6.93990195955</c:v>
                </c:pt>
                <c:pt idx="1065">
                  <c:v>6.93982637384</c:v>
                </c:pt>
                <c:pt idx="1066">
                  <c:v>6.93982214656</c:v>
                </c:pt>
                <c:pt idx="1067">
                  <c:v>6.93974773393</c:v>
                </c:pt>
                <c:pt idx="1068">
                  <c:v>6.93974363651</c:v>
                </c:pt>
                <c:pt idx="1069">
                  <c:v>6.93966975635</c:v>
                </c:pt>
                <c:pt idx="1070">
                  <c:v>6.93966573962</c:v>
                </c:pt>
                <c:pt idx="1071">
                  <c:v>6.93959417533</c:v>
                </c:pt>
                <c:pt idx="1072">
                  <c:v>6.9395902849</c:v>
                </c:pt>
                <c:pt idx="1073">
                  <c:v>6.93952184064</c:v>
                </c:pt>
                <c:pt idx="1074">
                  <c:v>6.93951802342</c:v>
                </c:pt>
                <c:pt idx="1075">
                  <c:v>6.9394507106</c:v>
                </c:pt>
                <c:pt idx="1076">
                  <c:v>6.93944704974</c:v>
                </c:pt>
                <c:pt idx="1077">
                  <c:v>6.93938223481</c:v>
                </c:pt>
                <c:pt idx="1078">
                  <c:v>6.93937877535</c:v>
                </c:pt>
                <c:pt idx="1079">
                  <c:v>6.93931741804</c:v>
                </c:pt>
                <c:pt idx="1080">
                  <c:v>6.93931408438</c:v>
                </c:pt>
                <c:pt idx="1081">
                  <c:v>6.93925716266</c:v>
                </c:pt>
                <c:pt idx="1082">
                  <c:v>6.93925405806</c:v>
                </c:pt>
                <c:pt idx="1083">
                  <c:v>6.9392004688</c:v>
                </c:pt>
                <c:pt idx="1084">
                  <c:v>6.93919759946</c:v>
                </c:pt>
                <c:pt idx="1085">
                  <c:v>6.93914686322</c:v>
                </c:pt>
                <c:pt idx="1086">
                  <c:v>6.93914424054</c:v>
                </c:pt>
                <c:pt idx="1087">
                  <c:v>6.93909874718</c:v>
                </c:pt>
                <c:pt idx="1088">
                  <c:v>6.93909632533</c:v>
                </c:pt>
                <c:pt idx="1089">
                  <c:v>6.93905534692</c:v>
                </c:pt>
                <c:pt idx="1090">
                  <c:v>6.93905316155</c:v>
                </c:pt>
                <c:pt idx="1091">
                  <c:v>6.9390164807</c:v>
                </c:pt>
                <c:pt idx="1092">
                  <c:v>6.9390146177</c:v>
                </c:pt>
                <c:pt idx="1093">
                  <c:v>6.93898176702</c:v>
                </c:pt>
                <c:pt idx="1094">
                  <c:v>6.93898006979</c:v>
                </c:pt>
                <c:pt idx="1095">
                  <c:v>6.93895149084</c:v>
                </c:pt>
                <c:pt idx="1096">
                  <c:v>6.93895003637</c:v>
                </c:pt>
                <c:pt idx="1097">
                  <c:v>6.93892764697</c:v>
                </c:pt>
                <c:pt idx="1098">
                  <c:v>6.93892649645</c:v>
                </c:pt>
                <c:pt idx="1099">
                  <c:v>6.9389085969</c:v>
                </c:pt>
                <c:pt idx="1100">
                  <c:v>6.93890777972</c:v>
                </c:pt>
                <c:pt idx="1101">
                  <c:v>6.93889453962</c:v>
                </c:pt>
                <c:pt idx="1102">
                  <c:v>6.93889396381</c:v>
                </c:pt>
                <c:pt idx="1103">
                  <c:v>6.938885685</c:v>
                </c:pt>
                <c:pt idx="1104">
                  <c:v>6.93888533158</c:v>
                </c:pt>
                <c:pt idx="1105">
                  <c:v>6.93888288167</c:v>
                </c:pt>
                <c:pt idx="1106">
                  <c:v>6.9388829164</c:v>
                </c:pt>
                <c:pt idx="1107">
                  <c:v>6.93888294789</c:v>
                </c:pt>
                <c:pt idx="1108">
                  <c:v>6.93888654304</c:v>
                </c:pt>
                <c:pt idx="1109">
                  <c:v>6.93888692278</c:v>
                </c:pt>
                <c:pt idx="1110">
                  <c:v>6.93889263374</c:v>
                </c:pt>
                <c:pt idx="1111">
                  <c:v>6.93889420529</c:v>
                </c:pt>
                <c:pt idx="1112">
                  <c:v>6.93889476918</c:v>
                </c:pt>
                <c:pt idx="1113">
                  <c:v>6.93889534806</c:v>
                </c:pt>
                <c:pt idx="1114">
                  <c:v>6.93890877529</c:v>
                </c:pt>
                <c:pt idx="1115">
                  <c:v>6.93890962561</c:v>
                </c:pt>
                <c:pt idx="1116">
                  <c:v>6.93892918401</c:v>
                </c:pt>
                <c:pt idx="1117">
                  <c:v>6.93893045596</c:v>
                </c:pt>
                <c:pt idx="1118">
                  <c:v>6.9389558495</c:v>
                </c:pt>
                <c:pt idx="1119">
                  <c:v>6.9389574489</c:v>
                </c:pt>
                <c:pt idx="1120">
                  <c:v>6.93898717091</c:v>
                </c:pt>
                <c:pt idx="1121">
                  <c:v>6.93898893944</c:v>
                </c:pt>
                <c:pt idx="1122">
                  <c:v>6.93902330039</c:v>
                </c:pt>
                <c:pt idx="1123">
                  <c:v>6.93902529789</c:v>
                </c:pt>
                <c:pt idx="1124">
                  <c:v>6.93906529102</c:v>
                </c:pt>
                <c:pt idx="1125">
                  <c:v>6.93906768517</c:v>
                </c:pt>
                <c:pt idx="1126">
                  <c:v>6.93911276123</c:v>
                </c:pt>
                <c:pt idx="1127">
                  <c:v>6.93911542182</c:v>
                </c:pt>
                <c:pt idx="1128">
                  <c:v>6.93916454268</c:v>
                </c:pt>
                <c:pt idx="1129">
                  <c:v>6.9391673367</c:v>
                </c:pt>
                <c:pt idx="1130">
                  <c:v>6.93922055832</c:v>
                </c:pt>
                <c:pt idx="1131">
                  <c:v>6.93922357307</c:v>
                </c:pt>
                <c:pt idx="1132">
                  <c:v>6.93928100184</c:v>
                </c:pt>
                <c:pt idx="1133">
                  <c:v>6.93928436209</c:v>
                </c:pt>
                <c:pt idx="1134">
                  <c:v>6.93934664795</c:v>
                </c:pt>
                <c:pt idx="1135">
                  <c:v>6.93935025563</c:v>
                </c:pt>
                <c:pt idx="1136">
                  <c:v>6.93941555259</c:v>
                </c:pt>
                <c:pt idx="1137">
                  <c:v>6.93941920767</c:v>
                </c:pt>
                <c:pt idx="1138">
                  <c:v>6.93948703991</c:v>
                </c:pt>
                <c:pt idx="1139">
                  <c:v>6.93949085238</c:v>
                </c:pt>
                <c:pt idx="1140">
                  <c:v>6.93956245336</c:v>
                </c:pt>
                <c:pt idx="1141">
                  <c:v>6.93956656273</c:v>
                </c:pt>
                <c:pt idx="1142">
                  <c:v>6.93964108415</c:v>
                </c:pt>
                <c:pt idx="1143">
                  <c:v>6.93964533851</c:v>
                </c:pt>
                <c:pt idx="1144">
                  <c:v>6.9397226867</c:v>
                </c:pt>
                <c:pt idx="1145">
                  <c:v>6.93972698333</c:v>
                </c:pt>
                <c:pt idx="1146">
                  <c:v>6.93980546621</c:v>
                </c:pt>
                <c:pt idx="1147">
                  <c:v>6.9398098252</c:v>
                </c:pt>
                <c:pt idx="1148">
                  <c:v>6.93988961016</c:v>
                </c:pt>
                <c:pt idx="1149">
                  <c:v>6.93989417175</c:v>
                </c:pt>
                <c:pt idx="1150">
                  <c:v>6.93997657884</c:v>
                </c:pt>
                <c:pt idx="1151">
                  <c:v>6.9399812105</c:v>
                </c:pt>
                <c:pt idx="1152">
                  <c:v>6.9400643806</c:v>
                </c:pt>
                <c:pt idx="1153">
                  <c:v>6.94006896094</c:v>
                </c:pt>
                <c:pt idx="1154">
                  <c:v>6.94015255937</c:v>
                </c:pt>
                <c:pt idx="1155">
                  <c:v>6.9401571619</c:v>
                </c:pt>
                <c:pt idx="1156">
                  <c:v>6.94024083642</c:v>
                </c:pt>
                <c:pt idx="1157">
                  <c:v>6.94024559297</c:v>
                </c:pt>
                <c:pt idx="1158">
                  <c:v>6.94033046536</c:v>
                </c:pt>
                <c:pt idx="1159">
                  <c:v>6.94033520089</c:v>
                </c:pt>
                <c:pt idx="1160">
                  <c:v>6.94041978698</c:v>
                </c:pt>
                <c:pt idx="1161">
                  <c:v>6.94042437873</c:v>
                </c:pt>
                <c:pt idx="1162">
                  <c:v>6.9405076603</c:v>
                </c:pt>
                <c:pt idx="1163">
                  <c:v>6.94051225207</c:v>
                </c:pt>
                <c:pt idx="1164">
                  <c:v>6.94059429164</c:v>
                </c:pt>
                <c:pt idx="1165">
                  <c:v>6.94059884829</c:v>
                </c:pt>
                <c:pt idx="1166">
                  <c:v>6.94067944537</c:v>
                </c:pt>
                <c:pt idx="1167">
                  <c:v>6.94068391311</c:v>
                </c:pt>
                <c:pt idx="1168">
                  <c:v>6.94076349071</c:v>
                </c:pt>
                <c:pt idx="1169">
                  <c:v>6.94076775584</c:v>
                </c:pt>
                <c:pt idx="1170">
                  <c:v>6.94084366396</c:v>
                </c:pt>
                <c:pt idx="1171">
                  <c:v>6.94084779763</c:v>
                </c:pt>
                <c:pt idx="1172">
                  <c:v>6.94092073346</c:v>
                </c:pt>
                <c:pt idx="1173">
                  <c:v>6.94092476418</c:v>
                </c:pt>
                <c:pt idx="1174">
                  <c:v>6.94099500463</c:v>
                </c:pt>
                <c:pt idx="1175">
                  <c:v>6.94099880432</c:v>
                </c:pt>
                <c:pt idx="1176">
                  <c:v>6.94106601813</c:v>
                </c:pt>
                <c:pt idx="1177">
                  <c:v>6.94106962955</c:v>
                </c:pt>
                <c:pt idx="1178">
                  <c:v>6.94113286768</c:v>
                </c:pt>
                <c:pt idx="1179">
                  <c:v>6.94113623414</c:v>
                </c:pt>
                <c:pt idx="1180">
                  <c:v>6.94119441723</c:v>
                </c:pt>
                <c:pt idx="1181">
                  <c:v>6.94119760704</c:v>
                </c:pt>
                <c:pt idx="1182">
                  <c:v>6.94125235268</c:v>
                </c:pt>
                <c:pt idx="1183">
                  <c:v>6.9412552426</c:v>
                </c:pt>
                <c:pt idx="1184">
                  <c:v>6.94130583681</c:v>
                </c:pt>
                <c:pt idx="1185">
                  <c:v>6.94130847551</c:v>
                </c:pt>
                <c:pt idx="1186">
                  <c:v>6.94135447714</c:v>
                </c:pt>
                <c:pt idx="1187">
                  <c:v>6.94135694035</c:v>
                </c:pt>
                <c:pt idx="1188">
                  <c:v>6.94139732891</c:v>
                </c:pt>
                <c:pt idx="1189">
                  <c:v>6.94139945914</c:v>
                </c:pt>
                <c:pt idx="1190">
                  <c:v>6.94143483283</c:v>
                </c:pt>
                <c:pt idx="1191">
                  <c:v>6.94143664807</c:v>
                </c:pt>
                <c:pt idx="1192">
                  <c:v>6.94146818904</c:v>
                </c:pt>
                <c:pt idx="1193">
                  <c:v>6.94146975764</c:v>
                </c:pt>
                <c:pt idx="1194">
                  <c:v>6.94149511234</c:v>
                </c:pt>
                <c:pt idx="1195">
                  <c:v>6.94149638908</c:v>
                </c:pt>
                <c:pt idx="1196">
                  <c:v>6.94151573072</c:v>
                </c:pt>
                <c:pt idx="1197">
                  <c:v>6.94151667491</c:v>
                </c:pt>
                <c:pt idx="1198">
                  <c:v>6.94153042925</c:v>
                </c:pt>
                <c:pt idx="1199">
                  <c:v>6.94153099639</c:v>
                </c:pt>
                <c:pt idx="1200">
                  <c:v>6.9415397901</c:v>
                </c:pt>
                <c:pt idx="1201">
                  <c:v>6.94154010813</c:v>
                </c:pt>
                <c:pt idx="1202">
                  <c:v>6.94154302879</c:v>
                </c:pt>
                <c:pt idx="1203">
                  <c:v>6.94154298199</c:v>
                </c:pt>
                <c:pt idx="1204">
                  <c:v>6.94154302116</c:v>
                </c:pt>
                <c:pt idx="1205">
                  <c:v>6.94153916078</c:v>
                </c:pt>
                <c:pt idx="1206">
                  <c:v>6.94153879376</c:v>
                </c:pt>
                <c:pt idx="1207">
                  <c:v>6.94153754202</c:v>
                </c:pt>
                <c:pt idx="1208">
                  <c:v>6.94153664547</c:v>
                </c:pt>
                <c:pt idx="1209">
                  <c:v>6.94152939317</c:v>
                </c:pt>
                <c:pt idx="1210">
                  <c:v>6.94152867664</c:v>
                </c:pt>
                <c:pt idx="1211">
                  <c:v>6.94151375325</c:v>
                </c:pt>
                <c:pt idx="1212">
                  <c:v>6.94151275863</c:v>
                </c:pt>
                <c:pt idx="1213">
                  <c:v>6.94149264009</c:v>
                </c:pt>
                <c:pt idx="1214">
                  <c:v>6.94149139182</c:v>
                </c:pt>
                <c:pt idx="1215">
                  <c:v>6.94146411021</c:v>
                </c:pt>
                <c:pt idx="1216">
                  <c:v>6.9414624277</c:v>
                </c:pt>
                <c:pt idx="1217">
                  <c:v>6.94142919034</c:v>
                </c:pt>
                <c:pt idx="1218">
                  <c:v>6.94142716647</c:v>
                </c:pt>
                <c:pt idx="1219">
                  <c:v>6.94138900199</c:v>
                </c:pt>
                <c:pt idx="1220">
                  <c:v>6.94138673733</c:v>
                </c:pt>
                <c:pt idx="1221">
                  <c:v>6.9413431577</c:v>
                </c:pt>
                <c:pt idx="1222">
                  <c:v>6.9413406252</c:v>
                </c:pt>
                <c:pt idx="1223">
                  <c:v>6.94129169676</c:v>
                </c:pt>
                <c:pt idx="1224">
                  <c:v>6.94128879124</c:v>
                </c:pt>
                <c:pt idx="1225">
                  <c:v>6.9412338778</c:v>
                </c:pt>
                <c:pt idx="1226">
                  <c:v>6.94123062592</c:v>
                </c:pt>
                <c:pt idx="1227">
                  <c:v>6.94117166321</c:v>
                </c:pt>
                <c:pt idx="1228">
                  <c:v>6.94116833398</c:v>
                </c:pt>
                <c:pt idx="1229">
                  <c:v>6.94110513423</c:v>
                </c:pt>
                <c:pt idx="1230">
                  <c:v>6.94110155283</c:v>
                </c:pt>
                <c:pt idx="1231">
                  <c:v>6.94103372354</c:v>
                </c:pt>
                <c:pt idx="1232">
                  <c:v>6.94102981965</c:v>
                </c:pt>
                <c:pt idx="1233">
                  <c:v>6.94095778955</c:v>
                </c:pt>
                <c:pt idx="1234">
                  <c:v>6.94095361784</c:v>
                </c:pt>
                <c:pt idx="1235">
                  <c:v>6.94087794262</c:v>
                </c:pt>
                <c:pt idx="1236">
                  <c:v>6.9408737011</c:v>
                </c:pt>
                <c:pt idx="1237">
                  <c:v>6.94079579495</c:v>
                </c:pt>
                <c:pt idx="1238">
                  <c:v>6.94079141504</c:v>
                </c:pt>
                <c:pt idx="1239">
                  <c:v>6.9407098764</c:v>
                </c:pt>
                <c:pt idx="1240">
                  <c:v>6.94070522225</c:v>
                </c:pt>
                <c:pt idx="1241">
                  <c:v>6.94062077857</c:v>
                </c:pt>
                <c:pt idx="1242">
                  <c:v>6.94061599047</c:v>
                </c:pt>
                <c:pt idx="1243">
                  <c:v>6.9405298582</c:v>
                </c:pt>
                <c:pt idx="1244">
                  <c:v>6.94052508081</c:v>
                </c:pt>
                <c:pt idx="1245">
                  <c:v>6.94043771436</c:v>
                </c:pt>
                <c:pt idx="1246">
                  <c:v>6.94043287863</c:v>
                </c:pt>
                <c:pt idx="1247">
                  <c:v>6.94034453257</c:v>
                </c:pt>
                <c:pt idx="1248">
                  <c:v>6.94033953264</c:v>
                </c:pt>
                <c:pt idx="1249">
                  <c:v>6.94024915573</c:v>
                </c:pt>
                <c:pt idx="1250">
                  <c:v>6.94024405627</c:v>
                </c:pt>
                <c:pt idx="1251">
                  <c:v>6.9401530351</c:v>
                </c:pt>
                <c:pt idx="1252">
                  <c:v>6.94014804641</c:v>
                </c:pt>
                <c:pt idx="1253">
                  <c:v>6.94005778034</c:v>
                </c:pt>
                <c:pt idx="1254">
                  <c:v>6.94005279066</c:v>
                </c:pt>
                <c:pt idx="1255">
                  <c:v>6.93996239391</c:v>
                </c:pt>
                <c:pt idx="1256">
                  <c:v>6.93995730841</c:v>
                </c:pt>
                <c:pt idx="1257">
                  <c:v>6.93986682378</c:v>
                </c:pt>
                <c:pt idx="1258">
                  <c:v>6.93986181234</c:v>
                </c:pt>
                <c:pt idx="1259">
                  <c:v>6.93977244674</c:v>
                </c:pt>
                <c:pt idx="1260">
                  <c:v>6.93976760358</c:v>
                </c:pt>
                <c:pt idx="1261">
                  <c:v>6.93968034496</c:v>
                </c:pt>
                <c:pt idx="1262">
                  <c:v>6.93967557064</c:v>
                </c:pt>
                <c:pt idx="1263">
                  <c:v>6.93959112359</c:v>
                </c:pt>
                <c:pt idx="1264">
                  <c:v>6.93958642947</c:v>
                </c:pt>
                <c:pt idx="1265">
                  <c:v>6.93950362694</c:v>
                </c:pt>
                <c:pt idx="1266">
                  <c:v>6.93949907428</c:v>
                </c:pt>
                <c:pt idx="1267">
                  <c:v>6.93941886146</c:v>
                </c:pt>
                <c:pt idx="1268">
                  <c:v>6.93941457978</c:v>
                </c:pt>
                <c:pt idx="1269">
                  <c:v>6.93933876486</c:v>
                </c:pt>
                <c:pt idx="1270">
                  <c:v>6.9393346678</c:v>
                </c:pt>
                <c:pt idx="1271">
                  <c:v>6.93926271062</c:v>
                </c:pt>
                <c:pt idx="1272">
                  <c:v>6.93925876384</c:v>
                </c:pt>
                <c:pt idx="1273">
                  <c:v>6.93919079642</c:v>
                </c:pt>
                <c:pt idx="1274">
                  <c:v>6.9391871534</c:v>
                </c:pt>
                <c:pt idx="1275">
                  <c:v>6.93912322598</c:v>
                </c:pt>
                <c:pt idx="1276">
                  <c:v>6.93911982824</c:v>
                </c:pt>
                <c:pt idx="1277">
                  <c:v>6.93906083678</c:v>
                </c:pt>
                <c:pt idx="1278">
                  <c:v>6.93905772273</c:v>
                </c:pt>
                <c:pt idx="1279">
                  <c:v>6.93900482366</c:v>
                </c:pt>
                <c:pt idx="1280">
                  <c:v>6.93900195195</c:v>
                </c:pt>
                <c:pt idx="1281">
                  <c:v>6.9389529234</c:v>
                </c:pt>
                <c:pt idx="1282">
                  <c:v>6.93895033631</c:v>
                </c:pt>
                <c:pt idx="1283">
                  <c:v>6.9389065887</c:v>
                </c:pt>
                <c:pt idx="1284">
                  <c:v>6.93890438296</c:v>
                </c:pt>
                <c:pt idx="1285">
                  <c:v>6.93886662728</c:v>
                </c:pt>
                <c:pt idx="1286">
                  <c:v>6.93886464462</c:v>
                </c:pt>
                <c:pt idx="1287">
                  <c:v>6.93883309848</c:v>
                </c:pt>
                <c:pt idx="1288">
                  <c:v>6.93883149278</c:v>
                </c:pt>
                <c:pt idx="1289">
                  <c:v>6.93880629008</c:v>
                </c:pt>
                <c:pt idx="1290">
                  <c:v>6.93880508482</c:v>
                </c:pt>
                <c:pt idx="1291">
                  <c:v>6.9387848655</c:v>
                </c:pt>
                <c:pt idx="1292">
                  <c:v>6.93878395163</c:v>
                </c:pt>
                <c:pt idx="1293">
                  <c:v>6.9387708412</c:v>
                </c:pt>
                <c:pt idx="1294">
                  <c:v>6.93877027466</c:v>
                </c:pt>
                <c:pt idx="1295">
                  <c:v>6.9387641864</c:v>
                </c:pt>
                <c:pt idx="1296">
                  <c:v>6.93876399009</c:v>
                </c:pt>
                <c:pt idx="1297">
                  <c:v>6.93876332131</c:v>
                </c:pt>
                <c:pt idx="1298">
                  <c:v>6.93876422255</c:v>
                </c:pt>
                <c:pt idx="1299">
                  <c:v>6.93876446021</c:v>
                </c:pt>
                <c:pt idx="1300">
                  <c:v>6.93877076484</c:v>
                </c:pt>
                <c:pt idx="1301">
                  <c:v>6.93877129394</c:v>
                </c:pt>
                <c:pt idx="1302">
                  <c:v>6.93877807322</c:v>
                </c:pt>
                <c:pt idx="1303">
                  <c:v>6.93878209545</c:v>
                </c:pt>
                <c:pt idx="1304">
                  <c:v>6.93878383778</c:v>
                </c:pt>
                <c:pt idx="1305">
                  <c:v>6.93878469045</c:v>
                </c:pt>
                <c:pt idx="1306">
                  <c:v>6.93880531921</c:v>
                </c:pt>
                <c:pt idx="1307">
                  <c:v>6.93880668559</c:v>
                </c:pt>
                <c:pt idx="1308">
                  <c:v>6.93883394054</c:v>
                </c:pt>
                <c:pt idx="1309">
                  <c:v>6.93883566359</c:v>
                </c:pt>
                <c:pt idx="1310">
                  <c:v>6.93886891253</c:v>
                </c:pt>
                <c:pt idx="1311">
                  <c:v>6.93887095511</c:v>
                </c:pt>
                <c:pt idx="1312">
                  <c:v>6.93890535599</c:v>
                </c:pt>
                <c:pt idx="1313">
                  <c:v>6.9389075755</c:v>
                </c:pt>
                <c:pt idx="1314">
                  <c:v>6.93890992399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98"/>
          <c:min val="6.89"/>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P_pos / 10⁶ (Dateieinheit)</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50112"/>
        <c:crossesAt val="6.89"/>
        <c:majorUnit val="0.03"/>
      </c:valAx>
      <c:valAx>
        <c:axId val="48650112"/>
        <c:scaling>
          <c:orientation val="minMax"/>
          <c:max val="7"/>
          <c:min val="4"/>
        </c:scaling>
        <c:delete val="0"/>
        <c:axPos val="b"/>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72768"/>
        <c:crossesAt val="4"/>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med_1422</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Data'!$A$2:$A$302</c:f>
              <c:numCache>
                <c:formatCode>General</c:formatCode>
                <c:ptCount val="301"/>
                <c:pt idx="0">
                  <c:v>230</c:v>
                </c:pt>
                <c:pt idx="1">
                  <c:v>230.1</c:v>
                </c:pt>
                <c:pt idx="2">
                  <c:v>230.2</c:v>
                </c:pt>
                <c:pt idx="3">
                  <c:v>230.3</c:v>
                </c:pt>
                <c:pt idx="4">
                  <c:v>230.4</c:v>
                </c:pt>
                <c:pt idx="5">
                  <c:v>230.5</c:v>
                </c:pt>
                <c:pt idx="6">
                  <c:v>230.6</c:v>
                </c:pt>
                <c:pt idx="7">
                  <c:v>230.7</c:v>
                </c:pt>
                <c:pt idx="8">
                  <c:v>230.8</c:v>
                </c:pt>
                <c:pt idx="9">
                  <c:v>230.9</c:v>
                </c:pt>
                <c:pt idx="10">
                  <c:v>231</c:v>
                </c:pt>
                <c:pt idx="11">
                  <c:v>231.1</c:v>
                </c:pt>
                <c:pt idx="12">
                  <c:v>231.2</c:v>
                </c:pt>
                <c:pt idx="13">
                  <c:v>231.3</c:v>
                </c:pt>
                <c:pt idx="14">
                  <c:v>231.4</c:v>
                </c:pt>
                <c:pt idx="15">
                  <c:v>231.5</c:v>
                </c:pt>
                <c:pt idx="16">
                  <c:v>231.6</c:v>
                </c:pt>
                <c:pt idx="17">
                  <c:v>231.7</c:v>
                </c:pt>
                <c:pt idx="18">
                  <c:v>231.8</c:v>
                </c:pt>
                <c:pt idx="19">
                  <c:v>231.9</c:v>
                </c:pt>
                <c:pt idx="20">
                  <c:v>232</c:v>
                </c:pt>
                <c:pt idx="21">
                  <c:v>232.1</c:v>
                </c:pt>
                <c:pt idx="22">
                  <c:v>232.2</c:v>
                </c:pt>
                <c:pt idx="23">
                  <c:v>232.3</c:v>
                </c:pt>
                <c:pt idx="24">
                  <c:v>232.4</c:v>
                </c:pt>
                <c:pt idx="25">
                  <c:v>232.5</c:v>
                </c:pt>
                <c:pt idx="26">
                  <c:v>232.6</c:v>
                </c:pt>
                <c:pt idx="27">
                  <c:v>232.7</c:v>
                </c:pt>
                <c:pt idx="28">
                  <c:v>232.8</c:v>
                </c:pt>
                <c:pt idx="29">
                  <c:v>232.9</c:v>
                </c:pt>
                <c:pt idx="30">
                  <c:v>233</c:v>
                </c:pt>
                <c:pt idx="31">
                  <c:v>233.1</c:v>
                </c:pt>
                <c:pt idx="32">
                  <c:v>233.2</c:v>
                </c:pt>
                <c:pt idx="33">
                  <c:v>233.3</c:v>
                </c:pt>
                <c:pt idx="34">
                  <c:v>233.4</c:v>
                </c:pt>
                <c:pt idx="35">
                  <c:v>233.5</c:v>
                </c:pt>
                <c:pt idx="36">
                  <c:v>233.6</c:v>
                </c:pt>
                <c:pt idx="37">
                  <c:v>233.7</c:v>
                </c:pt>
                <c:pt idx="38">
                  <c:v>233.8</c:v>
                </c:pt>
                <c:pt idx="39">
                  <c:v>233.9</c:v>
                </c:pt>
                <c:pt idx="40">
                  <c:v>234</c:v>
                </c:pt>
                <c:pt idx="41">
                  <c:v>234.1</c:v>
                </c:pt>
                <c:pt idx="42">
                  <c:v>234.2</c:v>
                </c:pt>
                <c:pt idx="43">
                  <c:v>234.3</c:v>
                </c:pt>
                <c:pt idx="44">
                  <c:v>234.4</c:v>
                </c:pt>
                <c:pt idx="45">
                  <c:v>234.5</c:v>
                </c:pt>
                <c:pt idx="46">
                  <c:v>234.6</c:v>
                </c:pt>
                <c:pt idx="47">
                  <c:v>234.7</c:v>
                </c:pt>
                <c:pt idx="48">
                  <c:v>234.8</c:v>
                </c:pt>
                <c:pt idx="49">
                  <c:v>234.9</c:v>
                </c:pt>
                <c:pt idx="50">
                  <c:v>235</c:v>
                </c:pt>
                <c:pt idx="51">
                  <c:v>235.1</c:v>
                </c:pt>
                <c:pt idx="52">
                  <c:v>235.2</c:v>
                </c:pt>
                <c:pt idx="53">
                  <c:v>235.3</c:v>
                </c:pt>
                <c:pt idx="54">
                  <c:v>235.4</c:v>
                </c:pt>
                <c:pt idx="55">
                  <c:v>235.5</c:v>
                </c:pt>
                <c:pt idx="56">
                  <c:v>235.6</c:v>
                </c:pt>
                <c:pt idx="57">
                  <c:v>235.7</c:v>
                </c:pt>
                <c:pt idx="58">
                  <c:v>235.8</c:v>
                </c:pt>
                <c:pt idx="59">
                  <c:v>235.9</c:v>
                </c:pt>
                <c:pt idx="60">
                  <c:v>236</c:v>
                </c:pt>
                <c:pt idx="61">
                  <c:v>236.1</c:v>
                </c:pt>
                <c:pt idx="62">
                  <c:v>236.2</c:v>
                </c:pt>
                <c:pt idx="63">
                  <c:v>236.3</c:v>
                </c:pt>
                <c:pt idx="64">
                  <c:v>236.4</c:v>
                </c:pt>
                <c:pt idx="65">
                  <c:v>236.5</c:v>
                </c:pt>
                <c:pt idx="66">
                  <c:v>236.6</c:v>
                </c:pt>
                <c:pt idx="67">
                  <c:v>236.7</c:v>
                </c:pt>
                <c:pt idx="68">
                  <c:v>236.8</c:v>
                </c:pt>
                <c:pt idx="69">
                  <c:v>236.9</c:v>
                </c:pt>
                <c:pt idx="70">
                  <c:v>237</c:v>
                </c:pt>
                <c:pt idx="71">
                  <c:v>237.1</c:v>
                </c:pt>
                <c:pt idx="72">
                  <c:v>237.2</c:v>
                </c:pt>
                <c:pt idx="73">
                  <c:v>237.3</c:v>
                </c:pt>
                <c:pt idx="74">
                  <c:v>237.4</c:v>
                </c:pt>
                <c:pt idx="75">
                  <c:v>237.5</c:v>
                </c:pt>
                <c:pt idx="76">
                  <c:v>237.6</c:v>
                </c:pt>
                <c:pt idx="77">
                  <c:v>237.7</c:v>
                </c:pt>
                <c:pt idx="78">
                  <c:v>237.8</c:v>
                </c:pt>
                <c:pt idx="79">
                  <c:v>237.9</c:v>
                </c:pt>
                <c:pt idx="80">
                  <c:v>238</c:v>
                </c:pt>
                <c:pt idx="81">
                  <c:v>238.1</c:v>
                </c:pt>
                <c:pt idx="82">
                  <c:v>238.2</c:v>
                </c:pt>
                <c:pt idx="83">
                  <c:v>238.3</c:v>
                </c:pt>
                <c:pt idx="84">
                  <c:v>238.4</c:v>
                </c:pt>
                <c:pt idx="85">
                  <c:v>238.5</c:v>
                </c:pt>
                <c:pt idx="86">
                  <c:v>238.6</c:v>
                </c:pt>
                <c:pt idx="87">
                  <c:v>238.7</c:v>
                </c:pt>
                <c:pt idx="88">
                  <c:v>238.8</c:v>
                </c:pt>
                <c:pt idx="89">
                  <c:v>238.9</c:v>
                </c:pt>
                <c:pt idx="90">
                  <c:v>239</c:v>
                </c:pt>
                <c:pt idx="91">
                  <c:v>239.1</c:v>
                </c:pt>
                <c:pt idx="92">
                  <c:v>239.2</c:v>
                </c:pt>
                <c:pt idx="93">
                  <c:v>239.3</c:v>
                </c:pt>
                <c:pt idx="94">
                  <c:v>239.4</c:v>
                </c:pt>
                <c:pt idx="95">
                  <c:v>239.5</c:v>
                </c:pt>
                <c:pt idx="96">
                  <c:v>239.6</c:v>
                </c:pt>
                <c:pt idx="97">
                  <c:v>239.7</c:v>
                </c:pt>
                <c:pt idx="98">
                  <c:v>239.8</c:v>
                </c:pt>
                <c:pt idx="99">
                  <c:v>239.9</c:v>
                </c:pt>
                <c:pt idx="100">
                  <c:v>240</c:v>
                </c:pt>
                <c:pt idx="101">
                  <c:v>240.1</c:v>
                </c:pt>
                <c:pt idx="102">
                  <c:v>240.2</c:v>
                </c:pt>
                <c:pt idx="103">
                  <c:v>240.3</c:v>
                </c:pt>
                <c:pt idx="104">
                  <c:v>240.4</c:v>
                </c:pt>
                <c:pt idx="105">
                  <c:v>240.5</c:v>
                </c:pt>
                <c:pt idx="106">
                  <c:v>240.6</c:v>
                </c:pt>
                <c:pt idx="107">
                  <c:v>240.7</c:v>
                </c:pt>
                <c:pt idx="108">
                  <c:v>240.8</c:v>
                </c:pt>
                <c:pt idx="109">
                  <c:v>240.9</c:v>
                </c:pt>
                <c:pt idx="110">
                  <c:v>241</c:v>
                </c:pt>
                <c:pt idx="111">
                  <c:v>241.1</c:v>
                </c:pt>
                <c:pt idx="112">
                  <c:v>241.2</c:v>
                </c:pt>
                <c:pt idx="113">
                  <c:v>241.3</c:v>
                </c:pt>
                <c:pt idx="114">
                  <c:v>241.4</c:v>
                </c:pt>
                <c:pt idx="115">
                  <c:v>241.5</c:v>
                </c:pt>
                <c:pt idx="116">
                  <c:v>241.6</c:v>
                </c:pt>
                <c:pt idx="117">
                  <c:v>241.7</c:v>
                </c:pt>
                <c:pt idx="118">
                  <c:v>241.8</c:v>
                </c:pt>
                <c:pt idx="119">
                  <c:v>241.9</c:v>
                </c:pt>
                <c:pt idx="120">
                  <c:v>242</c:v>
                </c:pt>
                <c:pt idx="121">
                  <c:v>242.1</c:v>
                </c:pt>
                <c:pt idx="122">
                  <c:v>242.2</c:v>
                </c:pt>
                <c:pt idx="123">
                  <c:v>242.3</c:v>
                </c:pt>
                <c:pt idx="124">
                  <c:v>242.4</c:v>
                </c:pt>
                <c:pt idx="125">
                  <c:v>242.5</c:v>
                </c:pt>
                <c:pt idx="126">
                  <c:v>242.6</c:v>
                </c:pt>
                <c:pt idx="127">
                  <c:v>242.7</c:v>
                </c:pt>
                <c:pt idx="128">
                  <c:v>242.8</c:v>
                </c:pt>
                <c:pt idx="129">
                  <c:v>242.9</c:v>
                </c:pt>
                <c:pt idx="130">
                  <c:v>243</c:v>
                </c:pt>
                <c:pt idx="131">
                  <c:v>243.1</c:v>
                </c:pt>
                <c:pt idx="132">
                  <c:v>243.2</c:v>
                </c:pt>
                <c:pt idx="133">
                  <c:v>243.3</c:v>
                </c:pt>
                <c:pt idx="134">
                  <c:v>243.4</c:v>
                </c:pt>
                <c:pt idx="135">
                  <c:v>243.5</c:v>
                </c:pt>
                <c:pt idx="136">
                  <c:v>243.6</c:v>
                </c:pt>
                <c:pt idx="137">
                  <c:v>243.7</c:v>
                </c:pt>
                <c:pt idx="138">
                  <c:v>243.8</c:v>
                </c:pt>
                <c:pt idx="139">
                  <c:v>243.9</c:v>
                </c:pt>
                <c:pt idx="140">
                  <c:v>244</c:v>
                </c:pt>
                <c:pt idx="141">
                  <c:v>244.1</c:v>
                </c:pt>
                <c:pt idx="142">
                  <c:v>244.2</c:v>
                </c:pt>
                <c:pt idx="143">
                  <c:v>244.3</c:v>
                </c:pt>
                <c:pt idx="144">
                  <c:v>244.4</c:v>
                </c:pt>
                <c:pt idx="145">
                  <c:v>244.5</c:v>
                </c:pt>
                <c:pt idx="146">
                  <c:v>244.6</c:v>
                </c:pt>
                <c:pt idx="147">
                  <c:v>244.7</c:v>
                </c:pt>
                <c:pt idx="148">
                  <c:v>244.8</c:v>
                </c:pt>
                <c:pt idx="149">
                  <c:v>244.9</c:v>
                </c:pt>
                <c:pt idx="150">
                  <c:v>245</c:v>
                </c:pt>
                <c:pt idx="151">
                  <c:v>245.1</c:v>
                </c:pt>
                <c:pt idx="152">
                  <c:v>245.2</c:v>
                </c:pt>
                <c:pt idx="153">
                  <c:v>245.3</c:v>
                </c:pt>
                <c:pt idx="154">
                  <c:v>245.4</c:v>
                </c:pt>
                <c:pt idx="155">
                  <c:v>245.5</c:v>
                </c:pt>
                <c:pt idx="156">
                  <c:v>245.6</c:v>
                </c:pt>
                <c:pt idx="157">
                  <c:v>245.7</c:v>
                </c:pt>
                <c:pt idx="158">
                  <c:v>245.8</c:v>
                </c:pt>
                <c:pt idx="159">
                  <c:v>245.9</c:v>
                </c:pt>
                <c:pt idx="160">
                  <c:v>246</c:v>
                </c:pt>
                <c:pt idx="161">
                  <c:v>246.1</c:v>
                </c:pt>
                <c:pt idx="162">
                  <c:v>246.2</c:v>
                </c:pt>
                <c:pt idx="163">
                  <c:v>246.3</c:v>
                </c:pt>
                <c:pt idx="164">
                  <c:v>246.4</c:v>
                </c:pt>
                <c:pt idx="165">
                  <c:v>246.5</c:v>
                </c:pt>
                <c:pt idx="166">
                  <c:v>246.6</c:v>
                </c:pt>
                <c:pt idx="167">
                  <c:v>246.7</c:v>
                </c:pt>
                <c:pt idx="168">
                  <c:v>246.8</c:v>
                </c:pt>
                <c:pt idx="169">
                  <c:v>246.9</c:v>
                </c:pt>
                <c:pt idx="170">
                  <c:v>247</c:v>
                </c:pt>
                <c:pt idx="171">
                  <c:v>247.1</c:v>
                </c:pt>
                <c:pt idx="172">
                  <c:v>247.2</c:v>
                </c:pt>
                <c:pt idx="173">
                  <c:v>247.3</c:v>
                </c:pt>
                <c:pt idx="174">
                  <c:v>247.4</c:v>
                </c:pt>
                <c:pt idx="175">
                  <c:v>247.5</c:v>
                </c:pt>
                <c:pt idx="176">
                  <c:v>247.6</c:v>
                </c:pt>
                <c:pt idx="177">
                  <c:v>247.7</c:v>
                </c:pt>
                <c:pt idx="178">
                  <c:v>247.8</c:v>
                </c:pt>
                <c:pt idx="179">
                  <c:v>247.9</c:v>
                </c:pt>
                <c:pt idx="180">
                  <c:v>248</c:v>
                </c:pt>
                <c:pt idx="181">
                  <c:v>248.1</c:v>
                </c:pt>
                <c:pt idx="182">
                  <c:v>248.2</c:v>
                </c:pt>
                <c:pt idx="183">
                  <c:v>248.3</c:v>
                </c:pt>
                <c:pt idx="184">
                  <c:v>248.4</c:v>
                </c:pt>
                <c:pt idx="185">
                  <c:v>248.5</c:v>
                </c:pt>
                <c:pt idx="186">
                  <c:v>248.6</c:v>
                </c:pt>
                <c:pt idx="187">
                  <c:v>248.7</c:v>
                </c:pt>
                <c:pt idx="188">
                  <c:v>248.8</c:v>
                </c:pt>
                <c:pt idx="189">
                  <c:v>248.9</c:v>
                </c:pt>
                <c:pt idx="190">
                  <c:v>249</c:v>
                </c:pt>
                <c:pt idx="191">
                  <c:v>249.1</c:v>
                </c:pt>
                <c:pt idx="192">
                  <c:v>249.2</c:v>
                </c:pt>
                <c:pt idx="193">
                  <c:v>249.3</c:v>
                </c:pt>
                <c:pt idx="194">
                  <c:v>249.4</c:v>
                </c:pt>
                <c:pt idx="195">
                  <c:v>249.5</c:v>
                </c:pt>
                <c:pt idx="196">
                  <c:v>249.6</c:v>
                </c:pt>
                <c:pt idx="197">
                  <c:v>249.7</c:v>
                </c:pt>
                <c:pt idx="198">
                  <c:v>249.8</c:v>
                </c:pt>
                <c:pt idx="199">
                  <c:v>249.9</c:v>
                </c:pt>
                <c:pt idx="200">
                  <c:v>250</c:v>
                </c:pt>
                <c:pt idx="201">
                  <c:v>250.1</c:v>
                </c:pt>
                <c:pt idx="202">
                  <c:v>250.2</c:v>
                </c:pt>
                <c:pt idx="203">
                  <c:v>250.3</c:v>
                </c:pt>
                <c:pt idx="204">
                  <c:v>250.4</c:v>
                </c:pt>
                <c:pt idx="205">
                  <c:v>250.5</c:v>
                </c:pt>
                <c:pt idx="206">
                  <c:v>250.6</c:v>
                </c:pt>
                <c:pt idx="207">
                  <c:v>250.7</c:v>
                </c:pt>
                <c:pt idx="208">
                  <c:v>250.8</c:v>
                </c:pt>
                <c:pt idx="209">
                  <c:v>250.9</c:v>
                </c:pt>
                <c:pt idx="210">
                  <c:v>251</c:v>
                </c:pt>
                <c:pt idx="211">
                  <c:v>251.1</c:v>
                </c:pt>
                <c:pt idx="212">
                  <c:v>251.2</c:v>
                </c:pt>
                <c:pt idx="213">
                  <c:v>251.3</c:v>
                </c:pt>
                <c:pt idx="214">
                  <c:v>251.4</c:v>
                </c:pt>
                <c:pt idx="215">
                  <c:v>251.5</c:v>
                </c:pt>
                <c:pt idx="216">
                  <c:v>251.6</c:v>
                </c:pt>
                <c:pt idx="217">
                  <c:v>251.7</c:v>
                </c:pt>
                <c:pt idx="218">
                  <c:v>251.8</c:v>
                </c:pt>
                <c:pt idx="219">
                  <c:v>251.9</c:v>
                </c:pt>
                <c:pt idx="220">
                  <c:v>252</c:v>
                </c:pt>
                <c:pt idx="221">
                  <c:v>252.1</c:v>
                </c:pt>
                <c:pt idx="222">
                  <c:v>252.2</c:v>
                </c:pt>
                <c:pt idx="223">
                  <c:v>252.3</c:v>
                </c:pt>
                <c:pt idx="224">
                  <c:v>252.4</c:v>
                </c:pt>
                <c:pt idx="225">
                  <c:v>252.5</c:v>
                </c:pt>
                <c:pt idx="226">
                  <c:v>252.6</c:v>
                </c:pt>
                <c:pt idx="227">
                  <c:v>252.7</c:v>
                </c:pt>
                <c:pt idx="228">
                  <c:v>252.8</c:v>
                </c:pt>
                <c:pt idx="229">
                  <c:v>252.9</c:v>
                </c:pt>
                <c:pt idx="230">
                  <c:v>253</c:v>
                </c:pt>
                <c:pt idx="231">
                  <c:v>253.1</c:v>
                </c:pt>
                <c:pt idx="232">
                  <c:v>253.2</c:v>
                </c:pt>
                <c:pt idx="233">
                  <c:v>253.3</c:v>
                </c:pt>
                <c:pt idx="234">
                  <c:v>253.4</c:v>
                </c:pt>
                <c:pt idx="235">
                  <c:v>253.5</c:v>
                </c:pt>
                <c:pt idx="236">
                  <c:v>253.6</c:v>
                </c:pt>
                <c:pt idx="237">
                  <c:v>253.7</c:v>
                </c:pt>
                <c:pt idx="238">
                  <c:v>253.8</c:v>
                </c:pt>
                <c:pt idx="239">
                  <c:v>253.9</c:v>
                </c:pt>
                <c:pt idx="240">
                  <c:v>254</c:v>
                </c:pt>
                <c:pt idx="241">
                  <c:v>254.1</c:v>
                </c:pt>
                <c:pt idx="242">
                  <c:v>254.2</c:v>
                </c:pt>
                <c:pt idx="243">
                  <c:v>254.3</c:v>
                </c:pt>
                <c:pt idx="244">
                  <c:v>254.4</c:v>
                </c:pt>
                <c:pt idx="245">
                  <c:v>254.5</c:v>
                </c:pt>
                <c:pt idx="246">
                  <c:v>254.6</c:v>
                </c:pt>
                <c:pt idx="247">
                  <c:v>254.7</c:v>
                </c:pt>
                <c:pt idx="248">
                  <c:v>254.8</c:v>
                </c:pt>
                <c:pt idx="249">
                  <c:v>254.9</c:v>
                </c:pt>
                <c:pt idx="250">
                  <c:v>255</c:v>
                </c:pt>
                <c:pt idx="251">
                  <c:v>255.1</c:v>
                </c:pt>
                <c:pt idx="252">
                  <c:v>255.2</c:v>
                </c:pt>
                <c:pt idx="253">
                  <c:v>255.3</c:v>
                </c:pt>
                <c:pt idx="254">
                  <c:v>255.4</c:v>
                </c:pt>
                <c:pt idx="255">
                  <c:v>255.5</c:v>
                </c:pt>
                <c:pt idx="256">
                  <c:v>255.6</c:v>
                </c:pt>
                <c:pt idx="257">
                  <c:v>255.7</c:v>
                </c:pt>
                <c:pt idx="258">
                  <c:v>255.8</c:v>
                </c:pt>
                <c:pt idx="259">
                  <c:v>255.9</c:v>
                </c:pt>
                <c:pt idx="260">
                  <c:v>256</c:v>
                </c:pt>
                <c:pt idx="261">
                  <c:v>256.1</c:v>
                </c:pt>
                <c:pt idx="262">
                  <c:v>256.2</c:v>
                </c:pt>
                <c:pt idx="263">
                  <c:v>256.3</c:v>
                </c:pt>
                <c:pt idx="264">
                  <c:v>256.4</c:v>
                </c:pt>
                <c:pt idx="265">
                  <c:v>256.5</c:v>
                </c:pt>
                <c:pt idx="266">
                  <c:v>256.6</c:v>
                </c:pt>
                <c:pt idx="267">
                  <c:v>256.7</c:v>
                </c:pt>
                <c:pt idx="268">
                  <c:v>256.8</c:v>
                </c:pt>
                <c:pt idx="269">
                  <c:v>256.9</c:v>
                </c:pt>
                <c:pt idx="270">
                  <c:v>257</c:v>
                </c:pt>
                <c:pt idx="271">
                  <c:v>257.1</c:v>
                </c:pt>
                <c:pt idx="272">
                  <c:v>257.2</c:v>
                </c:pt>
                <c:pt idx="273">
                  <c:v>257.3</c:v>
                </c:pt>
                <c:pt idx="274">
                  <c:v>257.4</c:v>
                </c:pt>
                <c:pt idx="275">
                  <c:v>257.5</c:v>
                </c:pt>
                <c:pt idx="276">
                  <c:v>257.6</c:v>
                </c:pt>
                <c:pt idx="277">
                  <c:v>257.7</c:v>
                </c:pt>
                <c:pt idx="278">
                  <c:v>257.8</c:v>
                </c:pt>
                <c:pt idx="279">
                  <c:v>257.9</c:v>
                </c:pt>
                <c:pt idx="280">
                  <c:v>258</c:v>
                </c:pt>
                <c:pt idx="281">
                  <c:v>258.1</c:v>
                </c:pt>
                <c:pt idx="282">
                  <c:v>258.2</c:v>
                </c:pt>
                <c:pt idx="283">
                  <c:v>258.3</c:v>
                </c:pt>
                <c:pt idx="284">
                  <c:v>258.4</c:v>
                </c:pt>
                <c:pt idx="285">
                  <c:v>258.5</c:v>
                </c:pt>
                <c:pt idx="286">
                  <c:v>258.6</c:v>
                </c:pt>
                <c:pt idx="287">
                  <c:v>258.7</c:v>
                </c:pt>
                <c:pt idx="288">
                  <c:v>258.8</c:v>
                </c:pt>
                <c:pt idx="289">
                  <c:v>258.9</c:v>
                </c:pt>
                <c:pt idx="290">
                  <c:v>259</c:v>
                </c:pt>
                <c:pt idx="291">
                  <c:v>259.1</c:v>
                </c:pt>
                <c:pt idx="292">
                  <c:v>259.2</c:v>
                </c:pt>
                <c:pt idx="293">
                  <c:v>259.3</c:v>
                </c:pt>
                <c:pt idx="294">
                  <c:v>259.4</c:v>
                </c:pt>
                <c:pt idx="295">
                  <c:v>259.5</c:v>
                </c:pt>
                <c:pt idx="296">
                  <c:v>259.6</c:v>
                </c:pt>
                <c:pt idx="297">
                  <c:v>259.7</c:v>
                </c:pt>
                <c:pt idx="298">
                  <c:v>259.8</c:v>
                </c:pt>
                <c:pt idx="299">
                  <c:v>259.9</c:v>
                </c:pt>
                <c:pt idx="300">
                  <c:v>260</c:v>
                </c:pt>
              </c:numCache>
            </c:numRef>
          </c:xVal>
          <c:yVal>
            <c:numRef>
              <c:f>'Chart Data'!$B$2:$B$302</c:f>
              <c:numCache>
                <c:formatCode>0.00</c:formatCode>
                <c:ptCount val="301"/>
                <c:pt idx="0">
                  <c:v>59.92380142</c:v>
                </c:pt>
                <c:pt idx="1">
                  <c:v>59.90729904</c:v>
                </c:pt>
                <c:pt idx="2">
                  <c:v>59.88819885</c:v>
                </c:pt>
                <c:pt idx="3">
                  <c:v>59.8689003</c:v>
                </c:pt>
                <c:pt idx="4">
                  <c:v>59.84880066</c:v>
                </c:pt>
                <c:pt idx="5">
                  <c:v>59.82839966</c:v>
                </c:pt>
                <c:pt idx="6">
                  <c:v>59.81060028</c:v>
                </c:pt>
                <c:pt idx="7">
                  <c:v>59.79470062</c:v>
                </c:pt>
                <c:pt idx="8">
                  <c:v>59.7818985</c:v>
                </c:pt>
                <c:pt idx="9">
                  <c:v>59.77109909</c:v>
                </c:pt>
                <c:pt idx="10">
                  <c:v>59.76190186</c:v>
                </c:pt>
                <c:pt idx="11">
                  <c:v>59.75559998</c:v>
                </c:pt>
                <c:pt idx="12">
                  <c:v>59.74890137</c:v>
                </c:pt>
                <c:pt idx="13">
                  <c:v>59.74380112</c:v>
                </c:pt>
                <c:pt idx="14">
                  <c:v>59.73709869</c:v>
                </c:pt>
                <c:pt idx="15">
                  <c:v>59.73020172</c:v>
                </c:pt>
                <c:pt idx="16">
                  <c:v>59.72480011</c:v>
                </c:pt>
                <c:pt idx="17">
                  <c:v>59.71549988</c:v>
                </c:pt>
                <c:pt idx="18">
                  <c:v>59.71609879</c:v>
                </c:pt>
                <c:pt idx="19">
                  <c:v>59.71780014</c:v>
                </c:pt>
                <c:pt idx="20">
                  <c:v>59.7242012</c:v>
                </c:pt>
                <c:pt idx="21">
                  <c:v>59.73329926</c:v>
                </c:pt>
                <c:pt idx="22">
                  <c:v>59.74489975</c:v>
                </c:pt>
                <c:pt idx="23">
                  <c:v>59.76210022</c:v>
                </c:pt>
                <c:pt idx="24">
                  <c:v>59.77949905</c:v>
                </c:pt>
                <c:pt idx="25">
                  <c:v>59.79880142</c:v>
                </c:pt>
                <c:pt idx="26">
                  <c:v>59.81819916</c:v>
                </c:pt>
                <c:pt idx="27">
                  <c:v>59.83940125</c:v>
                </c:pt>
                <c:pt idx="28">
                  <c:v>59.85620117</c:v>
                </c:pt>
                <c:pt idx="29">
                  <c:v>59.8669014</c:v>
                </c:pt>
                <c:pt idx="30">
                  <c:v>59.87390137</c:v>
                </c:pt>
                <c:pt idx="31">
                  <c:v>59.87490082</c:v>
                </c:pt>
                <c:pt idx="32">
                  <c:v>59.87210083</c:v>
                </c:pt>
                <c:pt idx="33">
                  <c:v>59.86500168</c:v>
                </c:pt>
                <c:pt idx="34">
                  <c:v>59.85290146</c:v>
                </c:pt>
                <c:pt idx="35">
                  <c:v>59.84009933</c:v>
                </c:pt>
                <c:pt idx="36">
                  <c:v>59.82540131</c:v>
                </c:pt>
                <c:pt idx="37">
                  <c:v>59.80929947</c:v>
                </c:pt>
                <c:pt idx="38">
                  <c:v>59.79529953</c:v>
                </c:pt>
                <c:pt idx="39">
                  <c:v>59.78070068</c:v>
                </c:pt>
                <c:pt idx="40">
                  <c:v>59.76860046</c:v>
                </c:pt>
                <c:pt idx="41">
                  <c:v>59.76039886</c:v>
                </c:pt>
                <c:pt idx="42">
                  <c:v>59.75270081</c:v>
                </c:pt>
                <c:pt idx="43">
                  <c:v>59.74629974</c:v>
                </c:pt>
                <c:pt idx="44">
                  <c:v>59.74309921</c:v>
                </c:pt>
                <c:pt idx="45">
                  <c:v>59.73989868</c:v>
                </c:pt>
                <c:pt idx="46">
                  <c:v>59.73989868</c:v>
                </c:pt>
                <c:pt idx="47">
                  <c:v>59.73970032</c:v>
                </c:pt>
                <c:pt idx="48">
                  <c:v>59.7397995</c:v>
                </c:pt>
                <c:pt idx="49">
                  <c:v>59.73929977</c:v>
                </c:pt>
                <c:pt idx="50">
                  <c:v>59.73960114</c:v>
                </c:pt>
                <c:pt idx="51">
                  <c:v>59.74000168</c:v>
                </c:pt>
                <c:pt idx="52">
                  <c:v>59.7419014</c:v>
                </c:pt>
                <c:pt idx="53">
                  <c:v>59.7466011</c:v>
                </c:pt>
                <c:pt idx="54">
                  <c:v>59.75320053</c:v>
                </c:pt>
                <c:pt idx="55">
                  <c:v>59.76300049</c:v>
                </c:pt>
                <c:pt idx="56">
                  <c:v>59.7737999</c:v>
                </c:pt>
                <c:pt idx="57">
                  <c:v>59.78570175</c:v>
                </c:pt>
                <c:pt idx="58">
                  <c:v>59.80039978</c:v>
                </c:pt>
                <c:pt idx="59">
                  <c:v>59.81399918</c:v>
                </c:pt>
                <c:pt idx="60">
                  <c:v>59.82690048</c:v>
                </c:pt>
                <c:pt idx="61">
                  <c:v>59.83980179</c:v>
                </c:pt>
                <c:pt idx="62">
                  <c:v>59.84949875</c:v>
                </c:pt>
                <c:pt idx="63">
                  <c:v>59.86019897</c:v>
                </c:pt>
                <c:pt idx="64">
                  <c:v>59.85079956</c:v>
                </c:pt>
                <c:pt idx="65">
                  <c:v>59.8465004</c:v>
                </c:pt>
                <c:pt idx="66">
                  <c:v>59.84130096</c:v>
                </c:pt>
                <c:pt idx="67">
                  <c:v>59.82939911</c:v>
                </c:pt>
                <c:pt idx="68">
                  <c:v>59.81710052</c:v>
                </c:pt>
                <c:pt idx="69">
                  <c:v>59.80350113</c:v>
                </c:pt>
                <c:pt idx="70">
                  <c:v>59.78929901</c:v>
                </c:pt>
                <c:pt idx="71">
                  <c:v>59.77690125</c:v>
                </c:pt>
                <c:pt idx="72">
                  <c:v>59.76509857</c:v>
                </c:pt>
                <c:pt idx="73">
                  <c:v>59.75740051</c:v>
                </c:pt>
                <c:pt idx="74">
                  <c:v>59.75099945</c:v>
                </c:pt>
                <c:pt idx="75">
                  <c:v>59.74919891</c:v>
                </c:pt>
                <c:pt idx="76">
                  <c:v>59.74869919</c:v>
                </c:pt>
                <c:pt idx="77">
                  <c:v>59.74760056</c:v>
                </c:pt>
                <c:pt idx="78">
                  <c:v>59.75080109</c:v>
                </c:pt>
                <c:pt idx="79">
                  <c:v>59.75310135</c:v>
                </c:pt>
                <c:pt idx="80">
                  <c:v>59.75550079</c:v>
                </c:pt>
                <c:pt idx="81">
                  <c:v>59.7582016</c:v>
                </c:pt>
                <c:pt idx="82">
                  <c:v>59.76200104</c:v>
                </c:pt>
                <c:pt idx="83">
                  <c:v>59.76380157</c:v>
                </c:pt>
                <c:pt idx="84">
                  <c:v>59.76499939</c:v>
                </c:pt>
                <c:pt idx="85">
                  <c:v>59.76869965</c:v>
                </c:pt>
                <c:pt idx="86">
                  <c:v>59.77069855</c:v>
                </c:pt>
                <c:pt idx="87">
                  <c:v>59.77569962</c:v>
                </c:pt>
                <c:pt idx="88">
                  <c:v>59.78229904</c:v>
                </c:pt>
                <c:pt idx="89">
                  <c:v>59.78979874</c:v>
                </c:pt>
                <c:pt idx="90">
                  <c:v>59.79769897</c:v>
                </c:pt>
                <c:pt idx="91">
                  <c:v>59.80699921</c:v>
                </c:pt>
                <c:pt idx="92">
                  <c:v>59.81549835</c:v>
                </c:pt>
                <c:pt idx="93">
                  <c:v>59.82379913</c:v>
                </c:pt>
                <c:pt idx="94">
                  <c:v>59.82929993</c:v>
                </c:pt>
                <c:pt idx="95">
                  <c:v>59.83309937</c:v>
                </c:pt>
                <c:pt idx="96">
                  <c:v>59.83440018</c:v>
                </c:pt>
                <c:pt idx="97">
                  <c:v>59.83060074</c:v>
                </c:pt>
                <c:pt idx="98">
                  <c:v>59.82450104</c:v>
                </c:pt>
                <c:pt idx="99">
                  <c:v>59.81639862</c:v>
                </c:pt>
                <c:pt idx="100">
                  <c:v>59.80609894</c:v>
                </c:pt>
                <c:pt idx="101">
                  <c:v>59.79449844</c:v>
                </c:pt>
                <c:pt idx="102">
                  <c:v>59.78300095</c:v>
                </c:pt>
                <c:pt idx="103">
                  <c:v>59.72439957</c:v>
                </c:pt>
                <c:pt idx="104">
                  <c:v>59.73429871</c:v>
                </c:pt>
                <c:pt idx="105">
                  <c:v>59.73020172</c:v>
                </c:pt>
                <c:pt idx="106">
                  <c:v>59.73249817</c:v>
                </c:pt>
                <c:pt idx="107">
                  <c:v>59.74079895</c:v>
                </c:pt>
                <c:pt idx="108">
                  <c:v>59.75370026</c:v>
                </c:pt>
                <c:pt idx="109">
                  <c:v>59.7677002</c:v>
                </c:pt>
                <c:pt idx="110">
                  <c:v>59.77809906</c:v>
                </c:pt>
                <c:pt idx="111">
                  <c:v>59.78089905</c:v>
                </c:pt>
                <c:pt idx="112">
                  <c:v>59.77890015</c:v>
                </c:pt>
                <c:pt idx="113">
                  <c:v>59.77259827</c:v>
                </c:pt>
                <c:pt idx="114">
                  <c:v>59.7492981</c:v>
                </c:pt>
                <c:pt idx="115">
                  <c:v>59.73680115</c:v>
                </c:pt>
                <c:pt idx="116">
                  <c:v>59.73870087</c:v>
                </c:pt>
                <c:pt idx="117">
                  <c:v>59.75030136</c:v>
                </c:pt>
                <c:pt idx="118">
                  <c:v>59.76380157</c:v>
                </c:pt>
                <c:pt idx="119">
                  <c:v>59.77479935</c:v>
                </c:pt>
                <c:pt idx="120">
                  <c:v>59.77819824</c:v>
                </c:pt>
                <c:pt idx="121">
                  <c:v>59.7798996</c:v>
                </c:pt>
                <c:pt idx="122">
                  <c:v>59.78070068</c:v>
                </c:pt>
                <c:pt idx="123">
                  <c:v>59.78469849</c:v>
                </c:pt>
                <c:pt idx="124">
                  <c:v>59.79019928</c:v>
                </c:pt>
                <c:pt idx="125">
                  <c:v>59.7981987</c:v>
                </c:pt>
                <c:pt idx="126">
                  <c:v>59.80179977</c:v>
                </c:pt>
                <c:pt idx="127">
                  <c:v>59.80559921</c:v>
                </c:pt>
                <c:pt idx="128">
                  <c:v>59.80599976</c:v>
                </c:pt>
                <c:pt idx="129">
                  <c:v>59.80260086</c:v>
                </c:pt>
                <c:pt idx="130">
                  <c:v>59.79809952</c:v>
                </c:pt>
                <c:pt idx="131">
                  <c:v>59.79130173</c:v>
                </c:pt>
                <c:pt idx="132">
                  <c:v>59.7840004</c:v>
                </c:pt>
                <c:pt idx="133">
                  <c:v>59.77629852</c:v>
                </c:pt>
                <c:pt idx="134">
                  <c:v>59.76860046</c:v>
                </c:pt>
                <c:pt idx="135">
                  <c:v>59.76240158</c:v>
                </c:pt>
                <c:pt idx="136">
                  <c:v>59.75680161</c:v>
                </c:pt>
                <c:pt idx="137">
                  <c:v>59.75299835</c:v>
                </c:pt>
                <c:pt idx="138">
                  <c:v>59.75099945</c:v>
                </c:pt>
                <c:pt idx="139">
                  <c:v>59.74879837</c:v>
                </c:pt>
                <c:pt idx="140">
                  <c:v>59.74769974</c:v>
                </c:pt>
                <c:pt idx="141">
                  <c:v>59.74879837</c:v>
                </c:pt>
                <c:pt idx="142">
                  <c:v>59.74879837</c:v>
                </c:pt>
                <c:pt idx="143">
                  <c:v>59.74909973</c:v>
                </c:pt>
                <c:pt idx="144">
                  <c:v>59.75080109</c:v>
                </c:pt>
                <c:pt idx="145">
                  <c:v>59.75170135</c:v>
                </c:pt>
                <c:pt idx="146">
                  <c:v>59.7519989</c:v>
                </c:pt>
                <c:pt idx="147">
                  <c:v>59.75460052</c:v>
                </c:pt>
                <c:pt idx="148">
                  <c:v>59.75490189</c:v>
                </c:pt>
                <c:pt idx="149">
                  <c:v>59.75630188</c:v>
                </c:pt>
                <c:pt idx="150">
                  <c:v>59.75640106</c:v>
                </c:pt>
                <c:pt idx="151">
                  <c:v>59.75870132</c:v>
                </c:pt>
                <c:pt idx="152">
                  <c:v>59.76290131</c:v>
                </c:pt>
                <c:pt idx="153">
                  <c:v>59.76810074</c:v>
                </c:pt>
                <c:pt idx="154">
                  <c:v>59.77259827</c:v>
                </c:pt>
                <c:pt idx="155">
                  <c:v>59.78070068</c:v>
                </c:pt>
                <c:pt idx="156">
                  <c:v>59.78710175</c:v>
                </c:pt>
                <c:pt idx="157">
                  <c:v>59.79259872</c:v>
                </c:pt>
                <c:pt idx="158">
                  <c:v>59.79790115</c:v>
                </c:pt>
                <c:pt idx="159">
                  <c:v>59.80009842</c:v>
                </c:pt>
                <c:pt idx="160">
                  <c:v>59.79959869</c:v>
                </c:pt>
                <c:pt idx="161">
                  <c:v>59.79790115</c:v>
                </c:pt>
                <c:pt idx="162">
                  <c:v>59.79470062</c:v>
                </c:pt>
                <c:pt idx="163">
                  <c:v>59.79040146</c:v>
                </c:pt>
                <c:pt idx="164">
                  <c:v>59.78499985</c:v>
                </c:pt>
                <c:pt idx="165">
                  <c:v>59.77809906</c:v>
                </c:pt>
                <c:pt idx="166">
                  <c:v>59.77069855</c:v>
                </c:pt>
                <c:pt idx="167">
                  <c:v>59.76470184</c:v>
                </c:pt>
                <c:pt idx="168">
                  <c:v>59.7594986</c:v>
                </c:pt>
                <c:pt idx="169">
                  <c:v>59.7582016</c:v>
                </c:pt>
                <c:pt idx="170">
                  <c:v>59.75830078</c:v>
                </c:pt>
                <c:pt idx="171">
                  <c:v>59.75880051</c:v>
                </c:pt>
                <c:pt idx="172">
                  <c:v>59.76160049</c:v>
                </c:pt>
                <c:pt idx="173">
                  <c:v>59.76580048</c:v>
                </c:pt>
                <c:pt idx="174">
                  <c:v>59.76839828</c:v>
                </c:pt>
                <c:pt idx="175">
                  <c:v>59.76910019</c:v>
                </c:pt>
                <c:pt idx="176">
                  <c:v>59.77080154</c:v>
                </c:pt>
                <c:pt idx="177">
                  <c:v>59.77000046</c:v>
                </c:pt>
                <c:pt idx="178">
                  <c:v>59.77159882</c:v>
                </c:pt>
                <c:pt idx="179">
                  <c:v>59.77130127</c:v>
                </c:pt>
                <c:pt idx="180">
                  <c:v>59.77090073</c:v>
                </c:pt>
                <c:pt idx="181">
                  <c:v>59.77090073</c:v>
                </c:pt>
                <c:pt idx="182">
                  <c:v>59.77019882</c:v>
                </c:pt>
                <c:pt idx="183">
                  <c:v>59.77000046</c:v>
                </c:pt>
                <c:pt idx="184">
                  <c:v>59.76950073</c:v>
                </c:pt>
                <c:pt idx="185">
                  <c:v>59.770401</c:v>
                </c:pt>
                <c:pt idx="186">
                  <c:v>59.77190018</c:v>
                </c:pt>
                <c:pt idx="187">
                  <c:v>59.77590179</c:v>
                </c:pt>
                <c:pt idx="188">
                  <c:v>59.77949905</c:v>
                </c:pt>
                <c:pt idx="189">
                  <c:v>59.78250122</c:v>
                </c:pt>
                <c:pt idx="190">
                  <c:v>59.78540039</c:v>
                </c:pt>
                <c:pt idx="191">
                  <c:v>59.78519821</c:v>
                </c:pt>
                <c:pt idx="192">
                  <c:v>59.78369904</c:v>
                </c:pt>
                <c:pt idx="193">
                  <c:v>59.78210068</c:v>
                </c:pt>
                <c:pt idx="194">
                  <c:v>59.77730179</c:v>
                </c:pt>
                <c:pt idx="195">
                  <c:v>59.77420044</c:v>
                </c:pt>
                <c:pt idx="196">
                  <c:v>59.7682991</c:v>
                </c:pt>
                <c:pt idx="197">
                  <c:v>59.76290131</c:v>
                </c:pt>
                <c:pt idx="198">
                  <c:v>59.75659943</c:v>
                </c:pt>
                <c:pt idx="199">
                  <c:v>59.75139999</c:v>
                </c:pt>
                <c:pt idx="200">
                  <c:v>59.74720001</c:v>
                </c:pt>
                <c:pt idx="201">
                  <c:v>59.74440002</c:v>
                </c:pt>
                <c:pt idx="202">
                  <c:v>59.74530029</c:v>
                </c:pt>
                <c:pt idx="203">
                  <c:v>59.74620056</c:v>
                </c:pt>
                <c:pt idx="204">
                  <c:v>59.7492981</c:v>
                </c:pt>
                <c:pt idx="205">
                  <c:v>59.75230026</c:v>
                </c:pt>
                <c:pt idx="206">
                  <c:v>59.75569916</c:v>
                </c:pt>
                <c:pt idx="207">
                  <c:v>59.7594986</c:v>
                </c:pt>
                <c:pt idx="208">
                  <c:v>59.76269913</c:v>
                </c:pt>
                <c:pt idx="209">
                  <c:v>59.76480103</c:v>
                </c:pt>
                <c:pt idx="210">
                  <c:v>59.76679993</c:v>
                </c:pt>
                <c:pt idx="211">
                  <c:v>59.76699829</c:v>
                </c:pt>
                <c:pt idx="212">
                  <c:v>59.76819992</c:v>
                </c:pt>
                <c:pt idx="213">
                  <c:v>59.76750183</c:v>
                </c:pt>
                <c:pt idx="214">
                  <c:v>59.76580048</c:v>
                </c:pt>
                <c:pt idx="215">
                  <c:v>59.76399994</c:v>
                </c:pt>
                <c:pt idx="216">
                  <c:v>59.76160049</c:v>
                </c:pt>
                <c:pt idx="217">
                  <c:v>59.76079941</c:v>
                </c:pt>
                <c:pt idx="218">
                  <c:v>59.76110077</c:v>
                </c:pt>
                <c:pt idx="219">
                  <c:v>59.76380157</c:v>
                </c:pt>
                <c:pt idx="220">
                  <c:v>59.76649857</c:v>
                </c:pt>
                <c:pt idx="221">
                  <c:v>59.77009964</c:v>
                </c:pt>
                <c:pt idx="222">
                  <c:v>59.77099991</c:v>
                </c:pt>
                <c:pt idx="223">
                  <c:v>59.77190018</c:v>
                </c:pt>
                <c:pt idx="224">
                  <c:v>59.77069855</c:v>
                </c:pt>
                <c:pt idx="225">
                  <c:v>59.76819992</c:v>
                </c:pt>
                <c:pt idx="226">
                  <c:v>59.76440048</c:v>
                </c:pt>
                <c:pt idx="227">
                  <c:v>59.76160049</c:v>
                </c:pt>
                <c:pt idx="228">
                  <c:v>59.75740051</c:v>
                </c:pt>
                <c:pt idx="229">
                  <c:v>59.75370026</c:v>
                </c:pt>
                <c:pt idx="230">
                  <c:v>59.74919891</c:v>
                </c:pt>
                <c:pt idx="231">
                  <c:v>59.74520111</c:v>
                </c:pt>
                <c:pt idx="232">
                  <c:v>59.74399948</c:v>
                </c:pt>
                <c:pt idx="233">
                  <c:v>59.74300003</c:v>
                </c:pt>
                <c:pt idx="234">
                  <c:v>59.74229813</c:v>
                </c:pt>
                <c:pt idx="235">
                  <c:v>59.74409866</c:v>
                </c:pt>
                <c:pt idx="236">
                  <c:v>59.74649811</c:v>
                </c:pt>
                <c:pt idx="237">
                  <c:v>59.75180054</c:v>
                </c:pt>
                <c:pt idx="238">
                  <c:v>59.75680161</c:v>
                </c:pt>
                <c:pt idx="239">
                  <c:v>59.75830078</c:v>
                </c:pt>
                <c:pt idx="240">
                  <c:v>59.76179886</c:v>
                </c:pt>
                <c:pt idx="241">
                  <c:v>59.76470184</c:v>
                </c:pt>
                <c:pt idx="242">
                  <c:v>59.7655983</c:v>
                </c:pt>
                <c:pt idx="243">
                  <c:v>59.76689911</c:v>
                </c:pt>
                <c:pt idx="244">
                  <c:v>59.76720047</c:v>
                </c:pt>
                <c:pt idx="245">
                  <c:v>59.76599884</c:v>
                </c:pt>
                <c:pt idx="246">
                  <c:v>59.76390076</c:v>
                </c:pt>
                <c:pt idx="247">
                  <c:v>59.76129913</c:v>
                </c:pt>
                <c:pt idx="248">
                  <c:v>59.7594986</c:v>
                </c:pt>
                <c:pt idx="249">
                  <c:v>59.75830078</c:v>
                </c:pt>
                <c:pt idx="250">
                  <c:v>59.75730133</c:v>
                </c:pt>
                <c:pt idx="251">
                  <c:v>59.75870132</c:v>
                </c:pt>
                <c:pt idx="252">
                  <c:v>59.76100159</c:v>
                </c:pt>
                <c:pt idx="253">
                  <c:v>59.76390076</c:v>
                </c:pt>
                <c:pt idx="254">
                  <c:v>59.76670074</c:v>
                </c:pt>
                <c:pt idx="255">
                  <c:v>59.76810074</c:v>
                </c:pt>
                <c:pt idx="256">
                  <c:v>59.76900101</c:v>
                </c:pt>
                <c:pt idx="257">
                  <c:v>59.76739883</c:v>
                </c:pt>
                <c:pt idx="258">
                  <c:v>59.76539993</c:v>
                </c:pt>
                <c:pt idx="259">
                  <c:v>59.76279831</c:v>
                </c:pt>
                <c:pt idx="260">
                  <c:v>59.76160049</c:v>
                </c:pt>
                <c:pt idx="261">
                  <c:v>59.75920105</c:v>
                </c:pt>
                <c:pt idx="262">
                  <c:v>59.75510025</c:v>
                </c:pt>
                <c:pt idx="263">
                  <c:v>59.75270081</c:v>
                </c:pt>
                <c:pt idx="264">
                  <c:v>59.75099945</c:v>
                </c:pt>
                <c:pt idx="265">
                  <c:v>59.74829865</c:v>
                </c:pt>
                <c:pt idx="266">
                  <c:v>59.7480011</c:v>
                </c:pt>
                <c:pt idx="267">
                  <c:v>59.74760056</c:v>
                </c:pt>
                <c:pt idx="268">
                  <c:v>59.75019836</c:v>
                </c:pt>
                <c:pt idx="269">
                  <c:v>59.75279999</c:v>
                </c:pt>
                <c:pt idx="270">
                  <c:v>59.75690079</c:v>
                </c:pt>
                <c:pt idx="271">
                  <c:v>59.76029968</c:v>
                </c:pt>
                <c:pt idx="272">
                  <c:v>59.7641983</c:v>
                </c:pt>
                <c:pt idx="273">
                  <c:v>59.76490021</c:v>
                </c:pt>
                <c:pt idx="274">
                  <c:v>59.76679993</c:v>
                </c:pt>
                <c:pt idx="275">
                  <c:v>59.76890182</c:v>
                </c:pt>
                <c:pt idx="276">
                  <c:v>59.76800156</c:v>
                </c:pt>
                <c:pt idx="277">
                  <c:v>59.76869965</c:v>
                </c:pt>
                <c:pt idx="278">
                  <c:v>59.76699829</c:v>
                </c:pt>
                <c:pt idx="279">
                  <c:v>59.76390076</c:v>
                </c:pt>
                <c:pt idx="280">
                  <c:v>59.76119995</c:v>
                </c:pt>
                <c:pt idx="281">
                  <c:v>59.75780106</c:v>
                </c:pt>
                <c:pt idx="282">
                  <c:v>59.75730133</c:v>
                </c:pt>
                <c:pt idx="283">
                  <c:v>59.75569916</c:v>
                </c:pt>
                <c:pt idx="284">
                  <c:v>59.75650024</c:v>
                </c:pt>
                <c:pt idx="285">
                  <c:v>59.75799942</c:v>
                </c:pt>
                <c:pt idx="286">
                  <c:v>59.76179886</c:v>
                </c:pt>
                <c:pt idx="287">
                  <c:v>59.76390076</c:v>
                </c:pt>
                <c:pt idx="288">
                  <c:v>59.76509857</c:v>
                </c:pt>
                <c:pt idx="289">
                  <c:v>59.76599884</c:v>
                </c:pt>
                <c:pt idx="290">
                  <c:v>59.7655983</c:v>
                </c:pt>
                <c:pt idx="291">
                  <c:v>59.76340103</c:v>
                </c:pt>
                <c:pt idx="292">
                  <c:v>59.76169968</c:v>
                </c:pt>
                <c:pt idx="293">
                  <c:v>59.75960159</c:v>
                </c:pt>
                <c:pt idx="294">
                  <c:v>59.75690079</c:v>
                </c:pt>
                <c:pt idx="295">
                  <c:v>59.75400162</c:v>
                </c:pt>
                <c:pt idx="296">
                  <c:v>59.75189972</c:v>
                </c:pt>
                <c:pt idx="297">
                  <c:v>59.74900055</c:v>
                </c:pt>
                <c:pt idx="298">
                  <c:v>59.7458992</c:v>
                </c:pt>
                <c:pt idx="299">
                  <c:v>59.74480057</c:v>
                </c:pt>
                <c:pt idx="300">
                  <c:v>59.74359894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9.95"/>
          <c:min val="59.7"/>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Netzfrequenz (Hz)</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0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50112"/>
        <c:crossesAt val="59.7"/>
        <c:majorUnit val="0.05"/>
      </c:valAx>
      <c:valAx>
        <c:axId val="48650112"/>
        <c:scaling>
          <c:orientation val="minMax"/>
          <c:max val="260"/>
          <c:min val="230"/>
        </c:scaling>
        <c:delete val="0"/>
        <c:axPos val="b"/>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72768"/>
        <c:crossesAt val="230"/>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Messung</c:v>
          </c:tx>
          <c:spPr>
            <a:solidFill xmlns:a="http://schemas.openxmlformats.org/drawingml/2006/main">
              <a:srgbClr val="004A7C"/>
            </a:solidFill>
            <a:ln xmlns:a="http://schemas.openxmlformats.org/drawingml/2006/main" w="22860">
              <a:solidFill>
                <a:srgbClr val="004A7C"/>
              </a:solidFill>
              <a:prstDash val="solid"/>
            </a:ln>
          </c:spPr>
          <c:marker>
            <c:symbol val="none"/>
            <c:size val="5"/>
            <c:spPr>
              <a:solidFill xmlns:a="http://schemas.openxmlformats.org/drawingml/2006/main">
                <a:srgbClr val="004A7C"/>
              </a:solidFill>
            </c:spPr>
          </c:marker>
          <c:xVal>
            <c:numRef>
              <c:f>'Chart Data'!$A$2:$A$302</c:f>
              <c:numCache>
                <c:formatCode>General</c:formatCode>
                <c:ptCount val="301"/>
                <c:pt idx="0">
                  <c:v>230</c:v>
                </c:pt>
                <c:pt idx="1">
                  <c:v>230.1</c:v>
                </c:pt>
                <c:pt idx="2">
                  <c:v>230.2</c:v>
                </c:pt>
                <c:pt idx="3">
                  <c:v>230.3</c:v>
                </c:pt>
                <c:pt idx="4">
                  <c:v>230.4</c:v>
                </c:pt>
                <c:pt idx="5">
                  <c:v>230.5</c:v>
                </c:pt>
                <c:pt idx="6">
                  <c:v>230.6</c:v>
                </c:pt>
                <c:pt idx="7">
                  <c:v>230.7</c:v>
                </c:pt>
                <c:pt idx="8">
                  <c:v>230.8</c:v>
                </c:pt>
                <c:pt idx="9">
                  <c:v>230.9</c:v>
                </c:pt>
                <c:pt idx="10">
                  <c:v>231</c:v>
                </c:pt>
                <c:pt idx="11">
                  <c:v>231.1</c:v>
                </c:pt>
                <c:pt idx="12">
                  <c:v>231.2</c:v>
                </c:pt>
                <c:pt idx="13">
                  <c:v>231.3</c:v>
                </c:pt>
                <c:pt idx="14">
                  <c:v>231.4</c:v>
                </c:pt>
                <c:pt idx="15">
                  <c:v>231.5</c:v>
                </c:pt>
                <c:pt idx="16">
                  <c:v>231.6</c:v>
                </c:pt>
                <c:pt idx="17">
                  <c:v>231.7</c:v>
                </c:pt>
                <c:pt idx="18">
                  <c:v>231.8</c:v>
                </c:pt>
                <c:pt idx="19">
                  <c:v>231.9</c:v>
                </c:pt>
                <c:pt idx="20">
                  <c:v>232</c:v>
                </c:pt>
                <c:pt idx="21">
                  <c:v>232.1</c:v>
                </c:pt>
                <c:pt idx="22">
                  <c:v>232.2</c:v>
                </c:pt>
                <c:pt idx="23">
                  <c:v>232.3</c:v>
                </c:pt>
                <c:pt idx="24">
                  <c:v>232.4</c:v>
                </c:pt>
                <c:pt idx="25">
                  <c:v>232.5</c:v>
                </c:pt>
                <c:pt idx="26">
                  <c:v>232.6</c:v>
                </c:pt>
                <c:pt idx="27">
                  <c:v>232.7</c:v>
                </c:pt>
                <c:pt idx="28">
                  <c:v>232.8</c:v>
                </c:pt>
                <c:pt idx="29">
                  <c:v>232.9</c:v>
                </c:pt>
                <c:pt idx="30">
                  <c:v>233</c:v>
                </c:pt>
                <c:pt idx="31">
                  <c:v>233.1</c:v>
                </c:pt>
                <c:pt idx="32">
                  <c:v>233.2</c:v>
                </c:pt>
                <c:pt idx="33">
                  <c:v>233.3</c:v>
                </c:pt>
                <c:pt idx="34">
                  <c:v>233.4</c:v>
                </c:pt>
                <c:pt idx="35">
                  <c:v>233.5</c:v>
                </c:pt>
                <c:pt idx="36">
                  <c:v>233.6</c:v>
                </c:pt>
                <c:pt idx="37">
                  <c:v>233.7</c:v>
                </c:pt>
                <c:pt idx="38">
                  <c:v>233.8</c:v>
                </c:pt>
                <c:pt idx="39">
                  <c:v>233.9</c:v>
                </c:pt>
                <c:pt idx="40">
                  <c:v>234</c:v>
                </c:pt>
                <c:pt idx="41">
                  <c:v>234.1</c:v>
                </c:pt>
                <c:pt idx="42">
                  <c:v>234.2</c:v>
                </c:pt>
                <c:pt idx="43">
                  <c:v>234.3</c:v>
                </c:pt>
                <c:pt idx="44">
                  <c:v>234.4</c:v>
                </c:pt>
                <c:pt idx="45">
                  <c:v>234.5</c:v>
                </c:pt>
                <c:pt idx="46">
                  <c:v>234.6</c:v>
                </c:pt>
                <c:pt idx="47">
                  <c:v>234.7</c:v>
                </c:pt>
                <c:pt idx="48">
                  <c:v>234.8</c:v>
                </c:pt>
                <c:pt idx="49">
                  <c:v>234.9</c:v>
                </c:pt>
                <c:pt idx="50">
                  <c:v>235</c:v>
                </c:pt>
                <c:pt idx="51">
                  <c:v>235.1</c:v>
                </c:pt>
                <c:pt idx="52">
                  <c:v>235.2</c:v>
                </c:pt>
                <c:pt idx="53">
                  <c:v>235.3</c:v>
                </c:pt>
                <c:pt idx="54">
                  <c:v>235.4</c:v>
                </c:pt>
                <c:pt idx="55">
                  <c:v>235.5</c:v>
                </c:pt>
                <c:pt idx="56">
                  <c:v>235.6</c:v>
                </c:pt>
                <c:pt idx="57">
                  <c:v>235.7</c:v>
                </c:pt>
                <c:pt idx="58">
                  <c:v>235.8</c:v>
                </c:pt>
                <c:pt idx="59">
                  <c:v>235.9</c:v>
                </c:pt>
                <c:pt idx="60">
                  <c:v>236</c:v>
                </c:pt>
                <c:pt idx="61">
                  <c:v>236.1</c:v>
                </c:pt>
                <c:pt idx="62">
                  <c:v>236.2</c:v>
                </c:pt>
                <c:pt idx="63">
                  <c:v>236.3</c:v>
                </c:pt>
                <c:pt idx="64">
                  <c:v>236.4</c:v>
                </c:pt>
                <c:pt idx="65">
                  <c:v>236.5</c:v>
                </c:pt>
                <c:pt idx="66">
                  <c:v>236.6</c:v>
                </c:pt>
                <c:pt idx="67">
                  <c:v>236.7</c:v>
                </c:pt>
                <c:pt idx="68">
                  <c:v>236.8</c:v>
                </c:pt>
                <c:pt idx="69">
                  <c:v>236.9</c:v>
                </c:pt>
                <c:pt idx="70">
                  <c:v>237</c:v>
                </c:pt>
                <c:pt idx="71">
                  <c:v>237.1</c:v>
                </c:pt>
                <c:pt idx="72">
                  <c:v>237.2</c:v>
                </c:pt>
                <c:pt idx="73">
                  <c:v>237.3</c:v>
                </c:pt>
                <c:pt idx="74">
                  <c:v>237.4</c:v>
                </c:pt>
                <c:pt idx="75">
                  <c:v>237.5</c:v>
                </c:pt>
                <c:pt idx="76">
                  <c:v>237.6</c:v>
                </c:pt>
                <c:pt idx="77">
                  <c:v>237.7</c:v>
                </c:pt>
                <c:pt idx="78">
                  <c:v>237.8</c:v>
                </c:pt>
                <c:pt idx="79">
                  <c:v>237.9</c:v>
                </c:pt>
                <c:pt idx="80">
                  <c:v>238</c:v>
                </c:pt>
                <c:pt idx="81">
                  <c:v>238.1</c:v>
                </c:pt>
                <c:pt idx="82">
                  <c:v>238.2</c:v>
                </c:pt>
                <c:pt idx="83">
                  <c:v>238.3</c:v>
                </c:pt>
                <c:pt idx="84">
                  <c:v>238.4</c:v>
                </c:pt>
                <c:pt idx="85">
                  <c:v>238.5</c:v>
                </c:pt>
                <c:pt idx="86">
                  <c:v>238.6</c:v>
                </c:pt>
                <c:pt idx="87">
                  <c:v>238.7</c:v>
                </c:pt>
                <c:pt idx="88">
                  <c:v>238.8</c:v>
                </c:pt>
                <c:pt idx="89">
                  <c:v>238.9</c:v>
                </c:pt>
                <c:pt idx="90">
                  <c:v>239</c:v>
                </c:pt>
                <c:pt idx="91">
                  <c:v>239.1</c:v>
                </c:pt>
                <c:pt idx="92">
                  <c:v>239.2</c:v>
                </c:pt>
                <c:pt idx="93">
                  <c:v>239.3</c:v>
                </c:pt>
                <c:pt idx="94">
                  <c:v>239.4</c:v>
                </c:pt>
                <c:pt idx="95">
                  <c:v>239.5</c:v>
                </c:pt>
                <c:pt idx="96">
                  <c:v>239.6</c:v>
                </c:pt>
                <c:pt idx="97">
                  <c:v>239.7</c:v>
                </c:pt>
                <c:pt idx="98">
                  <c:v>239.8</c:v>
                </c:pt>
                <c:pt idx="99">
                  <c:v>239.9</c:v>
                </c:pt>
                <c:pt idx="100">
                  <c:v>240</c:v>
                </c:pt>
                <c:pt idx="101">
                  <c:v>240.1</c:v>
                </c:pt>
                <c:pt idx="102">
                  <c:v>240.2</c:v>
                </c:pt>
                <c:pt idx="103">
                  <c:v>240.3</c:v>
                </c:pt>
                <c:pt idx="104">
                  <c:v>240.4</c:v>
                </c:pt>
                <c:pt idx="105">
                  <c:v>240.5</c:v>
                </c:pt>
                <c:pt idx="106">
                  <c:v>240.6</c:v>
                </c:pt>
                <c:pt idx="107">
                  <c:v>240.7</c:v>
                </c:pt>
                <c:pt idx="108">
                  <c:v>240.8</c:v>
                </c:pt>
                <c:pt idx="109">
                  <c:v>240.9</c:v>
                </c:pt>
                <c:pt idx="110">
                  <c:v>241</c:v>
                </c:pt>
                <c:pt idx="111">
                  <c:v>241.1</c:v>
                </c:pt>
                <c:pt idx="112">
                  <c:v>241.2</c:v>
                </c:pt>
                <c:pt idx="113">
                  <c:v>241.3</c:v>
                </c:pt>
                <c:pt idx="114">
                  <c:v>241.4</c:v>
                </c:pt>
                <c:pt idx="115">
                  <c:v>241.5</c:v>
                </c:pt>
                <c:pt idx="116">
                  <c:v>241.6</c:v>
                </c:pt>
                <c:pt idx="117">
                  <c:v>241.7</c:v>
                </c:pt>
                <c:pt idx="118">
                  <c:v>241.8</c:v>
                </c:pt>
                <c:pt idx="119">
                  <c:v>241.9</c:v>
                </c:pt>
                <c:pt idx="120">
                  <c:v>242</c:v>
                </c:pt>
                <c:pt idx="121">
                  <c:v>242.1</c:v>
                </c:pt>
                <c:pt idx="122">
                  <c:v>242.2</c:v>
                </c:pt>
                <c:pt idx="123">
                  <c:v>242.3</c:v>
                </c:pt>
                <c:pt idx="124">
                  <c:v>242.4</c:v>
                </c:pt>
                <c:pt idx="125">
                  <c:v>242.5</c:v>
                </c:pt>
                <c:pt idx="126">
                  <c:v>242.6</c:v>
                </c:pt>
                <c:pt idx="127">
                  <c:v>242.7</c:v>
                </c:pt>
                <c:pt idx="128">
                  <c:v>242.8</c:v>
                </c:pt>
                <c:pt idx="129">
                  <c:v>242.9</c:v>
                </c:pt>
                <c:pt idx="130">
                  <c:v>243</c:v>
                </c:pt>
                <c:pt idx="131">
                  <c:v>243.1</c:v>
                </c:pt>
                <c:pt idx="132">
                  <c:v>243.2</c:v>
                </c:pt>
                <c:pt idx="133">
                  <c:v>243.3</c:v>
                </c:pt>
                <c:pt idx="134">
                  <c:v>243.4</c:v>
                </c:pt>
                <c:pt idx="135">
                  <c:v>243.5</c:v>
                </c:pt>
                <c:pt idx="136">
                  <c:v>243.6</c:v>
                </c:pt>
                <c:pt idx="137">
                  <c:v>243.7</c:v>
                </c:pt>
                <c:pt idx="138">
                  <c:v>243.8</c:v>
                </c:pt>
                <c:pt idx="139">
                  <c:v>243.9</c:v>
                </c:pt>
                <c:pt idx="140">
                  <c:v>244</c:v>
                </c:pt>
                <c:pt idx="141">
                  <c:v>244.1</c:v>
                </c:pt>
                <c:pt idx="142">
                  <c:v>244.2</c:v>
                </c:pt>
                <c:pt idx="143">
                  <c:v>244.3</c:v>
                </c:pt>
                <c:pt idx="144">
                  <c:v>244.4</c:v>
                </c:pt>
                <c:pt idx="145">
                  <c:v>244.5</c:v>
                </c:pt>
                <c:pt idx="146">
                  <c:v>244.6</c:v>
                </c:pt>
                <c:pt idx="147">
                  <c:v>244.7</c:v>
                </c:pt>
                <c:pt idx="148">
                  <c:v>244.8</c:v>
                </c:pt>
                <c:pt idx="149">
                  <c:v>244.9</c:v>
                </c:pt>
                <c:pt idx="150">
                  <c:v>245</c:v>
                </c:pt>
                <c:pt idx="151">
                  <c:v>245.1</c:v>
                </c:pt>
                <c:pt idx="152">
                  <c:v>245.2</c:v>
                </c:pt>
                <c:pt idx="153">
                  <c:v>245.3</c:v>
                </c:pt>
                <c:pt idx="154">
                  <c:v>245.4</c:v>
                </c:pt>
                <c:pt idx="155">
                  <c:v>245.5</c:v>
                </c:pt>
                <c:pt idx="156">
                  <c:v>245.6</c:v>
                </c:pt>
                <c:pt idx="157">
                  <c:v>245.7</c:v>
                </c:pt>
                <c:pt idx="158">
                  <c:v>245.8</c:v>
                </c:pt>
                <c:pt idx="159">
                  <c:v>245.9</c:v>
                </c:pt>
                <c:pt idx="160">
                  <c:v>246</c:v>
                </c:pt>
                <c:pt idx="161">
                  <c:v>246.1</c:v>
                </c:pt>
                <c:pt idx="162">
                  <c:v>246.2</c:v>
                </c:pt>
                <c:pt idx="163">
                  <c:v>246.3</c:v>
                </c:pt>
                <c:pt idx="164">
                  <c:v>246.4</c:v>
                </c:pt>
                <c:pt idx="165">
                  <c:v>246.5</c:v>
                </c:pt>
                <c:pt idx="166">
                  <c:v>246.6</c:v>
                </c:pt>
                <c:pt idx="167">
                  <c:v>246.7</c:v>
                </c:pt>
                <c:pt idx="168">
                  <c:v>246.8</c:v>
                </c:pt>
                <c:pt idx="169">
                  <c:v>246.9</c:v>
                </c:pt>
                <c:pt idx="170">
                  <c:v>247</c:v>
                </c:pt>
                <c:pt idx="171">
                  <c:v>247.1</c:v>
                </c:pt>
                <c:pt idx="172">
                  <c:v>247.2</c:v>
                </c:pt>
                <c:pt idx="173">
                  <c:v>247.3</c:v>
                </c:pt>
                <c:pt idx="174">
                  <c:v>247.4</c:v>
                </c:pt>
                <c:pt idx="175">
                  <c:v>247.5</c:v>
                </c:pt>
                <c:pt idx="176">
                  <c:v>247.6</c:v>
                </c:pt>
                <c:pt idx="177">
                  <c:v>247.7</c:v>
                </c:pt>
                <c:pt idx="178">
                  <c:v>247.8</c:v>
                </c:pt>
                <c:pt idx="179">
                  <c:v>247.9</c:v>
                </c:pt>
                <c:pt idx="180">
                  <c:v>248</c:v>
                </c:pt>
                <c:pt idx="181">
                  <c:v>248.1</c:v>
                </c:pt>
                <c:pt idx="182">
                  <c:v>248.2</c:v>
                </c:pt>
                <c:pt idx="183">
                  <c:v>248.3</c:v>
                </c:pt>
                <c:pt idx="184">
                  <c:v>248.4</c:v>
                </c:pt>
                <c:pt idx="185">
                  <c:v>248.5</c:v>
                </c:pt>
                <c:pt idx="186">
                  <c:v>248.6</c:v>
                </c:pt>
                <c:pt idx="187">
                  <c:v>248.7</c:v>
                </c:pt>
                <c:pt idx="188">
                  <c:v>248.8</c:v>
                </c:pt>
                <c:pt idx="189">
                  <c:v>248.9</c:v>
                </c:pt>
                <c:pt idx="190">
                  <c:v>249</c:v>
                </c:pt>
                <c:pt idx="191">
                  <c:v>249.1</c:v>
                </c:pt>
                <c:pt idx="192">
                  <c:v>249.2</c:v>
                </c:pt>
                <c:pt idx="193">
                  <c:v>249.3</c:v>
                </c:pt>
                <c:pt idx="194">
                  <c:v>249.4</c:v>
                </c:pt>
                <c:pt idx="195">
                  <c:v>249.5</c:v>
                </c:pt>
                <c:pt idx="196">
                  <c:v>249.6</c:v>
                </c:pt>
                <c:pt idx="197">
                  <c:v>249.7</c:v>
                </c:pt>
                <c:pt idx="198">
                  <c:v>249.8</c:v>
                </c:pt>
                <c:pt idx="199">
                  <c:v>249.9</c:v>
                </c:pt>
                <c:pt idx="200">
                  <c:v>250</c:v>
                </c:pt>
                <c:pt idx="201">
                  <c:v>250.1</c:v>
                </c:pt>
                <c:pt idx="202">
                  <c:v>250.2</c:v>
                </c:pt>
                <c:pt idx="203">
                  <c:v>250.3</c:v>
                </c:pt>
                <c:pt idx="204">
                  <c:v>250.4</c:v>
                </c:pt>
                <c:pt idx="205">
                  <c:v>250.5</c:v>
                </c:pt>
                <c:pt idx="206">
                  <c:v>250.6</c:v>
                </c:pt>
                <c:pt idx="207">
                  <c:v>250.7</c:v>
                </c:pt>
                <c:pt idx="208">
                  <c:v>250.8</c:v>
                </c:pt>
                <c:pt idx="209">
                  <c:v>250.9</c:v>
                </c:pt>
                <c:pt idx="210">
                  <c:v>251</c:v>
                </c:pt>
                <c:pt idx="211">
                  <c:v>251.1</c:v>
                </c:pt>
                <c:pt idx="212">
                  <c:v>251.2</c:v>
                </c:pt>
                <c:pt idx="213">
                  <c:v>251.3</c:v>
                </c:pt>
                <c:pt idx="214">
                  <c:v>251.4</c:v>
                </c:pt>
                <c:pt idx="215">
                  <c:v>251.5</c:v>
                </c:pt>
                <c:pt idx="216">
                  <c:v>251.6</c:v>
                </c:pt>
                <c:pt idx="217">
                  <c:v>251.7</c:v>
                </c:pt>
                <c:pt idx="218">
                  <c:v>251.8</c:v>
                </c:pt>
                <c:pt idx="219">
                  <c:v>251.9</c:v>
                </c:pt>
                <c:pt idx="220">
                  <c:v>252</c:v>
                </c:pt>
                <c:pt idx="221">
                  <c:v>252.1</c:v>
                </c:pt>
                <c:pt idx="222">
                  <c:v>252.2</c:v>
                </c:pt>
                <c:pt idx="223">
                  <c:v>252.3</c:v>
                </c:pt>
                <c:pt idx="224">
                  <c:v>252.4</c:v>
                </c:pt>
                <c:pt idx="225">
                  <c:v>252.5</c:v>
                </c:pt>
                <c:pt idx="226">
                  <c:v>252.6</c:v>
                </c:pt>
                <c:pt idx="227">
                  <c:v>252.7</c:v>
                </c:pt>
                <c:pt idx="228">
                  <c:v>252.8</c:v>
                </c:pt>
                <c:pt idx="229">
                  <c:v>252.9</c:v>
                </c:pt>
                <c:pt idx="230">
                  <c:v>253</c:v>
                </c:pt>
                <c:pt idx="231">
                  <c:v>253.1</c:v>
                </c:pt>
                <c:pt idx="232">
                  <c:v>253.2</c:v>
                </c:pt>
                <c:pt idx="233">
                  <c:v>253.3</c:v>
                </c:pt>
                <c:pt idx="234">
                  <c:v>253.4</c:v>
                </c:pt>
                <c:pt idx="235">
                  <c:v>253.5</c:v>
                </c:pt>
                <c:pt idx="236">
                  <c:v>253.6</c:v>
                </c:pt>
                <c:pt idx="237">
                  <c:v>253.7</c:v>
                </c:pt>
                <c:pt idx="238">
                  <c:v>253.8</c:v>
                </c:pt>
                <c:pt idx="239">
                  <c:v>253.9</c:v>
                </c:pt>
                <c:pt idx="240">
                  <c:v>254</c:v>
                </c:pt>
                <c:pt idx="241">
                  <c:v>254.1</c:v>
                </c:pt>
                <c:pt idx="242">
                  <c:v>254.2</c:v>
                </c:pt>
                <c:pt idx="243">
                  <c:v>254.3</c:v>
                </c:pt>
                <c:pt idx="244">
                  <c:v>254.4</c:v>
                </c:pt>
                <c:pt idx="245">
                  <c:v>254.5</c:v>
                </c:pt>
                <c:pt idx="246">
                  <c:v>254.6</c:v>
                </c:pt>
                <c:pt idx="247">
                  <c:v>254.7</c:v>
                </c:pt>
                <c:pt idx="248">
                  <c:v>254.8</c:v>
                </c:pt>
                <c:pt idx="249">
                  <c:v>254.9</c:v>
                </c:pt>
                <c:pt idx="250">
                  <c:v>255</c:v>
                </c:pt>
                <c:pt idx="251">
                  <c:v>255.1</c:v>
                </c:pt>
                <c:pt idx="252">
                  <c:v>255.2</c:v>
                </c:pt>
                <c:pt idx="253">
                  <c:v>255.3</c:v>
                </c:pt>
                <c:pt idx="254">
                  <c:v>255.4</c:v>
                </c:pt>
                <c:pt idx="255">
                  <c:v>255.5</c:v>
                </c:pt>
                <c:pt idx="256">
                  <c:v>255.6</c:v>
                </c:pt>
                <c:pt idx="257">
                  <c:v>255.7</c:v>
                </c:pt>
                <c:pt idx="258">
                  <c:v>255.8</c:v>
                </c:pt>
                <c:pt idx="259">
                  <c:v>255.9</c:v>
                </c:pt>
                <c:pt idx="260">
                  <c:v>256</c:v>
                </c:pt>
                <c:pt idx="261">
                  <c:v>256.1</c:v>
                </c:pt>
                <c:pt idx="262">
                  <c:v>256.2</c:v>
                </c:pt>
                <c:pt idx="263">
                  <c:v>256.3</c:v>
                </c:pt>
                <c:pt idx="264">
                  <c:v>256.4</c:v>
                </c:pt>
                <c:pt idx="265">
                  <c:v>256.5</c:v>
                </c:pt>
                <c:pt idx="266">
                  <c:v>256.6</c:v>
                </c:pt>
                <c:pt idx="267">
                  <c:v>256.7</c:v>
                </c:pt>
                <c:pt idx="268">
                  <c:v>256.8</c:v>
                </c:pt>
                <c:pt idx="269">
                  <c:v>256.9</c:v>
                </c:pt>
                <c:pt idx="270">
                  <c:v>257</c:v>
                </c:pt>
                <c:pt idx="271">
                  <c:v>257.1</c:v>
                </c:pt>
                <c:pt idx="272">
                  <c:v>257.2</c:v>
                </c:pt>
                <c:pt idx="273">
                  <c:v>257.3</c:v>
                </c:pt>
                <c:pt idx="274">
                  <c:v>257.4</c:v>
                </c:pt>
                <c:pt idx="275">
                  <c:v>257.5</c:v>
                </c:pt>
                <c:pt idx="276">
                  <c:v>257.6</c:v>
                </c:pt>
                <c:pt idx="277">
                  <c:v>257.7</c:v>
                </c:pt>
                <c:pt idx="278">
                  <c:v>257.8</c:v>
                </c:pt>
                <c:pt idx="279">
                  <c:v>257.9</c:v>
                </c:pt>
                <c:pt idx="280">
                  <c:v>258</c:v>
                </c:pt>
                <c:pt idx="281">
                  <c:v>258.1</c:v>
                </c:pt>
                <c:pt idx="282">
                  <c:v>258.2</c:v>
                </c:pt>
                <c:pt idx="283">
                  <c:v>258.3</c:v>
                </c:pt>
                <c:pt idx="284">
                  <c:v>258.4</c:v>
                </c:pt>
                <c:pt idx="285">
                  <c:v>258.5</c:v>
                </c:pt>
                <c:pt idx="286">
                  <c:v>258.6</c:v>
                </c:pt>
                <c:pt idx="287">
                  <c:v>258.7</c:v>
                </c:pt>
                <c:pt idx="288">
                  <c:v>258.8</c:v>
                </c:pt>
                <c:pt idx="289">
                  <c:v>258.9</c:v>
                </c:pt>
                <c:pt idx="290">
                  <c:v>259</c:v>
                </c:pt>
                <c:pt idx="291">
                  <c:v>259.1</c:v>
                </c:pt>
                <c:pt idx="292">
                  <c:v>259.2</c:v>
                </c:pt>
                <c:pt idx="293">
                  <c:v>259.3</c:v>
                </c:pt>
                <c:pt idx="294">
                  <c:v>259.4</c:v>
                </c:pt>
                <c:pt idx="295">
                  <c:v>259.5</c:v>
                </c:pt>
                <c:pt idx="296">
                  <c:v>259.6</c:v>
                </c:pt>
                <c:pt idx="297">
                  <c:v>259.7</c:v>
                </c:pt>
                <c:pt idx="298">
                  <c:v>259.8</c:v>
                </c:pt>
                <c:pt idx="299">
                  <c:v>259.9</c:v>
                </c:pt>
                <c:pt idx="300">
                  <c:v>260</c:v>
                </c:pt>
              </c:numCache>
            </c:numRef>
          </c:xVal>
          <c:yVal>
            <c:numRef>
              <c:f>'Chart Data'!$B$2:$B$302</c:f>
              <c:numCache>
                <c:formatCode>0</c:formatCode>
                <c:ptCount val="301"/>
                <c:pt idx="0">
                  <c:v>150.50834588</c:v>
                </c:pt>
                <c:pt idx="1">
                  <c:v>134.00596588</c:v>
                </c:pt>
                <c:pt idx="2">
                  <c:v>114.90577588</c:v>
                </c:pt>
                <c:pt idx="3">
                  <c:v>95.6072258804</c:v>
                </c:pt>
                <c:pt idx="4">
                  <c:v>75.5075858804</c:v>
                </c:pt>
                <c:pt idx="5">
                  <c:v>55.1065858804</c:v>
                </c:pt>
                <c:pt idx="6">
                  <c:v>37.3072058804</c:v>
                </c:pt>
                <c:pt idx="7">
                  <c:v>21.4075458804</c:v>
                </c:pt>
                <c:pt idx="8">
                  <c:v>8.6054258804</c:v>
                </c:pt>
                <c:pt idx="9">
                  <c:v>-2.19398411959</c:v>
                </c:pt>
                <c:pt idx="10">
                  <c:v>-11.3912141196</c:v>
                </c:pt>
                <c:pt idx="11">
                  <c:v>-17.6930941196</c:v>
                </c:pt>
                <c:pt idx="12">
                  <c:v>-24.3917041196</c:v>
                </c:pt>
                <c:pt idx="13">
                  <c:v>-29.4919541196</c:v>
                </c:pt>
                <c:pt idx="14">
                  <c:v>-36.1943841196</c:v>
                </c:pt>
                <c:pt idx="15">
                  <c:v>-43.0913541196</c:v>
                </c:pt>
                <c:pt idx="16">
                  <c:v>-48.4929641196</c:v>
                </c:pt>
                <c:pt idx="17">
                  <c:v>-57.7931941196</c:v>
                </c:pt>
                <c:pt idx="18">
                  <c:v>-57.1942841196</c:v>
                </c:pt>
                <c:pt idx="19">
                  <c:v>-55.4929341196</c:v>
                </c:pt>
                <c:pt idx="20">
                  <c:v>-49.0918741196</c:v>
                </c:pt>
                <c:pt idx="21">
                  <c:v>-39.9938141196</c:v>
                </c:pt>
                <c:pt idx="22">
                  <c:v>-28.3933241196</c:v>
                </c:pt>
                <c:pt idx="23">
                  <c:v>-11.1928541196</c:v>
                </c:pt>
                <c:pt idx="24">
                  <c:v>6.20597588041</c:v>
                </c:pt>
                <c:pt idx="25">
                  <c:v>25.5083458804</c:v>
                </c:pt>
                <c:pt idx="26">
                  <c:v>44.9060858804</c:v>
                </c:pt>
                <c:pt idx="27">
                  <c:v>66.1081758804</c:v>
                </c:pt>
                <c:pt idx="28">
                  <c:v>82.9080958804</c:v>
                </c:pt>
                <c:pt idx="29">
                  <c:v>93.6083258804</c:v>
                </c:pt>
                <c:pt idx="30">
                  <c:v>100.60829588</c:v>
                </c:pt>
                <c:pt idx="31">
                  <c:v>101.60774588</c:v>
                </c:pt>
                <c:pt idx="32">
                  <c:v>98.8077558804</c:v>
                </c:pt>
                <c:pt idx="33">
                  <c:v>91.7086058804</c:v>
                </c:pt>
                <c:pt idx="34">
                  <c:v>79.6083858804</c:v>
                </c:pt>
                <c:pt idx="35">
                  <c:v>66.8062558804</c:v>
                </c:pt>
                <c:pt idx="36">
                  <c:v>52.1082358804</c:v>
                </c:pt>
                <c:pt idx="37">
                  <c:v>36.0063958804</c:v>
                </c:pt>
                <c:pt idx="38">
                  <c:v>22.0064558804</c:v>
                </c:pt>
                <c:pt idx="39">
                  <c:v>7.40760588041</c:v>
                </c:pt>
                <c:pt idx="40">
                  <c:v>-4.69261411959</c:v>
                </c:pt>
                <c:pt idx="41">
                  <c:v>-12.8942141196</c:v>
                </c:pt>
                <c:pt idx="42">
                  <c:v>-20.5922641196</c:v>
                </c:pt>
                <c:pt idx="43">
                  <c:v>-26.9933341196</c:v>
                </c:pt>
                <c:pt idx="44">
                  <c:v>-30.1938641196</c:v>
                </c:pt>
                <c:pt idx="45">
                  <c:v>-33.3943941196</c:v>
                </c:pt>
                <c:pt idx="46">
                  <c:v>-33.3943941196</c:v>
                </c:pt>
                <c:pt idx="47">
                  <c:v>-33.5927541196</c:v>
                </c:pt>
                <c:pt idx="48">
                  <c:v>-33.4935741196</c:v>
                </c:pt>
                <c:pt idx="49">
                  <c:v>-33.9933041196</c:v>
                </c:pt>
                <c:pt idx="50">
                  <c:v>-33.6919341196</c:v>
                </c:pt>
                <c:pt idx="51">
                  <c:v>-33.2913941196</c:v>
                </c:pt>
                <c:pt idx="52">
                  <c:v>-31.3916741196</c:v>
                </c:pt>
                <c:pt idx="53">
                  <c:v>-26.6919741196</c:v>
                </c:pt>
                <c:pt idx="54">
                  <c:v>-20.0925441196</c:v>
                </c:pt>
                <c:pt idx="55">
                  <c:v>-10.2925841196</c:v>
                </c:pt>
                <c:pt idx="56">
                  <c:v>0.506825880407</c:v>
                </c:pt>
                <c:pt idx="57">
                  <c:v>12.4086758804</c:v>
                </c:pt>
                <c:pt idx="58">
                  <c:v>27.1067058804</c:v>
                </c:pt>
                <c:pt idx="59">
                  <c:v>40.7061058804</c:v>
                </c:pt>
                <c:pt idx="60">
                  <c:v>53.6074058804</c:v>
                </c:pt>
                <c:pt idx="61">
                  <c:v>66.5087158804</c:v>
                </c:pt>
                <c:pt idx="62">
                  <c:v>76.2056758804</c:v>
                </c:pt>
                <c:pt idx="63">
                  <c:v>86.9058958804</c:v>
                </c:pt>
                <c:pt idx="64">
                  <c:v>77.5064858804</c:v>
                </c:pt>
                <c:pt idx="65">
                  <c:v>73.2073258804</c:v>
                </c:pt>
                <c:pt idx="66">
                  <c:v>68.0078858804</c:v>
                </c:pt>
                <c:pt idx="67">
                  <c:v>56.1060358804</c:v>
                </c:pt>
                <c:pt idx="68">
                  <c:v>43.8074458804</c:v>
                </c:pt>
                <c:pt idx="69">
                  <c:v>30.2080558804</c:v>
                </c:pt>
                <c:pt idx="70">
                  <c:v>16.0059358804</c:v>
                </c:pt>
                <c:pt idx="71">
                  <c:v>3.60817588041</c:v>
                </c:pt>
                <c:pt idx="72">
                  <c:v>-8.19450411959</c:v>
                </c:pt>
                <c:pt idx="73">
                  <c:v>-15.8925641196</c:v>
                </c:pt>
                <c:pt idx="74">
                  <c:v>-22.2936241196</c:v>
                </c:pt>
                <c:pt idx="75">
                  <c:v>-24.0941641196</c:v>
                </c:pt>
                <c:pt idx="76">
                  <c:v>-24.5938841196</c:v>
                </c:pt>
                <c:pt idx="77">
                  <c:v>-25.6925141196</c:v>
                </c:pt>
                <c:pt idx="78">
                  <c:v>-22.4919841196</c:v>
                </c:pt>
                <c:pt idx="79">
                  <c:v>-20.1917241196</c:v>
                </c:pt>
                <c:pt idx="80">
                  <c:v>-17.7922841196</c:v>
                </c:pt>
                <c:pt idx="81">
                  <c:v>-15.0914741196</c:v>
                </c:pt>
                <c:pt idx="82">
                  <c:v>-11.2920341196</c:v>
                </c:pt>
                <c:pt idx="83">
                  <c:v>-9.49150411959</c:v>
                </c:pt>
                <c:pt idx="84">
                  <c:v>-8.29368411959</c:v>
                </c:pt>
                <c:pt idx="85">
                  <c:v>-4.59342411959</c:v>
                </c:pt>
                <c:pt idx="86">
                  <c:v>-2.59452411959</c:v>
                </c:pt>
                <c:pt idx="87">
                  <c:v>2.4065458804</c:v>
                </c:pt>
                <c:pt idx="88">
                  <c:v>9.00596588041</c:v>
                </c:pt>
                <c:pt idx="89">
                  <c:v>16.5056658804</c:v>
                </c:pt>
                <c:pt idx="90">
                  <c:v>24.4058958804</c:v>
                </c:pt>
                <c:pt idx="91">
                  <c:v>33.7061358804</c:v>
                </c:pt>
                <c:pt idx="92">
                  <c:v>42.2052758804</c:v>
                </c:pt>
                <c:pt idx="93">
                  <c:v>50.5060558804</c:v>
                </c:pt>
                <c:pt idx="94">
                  <c:v>56.0068558804</c:v>
                </c:pt>
                <c:pt idx="95">
                  <c:v>59.8062958804</c:v>
                </c:pt>
                <c:pt idx="96">
                  <c:v>61.1071058804</c:v>
                </c:pt>
                <c:pt idx="97">
                  <c:v>57.3076658804</c:v>
                </c:pt>
                <c:pt idx="98">
                  <c:v>51.2079658804</c:v>
                </c:pt>
                <c:pt idx="99">
                  <c:v>43.1055458804</c:v>
                </c:pt>
                <c:pt idx="100">
                  <c:v>32.8058658804</c:v>
                </c:pt>
                <c:pt idx="101">
                  <c:v>21.2053658804</c:v>
                </c:pt>
                <c:pt idx="102">
                  <c:v>9.70787588041</c:v>
                </c:pt>
                <c:pt idx="103">
                  <c:v>-48.8935041196</c:v>
                </c:pt>
                <c:pt idx="104">
                  <c:v>-38.9943641196</c:v>
                </c:pt>
                <c:pt idx="105">
                  <c:v>-43.0913541196</c:v>
                </c:pt>
                <c:pt idx="106">
                  <c:v>-40.7949041196</c:v>
                </c:pt>
                <c:pt idx="107">
                  <c:v>-32.4941241196</c:v>
                </c:pt>
                <c:pt idx="108">
                  <c:v>-19.5928141196</c:v>
                </c:pt>
                <c:pt idx="109">
                  <c:v>-5.59287411959</c:v>
                </c:pt>
                <c:pt idx="110">
                  <c:v>4.80598588041</c:v>
                </c:pt>
                <c:pt idx="111">
                  <c:v>7.60597588041</c:v>
                </c:pt>
                <c:pt idx="112">
                  <c:v>5.60707588041</c:v>
                </c:pt>
                <c:pt idx="113">
                  <c:v>-0.69480411959</c:v>
                </c:pt>
                <c:pt idx="114">
                  <c:v>-23.9949741196</c:v>
                </c:pt>
                <c:pt idx="115">
                  <c:v>-36.4919241196</c:v>
                </c:pt>
                <c:pt idx="116">
                  <c:v>-34.5922041196</c:v>
                </c:pt>
                <c:pt idx="117">
                  <c:v>-22.9917141196</c:v>
                </c:pt>
                <c:pt idx="118">
                  <c:v>-9.49150411959</c:v>
                </c:pt>
                <c:pt idx="119">
                  <c:v>1.50627588041</c:v>
                </c:pt>
                <c:pt idx="120">
                  <c:v>4.90516588041</c:v>
                </c:pt>
                <c:pt idx="121">
                  <c:v>6.60652588041</c:v>
                </c:pt>
                <c:pt idx="122">
                  <c:v>7.40760588041</c:v>
                </c:pt>
                <c:pt idx="123">
                  <c:v>11.4054158804</c:v>
                </c:pt>
                <c:pt idx="124">
                  <c:v>16.9062058804</c:v>
                </c:pt>
                <c:pt idx="125">
                  <c:v>24.9056258804</c:v>
                </c:pt>
                <c:pt idx="126">
                  <c:v>28.5066958804</c:v>
                </c:pt>
                <c:pt idx="127">
                  <c:v>32.3061358804</c:v>
                </c:pt>
                <c:pt idx="128">
                  <c:v>32.7066858804</c:v>
                </c:pt>
                <c:pt idx="129">
                  <c:v>29.3077858804</c:v>
                </c:pt>
                <c:pt idx="130">
                  <c:v>24.8064458804</c:v>
                </c:pt>
                <c:pt idx="131">
                  <c:v>18.0086558804</c:v>
                </c:pt>
                <c:pt idx="132">
                  <c:v>10.7073258804</c:v>
                </c:pt>
                <c:pt idx="133">
                  <c:v>3.0054458804</c:v>
                </c:pt>
                <c:pt idx="134">
                  <c:v>-4.69261411959</c:v>
                </c:pt>
                <c:pt idx="135">
                  <c:v>-10.8914941196</c:v>
                </c:pt>
                <c:pt idx="136">
                  <c:v>-16.4914641196</c:v>
                </c:pt>
                <c:pt idx="137">
                  <c:v>-20.2947241196</c:v>
                </c:pt>
                <c:pt idx="138">
                  <c:v>-22.2936241196</c:v>
                </c:pt>
                <c:pt idx="139">
                  <c:v>-24.4947041196</c:v>
                </c:pt>
                <c:pt idx="140">
                  <c:v>-25.5933341196</c:v>
                </c:pt>
                <c:pt idx="141">
                  <c:v>-24.4947041196</c:v>
                </c:pt>
                <c:pt idx="142">
                  <c:v>-24.4947041196</c:v>
                </c:pt>
                <c:pt idx="143">
                  <c:v>-24.1933441196</c:v>
                </c:pt>
                <c:pt idx="144">
                  <c:v>-22.4919841196</c:v>
                </c:pt>
                <c:pt idx="145">
                  <c:v>-21.5917241196</c:v>
                </c:pt>
                <c:pt idx="146">
                  <c:v>-21.2941741196</c:v>
                </c:pt>
                <c:pt idx="147">
                  <c:v>-18.6925541196</c:v>
                </c:pt>
                <c:pt idx="148">
                  <c:v>-18.3911841196</c:v>
                </c:pt>
                <c:pt idx="149">
                  <c:v>-16.9911941196</c:v>
                </c:pt>
                <c:pt idx="150">
                  <c:v>-16.8920141196</c:v>
                </c:pt>
                <c:pt idx="151">
                  <c:v>-14.5917541196</c:v>
                </c:pt>
                <c:pt idx="152">
                  <c:v>-10.3917641196</c:v>
                </c:pt>
                <c:pt idx="153">
                  <c:v>-5.19233411959</c:v>
                </c:pt>
                <c:pt idx="154">
                  <c:v>-0.69480411959</c:v>
                </c:pt>
                <c:pt idx="155">
                  <c:v>7.40760588041</c:v>
                </c:pt>
                <c:pt idx="156">
                  <c:v>13.8086758804</c:v>
                </c:pt>
                <c:pt idx="157">
                  <c:v>19.3056458804</c:v>
                </c:pt>
                <c:pt idx="158">
                  <c:v>24.6080758804</c:v>
                </c:pt>
                <c:pt idx="159">
                  <c:v>26.8053458804</c:v>
                </c:pt>
                <c:pt idx="160">
                  <c:v>26.3056158804</c:v>
                </c:pt>
                <c:pt idx="161">
                  <c:v>24.6080758804</c:v>
                </c:pt>
                <c:pt idx="162">
                  <c:v>21.4075458804</c:v>
                </c:pt>
                <c:pt idx="163">
                  <c:v>17.1083858804</c:v>
                </c:pt>
                <c:pt idx="164">
                  <c:v>11.7067758804</c:v>
                </c:pt>
                <c:pt idx="165">
                  <c:v>4.80598588041</c:v>
                </c:pt>
                <c:pt idx="166">
                  <c:v>-2.59452411959</c:v>
                </c:pt>
                <c:pt idx="167">
                  <c:v>-8.59123411959</c:v>
                </c:pt>
                <c:pt idx="168">
                  <c:v>-13.7944741196</c:v>
                </c:pt>
                <c:pt idx="169">
                  <c:v>-15.0914741196</c:v>
                </c:pt>
                <c:pt idx="170">
                  <c:v>-14.9922941196</c:v>
                </c:pt>
                <c:pt idx="171">
                  <c:v>-14.4925641196</c:v>
                </c:pt>
                <c:pt idx="172">
                  <c:v>-11.6925841196</c:v>
                </c:pt>
                <c:pt idx="173">
                  <c:v>-7.49259411959</c:v>
                </c:pt>
                <c:pt idx="174">
                  <c:v>-4.89479411959</c:v>
                </c:pt>
                <c:pt idx="175">
                  <c:v>-4.19288411959</c:v>
                </c:pt>
                <c:pt idx="176">
                  <c:v>-2.49153411959</c:v>
                </c:pt>
                <c:pt idx="177">
                  <c:v>-3.29261411959</c:v>
                </c:pt>
                <c:pt idx="178">
                  <c:v>-1.69425411959</c:v>
                </c:pt>
                <c:pt idx="179">
                  <c:v>-1.99180411959</c:v>
                </c:pt>
                <c:pt idx="180">
                  <c:v>-2.39234411959</c:v>
                </c:pt>
                <c:pt idx="181">
                  <c:v>-2.39234411959</c:v>
                </c:pt>
                <c:pt idx="182">
                  <c:v>-3.0942541196</c:v>
                </c:pt>
                <c:pt idx="183">
                  <c:v>-3.29261411959</c:v>
                </c:pt>
                <c:pt idx="184">
                  <c:v>-3.7923441196</c:v>
                </c:pt>
                <c:pt idx="185">
                  <c:v>-2.89207411959</c:v>
                </c:pt>
                <c:pt idx="186">
                  <c:v>-1.39289411959</c:v>
                </c:pt>
                <c:pt idx="187">
                  <c:v>2.60871588041</c:v>
                </c:pt>
                <c:pt idx="188">
                  <c:v>6.20597588041</c:v>
                </c:pt>
                <c:pt idx="189">
                  <c:v>9.20814588041</c:v>
                </c:pt>
                <c:pt idx="190">
                  <c:v>12.1073158804</c:v>
                </c:pt>
                <c:pt idx="191">
                  <c:v>11.9051358804</c:v>
                </c:pt>
                <c:pt idx="192">
                  <c:v>10.4059658804</c:v>
                </c:pt>
                <c:pt idx="193">
                  <c:v>8.80760588041</c:v>
                </c:pt>
                <c:pt idx="194">
                  <c:v>4.00871588041</c:v>
                </c:pt>
                <c:pt idx="195">
                  <c:v>0.907365880408</c:v>
                </c:pt>
                <c:pt idx="196">
                  <c:v>-4.99397411959</c:v>
                </c:pt>
                <c:pt idx="197">
                  <c:v>-10.3917641196</c:v>
                </c:pt>
                <c:pt idx="198">
                  <c:v>-16.6936441196</c:v>
                </c:pt>
                <c:pt idx="199">
                  <c:v>-21.8930841196</c:v>
                </c:pt>
                <c:pt idx="200">
                  <c:v>-26.0930641196</c:v>
                </c:pt>
                <c:pt idx="201">
                  <c:v>-28.8930541196</c:v>
                </c:pt>
                <c:pt idx="202">
                  <c:v>-27.9927841196</c:v>
                </c:pt>
                <c:pt idx="203">
                  <c:v>-27.0925141196</c:v>
                </c:pt>
                <c:pt idx="204">
                  <c:v>-23.9949741196</c:v>
                </c:pt>
                <c:pt idx="205">
                  <c:v>-20.9928141196</c:v>
                </c:pt>
                <c:pt idx="206">
                  <c:v>-17.5939141196</c:v>
                </c:pt>
                <c:pt idx="207">
                  <c:v>-13.7944741196</c:v>
                </c:pt>
                <c:pt idx="208">
                  <c:v>-10.5939441196</c:v>
                </c:pt>
                <c:pt idx="209">
                  <c:v>-8.49204411959</c:v>
                </c:pt>
                <c:pt idx="210">
                  <c:v>-6.4931441196</c:v>
                </c:pt>
                <c:pt idx="211">
                  <c:v>-6.2947841196</c:v>
                </c:pt>
                <c:pt idx="212">
                  <c:v>-5.09315411959</c:v>
                </c:pt>
                <c:pt idx="213">
                  <c:v>-5.79124411959</c:v>
                </c:pt>
                <c:pt idx="214">
                  <c:v>-7.49259411959</c:v>
                </c:pt>
                <c:pt idx="215">
                  <c:v>-9.29313411959</c:v>
                </c:pt>
                <c:pt idx="216">
                  <c:v>-11.6925841196</c:v>
                </c:pt>
                <c:pt idx="217">
                  <c:v>-12.4936641196</c:v>
                </c:pt>
                <c:pt idx="218">
                  <c:v>-12.1923041196</c:v>
                </c:pt>
                <c:pt idx="219">
                  <c:v>-9.49150411959</c:v>
                </c:pt>
                <c:pt idx="220">
                  <c:v>-6.79450411959</c:v>
                </c:pt>
                <c:pt idx="221">
                  <c:v>-3.19343411959</c:v>
                </c:pt>
                <c:pt idx="222">
                  <c:v>-2.29316411959</c:v>
                </c:pt>
                <c:pt idx="223">
                  <c:v>-1.39289411959</c:v>
                </c:pt>
                <c:pt idx="224">
                  <c:v>-2.59452411959</c:v>
                </c:pt>
                <c:pt idx="225">
                  <c:v>-5.09315411959</c:v>
                </c:pt>
                <c:pt idx="226">
                  <c:v>-8.89259411959</c:v>
                </c:pt>
                <c:pt idx="227">
                  <c:v>-11.6925841196</c:v>
                </c:pt>
                <c:pt idx="228">
                  <c:v>-15.8925641196</c:v>
                </c:pt>
                <c:pt idx="229">
                  <c:v>-19.5928141196</c:v>
                </c:pt>
                <c:pt idx="230">
                  <c:v>-24.0941641196</c:v>
                </c:pt>
                <c:pt idx="231">
                  <c:v>-28.0919641196</c:v>
                </c:pt>
                <c:pt idx="232">
                  <c:v>-29.2935941196</c:v>
                </c:pt>
                <c:pt idx="233">
                  <c:v>-30.2930441196</c:v>
                </c:pt>
                <c:pt idx="234">
                  <c:v>-30.9949441196</c:v>
                </c:pt>
                <c:pt idx="235">
                  <c:v>-29.1944141196</c:v>
                </c:pt>
                <c:pt idx="236">
                  <c:v>-26.7949641196</c:v>
                </c:pt>
                <c:pt idx="237">
                  <c:v>-21.4925341196</c:v>
                </c:pt>
                <c:pt idx="238">
                  <c:v>-16.4914641196</c:v>
                </c:pt>
                <c:pt idx="239">
                  <c:v>-14.9922941196</c:v>
                </c:pt>
                <c:pt idx="240">
                  <c:v>-11.4942141196</c:v>
                </c:pt>
                <c:pt idx="241">
                  <c:v>-8.59123411959</c:v>
                </c:pt>
                <c:pt idx="242">
                  <c:v>-7.69477411959</c:v>
                </c:pt>
                <c:pt idx="243">
                  <c:v>-6.3939641196</c:v>
                </c:pt>
                <c:pt idx="244">
                  <c:v>-6.09260411959</c:v>
                </c:pt>
                <c:pt idx="245">
                  <c:v>-7.29423411959</c:v>
                </c:pt>
                <c:pt idx="246">
                  <c:v>-9.39231411959</c:v>
                </c:pt>
                <c:pt idx="247">
                  <c:v>-11.9939441196</c:v>
                </c:pt>
                <c:pt idx="248">
                  <c:v>-13.7944741196</c:v>
                </c:pt>
                <c:pt idx="249">
                  <c:v>-14.9922941196</c:v>
                </c:pt>
                <c:pt idx="250">
                  <c:v>-15.9917441196</c:v>
                </c:pt>
                <c:pt idx="251">
                  <c:v>-14.5917541196</c:v>
                </c:pt>
                <c:pt idx="252">
                  <c:v>-12.2914841196</c:v>
                </c:pt>
                <c:pt idx="253">
                  <c:v>-9.39231411959</c:v>
                </c:pt>
                <c:pt idx="254">
                  <c:v>-6.5923341196</c:v>
                </c:pt>
                <c:pt idx="255">
                  <c:v>-5.19233411959</c:v>
                </c:pt>
                <c:pt idx="256">
                  <c:v>-4.2920641196</c:v>
                </c:pt>
                <c:pt idx="257">
                  <c:v>-5.8942441196</c:v>
                </c:pt>
                <c:pt idx="258">
                  <c:v>-7.89314411959</c:v>
                </c:pt>
                <c:pt idx="259">
                  <c:v>-10.4947641196</c:v>
                </c:pt>
                <c:pt idx="260">
                  <c:v>-11.6925841196</c:v>
                </c:pt>
                <c:pt idx="261">
                  <c:v>-14.0920241196</c:v>
                </c:pt>
                <c:pt idx="262">
                  <c:v>-18.1928241196</c:v>
                </c:pt>
                <c:pt idx="263">
                  <c:v>-20.5922641196</c:v>
                </c:pt>
                <c:pt idx="264">
                  <c:v>-22.2936241196</c:v>
                </c:pt>
                <c:pt idx="265">
                  <c:v>-24.9944241196</c:v>
                </c:pt>
                <c:pt idx="266">
                  <c:v>-25.2919741196</c:v>
                </c:pt>
                <c:pt idx="267">
                  <c:v>-25.6925141196</c:v>
                </c:pt>
                <c:pt idx="268">
                  <c:v>-23.0947141196</c:v>
                </c:pt>
                <c:pt idx="269">
                  <c:v>-20.4930841196</c:v>
                </c:pt>
                <c:pt idx="270">
                  <c:v>-16.3922841196</c:v>
                </c:pt>
                <c:pt idx="271">
                  <c:v>-12.9933941196</c:v>
                </c:pt>
                <c:pt idx="272">
                  <c:v>-9.0947741196</c:v>
                </c:pt>
                <c:pt idx="273">
                  <c:v>-8.39286411959</c:v>
                </c:pt>
                <c:pt idx="274">
                  <c:v>-6.4931441196</c:v>
                </c:pt>
                <c:pt idx="275">
                  <c:v>-4.39125411959</c:v>
                </c:pt>
                <c:pt idx="276">
                  <c:v>-5.29151411959</c:v>
                </c:pt>
                <c:pt idx="277">
                  <c:v>-4.59342411959</c:v>
                </c:pt>
                <c:pt idx="278">
                  <c:v>-6.2947841196</c:v>
                </c:pt>
                <c:pt idx="279">
                  <c:v>-9.39231411959</c:v>
                </c:pt>
                <c:pt idx="280">
                  <c:v>-12.0931241196</c:v>
                </c:pt>
                <c:pt idx="281">
                  <c:v>-15.4920141196</c:v>
                </c:pt>
                <c:pt idx="282">
                  <c:v>-15.9917441196</c:v>
                </c:pt>
                <c:pt idx="283">
                  <c:v>-17.5939141196</c:v>
                </c:pt>
                <c:pt idx="284">
                  <c:v>-16.7928341196</c:v>
                </c:pt>
                <c:pt idx="285">
                  <c:v>-15.2936541196</c:v>
                </c:pt>
                <c:pt idx="286">
                  <c:v>-11.4942141196</c:v>
                </c:pt>
                <c:pt idx="287">
                  <c:v>-9.39231411959</c:v>
                </c:pt>
                <c:pt idx="288">
                  <c:v>-8.19450411959</c:v>
                </c:pt>
                <c:pt idx="289">
                  <c:v>-7.29423411959</c:v>
                </c:pt>
                <c:pt idx="290">
                  <c:v>-7.69477411959</c:v>
                </c:pt>
                <c:pt idx="291">
                  <c:v>-9.8920441196</c:v>
                </c:pt>
                <c:pt idx="292">
                  <c:v>-11.5933941196</c:v>
                </c:pt>
                <c:pt idx="293">
                  <c:v>-13.6914841196</c:v>
                </c:pt>
                <c:pt idx="294">
                  <c:v>-16.3922841196</c:v>
                </c:pt>
                <c:pt idx="295">
                  <c:v>-19.2914541196</c:v>
                </c:pt>
                <c:pt idx="296">
                  <c:v>-21.3933541196</c:v>
                </c:pt>
                <c:pt idx="297">
                  <c:v>-24.2925241196</c:v>
                </c:pt>
                <c:pt idx="298">
                  <c:v>-27.3938741196</c:v>
                </c:pt>
                <c:pt idx="299">
                  <c:v>-28.4925041196</c:v>
                </c:pt>
                <c:pt idx="300">
                  <c:v>-29.6941341196</c:v>
                </c:pt>
              </c:numCache>
            </c:numRef>
          </c:yVal>
        </c:ser>
        <c:ser>
          <c:idx val="1"/>
          <c:order val="1"/>
          <c:tx>
            <c:v>Gesamtmodell</c:v>
          </c:tx>
          <c:spPr>
            <a:solidFill xmlns:a="http://schemas.openxmlformats.org/drawingml/2006/main">
              <a:srgbClr val="BD6A2A"/>
            </a:solidFill>
            <a:ln xmlns:a="http://schemas.openxmlformats.org/drawingml/2006/main" w="22860">
              <a:solidFill>
                <a:srgbClr val="BD6A2A"/>
              </a:solidFill>
              <a:prstDash val="solid"/>
            </a:ln>
          </c:spPr>
          <c:marker>
            <c:symbol val="none"/>
            <c:size val="5"/>
            <c:spPr>
              <a:solidFill xmlns:a="http://schemas.openxmlformats.org/drawingml/2006/main">
                <a:srgbClr val="BD6A2A"/>
              </a:solidFill>
            </c:spPr>
          </c:marker>
          <c:xVal>
            <c:numRef>
              <c:f>'Chart Data'!$C$2:$C$302</c:f>
              <c:numCache>
                <c:formatCode>General</c:formatCode>
                <c:ptCount val="301"/>
                <c:pt idx="0">
                  <c:v>230</c:v>
                </c:pt>
                <c:pt idx="1">
                  <c:v>230.1</c:v>
                </c:pt>
                <c:pt idx="2">
                  <c:v>230.2</c:v>
                </c:pt>
                <c:pt idx="3">
                  <c:v>230.3</c:v>
                </c:pt>
                <c:pt idx="4">
                  <c:v>230.4</c:v>
                </c:pt>
                <c:pt idx="5">
                  <c:v>230.5</c:v>
                </c:pt>
                <c:pt idx="6">
                  <c:v>230.6</c:v>
                </c:pt>
                <c:pt idx="7">
                  <c:v>230.7</c:v>
                </c:pt>
                <c:pt idx="8">
                  <c:v>230.8</c:v>
                </c:pt>
                <c:pt idx="9">
                  <c:v>230.9</c:v>
                </c:pt>
                <c:pt idx="10">
                  <c:v>231</c:v>
                </c:pt>
                <c:pt idx="11">
                  <c:v>231.1</c:v>
                </c:pt>
                <c:pt idx="12">
                  <c:v>231.2</c:v>
                </c:pt>
                <c:pt idx="13">
                  <c:v>231.3</c:v>
                </c:pt>
                <c:pt idx="14">
                  <c:v>231.4</c:v>
                </c:pt>
                <c:pt idx="15">
                  <c:v>231.5</c:v>
                </c:pt>
                <c:pt idx="16">
                  <c:v>231.6</c:v>
                </c:pt>
                <c:pt idx="17">
                  <c:v>231.7</c:v>
                </c:pt>
                <c:pt idx="18">
                  <c:v>231.8</c:v>
                </c:pt>
                <c:pt idx="19">
                  <c:v>231.9</c:v>
                </c:pt>
                <c:pt idx="20">
                  <c:v>232</c:v>
                </c:pt>
                <c:pt idx="21">
                  <c:v>232.1</c:v>
                </c:pt>
                <c:pt idx="22">
                  <c:v>232.2</c:v>
                </c:pt>
                <c:pt idx="23">
                  <c:v>232.3</c:v>
                </c:pt>
                <c:pt idx="24">
                  <c:v>232.4</c:v>
                </c:pt>
                <c:pt idx="25">
                  <c:v>232.5</c:v>
                </c:pt>
                <c:pt idx="26">
                  <c:v>232.6</c:v>
                </c:pt>
                <c:pt idx="27">
                  <c:v>232.7</c:v>
                </c:pt>
                <c:pt idx="28">
                  <c:v>232.8</c:v>
                </c:pt>
                <c:pt idx="29">
                  <c:v>232.9</c:v>
                </c:pt>
                <c:pt idx="30">
                  <c:v>233</c:v>
                </c:pt>
                <c:pt idx="31">
                  <c:v>233.1</c:v>
                </c:pt>
                <c:pt idx="32">
                  <c:v>233.2</c:v>
                </c:pt>
                <c:pt idx="33">
                  <c:v>233.3</c:v>
                </c:pt>
                <c:pt idx="34">
                  <c:v>233.4</c:v>
                </c:pt>
                <c:pt idx="35">
                  <c:v>233.5</c:v>
                </c:pt>
                <c:pt idx="36">
                  <c:v>233.6</c:v>
                </c:pt>
                <c:pt idx="37">
                  <c:v>233.7</c:v>
                </c:pt>
                <c:pt idx="38">
                  <c:v>233.8</c:v>
                </c:pt>
                <c:pt idx="39">
                  <c:v>233.9</c:v>
                </c:pt>
                <c:pt idx="40">
                  <c:v>234</c:v>
                </c:pt>
                <c:pt idx="41">
                  <c:v>234.1</c:v>
                </c:pt>
                <c:pt idx="42">
                  <c:v>234.2</c:v>
                </c:pt>
                <c:pt idx="43">
                  <c:v>234.3</c:v>
                </c:pt>
                <c:pt idx="44">
                  <c:v>234.4</c:v>
                </c:pt>
                <c:pt idx="45">
                  <c:v>234.5</c:v>
                </c:pt>
                <c:pt idx="46">
                  <c:v>234.6</c:v>
                </c:pt>
                <c:pt idx="47">
                  <c:v>234.7</c:v>
                </c:pt>
                <c:pt idx="48">
                  <c:v>234.8</c:v>
                </c:pt>
                <c:pt idx="49">
                  <c:v>234.9</c:v>
                </c:pt>
                <c:pt idx="50">
                  <c:v>235</c:v>
                </c:pt>
                <c:pt idx="51">
                  <c:v>235.1</c:v>
                </c:pt>
                <c:pt idx="52">
                  <c:v>235.2</c:v>
                </c:pt>
                <c:pt idx="53">
                  <c:v>235.3</c:v>
                </c:pt>
                <c:pt idx="54">
                  <c:v>235.4</c:v>
                </c:pt>
                <c:pt idx="55">
                  <c:v>235.5</c:v>
                </c:pt>
                <c:pt idx="56">
                  <c:v>235.6</c:v>
                </c:pt>
                <c:pt idx="57">
                  <c:v>235.7</c:v>
                </c:pt>
                <c:pt idx="58">
                  <c:v>235.8</c:v>
                </c:pt>
                <c:pt idx="59">
                  <c:v>235.9</c:v>
                </c:pt>
                <c:pt idx="60">
                  <c:v>236</c:v>
                </c:pt>
                <c:pt idx="61">
                  <c:v>236.1</c:v>
                </c:pt>
                <c:pt idx="62">
                  <c:v>236.2</c:v>
                </c:pt>
                <c:pt idx="63">
                  <c:v>236.3</c:v>
                </c:pt>
                <c:pt idx="64">
                  <c:v>236.4</c:v>
                </c:pt>
                <c:pt idx="65">
                  <c:v>236.5</c:v>
                </c:pt>
                <c:pt idx="66">
                  <c:v>236.6</c:v>
                </c:pt>
                <c:pt idx="67">
                  <c:v>236.7</c:v>
                </c:pt>
                <c:pt idx="68">
                  <c:v>236.8</c:v>
                </c:pt>
                <c:pt idx="69">
                  <c:v>236.9</c:v>
                </c:pt>
                <c:pt idx="70">
                  <c:v>237</c:v>
                </c:pt>
                <c:pt idx="71">
                  <c:v>237.1</c:v>
                </c:pt>
                <c:pt idx="72">
                  <c:v>237.2</c:v>
                </c:pt>
                <c:pt idx="73">
                  <c:v>237.3</c:v>
                </c:pt>
                <c:pt idx="74">
                  <c:v>237.4</c:v>
                </c:pt>
                <c:pt idx="75">
                  <c:v>237.5</c:v>
                </c:pt>
                <c:pt idx="76">
                  <c:v>237.6</c:v>
                </c:pt>
                <c:pt idx="77">
                  <c:v>237.7</c:v>
                </c:pt>
                <c:pt idx="78">
                  <c:v>237.8</c:v>
                </c:pt>
                <c:pt idx="79">
                  <c:v>237.9</c:v>
                </c:pt>
                <c:pt idx="80">
                  <c:v>238</c:v>
                </c:pt>
                <c:pt idx="81">
                  <c:v>238.1</c:v>
                </c:pt>
                <c:pt idx="82">
                  <c:v>238.2</c:v>
                </c:pt>
                <c:pt idx="83">
                  <c:v>238.3</c:v>
                </c:pt>
                <c:pt idx="84">
                  <c:v>238.4</c:v>
                </c:pt>
                <c:pt idx="85">
                  <c:v>238.5</c:v>
                </c:pt>
                <c:pt idx="86">
                  <c:v>238.6</c:v>
                </c:pt>
                <c:pt idx="87">
                  <c:v>238.7</c:v>
                </c:pt>
                <c:pt idx="88">
                  <c:v>238.8</c:v>
                </c:pt>
                <c:pt idx="89">
                  <c:v>238.9</c:v>
                </c:pt>
                <c:pt idx="90">
                  <c:v>239</c:v>
                </c:pt>
                <c:pt idx="91">
                  <c:v>239.1</c:v>
                </c:pt>
                <c:pt idx="92">
                  <c:v>239.2</c:v>
                </c:pt>
                <c:pt idx="93">
                  <c:v>239.3</c:v>
                </c:pt>
                <c:pt idx="94">
                  <c:v>239.4</c:v>
                </c:pt>
                <c:pt idx="95">
                  <c:v>239.5</c:v>
                </c:pt>
                <c:pt idx="96">
                  <c:v>239.6</c:v>
                </c:pt>
                <c:pt idx="97">
                  <c:v>239.7</c:v>
                </c:pt>
                <c:pt idx="98">
                  <c:v>239.8</c:v>
                </c:pt>
                <c:pt idx="99">
                  <c:v>239.9</c:v>
                </c:pt>
                <c:pt idx="100">
                  <c:v>240</c:v>
                </c:pt>
                <c:pt idx="101">
                  <c:v>240.1</c:v>
                </c:pt>
                <c:pt idx="102">
                  <c:v>240.2</c:v>
                </c:pt>
                <c:pt idx="103">
                  <c:v>240.3</c:v>
                </c:pt>
                <c:pt idx="104">
                  <c:v>240.4</c:v>
                </c:pt>
                <c:pt idx="105">
                  <c:v>240.5</c:v>
                </c:pt>
                <c:pt idx="106">
                  <c:v>240.6</c:v>
                </c:pt>
                <c:pt idx="107">
                  <c:v>240.7</c:v>
                </c:pt>
                <c:pt idx="108">
                  <c:v>240.8</c:v>
                </c:pt>
                <c:pt idx="109">
                  <c:v>240.9</c:v>
                </c:pt>
                <c:pt idx="110">
                  <c:v>241</c:v>
                </c:pt>
                <c:pt idx="111">
                  <c:v>241.1</c:v>
                </c:pt>
                <c:pt idx="112">
                  <c:v>241.2</c:v>
                </c:pt>
                <c:pt idx="113">
                  <c:v>241.3</c:v>
                </c:pt>
                <c:pt idx="114">
                  <c:v>241.4</c:v>
                </c:pt>
                <c:pt idx="115">
                  <c:v>241.5</c:v>
                </c:pt>
                <c:pt idx="116">
                  <c:v>241.6</c:v>
                </c:pt>
                <c:pt idx="117">
                  <c:v>241.7</c:v>
                </c:pt>
                <c:pt idx="118">
                  <c:v>241.8</c:v>
                </c:pt>
                <c:pt idx="119">
                  <c:v>241.9</c:v>
                </c:pt>
                <c:pt idx="120">
                  <c:v>242</c:v>
                </c:pt>
                <c:pt idx="121">
                  <c:v>242.1</c:v>
                </c:pt>
                <c:pt idx="122">
                  <c:v>242.2</c:v>
                </c:pt>
                <c:pt idx="123">
                  <c:v>242.3</c:v>
                </c:pt>
                <c:pt idx="124">
                  <c:v>242.4</c:v>
                </c:pt>
                <c:pt idx="125">
                  <c:v>242.5</c:v>
                </c:pt>
                <c:pt idx="126">
                  <c:v>242.6</c:v>
                </c:pt>
                <c:pt idx="127">
                  <c:v>242.7</c:v>
                </c:pt>
                <c:pt idx="128">
                  <c:v>242.8</c:v>
                </c:pt>
                <c:pt idx="129">
                  <c:v>242.9</c:v>
                </c:pt>
                <c:pt idx="130">
                  <c:v>243</c:v>
                </c:pt>
                <c:pt idx="131">
                  <c:v>243.1</c:v>
                </c:pt>
                <c:pt idx="132">
                  <c:v>243.2</c:v>
                </c:pt>
                <c:pt idx="133">
                  <c:v>243.3</c:v>
                </c:pt>
                <c:pt idx="134">
                  <c:v>243.4</c:v>
                </c:pt>
                <c:pt idx="135">
                  <c:v>243.5</c:v>
                </c:pt>
                <c:pt idx="136">
                  <c:v>243.6</c:v>
                </c:pt>
                <c:pt idx="137">
                  <c:v>243.7</c:v>
                </c:pt>
                <c:pt idx="138">
                  <c:v>243.8</c:v>
                </c:pt>
                <c:pt idx="139">
                  <c:v>243.9</c:v>
                </c:pt>
                <c:pt idx="140">
                  <c:v>244</c:v>
                </c:pt>
                <c:pt idx="141">
                  <c:v>244.1</c:v>
                </c:pt>
                <c:pt idx="142">
                  <c:v>244.2</c:v>
                </c:pt>
                <c:pt idx="143">
                  <c:v>244.3</c:v>
                </c:pt>
                <c:pt idx="144">
                  <c:v>244.4</c:v>
                </c:pt>
                <c:pt idx="145">
                  <c:v>244.5</c:v>
                </c:pt>
                <c:pt idx="146">
                  <c:v>244.6</c:v>
                </c:pt>
                <c:pt idx="147">
                  <c:v>244.7</c:v>
                </c:pt>
                <c:pt idx="148">
                  <c:v>244.8</c:v>
                </c:pt>
                <c:pt idx="149">
                  <c:v>244.9</c:v>
                </c:pt>
                <c:pt idx="150">
                  <c:v>245</c:v>
                </c:pt>
                <c:pt idx="151">
                  <c:v>245.1</c:v>
                </c:pt>
                <c:pt idx="152">
                  <c:v>245.2</c:v>
                </c:pt>
                <c:pt idx="153">
                  <c:v>245.3</c:v>
                </c:pt>
                <c:pt idx="154">
                  <c:v>245.4</c:v>
                </c:pt>
                <c:pt idx="155">
                  <c:v>245.5</c:v>
                </c:pt>
                <c:pt idx="156">
                  <c:v>245.6</c:v>
                </c:pt>
                <c:pt idx="157">
                  <c:v>245.7</c:v>
                </c:pt>
                <c:pt idx="158">
                  <c:v>245.8</c:v>
                </c:pt>
                <c:pt idx="159">
                  <c:v>245.9</c:v>
                </c:pt>
                <c:pt idx="160">
                  <c:v>246</c:v>
                </c:pt>
                <c:pt idx="161">
                  <c:v>246.1</c:v>
                </c:pt>
                <c:pt idx="162">
                  <c:v>246.2</c:v>
                </c:pt>
                <c:pt idx="163">
                  <c:v>246.3</c:v>
                </c:pt>
                <c:pt idx="164">
                  <c:v>246.4</c:v>
                </c:pt>
                <c:pt idx="165">
                  <c:v>246.5</c:v>
                </c:pt>
                <c:pt idx="166">
                  <c:v>246.6</c:v>
                </c:pt>
                <c:pt idx="167">
                  <c:v>246.7</c:v>
                </c:pt>
                <c:pt idx="168">
                  <c:v>246.8</c:v>
                </c:pt>
                <c:pt idx="169">
                  <c:v>246.9</c:v>
                </c:pt>
                <c:pt idx="170">
                  <c:v>247</c:v>
                </c:pt>
                <c:pt idx="171">
                  <c:v>247.1</c:v>
                </c:pt>
                <c:pt idx="172">
                  <c:v>247.2</c:v>
                </c:pt>
                <c:pt idx="173">
                  <c:v>247.3</c:v>
                </c:pt>
                <c:pt idx="174">
                  <c:v>247.4</c:v>
                </c:pt>
                <c:pt idx="175">
                  <c:v>247.5</c:v>
                </c:pt>
                <c:pt idx="176">
                  <c:v>247.6</c:v>
                </c:pt>
                <c:pt idx="177">
                  <c:v>247.7</c:v>
                </c:pt>
                <c:pt idx="178">
                  <c:v>247.8</c:v>
                </c:pt>
                <c:pt idx="179">
                  <c:v>247.9</c:v>
                </c:pt>
                <c:pt idx="180">
                  <c:v>248</c:v>
                </c:pt>
                <c:pt idx="181">
                  <c:v>248.1</c:v>
                </c:pt>
                <c:pt idx="182">
                  <c:v>248.2</c:v>
                </c:pt>
                <c:pt idx="183">
                  <c:v>248.3</c:v>
                </c:pt>
                <c:pt idx="184">
                  <c:v>248.4</c:v>
                </c:pt>
                <c:pt idx="185">
                  <c:v>248.5</c:v>
                </c:pt>
                <c:pt idx="186">
                  <c:v>248.6</c:v>
                </c:pt>
                <c:pt idx="187">
                  <c:v>248.7</c:v>
                </c:pt>
                <c:pt idx="188">
                  <c:v>248.8</c:v>
                </c:pt>
                <c:pt idx="189">
                  <c:v>248.9</c:v>
                </c:pt>
                <c:pt idx="190">
                  <c:v>249</c:v>
                </c:pt>
                <c:pt idx="191">
                  <c:v>249.1</c:v>
                </c:pt>
                <c:pt idx="192">
                  <c:v>249.2</c:v>
                </c:pt>
                <c:pt idx="193">
                  <c:v>249.3</c:v>
                </c:pt>
                <c:pt idx="194">
                  <c:v>249.4</c:v>
                </c:pt>
                <c:pt idx="195">
                  <c:v>249.5</c:v>
                </c:pt>
                <c:pt idx="196">
                  <c:v>249.6</c:v>
                </c:pt>
                <c:pt idx="197">
                  <c:v>249.7</c:v>
                </c:pt>
                <c:pt idx="198">
                  <c:v>249.8</c:v>
                </c:pt>
                <c:pt idx="199">
                  <c:v>249.9</c:v>
                </c:pt>
                <c:pt idx="200">
                  <c:v>250</c:v>
                </c:pt>
                <c:pt idx="201">
                  <c:v>250.1</c:v>
                </c:pt>
                <c:pt idx="202">
                  <c:v>250.2</c:v>
                </c:pt>
                <c:pt idx="203">
                  <c:v>250.3</c:v>
                </c:pt>
                <c:pt idx="204">
                  <c:v>250.4</c:v>
                </c:pt>
                <c:pt idx="205">
                  <c:v>250.5</c:v>
                </c:pt>
                <c:pt idx="206">
                  <c:v>250.6</c:v>
                </c:pt>
                <c:pt idx="207">
                  <c:v>250.7</c:v>
                </c:pt>
                <c:pt idx="208">
                  <c:v>250.8</c:v>
                </c:pt>
                <c:pt idx="209">
                  <c:v>250.9</c:v>
                </c:pt>
                <c:pt idx="210">
                  <c:v>251</c:v>
                </c:pt>
                <c:pt idx="211">
                  <c:v>251.1</c:v>
                </c:pt>
                <c:pt idx="212">
                  <c:v>251.2</c:v>
                </c:pt>
                <c:pt idx="213">
                  <c:v>251.3</c:v>
                </c:pt>
                <c:pt idx="214">
                  <c:v>251.4</c:v>
                </c:pt>
                <c:pt idx="215">
                  <c:v>251.5</c:v>
                </c:pt>
                <c:pt idx="216">
                  <c:v>251.6</c:v>
                </c:pt>
                <c:pt idx="217">
                  <c:v>251.7</c:v>
                </c:pt>
                <c:pt idx="218">
                  <c:v>251.8</c:v>
                </c:pt>
                <c:pt idx="219">
                  <c:v>251.9</c:v>
                </c:pt>
                <c:pt idx="220">
                  <c:v>252</c:v>
                </c:pt>
                <c:pt idx="221">
                  <c:v>252.1</c:v>
                </c:pt>
                <c:pt idx="222">
                  <c:v>252.2</c:v>
                </c:pt>
                <c:pt idx="223">
                  <c:v>252.3</c:v>
                </c:pt>
                <c:pt idx="224">
                  <c:v>252.4</c:v>
                </c:pt>
                <c:pt idx="225">
                  <c:v>252.5</c:v>
                </c:pt>
                <c:pt idx="226">
                  <c:v>252.6</c:v>
                </c:pt>
                <c:pt idx="227">
                  <c:v>252.7</c:v>
                </c:pt>
                <c:pt idx="228">
                  <c:v>252.8</c:v>
                </c:pt>
                <c:pt idx="229">
                  <c:v>252.9</c:v>
                </c:pt>
                <c:pt idx="230">
                  <c:v>253</c:v>
                </c:pt>
                <c:pt idx="231">
                  <c:v>253.1</c:v>
                </c:pt>
                <c:pt idx="232">
                  <c:v>253.2</c:v>
                </c:pt>
                <c:pt idx="233">
                  <c:v>253.3</c:v>
                </c:pt>
                <c:pt idx="234">
                  <c:v>253.4</c:v>
                </c:pt>
                <c:pt idx="235">
                  <c:v>253.5</c:v>
                </c:pt>
                <c:pt idx="236">
                  <c:v>253.6</c:v>
                </c:pt>
                <c:pt idx="237">
                  <c:v>253.7</c:v>
                </c:pt>
                <c:pt idx="238">
                  <c:v>253.8</c:v>
                </c:pt>
                <c:pt idx="239">
                  <c:v>253.9</c:v>
                </c:pt>
                <c:pt idx="240">
                  <c:v>254</c:v>
                </c:pt>
                <c:pt idx="241">
                  <c:v>254.1</c:v>
                </c:pt>
                <c:pt idx="242">
                  <c:v>254.2</c:v>
                </c:pt>
                <c:pt idx="243">
                  <c:v>254.3</c:v>
                </c:pt>
                <c:pt idx="244">
                  <c:v>254.4</c:v>
                </c:pt>
                <c:pt idx="245">
                  <c:v>254.5</c:v>
                </c:pt>
                <c:pt idx="246">
                  <c:v>254.6</c:v>
                </c:pt>
                <c:pt idx="247">
                  <c:v>254.7</c:v>
                </c:pt>
                <c:pt idx="248">
                  <c:v>254.8</c:v>
                </c:pt>
                <c:pt idx="249">
                  <c:v>254.9</c:v>
                </c:pt>
                <c:pt idx="250">
                  <c:v>255</c:v>
                </c:pt>
                <c:pt idx="251">
                  <c:v>255.1</c:v>
                </c:pt>
                <c:pt idx="252">
                  <c:v>255.2</c:v>
                </c:pt>
                <c:pt idx="253">
                  <c:v>255.3</c:v>
                </c:pt>
                <c:pt idx="254">
                  <c:v>255.4</c:v>
                </c:pt>
                <c:pt idx="255">
                  <c:v>255.5</c:v>
                </c:pt>
                <c:pt idx="256">
                  <c:v>255.6</c:v>
                </c:pt>
                <c:pt idx="257">
                  <c:v>255.7</c:v>
                </c:pt>
                <c:pt idx="258">
                  <c:v>255.8</c:v>
                </c:pt>
                <c:pt idx="259">
                  <c:v>255.9</c:v>
                </c:pt>
                <c:pt idx="260">
                  <c:v>256</c:v>
                </c:pt>
                <c:pt idx="261">
                  <c:v>256.1</c:v>
                </c:pt>
                <c:pt idx="262">
                  <c:v>256.2</c:v>
                </c:pt>
                <c:pt idx="263">
                  <c:v>256.3</c:v>
                </c:pt>
                <c:pt idx="264">
                  <c:v>256.4</c:v>
                </c:pt>
                <c:pt idx="265">
                  <c:v>256.5</c:v>
                </c:pt>
                <c:pt idx="266">
                  <c:v>256.6</c:v>
                </c:pt>
                <c:pt idx="267">
                  <c:v>256.7</c:v>
                </c:pt>
                <c:pt idx="268">
                  <c:v>256.8</c:v>
                </c:pt>
                <c:pt idx="269">
                  <c:v>256.9</c:v>
                </c:pt>
                <c:pt idx="270">
                  <c:v>257</c:v>
                </c:pt>
                <c:pt idx="271">
                  <c:v>257.1</c:v>
                </c:pt>
                <c:pt idx="272">
                  <c:v>257.2</c:v>
                </c:pt>
                <c:pt idx="273">
                  <c:v>257.3</c:v>
                </c:pt>
                <c:pt idx="274">
                  <c:v>257.4</c:v>
                </c:pt>
                <c:pt idx="275">
                  <c:v>257.5</c:v>
                </c:pt>
                <c:pt idx="276">
                  <c:v>257.6</c:v>
                </c:pt>
                <c:pt idx="277">
                  <c:v>257.7</c:v>
                </c:pt>
                <c:pt idx="278">
                  <c:v>257.8</c:v>
                </c:pt>
                <c:pt idx="279">
                  <c:v>257.9</c:v>
                </c:pt>
                <c:pt idx="280">
                  <c:v>258</c:v>
                </c:pt>
                <c:pt idx="281">
                  <c:v>258.1</c:v>
                </c:pt>
                <c:pt idx="282">
                  <c:v>258.2</c:v>
                </c:pt>
                <c:pt idx="283">
                  <c:v>258.3</c:v>
                </c:pt>
                <c:pt idx="284">
                  <c:v>258.4</c:v>
                </c:pt>
                <c:pt idx="285">
                  <c:v>258.5</c:v>
                </c:pt>
                <c:pt idx="286">
                  <c:v>258.6</c:v>
                </c:pt>
                <c:pt idx="287">
                  <c:v>258.7</c:v>
                </c:pt>
                <c:pt idx="288">
                  <c:v>258.8</c:v>
                </c:pt>
                <c:pt idx="289">
                  <c:v>258.9</c:v>
                </c:pt>
                <c:pt idx="290">
                  <c:v>259</c:v>
                </c:pt>
                <c:pt idx="291">
                  <c:v>259.1</c:v>
                </c:pt>
                <c:pt idx="292">
                  <c:v>259.2</c:v>
                </c:pt>
                <c:pt idx="293">
                  <c:v>259.3</c:v>
                </c:pt>
                <c:pt idx="294">
                  <c:v>259.4</c:v>
                </c:pt>
                <c:pt idx="295">
                  <c:v>259.5</c:v>
                </c:pt>
                <c:pt idx="296">
                  <c:v>259.6</c:v>
                </c:pt>
                <c:pt idx="297">
                  <c:v>259.7</c:v>
                </c:pt>
                <c:pt idx="298">
                  <c:v>259.8</c:v>
                </c:pt>
                <c:pt idx="299">
                  <c:v>259.9</c:v>
                </c:pt>
                <c:pt idx="300">
                  <c:v>260</c:v>
                </c:pt>
              </c:numCache>
            </c:numRef>
          </c:xVal>
          <c:yVal>
            <c:numRef>
              <c:f>'Chart Data'!$D$2:$D$302</c:f>
              <c:numCache>
                <c:formatCode>0</c:formatCode>
                <c:ptCount val="301"/>
                <c:pt idx="0">
                  <c:v>152.526731069</c:v>
                </c:pt>
                <c:pt idx="1">
                  <c:v>142.219386858</c:v>
                </c:pt>
                <c:pt idx="2">
                  <c:v>125.280344799</c:v>
                </c:pt>
                <c:pt idx="3">
                  <c:v>103.828603077</c:v>
                </c:pt>
                <c:pt idx="4">
                  <c:v>80.3021658157</c:v>
                </c:pt>
                <c:pt idx="5">
                  <c:v>57.0757470116</c:v>
                </c:pt>
                <c:pt idx="6">
                  <c:v>36.1065162899</c:v>
                </c:pt>
                <c:pt idx="7">
                  <c:v>18.672582602</c:v>
                </c:pt>
                <c:pt idx="8">
                  <c:v>5.24985186106</c:v>
                </c:pt>
                <c:pt idx="9">
                  <c:v>-4.45521645382</c:v>
                </c:pt>
                <c:pt idx="10">
                  <c:v>-11.33061889</c:v>
                </c:pt>
                <c:pt idx="11">
                  <c:v>-16.5829427068</c:v>
                </c:pt>
                <c:pt idx="12">
                  <c:v>-21.4204580834</c:v>
                </c:pt>
                <c:pt idx="13">
                  <c:v>-26.7606296999</c:v>
                </c:pt>
                <c:pt idx="14">
                  <c:v>-33.019525918</c:v>
                </c:pt>
                <c:pt idx="15">
                  <c:v>-40.0211903031</c:v>
                </c:pt>
                <c:pt idx="16">
                  <c:v>-47.0387618066</c:v>
                </c:pt>
                <c:pt idx="17">
                  <c:v>-52.9518422862</c:v>
                </c:pt>
                <c:pt idx="18">
                  <c:v>-56.4821134927</c:v>
                </c:pt>
                <c:pt idx="19">
                  <c:v>-56.455961838</c:v>
                </c:pt>
                <c:pt idx="20">
                  <c:v>-52.0410753422</c:v>
                </c:pt>
                <c:pt idx="21">
                  <c:v>-42.9131982967</c:v>
                </c:pt>
                <c:pt idx="22">
                  <c:v>-29.3266513806</c:v>
                </c:pt>
                <c:pt idx="23">
                  <c:v>-12.0834414305</c:v>
                </c:pt>
                <c:pt idx="24">
                  <c:v>7.58409478734</c:v>
                </c:pt>
                <c:pt idx="25">
                  <c:v>28.1873655186</c:v>
                </c:pt>
                <c:pt idx="26">
                  <c:v>48.1757150471</c:v>
                </c:pt>
                <c:pt idx="27">
                  <c:v>66.1157792634</c:v>
                </c:pt>
                <c:pt idx="28">
                  <c:v>80.8297482402</c:v>
                </c:pt>
                <c:pt idx="29">
                  <c:v>91.4790644058</c:v>
                </c:pt>
                <c:pt idx="30">
                  <c:v>97.5933839149</c:v>
                </c:pt>
                <c:pt idx="31">
                  <c:v>99.0551813495</c:v>
                </c:pt>
                <c:pt idx="32">
                  <c:v>96.056037628</c:v>
                </c:pt>
                <c:pt idx="33">
                  <c:v>89.0408302014</c:v>
                </c:pt>
                <c:pt idx="34">
                  <c:v>78.6517182314</c:v>
                </c:pt>
                <c:pt idx="35">
                  <c:v>65.6771090384</c:v>
                </c:pt>
                <c:pt idx="36">
                  <c:v>51.0042862316</c:v>
                </c:pt>
                <c:pt idx="37">
                  <c:v>35.5703322161</c:v>
                </c:pt>
                <c:pt idx="38">
                  <c:v>20.305678005</c:v>
                </c:pt>
                <c:pt idx="39">
                  <c:v>6.06804267029</c:v>
                </c:pt>
                <c:pt idx="40">
                  <c:v>-6.42959654696</c:v>
                </c:pt>
                <c:pt idx="41">
                  <c:v>-16.6871638998</c:v>
                </c:pt>
                <c:pt idx="42">
                  <c:v>-24.4677421223</c:v>
                </c:pt>
                <c:pt idx="43">
                  <c:v>-29.8155197926</c:v>
                </c:pt>
                <c:pt idx="44">
                  <c:v>-33.0312004719</c:v>
                </c:pt>
                <c:pt idx="45">
                  <c:v>-34.6027683559</c:v>
                </c:pt>
                <c:pt idx="46">
                  <c:v>-35.0997357156</c:v>
                </c:pt>
                <c:pt idx="47">
                  <c:v>-35.048728854</c:v>
                </c:pt>
                <c:pt idx="48">
                  <c:v>-34.8148152616</c:v>
                </c:pt>
                <c:pt idx="49">
                  <c:v>-34.5143004456</c:v>
                </c:pt>
                <c:pt idx="50">
                  <c:v>-33.9800244009</c:v>
                </c:pt>
                <c:pt idx="51">
                  <c:v>-32.7901602886</c:v>
                </c:pt>
                <c:pt idx="52">
                  <c:v>-30.3582394012</c:v>
                </c:pt>
                <c:pt idx="53">
                  <c:v>-26.0685788481</c:v>
                </c:pt>
                <c:pt idx="54">
                  <c:v>-19.4306371628</c:v>
                </c:pt>
                <c:pt idx="55">
                  <c:v>-10.2206375467</c:v>
                </c:pt>
                <c:pt idx="56">
                  <c:v>1.4195891771</c:v>
                </c:pt>
                <c:pt idx="57">
                  <c:v>14.9484236205</c:v>
                </c:pt>
                <c:pt idx="58">
                  <c:v>29.4638717174</c:v>
                </c:pt>
                <c:pt idx="59">
                  <c:v>43.810649258</c:v>
                </c:pt>
                <c:pt idx="60">
                  <c:v>56.7355353676</c:v>
                </c:pt>
                <c:pt idx="61">
                  <c:v>67.0624128933</c:v>
                </c:pt>
                <c:pt idx="62">
                  <c:v>73.8553986731</c:v>
                </c:pt>
                <c:pt idx="63">
                  <c:v>76.5420256049</c:v>
                </c:pt>
                <c:pt idx="64">
                  <c:v>74.9774755749</c:v>
                </c:pt>
                <c:pt idx="65">
                  <c:v>69.4430993914</c:v>
                </c:pt>
                <c:pt idx="66">
                  <c:v>60.5850331528</c:v>
                </c:pt>
                <c:pt idx="67">
                  <c:v>49.3088943325</c:v>
                </c:pt>
                <c:pt idx="68">
                  <c:v>36.6523542583</c:v>
                </c:pt>
                <c:pt idx="69">
                  <c:v>23.6580688776</c:v>
                </c:pt>
                <c:pt idx="70">
                  <c:v>11.2655265106</c:v>
                </c:pt>
                <c:pt idx="71">
                  <c:v>0.233407649267</c:v>
                </c:pt>
                <c:pt idx="72">
                  <c:v>-8.9038306498</c:v>
                </c:pt>
                <c:pt idx="73">
                  <c:v>-15.8481659053</c:v>
                </c:pt>
                <c:pt idx="74">
                  <c:v>-20.5261548725</c:v>
                </c:pt>
                <c:pt idx="75">
                  <c:v>-23.0611392233</c:v>
                </c:pt>
                <c:pt idx="76">
                  <c:v>-23.7359963509</c:v>
                </c:pt>
                <c:pt idx="77">
                  <c:v>-22.9499100234</c:v>
                </c:pt>
                <c:pt idx="78">
                  <c:v>-21.1698436065</c:v>
                </c:pt>
                <c:pt idx="79">
                  <c:v>-18.8761888143</c:v>
                </c:pt>
                <c:pt idx="80">
                  <c:v>-16.5031253173</c:v>
                </c:pt>
                <c:pt idx="81">
                  <c:v>-14.377333523</c:v>
                </c:pt>
                <c:pt idx="82">
                  <c:v>-12.6627551515</c:v>
                </c:pt>
                <c:pt idx="83">
                  <c:v>-11.3224482807</c:v>
                </c:pt>
                <c:pt idx="84">
                  <c:v>-10.1095593387</c:v>
                </c:pt>
                <c:pt idx="85">
                  <c:v>-8.5968871299</c:v>
                </c:pt>
                <c:pt idx="86">
                  <c:v>-6.24826429707</c:v>
                </c:pt>
                <c:pt idx="87">
                  <c:v>-2.52600051016</c:v>
                </c:pt>
                <c:pt idx="88">
                  <c:v>2.98110388387</c:v>
                </c:pt>
                <c:pt idx="89">
                  <c:v>10.4326222798</c:v>
                </c:pt>
                <c:pt idx="90">
                  <c:v>19.6414345512</c:v>
                </c:pt>
                <c:pt idx="91">
                  <c:v>30.0337880398</c:v>
                </c:pt>
                <c:pt idx="92">
                  <c:v>40.6812028941</c:v>
                </c:pt>
                <c:pt idx="93">
                  <c:v>50.4075827981</c:v>
                </c:pt>
                <c:pt idx="94">
                  <c:v>57.9591139351</c:v>
                </c:pt>
                <c:pt idx="95">
                  <c:v>62.2097789874</c:v>
                </c:pt>
                <c:pt idx="96">
                  <c:v>62.3650962701</c:v>
                </c:pt>
                <c:pt idx="97">
                  <c:v>58.1237490819</c:v>
                </c:pt>
                <c:pt idx="98">
                  <c:v>49.7623287753</c:v>
                </c:pt>
                <c:pt idx="99">
                  <c:v>38.1218190038</c:v>
                </c:pt>
                <c:pt idx="100">
                  <c:v>24.4931995827</c:v>
                </c:pt>
                <c:pt idx="101">
                  <c:v>10.4198009561</c:v>
                </c:pt>
                <c:pt idx="102">
                  <c:v>-2.54856295694</c:v>
                </c:pt>
                <c:pt idx="103">
                  <c:v>-13.1039974111</c:v>
                </c:pt>
                <c:pt idx="104">
                  <c:v>-20.3843611541</c:v>
                </c:pt>
                <c:pt idx="105">
                  <c:v>-24.0937660834</c:v>
                </c:pt>
                <c:pt idx="106">
                  <c:v>-24.5174373419</c:v>
                </c:pt>
                <c:pt idx="107">
                  <c:v>-22.4297730079</c:v>
                </c:pt>
                <c:pt idx="108">
                  <c:v>-18.9157748088</c:v>
                </c:pt>
                <c:pt idx="109">
                  <c:v>-15.1429988417</c:v>
                </c:pt>
                <c:pt idx="110">
                  <c:v>-12.1302249555</c:v>
                </c:pt>
                <c:pt idx="111">
                  <c:v>-10.5583565308</c:v>
                </c:pt>
                <c:pt idx="112">
                  <c:v>-10.6589813583</c:v>
                </c:pt>
                <c:pt idx="113">
                  <c:v>-12.1989344356</c:v>
                </c:pt>
                <c:pt idx="114">
                  <c:v>-14.5589599955</c:v>
                </c:pt>
                <c:pt idx="115">
                  <c:v>-16.8856006815</c:v>
                </c:pt>
                <c:pt idx="116">
                  <c:v>-18.2817392298</c:v>
                </c:pt>
                <c:pt idx="117">
                  <c:v>-17.9954594735</c:v>
                </c:pt>
                <c:pt idx="118">
                  <c:v>-15.5698888589</c:v>
                </c:pt>
                <c:pt idx="119">
                  <c:v>-10.9272733864</c:v>
                </c:pt>
                <c:pt idx="120">
                  <c:v>-4.37594188816</c:v>
                </c:pt>
                <c:pt idx="121">
                  <c:v>3.45463787997</c:v>
                </c:pt>
                <c:pt idx="122">
                  <c:v>11.7315126242</c:v>
                </c:pt>
                <c:pt idx="123">
                  <c:v>19.5608118463</c:v>
                </c:pt>
                <c:pt idx="124">
                  <c:v>26.1256475774</c:v>
                </c:pt>
                <c:pt idx="125">
                  <c:v>30.7945108265</c:v>
                </c:pt>
                <c:pt idx="126">
                  <c:v>33.184855819</c:v>
                </c:pt>
                <c:pt idx="127">
                  <c:v>33.1781445784</c:v>
                </c:pt>
                <c:pt idx="128">
                  <c:v>30.893312413</c:v>
                </c:pt>
                <c:pt idx="129">
                  <c:v>26.6329734384</c:v>
                </c:pt>
                <c:pt idx="130">
                  <c:v>20.8193564722</c:v>
                </c:pt>
                <c:pt idx="131">
                  <c:v>13.9349213697</c:v>
                </c:pt>
                <c:pt idx="132">
                  <c:v>6.47706168488</c:v>
                </c:pt>
                <c:pt idx="133">
                  <c:v>-1.07072470438</c:v>
                </c:pt>
                <c:pt idx="134">
                  <c:v>-8.25508472317</c:v>
                </c:pt>
                <c:pt idx="135">
                  <c:v>-14.6640625792</c:v>
                </c:pt>
                <c:pt idx="136">
                  <c:v>-19.9411419421</c:v>
                </c:pt>
                <c:pt idx="137">
                  <c:v>-23.8067674611</c:v>
                </c:pt>
                <c:pt idx="138">
                  <c:v>-26.0868441246</c:v>
                </c:pt>
                <c:pt idx="139">
                  <c:v>-26.7422624541</c:v>
                </c:pt>
                <c:pt idx="140">
                  <c:v>-25.8897030073</c:v>
                </c:pt>
                <c:pt idx="141">
                  <c:v>-23.8032663057</c:v>
                </c:pt>
                <c:pt idx="142">
                  <c:v>-20.8893768467</c:v>
                </c:pt>
                <c:pt idx="143">
                  <c:v>-17.6333677148</c:v>
                </c:pt>
                <c:pt idx="144">
                  <c:v>-14.5236654072</c:v>
                </c:pt>
                <c:pt idx="145">
                  <c:v>-11.9665140362</c:v>
                </c:pt>
                <c:pt idx="146">
                  <c:v>-10.2086615557</c:v>
                </c:pt>
                <c:pt idx="147">
                  <c:v>-9.28590628702</c:v>
                </c:pt>
                <c:pt idx="148">
                  <c:v>-9.01139118979</c:v>
                </c:pt>
                <c:pt idx="149">
                  <c:v>-9.00971697826</c:v>
                </c:pt>
                <c:pt idx="150">
                  <c:v>-8.79302728885</c:v>
                </c:pt>
                <c:pt idx="151">
                  <c:v>-7.86551956611</c:v>
                </c:pt>
                <c:pt idx="152">
                  <c:v>-5.83571571412</c:v>
                </c:pt>
                <c:pt idx="153">
                  <c:v>-2.51309531927</c:v>
                </c:pt>
                <c:pt idx="154">
                  <c:v>2.03185588732</c:v>
                </c:pt>
                <c:pt idx="155">
                  <c:v>7.45793370648</c:v>
                </c:pt>
                <c:pt idx="156">
                  <c:v>13.1972183342</c:v>
                </c:pt>
                <c:pt idx="157">
                  <c:v>18.5449526185</c:v>
                </c:pt>
                <c:pt idx="158">
                  <c:v>22.7779193724</c:v>
                </c:pt>
                <c:pt idx="159">
                  <c:v>25.2782083969</c:v>
                </c:pt>
                <c:pt idx="160">
                  <c:v>25.6385476879</c:v>
                </c:pt>
                <c:pt idx="161">
                  <c:v>23.7297078548</c:v>
                </c:pt>
                <c:pt idx="162">
                  <c:v>19.718749389</c:v>
                </c:pt>
                <c:pt idx="163">
                  <c:v>14.0370876125</c:v>
                </c:pt>
                <c:pt idx="164">
                  <c:v>7.30716250637</c:v>
                </c:pt>
                <c:pt idx="165">
                  <c:v>0.243796861496</c:v>
                </c:pt>
                <c:pt idx="166">
                  <c:v>-6.45030814628</c:v>
                </c:pt>
                <c:pt idx="167">
                  <c:v>-12.176462702</c:v>
                </c:pt>
                <c:pt idx="168">
                  <c:v>-16.5054601849</c:v>
                </c:pt>
                <c:pt idx="169">
                  <c:v>-19.2097532046</c:v>
                </c:pt>
                <c:pt idx="170">
                  <c:v>-20.26278552</c:v>
                </c:pt>
                <c:pt idx="171">
                  <c:v>-19.8119166855</c:v>
                </c:pt>
                <c:pt idx="172">
                  <c:v>-18.1348050568</c:v>
                </c:pt>
                <c:pt idx="173">
                  <c:v>-15.5895806359</c:v>
                </c:pt>
                <c:pt idx="174">
                  <c:v>-12.5670766922</c:v>
                </c:pt>
                <c:pt idx="175">
                  <c:v>-9.44987750634</c:v>
                </c:pt>
                <c:pt idx="176">
                  <c:v>-6.57933847013</c:v>
                </c:pt>
                <c:pt idx="177">
                  <c:v>-4.22925922493</c:v>
                </c:pt>
                <c:pt idx="178">
                  <c:v>-2.58424854947</c:v>
                </c:pt>
                <c:pt idx="179">
                  <c:v>-1.72201402355</c:v>
                </c:pt>
                <c:pt idx="180">
                  <c:v>-1.60115825906</c:v>
                </c:pt>
                <c:pt idx="181">
                  <c:v>-2.05843213041</c:v>
                </c:pt>
                <c:pt idx="182">
                  <c:v>-2.82057128247</c:v>
                </c:pt>
                <c:pt idx="183">
                  <c:v>-3.53494246935</c:v>
                </c:pt>
                <c:pt idx="184">
                  <c:v>-3.82001887576</c:v>
                </c:pt>
                <c:pt idx="185">
                  <c:v>-3.33174272142</c:v>
                </c:pt>
                <c:pt idx="186">
                  <c:v>-1.83636268337</c:v>
                </c:pt>
                <c:pt idx="187">
                  <c:v>0.724026655053</c:v>
                </c:pt>
                <c:pt idx="188">
                  <c:v>4.18871795351</c:v>
                </c:pt>
                <c:pt idx="189">
                  <c:v>8.17190432127</c:v>
                </c:pt>
                <c:pt idx="190">
                  <c:v>12.1002219353</c:v>
                </c:pt>
                <c:pt idx="191">
                  <c:v>15.2934208789</c:v>
                </c:pt>
                <c:pt idx="192">
                  <c:v>17.0775015582</c:v>
                </c:pt>
                <c:pt idx="193">
                  <c:v>16.9110597779</c:v>
                </c:pt>
                <c:pt idx="194">
                  <c:v>14.5003833718</c:v>
                </c:pt>
                <c:pt idx="195">
                  <c:v>9.87863857714</c:v>
                </c:pt>
                <c:pt idx="196">
                  <c:v>3.42979804765</c:v>
                </c:pt>
                <c:pt idx="197">
                  <c:v>-4.15196961694</c:v>
                </c:pt>
                <c:pt idx="198">
                  <c:v>-11.9638565381</c:v>
                </c:pt>
                <c:pt idx="199">
                  <c:v>-19.0403845026</c:v>
                </c:pt>
                <c:pt idx="200">
                  <c:v>-24.5171493136</c:v>
                </c:pt>
                <c:pt idx="201">
                  <c:v>-27.780838243</c:v>
                </c:pt>
                <c:pt idx="202">
                  <c:v>-28.5756939653</c:v>
                </c:pt>
                <c:pt idx="203">
                  <c:v>-27.0446789887</c:v>
                </c:pt>
                <c:pt idx="204">
                  <c:v>-23.6964914503</c:v>
                </c:pt>
                <c:pt idx="205">
                  <c:v>-19.3045849932</c:v>
                </c:pt>
                <c:pt idx="206">
                  <c:v>-14.7582193261</c:v>
                </c:pt>
                <c:pt idx="207">
                  <c:v>-10.8952917889</c:v>
                </c:pt>
                <c:pt idx="208">
                  <c:v>-8.35015412422</c:v>
                </c:pt>
                <c:pt idx="209">
                  <c:v>-7.44607236653</c:v>
                </c:pt>
                <c:pt idx="210">
                  <c:v>-8.15226621091</c:v>
                </c:pt>
                <c:pt idx="211">
                  <c:v>-10.1117530084</c:v>
                </c:pt>
                <c:pt idx="212">
                  <c:v>-12.7315588437</c:v>
                </c:pt>
                <c:pt idx="213">
                  <c:v>-15.3144354987</c:v>
                </c:pt>
                <c:pt idx="214">
                  <c:v>-17.2036545384</c:v>
                </c:pt>
                <c:pt idx="215">
                  <c:v>-17.9112014678</c:v>
                </c:pt>
                <c:pt idx="216">
                  <c:v>-17.2047724728</c:v>
                </c:pt>
                <c:pt idx="217">
                  <c:v>-15.1389817097</c:v>
                </c:pt>
                <c:pt idx="218">
                  <c:v>-12.0286766083</c:v>
                </c:pt>
                <c:pt idx="219">
                  <c:v>-8.37435142853</c:v>
                </c:pt>
                <c:pt idx="220">
                  <c:v>-4.75870777695</c:v>
                </c:pt>
                <c:pt idx="221">
                  <c:v>-1.73763883721</c:v>
                </c:pt>
                <c:pt idx="222">
                  <c:v>0.252268517638</c:v>
                </c:pt>
                <c:pt idx="223">
                  <c:v>0.953508219914</c:v>
                </c:pt>
                <c:pt idx="224">
                  <c:v>0.307347399965</c:v>
                </c:pt>
                <c:pt idx="225">
                  <c:v>-1.56442790407</c:v>
                </c:pt>
                <c:pt idx="226">
                  <c:v>-4.40571846253</c:v>
                </c:pt>
                <c:pt idx="227">
                  <c:v>-7.88574734617</c:v>
                </c:pt>
                <c:pt idx="228">
                  <c:v>-11.6571481428</c:v>
                </c:pt>
                <c:pt idx="229">
                  <c:v>-15.4008021841</c:v>
                </c:pt>
                <c:pt idx="230">
                  <c:v>-18.8514618423</c:v>
                </c:pt>
                <c:pt idx="231">
                  <c:v>-21.8046113511</c:v>
                </c:pt>
                <c:pt idx="232">
                  <c:v>-24.1102818817</c:v>
                </c:pt>
                <c:pt idx="233">
                  <c:v>-25.6622878609</c:v>
                </c:pt>
                <c:pt idx="234">
                  <c:v>-26.3910199419</c:v>
                </c:pt>
                <c:pt idx="235">
                  <c:v>-26.2648631372</c:v>
                </c:pt>
                <c:pt idx="236">
                  <c:v>-25.3006300311</c:v>
                </c:pt>
                <c:pt idx="237">
                  <c:v>-23.5786665255</c:v>
                </c:pt>
                <c:pt idx="238">
                  <c:v>-21.2550408265</c:v>
                </c:pt>
                <c:pt idx="239">
                  <c:v>-18.5625486013</c:v>
                </c:pt>
                <c:pt idx="240">
                  <c:v>-15.7944794651</c:v>
                </c:pt>
                <c:pt idx="241">
                  <c:v>-13.2696580589</c:v>
                </c:pt>
                <c:pt idx="242">
                  <c:v>-11.2829508521</c:v>
                </c:pt>
                <c:pt idx="243">
                  <c:v>-10.0505987205</c:v>
                </c:pt>
                <c:pt idx="244">
                  <c:v>-9.66284792587</c:v>
                </c:pt>
                <c:pt idx="245">
                  <c:v>-10.0563616647</c:v>
                </c:pt>
                <c:pt idx="246">
                  <c:v>-11.0155550549</c:v>
                </c:pt>
                <c:pt idx="247">
                  <c:v>-12.2059537989</c:v>
                </c:pt>
                <c:pt idx="248">
                  <c:v>-13.2353229156</c:v>
                </c:pt>
                <c:pt idx="249">
                  <c:v>-13.7314421852</c:v>
                </c:pt>
                <c:pt idx="250">
                  <c:v>-13.4207635962</c:v>
                </c:pt>
                <c:pt idx="251">
                  <c:v>-12.1910186296</c:v>
                </c:pt>
                <c:pt idx="252">
                  <c:v>-10.123570293</c:v>
                </c:pt>
                <c:pt idx="253">
                  <c:v>-7.48740203258</c:v>
                </c:pt>
                <c:pt idx="254">
                  <c:v>-4.69475056193</c:v>
                </c:pt>
                <c:pt idx="255">
                  <c:v>-2.22666653424</c:v>
                </c:pt>
                <c:pt idx="256">
                  <c:v>-0.543317298465</c:v>
                </c:pt>
                <c:pt idx="257">
                  <c:v>0.00286899238703</c:v>
                </c:pt>
                <c:pt idx="258">
                  <c:v>-0.766191316941</c:v>
                </c:pt>
                <c:pt idx="259">
                  <c:v>-2.82083311915</c:v>
                </c:pt>
                <c:pt idx="260">
                  <c:v>-5.92924059767</c:v>
                </c:pt>
                <c:pt idx="261">
                  <c:v>-9.69968431752</c:v>
                </c:pt>
                <c:pt idx="262">
                  <c:v>-13.6497110648</c:v>
                </c:pt>
                <c:pt idx="263">
                  <c:v>-17.2877098049</c:v>
                </c:pt>
                <c:pt idx="264">
                  <c:v>-20.1907757651</c:v>
                </c:pt>
                <c:pt idx="265">
                  <c:v>-22.06480307</c:v>
                </c:pt>
                <c:pt idx="266">
                  <c:v>-22.7775521289</c:v>
                </c:pt>
                <c:pt idx="267">
                  <c:v>-22.3617499715</c:v>
                </c:pt>
                <c:pt idx="268">
                  <c:v>-20.9915254939</c:v>
                </c:pt>
                <c:pt idx="269">
                  <c:v>-18.9402395475</c:v>
                </c:pt>
                <c:pt idx="270">
                  <c:v>-16.5301127565</c:v>
                </c:pt>
                <c:pt idx="271">
                  <c:v>-14.08373801</c:v>
                </c:pt>
                <c:pt idx="272">
                  <c:v>-11.8850395328</c:v>
                </c:pt>
                <c:pt idx="273">
                  <c:v>-10.1534754401</c:v>
                </c:pt>
                <c:pt idx="274">
                  <c:v>-9.03146206391</c:v>
                </c:pt>
                <c:pt idx="275">
                  <c:v>-8.58218636188</c:v>
                </c:pt>
                <c:pt idx="276">
                  <c:v>-8.79381245928</c:v>
                </c:pt>
                <c:pt idx="277">
                  <c:v>-9.58665267969</c:v>
                </c:pt>
                <c:pt idx="278">
                  <c:v>-10.8216773786</c:v>
                </c:pt>
                <c:pt idx="279">
                  <c:v>-12.3109163445</c:v>
                </c:pt>
                <c:pt idx="280">
                  <c:v>-13.8318983288</c:v>
                </c:pt>
                <c:pt idx="281">
                  <c:v>-15.1485424435</c:v>
                </c:pt>
                <c:pt idx="282">
                  <c:v>-16.0395761055</c:v>
                </c:pt>
                <c:pt idx="283">
                  <c:v>-16.3328987949</c:v>
                </c:pt>
                <c:pt idx="284">
                  <c:v>-15.9411339166</c:v>
                </c:pt>
                <c:pt idx="285">
                  <c:v>-14.8909908618</c:v>
                </c:pt>
                <c:pt idx="286">
                  <c:v>-13.338039132</c:v>
                </c:pt>
                <c:pt idx="287">
                  <c:v>-11.5597568537</c:v>
                </c:pt>
                <c:pt idx="288">
                  <c:v>-9.92333331851</c:v>
                </c:pt>
                <c:pt idx="289">
                  <c:v>-8.83006705545</c:v>
                </c:pt>
                <c:pt idx="290">
                  <c:v>-8.64411316983</c:v>
                </c:pt>
                <c:pt idx="291">
                  <c:v>-9.61829770418</c:v>
                </c:pt>
                <c:pt idx="292">
                  <c:v>-11.8323116641</c:v>
                </c:pt>
                <c:pt idx="293">
                  <c:v>-15.1578684157</c:v>
                </c:pt>
                <c:pt idx="294">
                  <c:v>-19.261158367</c:v>
                </c:pt>
                <c:pt idx="295">
                  <c:v>-23.6458366555</c:v>
                </c:pt>
                <c:pt idx="296">
                  <c:v>-27.7312686392</c:v>
                </c:pt>
                <c:pt idx="297">
                  <c:v>-30.9527253455</c:v>
                </c:pt>
                <c:pt idx="298">
                  <c:v>-32.8645733233</c:v>
                </c:pt>
                <c:pt idx="299">
                  <c:v>-33.2256967392</c:v>
                </c:pt>
                <c:pt idx="300">
                  <c:v>-32.0490537881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0"/>
          <c:min val="-80"/>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Abweichung (mHz)</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50112"/>
        <c:crossesAt val="-80"/>
        <c:majorUnit val="40"/>
      </c:valAx>
      <c:valAx>
        <c:axId val="48650112"/>
        <c:scaling>
          <c:orientation val="minMax"/>
          <c:max val="260"/>
          <c:min val="230"/>
        </c:scaling>
        <c:delete val="0"/>
        <c:axPos val="b"/>
        <c:title>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72768"/>
        <c:crossesAt val="230"/>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Messung minus Modell</c:v>
          </c:tx>
          <c:spPr>
            <a:solidFill xmlns:a="http://schemas.openxmlformats.org/drawingml/2006/main">
              <a:srgbClr val="6A528C"/>
            </a:solidFill>
            <a:ln xmlns:a="http://schemas.openxmlformats.org/drawingml/2006/main" w="22860">
              <a:solidFill>
                <a:srgbClr val="6A528C"/>
              </a:solidFill>
              <a:prstDash val="solid"/>
            </a:ln>
          </c:spPr>
          <c:marker>
            <c:symbol val="none"/>
            <c:size val="5"/>
            <c:spPr>
              <a:solidFill xmlns:a="http://schemas.openxmlformats.org/drawingml/2006/main">
                <a:srgbClr val="6A528C"/>
              </a:solidFill>
            </c:spPr>
          </c:marker>
          <c:xVal>
            <c:numRef>
              <c:f>'Chart Data'!$A$2:$A$302</c:f>
              <c:numCache>
                <c:formatCode>General</c:formatCode>
                <c:ptCount val="301"/>
                <c:pt idx="0">
                  <c:v>230</c:v>
                </c:pt>
                <c:pt idx="1">
                  <c:v>230.1</c:v>
                </c:pt>
                <c:pt idx="2">
                  <c:v>230.2</c:v>
                </c:pt>
                <c:pt idx="3">
                  <c:v>230.3</c:v>
                </c:pt>
                <c:pt idx="4">
                  <c:v>230.4</c:v>
                </c:pt>
                <c:pt idx="5">
                  <c:v>230.5</c:v>
                </c:pt>
                <c:pt idx="6">
                  <c:v>230.6</c:v>
                </c:pt>
                <c:pt idx="7">
                  <c:v>230.7</c:v>
                </c:pt>
                <c:pt idx="8">
                  <c:v>230.8</c:v>
                </c:pt>
                <c:pt idx="9">
                  <c:v>230.9</c:v>
                </c:pt>
                <c:pt idx="10">
                  <c:v>231</c:v>
                </c:pt>
                <c:pt idx="11">
                  <c:v>231.1</c:v>
                </c:pt>
                <c:pt idx="12">
                  <c:v>231.2</c:v>
                </c:pt>
                <c:pt idx="13">
                  <c:v>231.3</c:v>
                </c:pt>
                <c:pt idx="14">
                  <c:v>231.4</c:v>
                </c:pt>
                <c:pt idx="15">
                  <c:v>231.5</c:v>
                </c:pt>
                <c:pt idx="16">
                  <c:v>231.6</c:v>
                </c:pt>
                <c:pt idx="17">
                  <c:v>231.7</c:v>
                </c:pt>
                <c:pt idx="18">
                  <c:v>231.8</c:v>
                </c:pt>
                <c:pt idx="19">
                  <c:v>231.9</c:v>
                </c:pt>
                <c:pt idx="20">
                  <c:v>232</c:v>
                </c:pt>
                <c:pt idx="21">
                  <c:v>232.1</c:v>
                </c:pt>
                <c:pt idx="22">
                  <c:v>232.2</c:v>
                </c:pt>
                <c:pt idx="23">
                  <c:v>232.3</c:v>
                </c:pt>
                <c:pt idx="24">
                  <c:v>232.4</c:v>
                </c:pt>
                <c:pt idx="25">
                  <c:v>232.5</c:v>
                </c:pt>
                <c:pt idx="26">
                  <c:v>232.6</c:v>
                </c:pt>
                <c:pt idx="27">
                  <c:v>232.7</c:v>
                </c:pt>
                <c:pt idx="28">
                  <c:v>232.8</c:v>
                </c:pt>
                <c:pt idx="29">
                  <c:v>232.9</c:v>
                </c:pt>
                <c:pt idx="30">
                  <c:v>233</c:v>
                </c:pt>
                <c:pt idx="31">
                  <c:v>233.1</c:v>
                </c:pt>
                <c:pt idx="32">
                  <c:v>233.2</c:v>
                </c:pt>
                <c:pt idx="33">
                  <c:v>233.3</c:v>
                </c:pt>
                <c:pt idx="34">
                  <c:v>233.4</c:v>
                </c:pt>
                <c:pt idx="35">
                  <c:v>233.5</c:v>
                </c:pt>
                <c:pt idx="36">
                  <c:v>233.6</c:v>
                </c:pt>
                <c:pt idx="37">
                  <c:v>233.7</c:v>
                </c:pt>
                <c:pt idx="38">
                  <c:v>233.8</c:v>
                </c:pt>
                <c:pt idx="39">
                  <c:v>233.9</c:v>
                </c:pt>
                <c:pt idx="40">
                  <c:v>234</c:v>
                </c:pt>
                <c:pt idx="41">
                  <c:v>234.1</c:v>
                </c:pt>
                <c:pt idx="42">
                  <c:v>234.2</c:v>
                </c:pt>
                <c:pt idx="43">
                  <c:v>234.3</c:v>
                </c:pt>
                <c:pt idx="44">
                  <c:v>234.4</c:v>
                </c:pt>
                <c:pt idx="45">
                  <c:v>234.5</c:v>
                </c:pt>
                <c:pt idx="46">
                  <c:v>234.6</c:v>
                </c:pt>
                <c:pt idx="47">
                  <c:v>234.7</c:v>
                </c:pt>
                <c:pt idx="48">
                  <c:v>234.8</c:v>
                </c:pt>
                <c:pt idx="49">
                  <c:v>234.9</c:v>
                </c:pt>
                <c:pt idx="50">
                  <c:v>235</c:v>
                </c:pt>
                <c:pt idx="51">
                  <c:v>235.1</c:v>
                </c:pt>
                <c:pt idx="52">
                  <c:v>235.2</c:v>
                </c:pt>
                <c:pt idx="53">
                  <c:v>235.3</c:v>
                </c:pt>
                <c:pt idx="54">
                  <c:v>235.4</c:v>
                </c:pt>
                <c:pt idx="55">
                  <c:v>235.5</c:v>
                </c:pt>
                <c:pt idx="56">
                  <c:v>235.6</c:v>
                </c:pt>
                <c:pt idx="57">
                  <c:v>235.7</c:v>
                </c:pt>
                <c:pt idx="58">
                  <c:v>235.8</c:v>
                </c:pt>
                <c:pt idx="59">
                  <c:v>235.9</c:v>
                </c:pt>
                <c:pt idx="60">
                  <c:v>236</c:v>
                </c:pt>
                <c:pt idx="61">
                  <c:v>236.1</c:v>
                </c:pt>
                <c:pt idx="62">
                  <c:v>236.2</c:v>
                </c:pt>
                <c:pt idx="63">
                  <c:v>236.3</c:v>
                </c:pt>
                <c:pt idx="64">
                  <c:v>236.4</c:v>
                </c:pt>
                <c:pt idx="65">
                  <c:v>236.5</c:v>
                </c:pt>
                <c:pt idx="66">
                  <c:v>236.6</c:v>
                </c:pt>
                <c:pt idx="67">
                  <c:v>236.7</c:v>
                </c:pt>
                <c:pt idx="68">
                  <c:v>236.8</c:v>
                </c:pt>
                <c:pt idx="69">
                  <c:v>236.9</c:v>
                </c:pt>
                <c:pt idx="70">
                  <c:v>237</c:v>
                </c:pt>
                <c:pt idx="71">
                  <c:v>237.1</c:v>
                </c:pt>
                <c:pt idx="72">
                  <c:v>237.2</c:v>
                </c:pt>
                <c:pt idx="73">
                  <c:v>237.3</c:v>
                </c:pt>
                <c:pt idx="74">
                  <c:v>237.4</c:v>
                </c:pt>
                <c:pt idx="75">
                  <c:v>237.5</c:v>
                </c:pt>
                <c:pt idx="76">
                  <c:v>237.6</c:v>
                </c:pt>
                <c:pt idx="77">
                  <c:v>237.7</c:v>
                </c:pt>
                <c:pt idx="78">
                  <c:v>237.8</c:v>
                </c:pt>
                <c:pt idx="79">
                  <c:v>237.9</c:v>
                </c:pt>
                <c:pt idx="80">
                  <c:v>238</c:v>
                </c:pt>
                <c:pt idx="81">
                  <c:v>238.1</c:v>
                </c:pt>
                <c:pt idx="82">
                  <c:v>238.2</c:v>
                </c:pt>
                <c:pt idx="83">
                  <c:v>238.3</c:v>
                </c:pt>
                <c:pt idx="84">
                  <c:v>238.4</c:v>
                </c:pt>
                <c:pt idx="85">
                  <c:v>238.5</c:v>
                </c:pt>
                <c:pt idx="86">
                  <c:v>238.6</c:v>
                </c:pt>
                <c:pt idx="87">
                  <c:v>238.7</c:v>
                </c:pt>
                <c:pt idx="88">
                  <c:v>238.8</c:v>
                </c:pt>
                <c:pt idx="89">
                  <c:v>238.9</c:v>
                </c:pt>
                <c:pt idx="90">
                  <c:v>239</c:v>
                </c:pt>
                <c:pt idx="91">
                  <c:v>239.1</c:v>
                </c:pt>
                <c:pt idx="92">
                  <c:v>239.2</c:v>
                </c:pt>
                <c:pt idx="93">
                  <c:v>239.3</c:v>
                </c:pt>
                <c:pt idx="94">
                  <c:v>239.4</c:v>
                </c:pt>
                <c:pt idx="95">
                  <c:v>239.5</c:v>
                </c:pt>
                <c:pt idx="96">
                  <c:v>239.6</c:v>
                </c:pt>
                <c:pt idx="97">
                  <c:v>239.7</c:v>
                </c:pt>
                <c:pt idx="98">
                  <c:v>239.8</c:v>
                </c:pt>
                <c:pt idx="99">
                  <c:v>239.9</c:v>
                </c:pt>
                <c:pt idx="100">
                  <c:v>240</c:v>
                </c:pt>
                <c:pt idx="101">
                  <c:v>240.1</c:v>
                </c:pt>
                <c:pt idx="102">
                  <c:v>240.2</c:v>
                </c:pt>
                <c:pt idx="103">
                  <c:v>240.3</c:v>
                </c:pt>
                <c:pt idx="104">
                  <c:v>240.4</c:v>
                </c:pt>
                <c:pt idx="105">
                  <c:v>240.5</c:v>
                </c:pt>
                <c:pt idx="106">
                  <c:v>240.6</c:v>
                </c:pt>
                <c:pt idx="107">
                  <c:v>240.7</c:v>
                </c:pt>
                <c:pt idx="108">
                  <c:v>240.8</c:v>
                </c:pt>
                <c:pt idx="109">
                  <c:v>240.9</c:v>
                </c:pt>
                <c:pt idx="110">
                  <c:v>241</c:v>
                </c:pt>
                <c:pt idx="111">
                  <c:v>241.1</c:v>
                </c:pt>
                <c:pt idx="112">
                  <c:v>241.2</c:v>
                </c:pt>
                <c:pt idx="113">
                  <c:v>241.3</c:v>
                </c:pt>
                <c:pt idx="114">
                  <c:v>241.4</c:v>
                </c:pt>
                <c:pt idx="115">
                  <c:v>241.5</c:v>
                </c:pt>
                <c:pt idx="116">
                  <c:v>241.6</c:v>
                </c:pt>
                <c:pt idx="117">
                  <c:v>241.7</c:v>
                </c:pt>
                <c:pt idx="118">
                  <c:v>241.8</c:v>
                </c:pt>
                <c:pt idx="119">
                  <c:v>241.9</c:v>
                </c:pt>
                <c:pt idx="120">
                  <c:v>242</c:v>
                </c:pt>
                <c:pt idx="121">
                  <c:v>242.1</c:v>
                </c:pt>
                <c:pt idx="122">
                  <c:v>242.2</c:v>
                </c:pt>
                <c:pt idx="123">
                  <c:v>242.3</c:v>
                </c:pt>
                <c:pt idx="124">
                  <c:v>242.4</c:v>
                </c:pt>
                <c:pt idx="125">
                  <c:v>242.5</c:v>
                </c:pt>
                <c:pt idx="126">
                  <c:v>242.6</c:v>
                </c:pt>
                <c:pt idx="127">
                  <c:v>242.7</c:v>
                </c:pt>
                <c:pt idx="128">
                  <c:v>242.8</c:v>
                </c:pt>
                <c:pt idx="129">
                  <c:v>242.9</c:v>
                </c:pt>
                <c:pt idx="130">
                  <c:v>243</c:v>
                </c:pt>
                <c:pt idx="131">
                  <c:v>243.1</c:v>
                </c:pt>
                <c:pt idx="132">
                  <c:v>243.2</c:v>
                </c:pt>
                <c:pt idx="133">
                  <c:v>243.3</c:v>
                </c:pt>
                <c:pt idx="134">
                  <c:v>243.4</c:v>
                </c:pt>
                <c:pt idx="135">
                  <c:v>243.5</c:v>
                </c:pt>
                <c:pt idx="136">
                  <c:v>243.6</c:v>
                </c:pt>
                <c:pt idx="137">
                  <c:v>243.7</c:v>
                </c:pt>
                <c:pt idx="138">
                  <c:v>243.8</c:v>
                </c:pt>
                <c:pt idx="139">
                  <c:v>243.9</c:v>
                </c:pt>
                <c:pt idx="140">
                  <c:v>244</c:v>
                </c:pt>
                <c:pt idx="141">
                  <c:v>244.1</c:v>
                </c:pt>
                <c:pt idx="142">
                  <c:v>244.2</c:v>
                </c:pt>
                <c:pt idx="143">
                  <c:v>244.3</c:v>
                </c:pt>
                <c:pt idx="144">
                  <c:v>244.4</c:v>
                </c:pt>
                <c:pt idx="145">
                  <c:v>244.5</c:v>
                </c:pt>
                <c:pt idx="146">
                  <c:v>244.6</c:v>
                </c:pt>
                <c:pt idx="147">
                  <c:v>244.7</c:v>
                </c:pt>
                <c:pt idx="148">
                  <c:v>244.8</c:v>
                </c:pt>
                <c:pt idx="149">
                  <c:v>244.9</c:v>
                </c:pt>
                <c:pt idx="150">
                  <c:v>245</c:v>
                </c:pt>
                <c:pt idx="151">
                  <c:v>245.1</c:v>
                </c:pt>
                <c:pt idx="152">
                  <c:v>245.2</c:v>
                </c:pt>
                <c:pt idx="153">
                  <c:v>245.3</c:v>
                </c:pt>
                <c:pt idx="154">
                  <c:v>245.4</c:v>
                </c:pt>
                <c:pt idx="155">
                  <c:v>245.5</c:v>
                </c:pt>
                <c:pt idx="156">
                  <c:v>245.6</c:v>
                </c:pt>
                <c:pt idx="157">
                  <c:v>245.7</c:v>
                </c:pt>
                <c:pt idx="158">
                  <c:v>245.8</c:v>
                </c:pt>
                <c:pt idx="159">
                  <c:v>245.9</c:v>
                </c:pt>
                <c:pt idx="160">
                  <c:v>246</c:v>
                </c:pt>
                <c:pt idx="161">
                  <c:v>246.1</c:v>
                </c:pt>
                <c:pt idx="162">
                  <c:v>246.2</c:v>
                </c:pt>
                <c:pt idx="163">
                  <c:v>246.3</c:v>
                </c:pt>
                <c:pt idx="164">
                  <c:v>246.4</c:v>
                </c:pt>
                <c:pt idx="165">
                  <c:v>246.5</c:v>
                </c:pt>
                <c:pt idx="166">
                  <c:v>246.6</c:v>
                </c:pt>
                <c:pt idx="167">
                  <c:v>246.7</c:v>
                </c:pt>
                <c:pt idx="168">
                  <c:v>246.8</c:v>
                </c:pt>
                <c:pt idx="169">
                  <c:v>246.9</c:v>
                </c:pt>
                <c:pt idx="170">
                  <c:v>247</c:v>
                </c:pt>
                <c:pt idx="171">
                  <c:v>247.1</c:v>
                </c:pt>
                <c:pt idx="172">
                  <c:v>247.2</c:v>
                </c:pt>
                <c:pt idx="173">
                  <c:v>247.3</c:v>
                </c:pt>
                <c:pt idx="174">
                  <c:v>247.4</c:v>
                </c:pt>
                <c:pt idx="175">
                  <c:v>247.5</c:v>
                </c:pt>
                <c:pt idx="176">
                  <c:v>247.6</c:v>
                </c:pt>
                <c:pt idx="177">
                  <c:v>247.7</c:v>
                </c:pt>
                <c:pt idx="178">
                  <c:v>247.8</c:v>
                </c:pt>
                <c:pt idx="179">
                  <c:v>247.9</c:v>
                </c:pt>
                <c:pt idx="180">
                  <c:v>248</c:v>
                </c:pt>
                <c:pt idx="181">
                  <c:v>248.1</c:v>
                </c:pt>
                <c:pt idx="182">
                  <c:v>248.2</c:v>
                </c:pt>
                <c:pt idx="183">
                  <c:v>248.3</c:v>
                </c:pt>
                <c:pt idx="184">
                  <c:v>248.4</c:v>
                </c:pt>
                <c:pt idx="185">
                  <c:v>248.5</c:v>
                </c:pt>
                <c:pt idx="186">
                  <c:v>248.6</c:v>
                </c:pt>
                <c:pt idx="187">
                  <c:v>248.7</c:v>
                </c:pt>
                <c:pt idx="188">
                  <c:v>248.8</c:v>
                </c:pt>
                <c:pt idx="189">
                  <c:v>248.9</c:v>
                </c:pt>
                <c:pt idx="190">
                  <c:v>249</c:v>
                </c:pt>
                <c:pt idx="191">
                  <c:v>249.1</c:v>
                </c:pt>
                <c:pt idx="192">
                  <c:v>249.2</c:v>
                </c:pt>
                <c:pt idx="193">
                  <c:v>249.3</c:v>
                </c:pt>
                <c:pt idx="194">
                  <c:v>249.4</c:v>
                </c:pt>
                <c:pt idx="195">
                  <c:v>249.5</c:v>
                </c:pt>
                <c:pt idx="196">
                  <c:v>249.6</c:v>
                </c:pt>
                <c:pt idx="197">
                  <c:v>249.7</c:v>
                </c:pt>
                <c:pt idx="198">
                  <c:v>249.8</c:v>
                </c:pt>
                <c:pt idx="199">
                  <c:v>249.9</c:v>
                </c:pt>
                <c:pt idx="200">
                  <c:v>250</c:v>
                </c:pt>
                <c:pt idx="201">
                  <c:v>250.1</c:v>
                </c:pt>
                <c:pt idx="202">
                  <c:v>250.2</c:v>
                </c:pt>
                <c:pt idx="203">
                  <c:v>250.3</c:v>
                </c:pt>
                <c:pt idx="204">
                  <c:v>250.4</c:v>
                </c:pt>
                <c:pt idx="205">
                  <c:v>250.5</c:v>
                </c:pt>
                <c:pt idx="206">
                  <c:v>250.6</c:v>
                </c:pt>
                <c:pt idx="207">
                  <c:v>250.7</c:v>
                </c:pt>
                <c:pt idx="208">
                  <c:v>250.8</c:v>
                </c:pt>
                <c:pt idx="209">
                  <c:v>250.9</c:v>
                </c:pt>
                <c:pt idx="210">
                  <c:v>251</c:v>
                </c:pt>
                <c:pt idx="211">
                  <c:v>251.1</c:v>
                </c:pt>
                <c:pt idx="212">
                  <c:v>251.2</c:v>
                </c:pt>
                <c:pt idx="213">
                  <c:v>251.3</c:v>
                </c:pt>
                <c:pt idx="214">
                  <c:v>251.4</c:v>
                </c:pt>
                <c:pt idx="215">
                  <c:v>251.5</c:v>
                </c:pt>
                <c:pt idx="216">
                  <c:v>251.6</c:v>
                </c:pt>
                <c:pt idx="217">
                  <c:v>251.7</c:v>
                </c:pt>
                <c:pt idx="218">
                  <c:v>251.8</c:v>
                </c:pt>
                <c:pt idx="219">
                  <c:v>251.9</c:v>
                </c:pt>
                <c:pt idx="220">
                  <c:v>252</c:v>
                </c:pt>
                <c:pt idx="221">
                  <c:v>252.1</c:v>
                </c:pt>
                <c:pt idx="222">
                  <c:v>252.2</c:v>
                </c:pt>
                <c:pt idx="223">
                  <c:v>252.3</c:v>
                </c:pt>
                <c:pt idx="224">
                  <c:v>252.4</c:v>
                </c:pt>
                <c:pt idx="225">
                  <c:v>252.5</c:v>
                </c:pt>
                <c:pt idx="226">
                  <c:v>252.6</c:v>
                </c:pt>
                <c:pt idx="227">
                  <c:v>252.7</c:v>
                </c:pt>
                <c:pt idx="228">
                  <c:v>252.8</c:v>
                </c:pt>
                <c:pt idx="229">
                  <c:v>252.9</c:v>
                </c:pt>
                <c:pt idx="230">
                  <c:v>253</c:v>
                </c:pt>
                <c:pt idx="231">
                  <c:v>253.1</c:v>
                </c:pt>
                <c:pt idx="232">
                  <c:v>253.2</c:v>
                </c:pt>
                <c:pt idx="233">
                  <c:v>253.3</c:v>
                </c:pt>
                <c:pt idx="234">
                  <c:v>253.4</c:v>
                </c:pt>
                <c:pt idx="235">
                  <c:v>253.5</c:v>
                </c:pt>
                <c:pt idx="236">
                  <c:v>253.6</c:v>
                </c:pt>
                <c:pt idx="237">
                  <c:v>253.7</c:v>
                </c:pt>
                <c:pt idx="238">
                  <c:v>253.8</c:v>
                </c:pt>
                <c:pt idx="239">
                  <c:v>253.9</c:v>
                </c:pt>
                <c:pt idx="240">
                  <c:v>254</c:v>
                </c:pt>
                <c:pt idx="241">
                  <c:v>254.1</c:v>
                </c:pt>
                <c:pt idx="242">
                  <c:v>254.2</c:v>
                </c:pt>
                <c:pt idx="243">
                  <c:v>254.3</c:v>
                </c:pt>
                <c:pt idx="244">
                  <c:v>254.4</c:v>
                </c:pt>
                <c:pt idx="245">
                  <c:v>254.5</c:v>
                </c:pt>
                <c:pt idx="246">
                  <c:v>254.6</c:v>
                </c:pt>
                <c:pt idx="247">
                  <c:v>254.7</c:v>
                </c:pt>
                <c:pt idx="248">
                  <c:v>254.8</c:v>
                </c:pt>
                <c:pt idx="249">
                  <c:v>254.9</c:v>
                </c:pt>
                <c:pt idx="250">
                  <c:v>255</c:v>
                </c:pt>
                <c:pt idx="251">
                  <c:v>255.1</c:v>
                </c:pt>
                <c:pt idx="252">
                  <c:v>255.2</c:v>
                </c:pt>
                <c:pt idx="253">
                  <c:v>255.3</c:v>
                </c:pt>
                <c:pt idx="254">
                  <c:v>255.4</c:v>
                </c:pt>
                <c:pt idx="255">
                  <c:v>255.5</c:v>
                </c:pt>
                <c:pt idx="256">
                  <c:v>255.6</c:v>
                </c:pt>
                <c:pt idx="257">
                  <c:v>255.7</c:v>
                </c:pt>
                <c:pt idx="258">
                  <c:v>255.8</c:v>
                </c:pt>
                <c:pt idx="259">
                  <c:v>255.9</c:v>
                </c:pt>
                <c:pt idx="260">
                  <c:v>256</c:v>
                </c:pt>
                <c:pt idx="261">
                  <c:v>256.1</c:v>
                </c:pt>
                <c:pt idx="262">
                  <c:v>256.2</c:v>
                </c:pt>
                <c:pt idx="263">
                  <c:v>256.3</c:v>
                </c:pt>
                <c:pt idx="264">
                  <c:v>256.4</c:v>
                </c:pt>
                <c:pt idx="265">
                  <c:v>256.5</c:v>
                </c:pt>
                <c:pt idx="266">
                  <c:v>256.6</c:v>
                </c:pt>
                <c:pt idx="267">
                  <c:v>256.7</c:v>
                </c:pt>
                <c:pt idx="268">
                  <c:v>256.8</c:v>
                </c:pt>
                <c:pt idx="269">
                  <c:v>256.9</c:v>
                </c:pt>
                <c:pt idx="270">
                  <c:v>257</c:v>
                </c:pt>
                <c:pt idx="271">
                  <c:v>257.1</c:v>
                </c:pt>
                <c:pt idx="272">
                  <c:v>257.2</c:v>
                </c:pt>
                <c:pt idx="273">
                  <c:v>257.3</c:v>
                </c:pt>
                <c:pt idx="274">
                  <c:v>257.4</c:v>
                </c:pt>
                <c:pt idx="275">
                  <c:v>257.5</c:v>
                </c:pt>
                <c:pt idx="276">
                  <c:v>257.6</c:v>
                </c:pt>
                <c:pt idx="277">
                  <c:v>257.7</c:v>
                </c:pt>
                <c:pt idx="278">
                  <c:v>257.8</c:v>
                </c:pt>
                <c:pt idx="279">
                  <c:v>257.9</c:v>
                </c:pt>
                <c:pt idx="280">
                  <c:v>258</c:v>
                </c:pt>
                <c:pt idx="281">
                  <c:v>258.1</c:v>
                </c:pt>
                <c:pt idx="282">
                  <c:v>258.2</c:v>
                </c:pt>
                <c:pt idx="283">
                  <c:v>258.3</c:v>
                </c:pt>
                <c:pt idx="284">
                  <c:v>258.4</c:v>
                </c:pt>
                <c:pt idx="285">
                  <c:v>258.5</c:v>
                </c:pt>
                <c:pt idx="286">
                  <c:v>258.6</c:v>
                </c:pt>
                <c:pt idx="287">
                  <c:v>258.7</c:v>
                </c:pt>
                <c:pt idx="288">
                  <c:v>258.8</c:v>
                </c:pt>
                <c:pt idx="289">
                  <c:v>258.9</c:v>
                </c:pt>
                <c:pt idx="290">
                  <c:v>259</c:v>
                </c:pt>
                <c:pt idx="291">
                  <c:v>259.1</c:v>
                </c:pt>
                <c:pt idx="292">
                  <c:v>259.2</c:v>
                </c:pt>
                <c:pt idx="293">
                  <c:v>259.3</c:v>
                </c:pt>
                <c:pt idx="294">
                  <c:v>259.4</c:v>
                </c:pt>
                <c:pt idx="295">
                  <c:v>259.5</c:v>
                </c:pt>
                <c:pt idx="296">
                  <c:v>259.6</c:v>
                </c:pt>
                <c:pt idx="297">
                  <c:v>259.7</c:v>
                </c:pt>
                <c:pt idx="298">
                  <c:v>259.8</c:v>
                </c:pt>
                <c:pt idx="299">
                  <c:v>259.9</c:v>
                </c:pt>
                <c:pt idx="300">
                  <c:v>260</c:v>
                </c:pt>
              </c:numCache>
            </c:numRef>
          </c:xVal>
          <c:yVal>
            <c:numRef>
              <c:f>'Chart Data'!$B$2:$B$302</c:f>
              <c:numCache>
                <c:formatCode>0</c:formatCode>
                <c:ptCount val="301"/>
                <c:pt idx="0">
                  <c:v>-2.01838518884</c:v>
                </c:pt>
                <c:pt idx="1">
                  <c:v>-8.21342097726</c:v>
                </c:pt>
                <c:pt idx="2">
                  <c:v>-10.3745689185</c:v>
                </c:pt>
                <c:pt idx="3">
                  <c:v>-8.22137719703</c:v>
                </c:pt>
                <c:pt idx="4">
                  <c:v>-4.79457993534</c:v>
                </c:pt>
                <c:pt idx="5">
                  <c:v>-1.9691611312</c:v>
                </c:pt>
                <c:pt idx="6">
                  <c:v>1.20068959056</c:v>
                </c:pt>
                <c:pt idx="7">
                  <c:v>2.73496327838</c:v>
                </c:pt>
                <c:pt idx="8">
                  <c:v>3.35557401934</c:v>
                </c:pt>
                <c:pt idx="9">
                  <c:v>2.26123233423</c:v>
                </c:pt>
                <c:pt idx="10">
                  <c:v>-0.0605952295609</c:v>
                </c:pt>
                <c:pt idx="11">
                  <c:v>-1.11015141283</c:v>
                </c:pt>
                <c:pt idx="12">
                  <c:v>-2.97124603624</c:v>
                </c:pt>
                <c:pt idx="13">
                  <c:v>-2.73132441967</c:v>
                </c:pt>
                <c:pt idx="14">
                  <c:v>-3.17485820164</c:v>
                </c:pt>
                <c:pt idx="15">
                  <c:v>-3.07016381654</c:v>
                </c:pt>
                <c:pt idx="16">
                  <c:v>-1.45420231297</c:v>
                </c:pt>
                <c:pt idx="17">
                  <c:v>-4.84135183341</c:v>
                </c:pt>
                <c:pt idx="18">
                  <c:v>-0.712170626868</c:v>
                </c:pt>
                <c:pt idx="19">
                  <c:v>0.963027718377</c:v>
                </c:pt>
                <c:pt idx="20">
                  <c:v>2.94920122264</c:v>
                </c:pt>
                <c:pt idx="21">
                  <c:v>2.91938417712</c:v>
                </c:pt>
                <c:pt idx="22">
                  <c:v>0.933327261013</c:v>
                </c:pt>
                <c:pt idx="23">
                  <c:v>0.890587310943</c:v>
                </c:pt>
                <c:pt idx="24">
                  <c:v>-1.37811890693</c:v>
                </c:pt>
                <c:pt idx="25">
                  <c:v>-2.67901963823</c:v>
                </c:pt>
                <c:pt idx="26">
                  <c:v>-3.26962916669</c:v>
                </c:pt>
                <c:pt idx="27">
                  <c:v>-0.00760338294249</c:v>
                </c:pt>
                <c:pt idx="28">
                  <c:v>2.07834764018</c:v>
                </c:pt>
                <c:pt idx="29">
                  <c:v>2.12926147457</c:v>
                </c:pt>
                <c:pt idx="30">
                  <c:v>3.01491196555</c:v>
                </c:pt>
                <c:pt idx="31">
                  <c:v>2.55256453088</c:v>
                </c:pt>
                <c:pt idx="32">
                  <c:v>2.75171825241</c:v>
                </c:pt>
                <c:pt idx="33">
                  <c:v>2.66777567901</c:v>
                </c:pt>
                <c:pt idx="34">
                  <c:v>0.956667649038</c:v>
                </c:pt>
                <c:pt idx="35">
                  <c:v>1.12914684198</c:v>
                </c:pt>
                <c:pt idx="36">
                  <c:v>1.10394964883</c:v>
                </c:pt>
                <c:pt idx="37">
                  <c:v>0.436063664347</c:v>
                </c:pt>
                <c:pt idx="38">
                  <c:v>1.7007778754</c:v>
                </c:pt>
                <c:pt idx="39">
                  <c:v>1.33956321012</c:v>
                </c:pt>
                <c:pt idx="40">
                  <c:v>1.73698242736</c:v>
                </c:pt>
                <c:pt idx="41">
                  <c:v>3.79294978017</c:v>
                </c:pt>
                <c:pt idx="42">
                  <c:v>3.87547800269</c:v>
                </c:pt>
                <c:pt idx="43">
                  <c:v>2.82218567299</c:v>
                </c:pt>
                <c:pt idx="44">
                  <c:v>2.83733635231</c:v>
                </c:pt>
                <c:pt idx="45">
                  <c:v>1.20837423626</c:v>
                </c:pt>
                <c:pt idx="46">
                  <c:v>1.705341596</c:v>
                </c:pt>
                <c:pt idx="47">
                  <c:v>1.45597473439</c:v>
                </c:pt>
                <c:pt idx="48">
                  <c:v>1.32124114201</c:v>
                </c:pt>
                <c:pt idx="49">
                  <c:v>0.520996325997</c:v>
                </c:pt>
                <c:pt idx="50">
                  <c:v>0.288090281334</c:v>
                </c:pt>
                <c:pt idx="51">
                  <c:v>-0.501233830971</c:v>
                </c:pt>
                <c:pt idx="52">
                  <c:v>-1.03343471836</c:v>
                </c:pt>
                <c:pt idx="53">
                  <c:v>-0.623395271502</c:v>
                </c:pt>
                <c:pt idx="54">
                  <c:v>-0.661906956823</c:v>
                </c:pt>
                <c:pt idx="55">
                  <c:v>-0.0719465729207</c:v>
                </c:pt>
                <c:pt idx="56">
                  <c:v>-0.912763296696</c:v>
                </c:pt>
                <c:pt idx="57">
                  <c:v>-2.53974774012</c:v>
                </c:pt>
                <c:pt idx="58">
                  <c:v>-2.35716583699</c:v>
                </c:pt>
                <c:pt idx="59">
                  <c:v>-3.1045433776</c:v>
                </c:pt>
                <c:pt idx="60">
                  <c:v>-3.12812948724</c:v>
                </c:pt>
                <c:pt idx="61">
                  <c:v>-0.553697012913</c:v>
                </c:pt>
                <c:pt idx="62">
                  <c:v>2.3502772073</c:v>
                </c:pt>
                <c:pt idx="63">
                  <c:v>10.3638702755</c:v>
                </c:pt>
                <c:pt idx="64">
                  <c:v>2.52901030548</c:v>
                </c:pt>
                <c:pt idx="65">
                  <c:v>3.76422648901</c:v>
                </c:pt>
                <c:pt idx="66">
                  <c:v>7.42285272763</c:v>
                </c:pt>
                <c:pt idx="67">
                  <c:v>6.79714154794</c:v>
                </c:pt>
                <c:pt idx="68">
                  <c:v>7.15509162209</c:v>
                </c:pt>
                <c:pt idx="69">
                  <c:v>6.54998700282</c:v>
                </c:pt>
                <c:pt idx="70">
                  <c:v>4.74040936978</c:v>
                </c:pt>
                <c:pt idx="71">
                  <c:v>3.37476823114</c:v>
                </c:pt>
                <c:pt idx="72">
                  <c:v>0.709326530211</c:v>
                </c:pt>
                <c:pt idx="73">
                  <c:v>-0.0443982143195</c:v>
                </c:pt>
                <c:pt idx="74">
                  <c:v>-1.76746924705</c:v>
                </c:pt>
                <c:pt idx="75">
                  <c:v>-1.03302489627</c:v>
                </c:pt>
                <c:pt idx="76">
                  <c:v>-0.857887768642</c:v>
                </c:pt>
                <c:pt idx="77">
                  <c:v>-2.74260409616</c:v>
                </c:pt>
                <c:pt idx="78">
                  <c:v>-1.32214051305</c:v>
                </c:pt>
                <c:pt idx="79">
                  <c:v>-1.31553530525</c:v>
                </c:pt>
                <c:pt idx="80">
                  <c:v>-1.28915880225</c:v>
                </c:pt>
                <c:pt idx="81">
                  <c:v>-0.714140596568</c:v>
                </c:pt>
                <c:pt idx="82">
                  <c:v>1.37072103195</c:v>
                </c:pt>
                <c:pt idx="83">
                  <c:v>1.83094416108</c:v>
                </c:pt>
                <c:pt idx="84">
                  <c:v>1.81587521909</c:v>
                </c:pt>
                <c:pt idx="85">
                  <c:v>4.00346301031</c:v>
                </c:pt>
                <c:pt idx="86">
                  <c:v>3.65374017748</c:v>
                </c:pt>
                <c:pt idx="87">
                  <c:v>4.93254639057</c:v>
                </c:pt>
                <c:pt idx="88">
                  <c:v>6.02486199653</c:v>
                </c:pt>
                <c:pt idx="89">
                  <c:v>6.07304360061</c:v>
                </c:pt>
                <c:pt idx="90">
                  <c:v>4.76446132924</c:v>
                </c:pt>
                <c:pt idx="91">
                  <c:v>3.67234784059</c:v>
                </c:pt>
                <c:pt idx="92">
                  <c:v>1.5240729863</c:v>
                </c:pt>
                <c:pt idx="93">
                  <c:v>0.0984730822663</c:v>
                </c:pt>
                <c:pt idx="94">
                  <c:v>-1.95225805474</c:v>
                </c:pt>
                <c:pt idx="95">
                  <c:v>-2.40348310699</c:v>
                </c:pt>
                <c:pt idx="96">
                  <c:v>-1.25799038969</c:v>
                </c:pt>
                <c:pt idx="97">
                  <c:v>-0.816083201477</c:v>
                </c:pt>
                <c:pt idx="98">
                  <c:v>1.44563710506</c:v>
                </c:pt>
                <c:pt idx="99">
                  <c:v>4.98372687665</c:v>
                </c:pt>
                <c:pt idx="100">
                  <c:v>8.31266629766</c:v>
                </c:pt>
                <c:pt idx="101">
                  <c:v>10.7855649243</c:v>
                </c:pt>
                <c:pt idx="102">
                  <c:v>12.2564388374</c:v>
                </c:pt>
                <c:pt idx="103">
                  <c:v>-35.7895067085</c:v>
                </c:pt>
                <c:pt idx="104">
                  <c:v>-18.6100029655</c:v>
                </c:pt>
                <c:pt idx="105">
                  <c:v>-18.9975880362</c:v>
                </c:pt>
                <c:pt idx="106">
                  <c:v>-16.2774667777</c:v>
                </c:pt>
                <c:pt idx="107">
                  <c:v>-10.0643511117</c:v>
                </c:pt>
                <c:pt idx="108">
                  <c:v>-0.67703931079</c:v>
                </c:pt>
                <c:pt idx="109">
                  <c:v>9.55012472207</c:v>
                </c:pt>
                <c:pt idx="110">
                  <c:v>16.9362108359</c:v>
                </c:pt>
                <c:pt idx="111">
                  <c:v>18.1643324112</c:v>
                </c:pt>
                <c:pt idx="112">
                  <c:v>16.2660572387</c:v>
                </c:pt>
                <c:pt idx="113">
                  <c:v>11.504130316</c:v>
                </c:pt>
                <c:pt idx="114">
                  <c:v>-9.4360141241</c:v>
                </c:pt>
                <c:pt idx="115">
                  <c:v>-19.6063234381</c:v>
                </c:pt>
                <c:pt idx="116">
                  <c:v>-16.3104648898</c:v>
                </c:pt>
                <c:pt idx="117">
                  <c:v>-4.99625464611</c:v>
                </c:pt>
                <c:pt idx="118">
                  <c:v>6.07838473934</c:v>
                </c:pt>
                <c:pt idx="119">
                  <c:v>12.4335492668</c:v>
                </c:pt>
                <c:pt idx="120">
                  <c:v>9.28110776857</c:v>
                </c:pt>
                <c:pt idx="121">
                  <c:v>3.15188800044</c:v>
                </c:pt>
                <c:pt idx="122">
                  <c:v>-4.32390674384</c:v>
                </c:pt>
                <c:pt idx="123">
                  <c:v>-8.15539596593</c:v>
                </c:pt>
                <c:pt idx="124">
                  <c:v>-9.21944169701</c:v>
                </c:pt>
                <c:pt idx="125">
                  <c:v>-5.88888494605</c:v>
                </c:pt>
                <c:pt idx="126">
                  <c:v>-4.67815993855</c:v>
                </c:pt>
                <c:pt idx="127">
                  <c:v>-0.872008697976</c:v>
                </c:pt>
                <c:pt idx="128">
                  <c:v>1.81337346744</c:v>
                </c:pt>
                <c:pt idx="129">
                  <c:v>2.67481244202</c:v>
                </c:pt>
                <c:pt idx="130">
                  <c:v>3.98708940823</c:v>
                </c:pt>
                <c:pt idx="131">
                  <c:v>4.07373451074</c:v>
                </c:pt>
                <c:pt idx="132">
                  <c:v>4.23026419552</c:v>
                </c:pt>
                <c:pt idx="133">
                  <c:v>4.07617058478</c:v>
                </c:pt>
                <c:pt idx="134">
                  <c:v>3.56247060358</c:v>
                </c:pt>
                <c:pt idx="135">
                  <c:v>3.77256845961</c:v>
                </c:pt>
                <c:pt idx="136">
                  <c:v>3.44967782248</c:v>
                </c:pt>
                <c:pt idx="137">
                  <c:v>3.51204334153</c:v>
                </c:pt>
                <c:pt idx="138">
                  <c:v>3.79322000502</c:v>
                </c:pt>
                <c:pt idx="139">
                  <c:v>2.24755833455</c:v>
                </c:pt>
                <c:pt idx="140">
                  <c:v>0.296368887733</c:v>
                </c:pt>
                <c:pt idx="141">
                  <c:v>-0.691437813906</c:v>
                </c:pt>
                <c:pt idx="142">
                  <c:v>-3.60532727294</c:v>
                </c:pt>
                <c:pt idx="143">
                  <c:v>-6.5599764048</c:v>
                </c:pt>
                <c:pt idx="144">
                  <c:v>-7.96831871238</c:v>
                </c:pt>
                <c:pt idx="145">
                  <c:v>-9.62521008337</c:v>
                </c:pt>
                <c:pt idx="146">
                  <c:v>-11.0855125639</c:v>
                </c:pt>
                <c:pt idx="147">
                  <c:v>-9.40664783258</c:v>
                </c:pt>
                <c:pt idx="148">
                  <c:v>-9.37979292981</c:v>
                </c:pt>
                <c:pt idx="149">
                  <c:v>-7.98147714133</c:v>
                </c:pt>
                <c:pt idx="150">
                  <c:v>-8.09898683074</c:v>
                </c:pt>
                <c:pt idx="151">
                  <c:v>-6.72623455348</c:v>
                </c:pt>
                <c:pt idx="152">
                  <c:v>-4.55604840548</c:v>
                </c:pt>
                <c:pt idx="153">
                  <c:v>-2.67923880032</c:v>
                </c:pt>
                <c:pt idx="154">
                  <c:v>-2.72666000691</c:v>
                </c:pt>
                <c:pt idx="155">
                  <c:v>-0.050327826068</c:v>
                </c:pt>
                <c:pt idx="156">
                  <c:v>0.611457546193</c:v>
                </c:pt>
                <c:pt idx="157">
                  <c:v>0.76069326188</c:v>
                </c:pt>
                <c:pt idx="158">
                  <c:v>1.83015650799</c:v>
                </c:pt>
                <c:pt idx="159">
                  <c:v>1.52713748354</c:v>
                </c:pt>
                <c:pt idx="160">
                  <c:v>0.667068192502</c:v>
                </c:pt>
                <c:pt idx="161">
                  <c:v>0.878368025618</c:v>
                </c:pt>
                <c:pt idx="162">
                  <c:v>1.68879649136</c:v>
                </c:pt>
                <c:pt idx="163">
                  <c:v>3.07129826795</c:v>
                </c:pt>
                <c:pt idx="164">
                  <c:v>4.39961337403</c:v>
                </c:pt>
                <c:pt idx="165">
                  <c:v>4.56218901891</c:v>
                </c:pt>
                <c:pt idx="166">
                  <c:v>3.85578402668</c:v>
                </c:pt>
                <c:pt idx="167">
                  <c:v>3.5852285824</c:v>
                </c:pt>
                <c:pt idx="168">
                  <c:v>2.71098606526</c:v>
                </c:pt>
                <c:pt idx="169">
                  <c:v>4.11827908497</c:v>
                </c:pt>
                <c:pt idx="170">
                  <c:v>5.27049140046</c:v>
                </c:pt>
                <c:pt idx="171">
                  <c:v>5.31935256591</c:v>
                </c:pt>
                <c:pt idx="172">
                  <c:v>6.44222093718</c:v>
                </c:pt>
                <c:pt idx="173">
                  <c:v>8.09698651632</c:v>
                </c:pt>
                <c:pt idx="174">
                  <c:v>7.67228257262</c:v>
                </c:pt>
                <c:pt idx="175">
                  <c:v>5.25699338675</c:v>
                </c:pt>
                <c:pt idx="176">
                  <c:v>4.08780435054</c:v>
                </c:pt>
                <c:pt idx="177">
                  <c:v>0.936645105332</c:v>
                </c:pt>
                <c:pt idx="178">
                  <c:v>0.889994429877</c:v>
                </c:pt>
                <c:pt idx="179">
                  <c:v>-0.269790096042</c:v>
                </c:pt>
                <c:pt idx="180">
                  <c:v>-0.791185860528</c:v>
                </c:pt>
                <c:pt idx="181">
                  <c:v>-0.333911989184</c:v>
                </c:pt>
                <c:pt idx="182">
                  <c:v>-0.273682837128</c:v>
                </c:pt>
                <c:pt idx="183">
                  <c:v>0.242328349756</c:v>
                </c:pt>
                <c:pt idx="184">
                  <c:v>0.027674756165</c:v>
                </c:pt>
                <c:pt idx="185">
                  <c:v>0.439668601828</c:v>
                </c:pt>
                <c:pt idx="186">
                  <c:v>0.443468563782</c:v>
                </c:pt>
                <c:pt idx="187">
                  <c:v>1.88468922535</c:v>
                </c:pt>
                <c:pt idx="188">
                  <c:v>2.0172579269</c:v>
                </c:pt>
                <c:pt idx="189">
                  <c:v>1.03624155914</c:v>
                </c:pt>
                <c:pt idx="190">
                  <c:v>0.00709394513856</c:v>
                </c:pt>
                <c:pt idx="191">
                  <c:v>-3.38828499853</c:v>
                </c:pt>
                <c:pt idx="192">
                  <c:v>-6.67153567782</c:v>
                </c:pt>
                <c:pt idx="193">
                  <c:v>-8.10345389748</c:v>
                </c:pt>
                <c:pt idx="194">
                  <c:v>-10.4916674914</c:v>
                </c:pt>
                <c:pt idx="195">
                  <c:v>-8.97127269673</c:v>
                </c:pt>
                <c:pt idx="196">
                  <c:v>-8.42377216724</c:v>
                </c:pt>
                <c:pt idx="197">
                  <c:v>-6.23979450266</c:v>
                </c:pt>
                <c:pt idx="198">
                  <c:v>-4.72978758149</c:v>
                </c:pt>
                <c:pt idx="199">
                  <c:v>-2.852699617</c:v>
                </c:pt>
                <c:pt idx="200">
                  <c:v>-1.57591480602</c:v>
                </c:pt>
                <c:pt idx="201">
                  <c:v>-1.11221587662</c:v>
                </c:pt>
                <c:pt idx="202">
                  <c:v>0.582909845719</c:v>
                </c:pt>
                <c:pt idx="203">
                  <c:v>-0.0478351309442</c:v>
                </c:pt>
                <c:pt idx="204">
                  <c:v>-0.298482669293</c:v>
                </c:pt>
                <c:pt idx="205">
                  <c:v>-1.68822912635</c:v>
                </c:pt>
                <c:pt idx="206">
                  <c:v>-2.83569479348</c:v>
                </c:pt>
                <c:pt idx="207">
                  <c:v>-2.89918233067</c:v>
                </c:pt>
                <c:pt idx="208">
                  <c:v>-2.24378999537</c:v>
                </c:pt>
                <c:pt idx="209">
                  <c:v>-1.04597175306</c:v>
                </c:pt>
                <c:pt idx="210">
                  <c:v>1.65912209132</c:v>
                </c:pt>
                <c:pt idx="211">
                  <c:v>3.8169688888</c:v>
                </c:pt>
                <c:pt idx="212">
                  <c:v>7.6384047241</c:v>
                </c:pt>
                <c:pt idx="213">
                  <c:v>9.52319137916</c:v>
                </c:pt>
                <c:pt idx="214">
                  <c:v>9.71106041882</c:v>
                </c:pt>
                <c:pt idx="215">
                  <c:v>8.61806734821</c:v>
                </c:pt>
                <c:pt idx="216">
                  <c:v>5.51218835318</c:v>
                </c:pt>
                <c:pt idx="217">
                  <c:v>2.64531759006</c:v>
                </c:pt>
                <c:pt idx="218">
                  <c:v>-0.163627511315</c:v>
                </c:pt>
                <c:pt idx="219">
                  <c:v>-1.11715269107</c:v>
                </c:pt>
                <c:pt idx="220">
                  <c:v>-2.03579634264</c:v>
                </c:pt>
                <c:pt idx="221">
                  <c:v>-1.45579528239</c:v>
                </c:pt>
                <c:pt idx="222">
                  <c:v>-2.54543263723</c:v>
                </c:pt>
                <c:pt idx="223">
                  <c:v>-2.3464023395</c:v>
                </c:pt>
                <c:pt idx="224">
                  <c:v>-2.90187151956</c:v>
                </c:pt>
                <c:pt idx="225">
                  <c:v>-3.52872621552</c:v>
                </c:pt>
                <c:pt idx="226">
                  <c:v>-4.48687565706</c:v>
                </c:pt>
                <c:pt idx="227">
                  <c:v>-3.80683677342</c:v>
                </c:pt>
                <c:pt idx="228">
                  <c:v>-4.23541597683</c:v>
                </c:pt>
                <c:pt idx="229">
                  <c:v>-4.19201193553</c:v>
                </c:pt>
                <c:pt idx="230">
                  <c:v>-5.2427022773</c:v>
                </c:pt>
                <c:pt idx="231">
                  <c:v>-6.28735276844</c:v>
                </c:pt>
                <c:pt idx="232">
                  <c:v>-5.18331223791</c:v>
                </c:pt>
                <c:pt idx="233">
                  <c:v>-4.63075625873</c:v>
                </c:pt>
                <c:pt idx="234">
                  <c:v>-4.60392417773</c:v>
                </c:pt>
                <c:pt idx="235">
                  <c:v>-2.92955098238</c:v>
                </c:pt>
                <c:pt idx="236">
                  <c:v>-1.49433408847</c:v>
                </c:pt>
                <c:pt idx="237">
                  <c:v>2.08613240591</c:v>
                </c:pt>
                <c:pt idx="238">
                  <c:v>4.76357670686</c:v>
                </c:pt>
                <c:pt idx="239">
                  <c:v>3.57025448174</c:v>
                </c:pt>
                <c:pt idx="240">
                  <c:v>4.30026534548</c:v>
                </c:pt>
                <c:pt idx="241">
                  <c:v>4.67842393928</c:v>
                </c:pt>
                <c:pt idx="242">
                  <c:v>3.58817673254</c:v>
                </c:pt>
                <c:pt idx="243">
                  <c:v>3.65663460088</c:v>
                </c:pt>
                <c:pt idx="244">
                  <c:v>3.57024380627</c:v>
                </c:pt>
                <c:pt idx="245">
                  <c:v>2.76212754508</c:v>
                </c:pt>
                <c:pt idx="246">
                  <c:v>1.62324093532</c:v>
                </c:pt>
                <c:pt idx="247">
                  <c:v>0.212009679309</c:v>
                </c:pt>
                <c:pt idx="248">
                  <c:v>-0.559151204</c:v>
                </c:pt>
                <c:pt idx="249">
                  <c:v>-1.26085193439</c:v>
                </c:pt>
                <c:pt idx="250">
                  <c:v>-2.5709805234</c:v>
                </c:pt>
                <c:pt idx="251">
                  <c:v>-2.40073549004</c:v>
                </c:pt>
                <c:pt idx="252">
                  <c:v>-2.16791382661</c:v>
                </c:pt>
                <c:pt idx="253">
                  <c:v>-1.90491208702</c:v>
                </c:pt>
                <c:pt idx="254">
                  <c:v>-1.89758355766</c:v>
                </c:pt>
                <c:pt idx="255">
                  <c:v>-2.96566758535</c:v>
                </c:pt>
                <c:pt idx="256">
                  <c:v>-3.74874682113</c:v>
                </c:pt>
                <c:pt idx="257">
                  <c:v>-5.89711311198</c:v>
                </c:pt>
                <c:pt idx="258">
                  <c:v>-7.12695280265</c:v>
                </c:pt>
                <c:pt idx="259">
                  <c:v>-7.67393100044</c:v>
                </c:pt>
                <c:pt idx="260">
                  <c:v>-5.76334352193</c:v>
                </c:pt>
                <c:pt idx="261">
                  <c:v>-4.39233980208</c:v>
                </c:pt>
                <c:pt idx="262">
                  <c:v>-4.5431130548</c:v>
                </c:pt>
                <c:pt idx="263">
                  <c:v>-3.30455431467</c:v>
                </c:pt>
                <c:pt idx="264">
                  <c:v>-2.10284835453</c:v>
                </c:pt>
                <c:pt idx="265">
                  <c:v>-2.92962104954</c:v>
                </c:pt>
                <c:pt idx="266">
                  <c:v>-2.51442199071</c:v>
                </c:pt>
                <c:pt idx="267">
                  <c:v>-3.33076414806</c:v>
                </c:pt>
                <c:pt idx="268">
                  <c:v>-2.10318862567</c:v>
                </c:pt>
                <c:pt idx="269">
                  <c:v>-1.55284457206</c:v>
                </c:pt>
                <c:pt idx="270">
                  <c:v>0.137828636924</c:v>
                </c:pt>
                <c:pt idx="271">
                  <c:v>1.09034389041</c:v>
                </c:pt>
                <c:pt idx="272">
                  <c:v>2.79026541325</c:v>
                </c:pt>
                <c:pt idx="273">
                  <c:v>1.76061132048</c:v>
                </c:pt>
                <c:pt idx="274">
                  <c:v>2.53831794432</c:v>
                </c:pt>
                <c:pt idx="275">
                  <c:v>4.19093224229</c:v>
                </c:pt>
                <c:pt idx="276">
                  <c:v>3.50229833969</c:v>
                </c:pt>
                <c:pt idx="277">
                  <c:v>4.9932285601</c:v>
                </c:pt>
                <c:pt idx="278">
                  <c:v>4.52689325904</c:v>
                </c:pt>
                <c:pt idx="279">
                  <c:v>2.91860222489</c:v>
                </c:pt>
                <c:pt idx="280">
                  <c:v>1.73877420923</c:v>
                </c:pt>
                <c:pt idx="281">
                  <c:v>-0.343471676138</c:v>
                </c:pt>
                <c:pt idx="282">
                  <c:v>0.0478319858568</c:v>
                </c:pt>
                <c:pt idx="283">
                  <c:v>-1.26101532472</c:v>
                </c:pt>
                <c:pt idx="284">
                  <c:v>-0.851700203016</c:v>
                </c:pt>
                <c:pt idx="285">
                  <c:v>-0.402663257785</c:v>
                </c:pt>
                <c:pt idx="286">
                  <c:v>1.84382501243</c:v>
                </c:pt>
                <c:pt idx="287">
                  <c:v>2.16744273411</c:v>
                </c:pt>
                <c:pt idx="288">
                  <c:v>1.72882919891</c:v>
                </c:pt>
                <c:pt idx="289">
                  <c:v>1.53583293586</c:v>
                </c:pt>
                <c:pt idx="290">
                  <c:v>0.949339050234</c:v>
                </c:pt>
                <c:pt idx="291">
                  <c:v>-0.273746415413</c:v>
                </c:pt>
                <c:pt idx="292">
                  <c:v>0.238917544482</c:v>
                </c:pt>
                <c:pt idx="293">
                  <c:v>1.46638429615</c:v>
                </c:pt>
                <c:pt idx="294">
                  <c:v>2.86887424736</c:v>
                </c:pt>
                <c:pt idx="295">
                  <c:v>4.35438253593</c:v>
                </c:pt>
                <c:pt idx="296">
                  <c:v>6.33791451962</c:v>
                </c:pt>
                <c:pt idx="297">
                  <c:v>6.66020122586</c:v>
                </c:pt>
                <c:pt idx="298">
                  <c:v>5.47069920368</c:v>
                </c:pt>
                <c:pt idx="299">
                  <c:v>4.73319261965</c:v>
                </c:pt>
                <c:pt idx="300">
                  <c:v>2.35491966847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40"/>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Rest (mHz)</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50112"/>
        <c:crossesAt val="-40"/>
        <c:majorUnit val="20"/>
      </c:valAx>
      <c:valAx>
        <c:axId val="48650112"/>
        <c:scaling>
          <c:orientation val="minMax"/>
          <c:max val="260"/>
          <c:min val="230"/>
        </c:scaling>
        <c:delete val="0"/>
        <c:axPos val="b"/>
        <c:title>
          <c:tx>
            <c:rich>
              <a:bodyPr xmlns:a="http://schemas.openxmlformats.org/drawingml/2006/main"/>
              <a:lstStyle xmlns:a="http://schemas.openxmlformats.org/drawingml/2006/main"/>
              <a:p xmlns:a="http://schemas.openxmlformats.org/drawingml/2006/main">
                <a:r>
                  <a:rPr sz="1350">
                    <a:solidFill>
                      <a:srgbClr val="183344"/>
                    </a:solidFill>
                    <a:latin typeface="Arial"/>
                    <a:ea typeface="Arial"/>
                    <a:cs typeface="Arial"/>
                  </a:rPr>
                  <a:t>Zeit (s)</a:t>
                </a:r>
              </a:p>
            </c:rich>
          </c:tx>
          <c:overlay val="0"/>
          <c:txPr>
            <a:bodyPr xmlns:a="http://schemas.openxmlformats.org/drawingml/2006/main" anchorCtr="1"/>
            <a:lstStyle xmlns:a="http://schemas.openxmlformats.org/drawingml/2006/main"/>
            <a:p xmlns:a="http://schemas.openxmlformats.org/drawingml/2006/main">
              <a:pPr>
                <a:defRPr sz="135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350">
                <a:solidFill>
                  <a:srgbClr val="5C6F7C"/>
                </a:solidFill>
                <a:latin typeface="Arial"/>
                <a:ea typeface="Arial"/>
                <a:cs typeface="Arial"/>
              </a:defRPr>
            </a:pPr>
          </a:p>
        </c:txPr>
        <c:crossAx val="48672768"/>
        <c:crossesAt val="230"/>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Anpassungsfehler</c:v>
          </c:tx>
          <c:spPr>
            <a:solidFill xmlns:a="http://schemas.openxmlformats.org/drawingml/2006/main">
              <a:srgbClr val="004A7C"/>
            </a:solidFill>
            <a:ln xmlns:a="http://schemas.openxmlformats.org/drawingml/2006/main" w="22860">
              <a:solidFill>
                <a:srgbClr val="004A7C"/>
              </a:solidFill>
              <a:prstDash val="solid"/>
            </a:ln>
          </c:spPr>
          <c:marker>
            <c:symbol val="circle"/>
            <c:size val="5"/>
            <c:spPr>
              <a:solidFill xmlns:a="http://schemas.openxmlformats.org/drawingml/2006/main">
                <a:srgbClr val="004A7C"/>
              </a:solidFill>
            </c:spPr>
          </c:marker>
          <c:xVal>
            <c:numRef>
              <c:f>'Chart Data'!$A$2:$A$9</c:f>
              <c:numCache>
                <c:formatCode>General</c:formatCode>
                <c:ptCount val="8"/>
                <c:pt idx="0">
                  <c:v>6</c:v>
                </c:pt>
                <c:pt idx="1">
                  <c:v>12</c:v>
                </c:pt>
                <c:pt idx="2">
                  <c:v>18</c:v>
                </c:pt>
                <c:pt idx="3">
                  <c:v>24</c:v>
                </c:pt>
                <c:pt idx="4">
                  <c:v>36</c:v>
                </c:pt>
                <c:pt idx="5">
                  <c:v>48</c:v>
                </c:pt>
                <c:pt idx="6">
                  <c:v>72</c:v>
                </c:pt>
                <c:pt idx="7">
                  <c:v>100</c:v>
                </c:pt>
              </c:numCache>
            </c:numRef>
          </c:xVal>
          <c:yVal>
            <c:numRef>
              <c:f>'Chart Data'!$B$2:$B$9</c:f>
              <c:numCache>
                <c:formatCode>0</c:formatCode>
                <c:ptCount val="8"/>
                <c:pt idx="0">
                  <c:v>20.672095443</c:v>
                </c:pt>
                <c:pt idx="1">
                  <c:v>17.0460950369</c:v>
                </c:pt>
                <c:pt idx="2">
                  <c:v>15.5803904475</c:v>
                </c:pt>
                <c:pt idx="3">
                  <c:v>12.8253913076</c:v>
                </c:pt>
                <c:pt idx="4">
                  <c:v>8.7645034424</c:v>
                </c:pt>
                <c:pt idx="5">
                  <c:v>5.8938125375</c:v>
                </c:pt>
                <c:pt idx="6">
                  <c:v>5.20051820969</c:v>
                </c:pt>
                <c:pt idx="7">
                  <c:v>3.79895727765</c:v>
                </c:pt>
              </c:numCache>
            </c:numRef>
          </c:yVal>
        </c:ser>
        <c:ser>
          <c:idx val="1"/>
          <c:order val="1"/>
          <c:tx>
            <c:v>Schutzgrenze</c:v>
          </c:tx>
          <c:spPr>
            <a:solidFill xmlns:a="http://schemas.openxmlformats.org/drawingml/2006/main">
              <a:srgbClr val="5C6F7C"/>
            </a:solidFill>
            <a:ln xmlns:a="http://schemas.openxmlformats.org/drawingml/2006/main" w="14288">
              <a:solidFill>
                <a:srgbClr val="5C6F7C"/>
              </a:solidFill>
              <a:prstDash val="dash"/>
            </a:ln>
          </c:spPr>
          <c:marker>
            <c:symbol val="none"/>
            <c:size val="5"/>
            <c:spPr>
              <a:solidFill xmlns:a="http://schemas.openxmlformats.org/drawingml/2006/main">
                <a:srgbClr val="5C6F7C"/>
              </a:solidFill>
            </c:spPr>
          </c:marker>
          <c:xVal>
            <c:numRef>
              <c:f>'Chart Data'!$C$2:$C$3</c:f>
              <c:numCache>
                <c:formatCode>General</c:formatCode>
                <c:ptCount val="2"/>
                <c:pt idx="0">
                  <c:v>6</c:v>
                </c:pt>
                <c:pt idx="1">
                  <c:v>100</c:v>
                </c:pt>
              </c:numCache>
            </c:numRef>
          </c:xVal>
          <c:yVal>
            <c:numRef>
              <c:f>'Chart Data'!$D$2:$D$3</c:f>
              <c:numCache>
                <c:formatCode>0</c:formatCode>
                <c:ptCount val="2"/>
                <c:pt idx="0">
                  <c:v>10</c:v>
                </c:pt>
                <c:pt idx="1">
                  <c:v>10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Relativer Fehler (%)</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50112"/>
        <c:crossesAt val="0"/>
        <c:majorUnit val="5"/>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500">
                    <a:solidFill>
                      <a:srgbClr val="183344"/>
                    </a:solidFill>
                    <a:latin typeface="Arial"/>
                    <a:ea typeface="Arial"/>
                    <a:cs typeface="Arial"/>
                  </a:rPr>
                  <a:t>Modellordnung</a:t>
                </a:r>
              </a:p>
            </c:rich>
          </c:tx>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500">
                <a:solidFill>
                  <a:srgbClr val="5C6F7C"/>
                </a:solidFill>
                <a:latin typeface="Arial"/>
                <a:ea typeface="Arial"/>
                <a:cs typeface="Arial"/>
              </a:defRPr>
            </a:pPr>
          </a:p>
        </c:txPr>
        <c:crossAx val="48672768"/>
        <c:crossesAt val="0"/>
        <c:majorUnit val="2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Verwendete Punkte</c:v>
          </c:tx>
          <c:spPr>
            <a:solidFill xmlns:a="http://schemas.openxmlformats.org/drawingml/2006/main">
              <a:srgbClr val="004A7C"/>
            </a:solidFill>
            <a:ln xmlns:a="http://schemas.openxmlformats.org/drawingml/2006/main" w="22860">
              <a:solidFill>
                <a:srgbClr val="004A7C"/>
              </a:solidFill>
              <a:prstDash val="solid"/>
            </a:ln>
          </c:spPr>
          <c:marker>
            <c:symbol val="circle"/>
            <c:size val="5"/>
            <c:spPr>
              <a:solidFill xmlns:a="http://schemas.openxmlformats.org/drawingml/2006/main">
                <a:srgbClr val="004A7C"/>
              </a:solidFill>
            </c:spPr>
          </c:marker>
          <c:xVal>
            <c:numRef>
              <c:f>'Chart Data'!$A$2:$A$6</c:f>
              <c:numCache>
                <c:formatCode>General</c:formatCode>
                <c:ptCount val="5"/>
                <c:pt idx="0">
                  <c:v>12</c:v>
                </c:pt>
                <c:pt idx="1">
                  <c:v>24</c:v>
                </c:pt>
                <c:pt idx="2">
                  <c:v>36</c:v>
                </c:pt>
                <c:pt idx="3">
                  <c:v>48</c:v>
                </c:pt>
                <c:pt idx="4">
                  <c:v>72</c:v>
                </c:pt>
              </c:numCache>
            </c:numRef>
          </c:xVal>
          <c:yVal>
            <c:numRef>
              <c:f>'Chart Data'!$B$2:$B$6</c:f>
              <c:numCache>
                <c:formatCode>0</c:formatCode>
                <c:ptCount val="5"/>
                <c:pt idx="0">
                  <c:v>16.9049071294</c:v>
                </c:pt>
                <c:pt idx="1">
                  <c:v>10.68797804</c:v>
                </c:pt>
                <c:pt idx="2">
                  <c:v>4.72298218045</c:v>
                </c:pt>
                <c:pt idx="3">
                  <c:v>3.32370540341</c:v>
                </c:pt>
                <c:pt idx="4">
                  <c:v>0.356599877886</c:v>
                </c:pt>
              </c:numCache>
            </c:numRef>
          </c:yVal>
        </c:ser>
        <c:ser>
          <c:idx val="1"/>
          <c:order val="1"/>
          <c:tx>
            <c:v>Ausgelassene Zwischenpunkte</c:v>
          </c:tx>
          <c:spPr>
            <a:solidFill xmlns:a="http://schemas.openxmlformats.org/drawingml/2006/main">
              <a:srgbClr val="BD6A2A"/>
            </a:solidFill>
            <a:ln xmlns:a="http://schemas.openxmlformats.org/drawingml/2006/main" w="22860">
              <a:solidFill>
                <a:srgbClr val="BD6A2A"/>
              </a:solidFill>
              <a:prstDash val="solid"/>
            </a:ln>
          </c:spPr>
          <c:marker>
            <c:symbol val="circle"/>
            <c:size val="5"/>
            <c:spPr>
              <a:solidFill xmlns:a="http://schemas.openxmlformats.org/drawingml/2006/main">
                <a:srgbClr val="BD6A2A"/>
              </a:solidFill>
            </c:spPr>
          </c:marker>
          <c:xVal>
            <c:numRef>
              <c:f>'Chart Data'!$C$2:$C$6</c:f>
              <c:numCache>
                <c:formatCode>General</c:formatCode>
                <c:ptCount val="5"/>
                <c:pt idx="0">
                  <c:v>12</c:v>
                </c:pt>
                <c:pt idx="1">
                  <c:v>24</c:v>
                </c:pt>
                <c:pt idx="2">
                  <c:v>36</c:v>
                </c:pt>
                <c:pt idx="3">
                  <c:v>48</c:v>
                </c:pt>
                <c:pt idx="4">
                  <c:v>72</c:v>
                </c:pt>
              </c:numCache>
            </c:numRef>
          </c:xVal>
          <c:yVal>
            <c:numRef>
              <c:f>'Chart Data'!$D$2:$D$6</c:f>
              <c:numCache>
                <c:formatCode>0</c:formatCode>
                <c:ptCount val="5"/>
                <c:pt idx="0">
                  <c:v>20.1662511334</c:v>
                </c:pt>
                <c:pt idx="1">
                  <c:v>14.3107940047</c:v>
                </c:pt>
                <c:pt idx="2">
                  <c:v>10.1277258469</c:v>
                </c:pt>
                <c:pt idx="3">
                  <c:v>10.3470607871</c:v>
                </c:pt>
                <c:pt idx="4">
                  <c:v>13.9917973854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4"/>
          <c:min val="0"/>
        </c:scaling>
        <c:delete val="0"/>
        <c:axPos val="l"/>
        <c:majorGridlines>
          <c:spPr>
            <a:ln xmlns:a="http://schemas.openxmlformats.org/drawingml/2006/main" w="5715">
              <a:solidFill>
                <a:srgbClr val="D8E1E7"/>
              </a:solidFill>
              <a:prstDash val="solid"/>
            </a:ln>
          </c:spPr>
        </c:majorGridlines>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Relativer Fehler (%)</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50112"/>
        <c:crossesAt val="0"/>
        <c:majorUnit val="5"/>
      </c:valAx>
      <c:valAx>
        <c:axId val="48650112"/>
        <c:scaling>
          <c:orientation val="minMax"/>
          <c:max val="72"/>
          <c:min val="12"/>
        </c:scaling>
        <c:delete val="0"/>
        <c:axPos val="b"/>
        <c:title>
          <c:tx>
            <c:rich>
              <a:bodyPr xmlns:a="http://schemas.openxmlformats.org/drawingml/2006/main"/>
              <a:lstStyle xmlns:a="http://schemas.openxmlformats.org/drawingml/2006/main"/>
              <a:p xmlns:a="http://schemas.openxmlformats.org/drawingml/2006/main">
                <a:r>
                  <a:rPr sz="1425">
                    <a:solidFill>
                      <a:srgbClr val="183344"/>
                    </a:solidFill>
                    <a:latin typeface="Arial"/>
                    <a:ea typeface="Arial"/>
                    <a:cs typeface="Arial"/>
                  </a:rPr>
                  <a:t>Modellordnung</a:t>
                </a:r>
              </a:p>
            </c:rich>
          </c:tx>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title>
        <c:numFmt formatCode="0"/>
        <c:majorTickMark val="none"/>
        <c:minorTickMark val="none"/>
        <c:spPr>
          <a:ln xmlns:a="http://schemas.openxmlformats.org/drawingml/2006/main" w="9525">
            <a:solidFill>
              <a:srgbClr val="5C6F7C"/>
            </a:solidFill>
          </a:ln>
        </c:spPr>
        <c:txPr>
          <a:bodyPr xmlns:a="http://schemas.openxmlformats.org/drawingml/2006/main" anchorCtr="1"/>
          <a:lstStyle xmlns:a="http://schemas.openxmlformats.org/drawingml/2006/main"/>
          <a:p xmlns:a="http://schemas.openxmlformats.org/drawingml/2006/main">
            <a:pPr>
              <a:defRPr sz="1425">
                <a:solidFill>
                  <a:srgbClr val="5C6F7C"/>
                </a:solidFill>
                <a:latin typeface="Arial"/>
                <a:ea typeface="Arial"/>
                <a:cs typeface="Arial"/>
              </a:defRPr>
            </a:pPr>
          </a:p>
        </c:txPr>
        <c:crossAx val="48672768"/>
        <c:crossesAt val="12"/>
        <c:majorUnit val="1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8334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345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B60A37B0-7B0C-49EC-96FF-8053719EB98C}"/>
              </a:ext>
            </a:extLst>
          </p:cNvPr>
          <p:cNvSpPr>
            <a:spLocks xmlns:a="http://schemas.openxmlformats.org/drawingml/2006/main" noGrp="1"/>
          </p:cNvSpPr>
          <p:nvPr/>
        </p:nvSpPr>
        <p:spPr>
          <a:xfrm xmlns:a="http://schemas.openxmlformats.org/drawingml/2006/main">
            <a:off x="685800" y="166687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FFFFFF"/>
                </a:solidFill>
                <a:latin typeface="Arial"/>
                <a:ea typeface="Arial"/>
                <a:cs typeface="Arial"/>
              </a:defRPr>
            </a:defPPr>
          </a:lstStyle>
          <a:p xmlns:a="http://schemas.openxmlformats.org/drawingml/2006/main">
            <a:pPr algn="l">
              <a:buNone/>
              <a:defRPr sz="4875" b="1">
                <a:solidFill>
                  <a:srgbClr val="FFFFFF"/>
                </a:solidFill>
                <a:latin typeface="Arial"/>
                <a:ea typeface="Arial"/>
                <a:cs typeface="Arial"/>
              </a:defRPr>
            </a:pPr>
            <a:r>
              <a:rPr sz="4875" b="1">
                <a:solidFill>
                  <a:srgbClr val="FFFFFF"/>
                </a:solidFill>
                <a:latin typeface="Arial"/>
                <a:ea typeface="Arial"/>
                <a:cs typeface="Arial"/>
              </a:rPr>
              <a:t>Schwingungsanalyse</a:t>
            </a:r>
          </a:p>
          <a:p xmlns:a="http://schemas.openxmlformats.org/drawingml/2006/main">
            <a:pPr algn="l">
              <a:buNone/>
              <a:defRPr sz="4875" b="1">
                <a:solidFill>
                  <a:srgbClr val="FFFFFF"/>
                </a:solidFill>
                <a:latin typeface="Arial"/>
                <a:ea typeface="Arial"/>
                <a:cs typeface="Arial"/>
              </a:defRPr>
            </a:pPr>
            <a:r>
              <a:rPr sz="4875" b="1">
                <a:solidFill>
                  <a:srgbClr val="FFFFFF"/>
                </a:solidFill>
                <a:latin typeface="Arial"/>
                <a:ea typeface="Arial"/>
                <a:cs typeface="Arial"/>
              </a:rPr>
              <a:t>mit Matrix Pencil</a:t>
            </a:r>
          </a:p>
        </p:txBody>
      </p:sp>
      <p:sp>
        <p:nvSpPr>
          <p:cNvPr id="2" name="text-1">
            <a:extLst xmlns:a="http://schemas.openxmlformats.org/drawingml/2006/main">
              <a:ext uri="{FF2B5EF4-FFF2-40B4-BE49-F238E27FC236}">
                <a16:creationId xmlns:a16="http://schemas.microsoft.com/office/drawing/2014/main" id="{D64491FE-8E4A-4EBF-A1B5-6C4274137B95}"/>
              </a:ext>
            </a:extLst>
          </p:cNvPr>
          <p:cNvSpPr>
            <a:spLocks xmlns:a="http://schemas.openxmlformats.org/drawingml/2006/main" noGrp="1"/>
          </p:cNvSpPr>
          <p:nvPr/>
        </p:nvSpPr>
        <p:spPr>
          <a:xfrm xmlns:a="http://schemas.openxmlformats.org/drawingml/2006/main">
            <a:off x="723900" y="3781425"/>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5E5F0"/>
                </a:solidFill>
                <a:latin typeface="Arial"/>
                <a:ea typeface="Arial"/>
                <a:cs typeface="Arial"/>
              </a:defRPr>
            </a:defPPr>
          </a:lstStyle>
          <a:p xmlns:a="http://schemas.openxmlformats.org/drawingml/2006/main">
            <a:pPr algn="l">
              <a:buNone/>
              <a:defRPr sz="2250" b="0">
                <a:solidFill>
                  <a:srgbClr val="D5E5F0"/>
                </a:solidFill>
                <a:latin typeface="Arial"/>
                <a:ea typeface="Arial"/>
                <a:cs typeface="Arial"/>
              </a:defRPr>
            </a:pPr>
            <a:r>
              <a:rPr sz="2250" b="0">
                <a:solidFill>
                  <a:srgbClr val="D5E5F0"/>
                </a:solidFill>
                <a:latin typeface="Arial"/>
                <a:ea typeface="Arial"/>
                <a:cs typeface="Arial"/>
              </a:rPr>
              <a:t>Analyse und Filterung von Leistungspendelungen</a:t>
            </a:r>
          </a:p>
          <a:p xmlns:a="http://schemas.openxmlformats.org/drawingml/2006/main">
            <a:pPr algn="l">
              <a:buNone/>
              <a:defRPr sz="2250" b="0">
                <a:solidFill>
                  <a:srgbClr val="D5E5F0"/>
                </a:solidFill>
                <a:latin typeface="Arial"/>
                <a:ea typeface="Arial"/>
                <a:cs typeface="Arial"/>
              </a:defRPr>
            </a:pPr>
            <a:r>
              <a:rPr sz="2250" b="0">
                <a:solidFill>
                  <a:srgbClr val="D5E5F0"/>
                </a:solidFill>
                <a:latin typeface="Arial"/>
                <a:ea typeface="Arial"/>
                <a:cs typeface="Arial"/>
              </a:rPr>
              <a:t>Methodik, Versuche und Bewertung</a:t>
            </a:r>
          </a:p>
        </p:txBody>
      </p:sp>
      <p:sp>
        <p:nvSpPr>
          <p:cNvPr id="3" name="text-2">
            <a:extLst xmlns:a="http://schemas.openxmlformats.org/drawingml/2006/main">
              <a:ext uri="{FF2B5EF4-FFF2-40B4-BE49-F238E27FC236}">
                <a16:creationId xmlns:a16="http://schemas.microsoft.com/office/drawing/2014/main" id="{FCD9FC5F-0534-4497-A74B-BD40ACD952D4}"/>
              </a:ext>
            </a:extLst>
          </p:cNvPr>
          <p:cNvSpPr>
            <a:spLocks xmlns:a="http://schemas.openxmlformats.org/drawingml/2006/main" noGrp="1"/>
          </p:cNvSpPr>
          <p:nvPr/>
        </p:nvSpPr>
        <p:spPr>
          <a:xfrm xmlns:a="http://schemas.openxmlformats.org/drawingml/2006/main">
            <a:off x="723900" y="57626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5E5F0"/>
                </a:solidFill>
                <a:latin typeface="Arial"/>
                <a:ea typeface="Arial"/>
                <a:cs typeface="Arial"/>
              </a:defRPr>
            </a:defPPr>
          </a:lstStyle>
          <a:p xmlns:a="http://schemas.openxmlformats.org/drawingml/2006/main">
            <a:pPr algn="l">
              <a:buNone/>
              <a:defRPr sz="1725" b="0">
                <a:solidFill>
                  <a:srgbClr val="D5E5F0"/>
                </a:solidFill>
                <a:latin typeface="Arial"/>
                <a:ea typeface="Arial"/>
                <a:cs typeface="Arial"/>
              </a:defRPr>
            </a:pPr>
            <a:r>
              <a:rPr sz="1725" b="0">
                <a:solidFill>
                  <a:srgbClr val="D5E5F0"/>
                </a:solidFill>
                <a:latin typeface="Arial"/>
                <a:ea typeface="Arial"/>
                <a:cs typeface="Arial"/>
              </a:rPr>
              <a:t>Projektarbeit</a:t>
            </a:r>
          </a:p>
          <a:p xmlns:a="http://schemas.openxmlformats.org/drawingml/2006/main">
            <a:pPr algn="l">
              <a:buNone/>
              <a:defRPr sz="1725" b="0">
                <a:solidFill>
                  <a:srgbClr val="D5E5F0"/>
                </a:solidFill>
                <a:latin typeface="Arial"/>
                <a:ea typeface="Arial"/>
                <a:cs typeface="Arial"/>
              </a:defRPr>
            </a:pPr>
            <a:r>
              <a:rPr sz="1725" b="0">
                <a:solidFill>
                  <a:srgbClr val="D5E5F0"/>
                </a:solidFill>
                <a:latin typeface="Arial"/>
                <a:ea typeface="Arial"/>
                <a:cs typeface="Arial"/>
              </a:rPr>
              <a:t>15. Oktober 2026</a:t>
            </a:r>
          </a:p>
        </p:txBody>
      </p:sp>
    </p:spTree>
    <p:extLst>
      <p:ext uri="{BB962C8B-B14F-4D97-AF65-F5344CB8AC3E}">
        <p14:creationId xmlns:p14="http://schemas.microsoft.com/office/powerpoint/2010/main" val="5586395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A9729348-D532-4303-A5DB-CBC8D79B82C0}"/>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Schwingungen in elektrischen Messsignalen</a:t>
            </a:r>
          </a:p>
        </p:txBody>
      </p:sp>
      <p:sp>
        <p:nvSpPr>
          <p:cNvPr id="2" name="text-1">
            <a:extLst xmlns:a="http://schemas.openxmlformats.org/drawingml/2006/main">
              <a:ext uri="{FF2B5EF4-FFF2-40B4-BE49-F238E27FC236}">
                <a16:creationId xmlns:a16="http://schemas.microsoft.com/office/drawing/2014/main" id="{1B9C277D-2426-4EE5-ABE1-F5AB3CF20355}"/>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8EB59757-E8E9-4D1B-A56B-F5299F2CEF5D}"/>
              </a:ext>
            </a:extLst>
          </p:cNvPr>
          <p:cNvSpPr>
            <a:spLocks xmlns:a="http://schemas.openxmlformats.org/drawingml/2006/main" noGrp="1"/>
          </p:cNvSpPr>
          <p:nvPr/>
        </p:nvSpPr>
        <p:spPr>
          <a:xfrm xmlns:a="http://schemas.openxmlformats.org/drawingml/2006/main">
            <a:off x="609600" y="1390650"/>
            <a:ext cx="10906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3344"/>
                </a:solidFill>
                <a:latin typeface="Arial"/>
                <a:ea typeface="Arial"/>
                <a:cs typeface="Arial"/>
              </a:defRPr>
            </a:defPPr>
          </a:lstStyle>
          <a:p xmlns:a="http://schemas.openxmlformats.org/drawingml/2006/main">
            <a:pPr algn="l">
              <a:defRPr sz="2400" b="0">
                <a:solidFill>
                  <a:srgbClr val="183344"/>
                </a:solidFill>
                <a:latin typeface="Arial"/>
                <a:ea typeface="Arial"/>
                <a:cs typeface="Arial"/>
              </a:defRPr>
            </a:pPr>
            <a:r>
              <a:rPr sz="2400" b="0">
                <a:solidFill>
                  <a:srgbClr val="183344"/>
                </a:solidFill>
                <a:latin typeface="Arial"/>
                <a:ea typeface="Arial"/>
                <a:cs typeface="Arial"/>
              </a:rPr>
              <a:t>Nach einer Änderung kann ein Signal um seinen neuen Verlauf pendeln.</a:t>
            </a:r>
          </a:p>
          <a:p xmlns:a="http://schemas.openxmlformats.org/drawingml/2006/main">
            <a:pPr algn="l">
              <a:defRPr sz="2400" b="0">
                <a:solidFill>
                  <a:srgbClr val="183344"/>
                </a:solidFill>
                <a:latin typeface="Arial"/>
                <a:ea typeface="Arial"/>
                <a:cs typeface="Arial"/>
              </a:defRPr>
            </a:pPr>
            <a:r>
              <a:rPr sz="2400" b="0">
                <a:solidFill>
                  <a:srgbClr val="183344"/>
                </a:solidFill>
                <a:latin typeface="Arial"/>
                <a:ea typeface="Arial"/>
                <a:cs typeface="Arial"/>
              </a:rPr>
              <a:t>Die Analyse beschreibt, wie schnell und wie stark es schwingt.</a:t>
            </a:r>
          </a:p>
        </p:txBody>
      </p:sp>
      <p:graphicFrame>
        <p:nvGraphicFramePr>
          <p:cNvPr id="4" name="Chart">
            <a:extLst xmlns:a="http://schemas.openxmlformats.org/drawingml/2006/main">
              <a:ext uri="{FF2B5EF4-FFF2-40B4-BE49-F238E27FC236}">
                <a16:creationId xmlns:a16="http://schemas.microsoft.com/office/drawing/2014/main" id="{17E61B38-0EBC-4D6D-9E87-C3588FEC35BB}"/>
              </a:ext>
            </a:extLst>
          </p:cNvPr>
          <p:cNvGraphicFramePr/>
          <p:nvPr/>
        </p:nvGraphicFramePr>
        <p:xfrm>
          <a:off xmlns:a="http://schemas.openxmlformats.org/drawingml/2006/main" x="409575" y="2638425"/>
          <a:ext xmlns:a="http://schemas.openxmlformats.org/drawingml/2006/main" cx="7134225" cy="3171825"/>
        </p:xfrm>
        <a:graphic xmlns:a="http://schemas.openxmlformats.org/drawingml/2006/main">
          <a:graphicData uri="http://schemas.openxmlformats.org/drawingml/2006/chart">
            <c:chart xmlns:r="http://schemas.openxmlformats.org/officeDocument/2006/relationships" xmlns:c="http://schemas.openxmlformats.org/drawingml/2006/chart" r:id="R57c3a39b49ea4405"/>
          </a:graphicData>
        </a:graphic>
      </p:graphicFrame>
      <p:sp>
        <p:nvSpPr>
          <p:cNvPr id="5" name="text-3">
            <a:extLst xmlns:a="http://schemas.openxmlformats.org/drawingml/2006/main">
              <a:ext uri="{FF2B5EF4-FFF2-40B4-BE49-F238E27FC236}">
                <a16:creationId xmlns:a16="http://schemas.microsoft.com/office/drawing/2014/main" id="{7E17A672-AE54-4F40-8BDB-3E67F21502B7}"/>
              </a:ext>
            </a:extLst>
          </p:cNvPr>
          <p:cNvSpPr>
            <a:spLocks xmlns:a="http://schemas.openxmlformats.org/drawingml/2006/main" noGrp="1"/>
          </p:cNvSpPr>
          <p:nvPr/>
        </p:nvSpPr>
        <p:spPr>
          <a:xfrm xmlns:a="http://schemas.openxmlformats.org/drawingml/2006/main">
            <a:off x="7943850" y="261937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Ziel der Analyse</a:t>
            </a:r>
          </a:p>
        </p:txBody>
      </p:sp>
      <p:sp>
        <p:nvSpPr>
          <p:cNvPr id="6" name="text-4">
            <a:extLst xmlns:a="http://schemas.openxmlformats.org/drawingml/2006/main">
              <a:ext uri="{FF2B5EF4-FFF2-40B4-BE49-F238E27FC236}">
                <a16:creationId xmlns:a16="http://schemas.microsoft.com/office/drawing/2014/main" id="{A47B617B-0566-45FD-A650-AB22387E8330}"/>
              </a:ext>
            </a:extLst>
          </p:cNvPr>
          <p:cNvSpPr>
            <a:spLocks xmlns:a="http://schemas.openxmlformats.org/drawingml/2006/main" noGrp="1"/>
          </p:cNvSpPr>
          <p:nvPr/>
        </p:nvSpPr>
        <p:spPr>
          <a:xfrm xmlns:a="http://schemas.openxmlformats.org/drawingml/2006/main">
            <a:off x="7943850" y="3381375"/>
            <a:ext cx="3619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Pendelungen erkennen und</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ihren Verlauf beschreiben.</a:t>
            </a:r>
          </a:p>
        </p:txBody>
      </p:sp>
      <p:sp>
        <p:nvSpPr>
          <p:cNvPr id="7" name="text-5">
            <a:extLst xmlns:a="http://schemas.openxmlformats.org/drawingml/2006/main">
              <a:ext uri="{FF2B5EF4-FFF2-40B4-BE49-F238E27FC236}">
                <a16:creationId xmlns:a16="http://schemas.microsoft.com/office/drawing/2014/main" id="{070E2431-F07D-4AF9-9602-0DCDD668867D}"/>
              </a:ext>
            </a:extLst>
          </p:cNvPr>
          <p:cNvSpPr>
            <a:spLocks xmlns:a="http://schemas.openxmlformats.org/drawingml/2006/main" noGrp="1"/>
          </p:cNvSpPr>
          <p:nvPr/>
        </p:nvSpPr>
        <p:spPr>
          <a:xfrm xmlns:a="http://schemas.openxmlformats.org/drawingml/2006/main">
            <a:off x="7943850" y="4457700"/>
            <a:ext cx="3619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Ziel der Filterung</a:t>
            </a:r>
          </a:p>
        </p:txBody>
      </p:sp>
      <p:sp>
        <p:nvSpPr>
          <p:cNvPr id="8" name="text-6">
            <a:extLst xmlns:a="http://schemas.openxmlformats.org/drawingml/2006/main">
              <a:ext uri="{FF2B5EF4-FFF2-40B4-BE49-F238E27FC236}">
                <a16:creationId xmlns:a16="http://schemas.microsoft.com/office/drawing/2014/main" id="{14C6CADF-BF8F-446C-9910-0364BFE2D218}"/>
              </a:ext>
            </a:extLst>
          </p:cNvPr>
          <p:cNvSpPr>
            <a:spLocks xmlns:a="http://schemas.openxmlformats.org/drawingml/2006/main" noGrp="1"/>
          </p:cNvSpPr>
          <p:nvPr/>
        </p:nvSpPr>
        <p:spPr>
          <a:xfrm xmlns:a="http://schemas.openxmlformats.org/drawingml/2006/main">
            <a:off x="7943850" y="521970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344"/>
                </a:solidFill>
                <a:latin typeface="Arial"/>
                <a:ea typeface="Arial"/>
                <a:cs typeface="Arial"/>
              </a:defRPr>
            </a:defPPr>
          </a:lstStyle>
          <a:p xmlns:a="http://schemas.openxmlformats.org/drawingml/2006/main">
            <a:pPr algn="l">
              <a:defRPr sz="1950" b="0">
                <a:solidFill>
                  <a:srgbClr val="183344"/>
                </a:solidFill>
                <a:latin typeface="Arial"/>
                <a:ea typeface="Arial"/>
                <a:cs typeface="Arial"/>
              </a:defRPr>
            </a:pPr>
            <a:r>
              <a:rPr sz="1950" b="0">
                <a:solidFill>
                  <a:srgbClr val="183344"/>
                </a:solidFill>
                <a:latin typeface="Arial"/>
                <a:ea typeface="Arial"/>
                <a:cs typeface="Arial"/>
              </a:rPr>
              <a:t>Einen ausgewählten Anteil</a:t>
            </a:r>
          </a:p>
          <a:p xmlns:a="http://schemas.openxmlformats.org/drawingml/2006/main">
            <a:pPr algn="l">
              <a:defRPr sz="1950" b="0">
                <a:solidFill>
                  <a:srgbClr val="183344"/>
                </a:solidFill>
                <a:latin typeface="Arial"/>
                <a:ea typeface="Arial"/>
                <a:cs typeface="Arial"/>
              </a:defRPr>
            </a:pPr>
            <a:r>
              <a:rPr sz="1950" b="0">
                <a:solidFill>
                  <a:srgbClr val="183344"/>
                </a:solidFill>
                <a:latin typeface="Arial"/>
                <a:ea typeface="Arial"/>
                <a:cs typeface="Arial"/>
              </a:rPr>
              <a:t>von der Messung abziehen.</a:t>
            </a:r>
          </a:p>
        </p:txBody>
      </p:sp>
      <p:sp>
        <p:nvSpPr>
          <p:cNvPr id="9" name="text-7">
            <a:extLst xmlns:a="http://schemas.openxmlformats.org/drawingml/2006/main">
              <a:ext uri="{FF2B5EF4-FFF2-40B4-BE49-F238E27FC236}">
                <a16:creationId xmlns:a16="http://schemas.microsoft.com/office/drawing/2014/main" id="{9FDAFFEB-9CF4-4E02-8AB4-D37D377CA58A}"/>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Beispiel: negative Frequenzsprungantwort, Ausschnitt nach dem Sprung. Grundlage ist der Messkanal P_pos.</a:t>
            </a:r>
          </a:p>
        </p:txBody>
      </p:sp>
      <p:sp>
        <p:nvSpPr>
          <p:cNvPr id="10" name="text-8">
            <a:extLst xmlns:a="http://schemas.openxmlformats.org/drawingml/2006/main">
              <a:ext uri="{FF2B5EF4-FFF2-40B4-BE49-F238E27FC236}">
                <a16:creationId xmlns:a16="http://schemas.microsoft.com/office/drawing/2014/main" id="{CBDB773A-C58C-4594-998E-11ED3A5D22E4}"/>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15043861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47712A3-21D0-4BD5-8CB0-B7669461728A}"/>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Überblick: von der Messung zur Filterausgabe</a:t>
            </a:r>
          </a:p>
        </p:txBody>
      </p:sp>
      <p:sp>
        <p:nvSpPr>
          <p:cNvPr id="2" name="text-1">
            <a:extLst xmlns:a="http://schemas.openxmlformats.org/drawingml/2006/main">
              <a:ext uri="{FF2B5EF4-FFF2-40B4-BE49-F238E27FC236}">
                <a16:creationId xmlns:a16="http://schemas.microsoft.com/office/drawing/2014/main" id="{2B9529A0-4F64-442E-92D3-553B7CB55647}"/>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03</a:t>
            </a:r>
          </a:p>
        </p:txBody>
      </p:sp>
      <p:sp>
        <p:nvSpPr>
          <p:cNvPr id="7" name="text-2">
            <a:extLst xmlns:a="http://schemas.openxmlformats.org/drawingml/2006/main">
              <a:ext uri="{FF2B5EF4-FFF2-40B4-BE49-F238E27FC236}">
                <a16:creationId xmlns:a16="http://schemas.microsoft.com/office/drawing/2014/main" id="{C3B3A3E7-F94A-419C-A6DE-6426DBC67736}"/>
              </a:ext>
            </a:extLst>
          </p:cNvPr>
          <p:cNvSpPr>
            <a:spLocks xmlns:a="http://schemas.openxmlformats.org/drawingml/2006/main" noGrp="1"/>
          </p:cNvSpPr>
          <p:nvPr/>
        </p:nvSpPr>
        <p:spPr>
          <a:xfrm xmlns:a="http://schemas.openxmlformats.org/drawingml/2006/main">
            <a:off x="609600" y="14573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83344"/>
                </a:solidFill>
                <a:latin typeface="Arial"/>
                <a:ea typeface="Arial"/>
                <a:cs typeface="Arial"/>
              </a:defRPr>
            </a:defPPr>
          </a:lstStyle>
          <a:p xmlns:a="http://schemas.openxmlformats.org/drawingml/2006/main">
            <a:pPr algn="l">
              <a:defRPr sz="2400" b="0">
                <a:solidFill>
                  <a:srgbClr val="183344"/>
                </a:solidFill>
                <a:latin typeface="Arial"/>
                <a:ea typeface="Arial"/>
                <a:cs typeface="Arial"/>
              </a:defRPr>
            </a:pPr>
            <a:r>
              <a:rPr sz="2400" b="0">
                <a:solidFill>
                  <a:srgbClr val="183344"/>
                </a:solidFill>
                <a:latin typeface="Arial"/>
                <a:ea typeface="Arial"/>
                <a:cs typeface="Arial"/>
              </a:rPr>
              <a:t>Eine gemessene Kurve wird schrittweise beschrieben und geprüft.</a:t>
            </a:r>
          </a:p>
        </p:txBody>
      </p:sp>
      <p:graphicFrame>
        <p:nvGraphicFramePr>
          <p:cNvPr id="8" name="">
            <a:extLst xmlns:a="http://schemas.openxmlformats.org/drawingml/2006/main">
              <a:ext uri="{FF2B5EF4-FFF2-40B4-BE49-F238E27FC236}">
                <a16:creationId xmlns:a16="http://schemas.microsoft.com/office/drawing/2014/main" id="{B6D077D3-7877-4164-90C5-1238237124D1}"/>
              </a:ext>
            </a:extLst>
          </p:cNvPr>
          <p:cNvGraphicFramePr/>
          <p:nvPr/>
        </p:nvGraphicFramePr>
        <p:xfrm>
          <a:off xmlns:a="http://schemas.openxmlformats.org/drawingml/2006/main" x="609600" y="2333625"/>
          <a:ext xmlns:a="http://schemas.openxmlformats.org/drawingml/2006/main" cx="10972800" cy="3190875"/>
        </p:xfrm>
        <a:graphic xmlns:a="http://schemas.openxmlformats.org/drawingml/2006/main">
          <a:graphicData uri="http://schemas.openxmlformats.org/drawingml/2006/table">
            <a:tbl>
              <a:tblPr/>
              <a:tblGrid>
                <a:gridCol w="3333750"/>
                <a:gridCol w="7639050"/>
              </a:tblGrid>
              <a:tr h="638175">
                <a:tc>
                  <a:txBody>
                    <a:bodyPr/>
                    <a:lstStyle/>
                    <a:p>
                      <a:pPr algn="l"/>
                      <a:r>
                        <a:rPr sz="1875" b="1">
                          <a:solidFill>
                            <a:srgbClr val="004A7C"/>
                          </a:solidFill>
                          <a:latin typeface="Arial"/>
                          <a:ea typeface="Arial"/>
                          <a:cs typeface="Arial"/>
                        </a:rPr>
                        <a:t>Arbeitsschritt</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75" b="1">
                          <a:solidFill>
                            <a:srgbClr val="004A7C"/>
                          </a:solidFill>
                          <a:latin typeface="Arial"/>
                          <a:ea typeface="Arial"/>
                          <a:cs typeface="Arial"/>
                        </a:rPr>
                        <a:t>Bedeutung</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38175">
                <a:tc>
                  <a:txBody>
                    <a:bodyPr/>
                    <a:lstStyle/>
                    <a:p>
                      <a:pPr algn="l"/>
                      <a:r>
                        <a:rPr sz="1875">
                          <a:solidFill>
                            <a:srgbClr val="183344"/>
                          </a:solidFill>
                          <a:latin typeface="Arial"/>
                          <a:ea typeface="Arial"/>
                          <a:cs typeface="Arial"/>
                        </a:rPr>
                        <a:t>Messung betrachten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Messgröße und Zeitabschnitt auswählen</a:t>
                      </a:r>
                    </a:p>
                  </a:txBody>
                  <a:tcPr marL="142875" marR="114300" marT="114300" marB="95250">
                    <a:lnR w="9525">
                      <a:solidFill>
                        <a:srgbClr val="D8E1E7"/>
                      </a:solidFill>
                      <a:prstDash val="solid"/>
                    </a:lnR>
                    <a:lnB w="9525">
                      <a:solidFill>
                        <a:srgbClr val="D8E1E7"/>
                      </a:solidFill>
                      <a:prstDash val="solid"/>
                    </a:lnB>
                    <a:solidFill>
                      <a:srgbClr val="FFFFFF"/>
                    </a:solidFill>
                  </a:tcPr>
                </a:tc>
              </a:tr>
              <a:tr h="638175">
                <a:tc>
                  <a:txBody>
                    <a:bodyPr/>
                    <a:lstStyle/>
                    <a:p>
                      <a:pPr algn="l"/>
                      <a:r>
                        <a:rPr sz="1875">
                          <a:solidFill>
                            <a:srgbClr val="183344"/>
                          </a:solidFill>
                          <a:latin typeface="Arial"/>
                          <a:ea typeface="Arial"/>
                          <a:cs typeface="Arial"/>
                        </a:rPr>
                        <a:t>Modell aufbauen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Schwingungen und Übergänge zu einer Kurve zusammensetzen</a:t>
                      </a:r>
                    </a:p>
                  </a:txBody>
                  <a:tcPr marL="142875" marR="114300" marT="114300" marB="95250">
                    <a:lnR w="9525">
                      <a:solidFill>
                        <a:srgbClr val="D8E1E7"/>
                      </a:solidFill>
                      <a:prstDash val="solid"/>
                    </a:lnR>
                    <a:lnB w="9525">
                      <a:solidFill>
                        <a:srgbClr val="D8E1E7"/>
                      </a:solidFill>
                      <a:prstDash val="solid"/>
                    </a:lnB>
                    <a:solidFill>
                      <a:srgbClr val="FFFFFF"/>
                    </a:solidFill>
                  </a:tcPr>
                </a:tc>
              </a:tr>
              <a:tr h="638175">
                <a:tc>
                  <a:txBody>
                    <a:bodyPr/>
                    <a:lstStyle/>
                    <a:p>
                      <a:pPr algn="l"/>
                      <a:r>
                        <a:rPr sz="1875">
                          <a:solidFill>
                            <a:srgbClr val="183344"/>
                          </a:solidFill>
                          <a:latin typeface="Arial"/>
                          <a:ea typeface="Arial"/>
                          <a:cs typeface="Arial"/>
                        </a:rPr>
                        <a:t>Ergebnis prüfen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Modellkurve und bekannte Vergleichswerte prüfen</a:t>
                      </a:r>
                    </a:p>
                  </a:txBody>
                  <a:tcPr marL="142875" marR="114300" marT="114300" marB="95250">
                    <a:lnR w="9525">
                      <a:solidFill>
                        <a:srgbClr val="D8E1E7"/>
                      </a:solidFill>
                      <a:prstDash val="solid"/>
                    </a:lnR>
                    <a:lnB w="9525">
                      <a:solidFill>
                        <a:srgbClr val="D8E1E7"/>
                      </a:solidFill>
                      <a:prstDash val="solid"/>
                    </a:lnB>
                    <a:solidFill>
                      <a:srgbClr val="FFFFFF"/>
                    </a:solidFill>
                  </a:tcPr>
                </a:tc>
              </a:tr>
              <a:tr h="638175">
                <a:tc>
                  <a:txBody>
                    <a:bodyPr/>
                    <a:lstStyle/>
                    <a:p>
                      <a:pPr algn="l"/>
                      <a:r>
                        <a:rPr sz="1875">
                          <a:solidFill>
                            <a:srgbClr val="183344"/>
                          </a:solidFill>
                          <a:latin typeface="Arial"/>
                          <a:ea typeface="Arial"/>
                          <a:cs typeface="Arial"/>
                        </a:rPr>
                        <a:t>Anteile abziehen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Ausgewählte Anteile nach bestandener Prüfung entfernen</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9" name="text-3">
            <a:extLst xmlns:a="http://schemas.openxmlformats.org/drawingml/2006/main">
              <a:ext uri="{FF2B5EF4-FFF2-40B4-BE49-F238E27FC236}">
                <a16:creationId xmlns:a16="http://schemas.microsoft.com/office/drawing/2014/main" id="{31E77FC1-3F2F-4C26-81BB-42EDD6AAAE74}"/>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Zuerst: Leistungsmessungen des Projekts. Danach: Netzfrequenz aus Mexiko als externer Vergleichsfall.</a:t>
            </a:r>
          </a:p>
        </p:txBody>
      </p:sp>
    </p:spTree>
    <p:extLst>
      <p:ext uri="{BB962C8B-B14F-4D97-AF65-F5344CB8AC3E}">
        <p14:creationId xmlns:p14="http://schemas.microsoft.com/office/powerpoint/2010/main" val="14914349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A264F7A-5FD4-424B-9B87-62749EF9C357}"/>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Projektmessungen: Frequenz und Leistung</a:t>
            </a:r>
          </a:p>
        </p:txBody>
      </p:sp>
      <p:sp>
        <p:nvSpPr>
          <p:cNvPr id="2" name="text-1">
            <a:extLst xmlns:a="http://schemas.openxmlformats.org/drawingml/2006/main">
              <a:ext uri="{FF2B5EF4-FFF2-40B4-BE49-F238E27FC236}">
                <a16:creationId xmlns:a16="http://schemas.microsoft.com/office/drawing/2014/main" id="{DD5A2F00-9B10-4359-BF06-240C8D7FAEE8}"/>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04</a:t>
            </a:r>
          </a:p>
        </p:txBody>
      </p:sp>
      <p:graphicFrame>
        <p:nvGraphicFramePr>
          <p:cNvPr id="3" name="Chart">
            <a:extLst xmlns:a="http://schemas.openxmlformats.org/drawingml/2006/main">
              <a:ext uri="{FF2B5EF4-FFF2-40B4-BE49-F238E27FC236}">
                <a16:creationId xmlns:a16="http://schemas.microsoft.com/office/drawing/2014/main" id="{00B595A1-D3FD-4C4F-A07F-C5A87B116564}"/>
              </a:ext>
            </a:extLst>
          </p:cNvPr>
          <p:cNvGraphicFramePr/>
          <p:nvPr/>
        </p:nvGraphicFramePr>
        <p:xfrm>
          <a:off xmlns:a="http://schemas.openxmlformats.org/drawingml/2006/main" x="409575" y="1666875"/>
          <a:ext xmlns:a="http://schemas.openxmlformats.org/drawingml/2006/main" cx="5572125" cy="3762375"/>
        </p:xfrm>
        <a:graphic xmlns:a="http://schemas.openxmlformats.org/drawingml/2006/main">
          <a:graphicData uri="http://schemas.openxmlformats.org/drawingml/2006/chart">
            <c:chart xmlns:r="http://schemas.openxmlformats.org/officeDocument/2006/relationships" xmlns:c="http://schemas.openxmlformats.org/drawingml/2006/chart" r:id="R325dc1dc9ac342dd"/>
          </a:graphicData>
        </a:graphic>
      </p:graphicFrame>
      <p:graphicFrame>
        <p:nvGraphicFramePr>
          <p:cNvPr id="4" name="Chart">
            <a:extLst xmlns:a="http://schemas.openxmlformats.org/drawingml/2006/main">
              <a:ext uri="{FF2B5EF4-FFF2-40B4-BE49-F238E27FC236}">
                <a16:creationId xmlns:a16="http://schemas.microsoft.com/office/drawing/2014/main" id="{1DE10E79-7DCA-4675-A6D3-2936F1F5A5D8}"/>
              </a:ext>
            </a:extLst>
          </p:cNvPr>
          <p:cNvGraphicFramePr/>
          <p:nvPr/>
        </p:nvGraphicFramePr>
        <p:xfrm>
          <a:off xmlns:a="http://schemas.openxmlformats.org/drawingml/2006/main" x="6229350" y="1666875"/>
          <a:ext xmlns:a="http://schemas.openxmlformats.org/drawingml/2006/main" cx="5524500" cy="3762375"/>
        </p:xfrm>
        <a:graphic xmlns:a="http://schemas.openxmlformats.org/drawingml/2006/main">
          <a:graphicData uri="http://schemas.openxmlformats.org/drawingml/2006/chart">
            <c:chart xmlns:r="http://schemas.openxmlformats.org/officeDocument/2006/relationships" xmlns:c="http://schemas.openxmlformats.org/drawingml/2006/chart" r:id="R0061ec9c853b4897"/>
          </a:graphicData>
        </a:graphic>
      </p:graphicFrame>
      <p:sp>
        <p:nvSpPr>
          <p:cNvPr id="5" name="text-2">
            <a:extLst xmlns:a="http://schemas.openxmlformats.org/drawingml/2006/main">
              <a:ext uri="{FF2B5EF4-FFF2-40B4-BE49-F238E27FC236}">
                <a16:creationId xmlns:a16="http://schemas.microsoft.com/office/drawing/2014/main" id="{77EA7D69-46B8-4ABE-B60C-393518921D01}"/>
              </a:ext>
            </a:extLst>
          </p:cNvPr>
          <p:cNvSpPr>
            <a:spLocks xmlns:a="http://schemas.openxmlformats.org/drawingml/2006/main" noGrp="1"/>
          </p:cNvSpPr>
          <p:nvPr/>
        </p:nvSpPr>
        <p:spPr>
          <a:xfrm xmlns:a="http://schemas.openxmlformats.org/drawingml/2006/main">
            <a:off x="609600" y="55530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4A7C"/>
                </a:solidFill>
                <a:latin typeface="Arial"/>
                <a:ea typeface="Arial"/>
                <a:cs typeface="Arial"/>
              </a:defRPr>
            </a:defPPr>
          </a:lstStyle>
          <a:p xmlns:a="http://schemas.openxmlformats.org/drawingml/2006/main">
            <a:pPr algn="l">
              <a:defRPr sz="1950" b="1">
                <a:solidFill>
                  <a:srgbClr val="004A7C"/>
                </a:solidFill>
                <a:latin typeface="Arial"/>
                <a:ea typeface="Arial"/>
                <a:cs typeface="Arial"/>
              </a:defRPr>
            </a:pPr>
            <a:r>
              <a:rPr sz="1950" b="1">
                <a:solidFill>
                  <a:srgbClr val="004A7C"/>
                </a:solidFill>
                <a:latin typeface="Arial"/>
                <a:ea typeface="Arial"/>
                <a:cs typeface="Arial"/>
              </a:rPr>
              <a:t>Sprungrichtung bezeichnet die Frequenzänderung bei t ≈ 1 s.</a:t>
            </a:r>
          </a:p>
        </p:txBody>
      </p:sp>
      <p:sp>
        <p:nvSpPr>
          <p:cNvPr id="6" name="text-3">
            <a:extLst xmlns:a="http://schemas.openxmlformats.org/drawingml/2006/main">
              <a:ext uri="{FF2B5EF4-FFF2-40B4-BE49-F238E27FC236}">
                <a16:creationId xmlns:a16="http://schemas.microsoft.com/office/drawing/2014/main" id="{2B1BEEEC-2FDD-48C5-BBD8-5F925268C657}"/>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Die physikalische Einheit von P_pos sowie Geräte und Versuchsaufbau sind in den Dateien nicht dokumentiert.</a:t>
            </a:r>
          </a:p>
        </p:txBody>
      </p:sp>
      <p:sp>
        <p:nvSpPr>
          <p:cNvPr id="7" name="text-4">
            <a:extLst xmlns:a="http://schemas.openxmlformats.org/drawingml/2006/main">
              <a:ext uri="{FF2B5EF4-FFF2-40B4-BE49-F238E27FC236}">
                <a16:creationId xmlns:a16="http://schemas.microsoft.com/office/drawing/2014/main" id="{215AB4B2-5C5F-48AA-8559-3716F6EF4EB9}"/>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10188712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A343AEB-F77E-4E36-BB6A-A1D62C8CAE07}"/>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Vom Messverlauf zum Analyseabschnitt</a:t>
            </a:r>
          </a:p>
        </p:txBody>
      </p:sp>
      <p:sp>
        <p:nvSpPr>
          <p:cNvPr id="2" name="text-1">
            <a:extLst xmlns:a="http://schemas.openxmlformats.org/drawingml/2006/main">
              <a:ext uri="{FF2B5EF4-FFF2-40B4-BE49-F238E27FC236}">
                <a16:creationId xmlns:a16="http://schemas.microsoft.com/office/drawing/2014/main" id="{15B5EF8F-0437-4AE7-BA43-380DC3227E1B}"/>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90FD580F-2176-4052-A2FA-B466AEF6E5F5}"/>
              </a:ext>
            </a:extLst>
          </p:cNvPr>
          <p:cNvGraphicFramePr/>
          <p:nvPr/>
        </p:nvGraphicFramePr>
        <p:xfrm>
          <a:off xmlns:a="http://schemas.openxmlformats.org/drawingml/2006/main" x="609600" y="1666875"/>
          <a:ext xmlns:a="http://schemas.openxmlformats.org/drawingml/2006/main" cx="10972800" cy="3219450"/>
        </p:xfrm>
        <a:graphic xmlns:a="http://schemas.openxmlformats.org/drawingml/2006/main">
          <a:graphicData uri="http://schemas.openxmlformats.org/drawingml/2006/table">
            <a:tbl>
              <a:tblPr/>
              <a:tblGrid>
                <a:gridCol w="4095750"/>
                <a:gridCol w="6877050"/>
              </a:tblGrid>
              <a:tr h="643890">
                <a:tc>
                  <a:txBody>
                    <a:bodyPr/>
                    <a:lstStyle/>
                    <a:p>
                      <a:pPr algn="l"/>
                      <a:r>
                        <a:rPr sz="1950" b="1">
                          <a:solidFill>
                            <a:srgbClr val="004A7C"/>
                          </a:solidFill>
                          <a:latin typeface="Arial"/>
                          <a:ea typeface="Arial"/>
                          <a:cs typeface="Arial"/>
                        </a:rPr>
                        <a:t>Schritt</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950" b="1">
                          <a:solidFill>
                            <a:srgbClr val="004A7C"/>
                          </a:solidFill>
                          <a:latin typeface="Arial"/>
                          <a:ea typeface="Arial"/>
                          <a:cs typeface="Arial"/>
                        </a:rPr>
                        <a:t>Umsetzung</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43890">
                <a:tc>
                  <a:txBody>
                    <a:bodyPr/>
                    <a:lstStyle/>
                    <a:p>
                      <a:pPr algn="l"/>
                      <a:r>
                        <a:rPr sz="1950">
                          <a:solidFill>
                            <a:srgbClr val="183344"/>
                          </a:solidFill>
                          <a:latin typeface="Arial"/>
                          <a:ea typeface="Arial"/>
                          <a:cs typeface="Arial"/>
                        </a:rPr>
                        <a:t>Zeit und Signal zuordnen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Eigene Zeitspalte je Kanal; ungültige Paare ausschließen</a:t>
                      </a:r>
                    </a:p>
                  </a:txBody>
                  <a:tcPr marL="142875" marR="114300" marT="114300" marB="95250">
                    <a:lnR w="9525">
                      <a:solidFill>
                        <a:srgbClr val="D8E1E7"/>
                      </a:solidFill>
                      <a:prstDash val="solid"/>
                    </a:lnR>
                    <a:lnB w="9525">
                      <a:solidFill>
                        <a:srgbClr val="D8E1E7"/>
                      </a:solidFill>
                      <a:prstDash val="solid"/>
                    </a:lnB>
                    <a:solidFill>
                      <a:srgbClr val="FFFFFF"/>
                    </a:solidFill>
                  </a:tcPr>
                </a:tc>
              </a:tr>
              <a:tr h="643890">
                <a:tc>
                  <a:txBody>
                    <a:bodyPr/>
                    <a:lstStyle/>
                    <a:p>
                      <a:pPr algn="l"/>
                      <a:r>
                        <a:rPr sz="1950">
                          <a:solidFill>
                            <a:srgbClr val="183344"/>
                          </a:solidFill>
                          <a:latin typeface="Arial"/>
                          <a:ea typeface="Arial"/>
                          <a:cs typeface="Arial"/>
                        </a:rPr>
                        <a:t>Analyseabschnitt festlegen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P_pos von t = 1 s bis zum Datenende bei t = 7 s</a:t>
                      </a:r>
                    </a:p>
                  </a:txBody>
                  <a:tcPr marL="142875" marR="114300" marT="114300" marB="95250">
                    <a:lnR w="9525">
                      <a:solidFill>
                        <a:srgbClr val="D8E1E7"/>
                      </a:solidFill>
                      <a:prstDash val="solid"/>
                    </a:lnR>
                    <a:lnB w="9525">
                      <a:solidFill>
                        <a:srgbClr val="D8E1E7"/>
                      </a:solidFill>
                      <a:prstDash val="solid"/>
                    </a:lnB>
                    <a:solidFill>
                      <a:srgbClr val="FFFFFF"/>
                    </a:solidFill>
                  </a:tcPr>
                </a:tc>
              </a:tr>
              <a:tr h="643890">
                <a:tc>
                  <a:txBody>
                    <a:bodyPr/>
                    <a:lstStyle/>
                    <a:p>
                      <a:pPr algn="l"/>
                      <a:r>
                        <a:rPr sz="1950">
                          <a:solidFill>
                            <a:srgbClr val="183344"/>
                          </a:solidFill>
                          <a:latin typeface="Arial"/>
                          <a:ea typeface="Arial"/>
                          <a:cs typeface="Arial"/>
                        </a:rPr>
                        <a:t>Pole schätzen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Mittelwertabzug; Anti-Alias-Filterung von 4000 auf 100 Hz</a:t>
                      </a:r>
                    </a:p>
                  </a:txBody>
                  <a:tcPr marL="142875" marR="114300" marT="114300" marB="95250">
                    <a:lnR w="9525">
                      <a:solidFill>
                        <a:srgbClr val="D8E1E7"/>
                      </a:solidFill>
                      <a:prstDash val="solid"/>
                    </a:lnR>
                    <a:lnB w="9525">
                      <a:solidFill>
                        <a:srgbClr val="D8E1E7"/>
                      </a:solidFill>
                      <a:prstDash val="solid"/>
                    </a:lnB>
                    <a:solidFill>
                      <a:srgbClr val="FFFFFF"/>
                    </a:solidFill>
                  </a:tcPr>
                </a:tc>
              </a:tr>
              <a:tr h="643890">
                <a:tc>
                  <a:txBody>
                    <a:bodyPr/>
                    <a:lstStyle/>
                    <a:p>
                      <a:pPr algn="l"/>
                      <a:r>
                        <a:rPr sz="1950">
                          <a:solidFill>
                            <a:srgbClr val="183344"/>
                          </a:solidFill>
                          <a:latin typeface="Arial"/>
                          <a:ea typeface="Arial"/>
                          <a:cs typeface="Arial"/>
                        </a:rPr>
                        <a:t>Koeffizienten und Ausgabe berechnen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Anpassung und Signalabzug auf dem ursprünglichen 4000-Hz-Raster</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1479884-93A3-425E-B179-444681EC7759}"/>
              </a:ext>
            </a:extLst>
          </p:cNvPr>
          <p:cNvSpPr>
            <a:spLocks xmlns:a="http://schemas.openxmlformats.org/drawingml/2006/main" noGrp="1"/>
          </p:cNvSpPr>
          <p:nvPr/>
        </p:nvSpPr>
        <p:spPr>
          <a:xfrm xmlns:a="http://schemas.openxmlformats.org/drawingml/2006/main">
            <a:off x="609600" y="52197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4A7C"/>
                </a:solidFill>
                <a:latin typeface="Arial"/>
                <a:ea typeface="Arial"/>
                <a:cs typeface="Arial"/>
              </a:defRPr>
            </a:defPPr>
          </a:lstStyle>
          <a:p xmlns:a="http://schemas.openxmlformats.org/drawingml/2006/main">
            <a:pPr algn="l">
              <a:defRPr sz="2100" b="0">
                <a:solidFill>
                  <a:srgbClr val="004A7C"/>
                </a:solidFill>
                <a:latin typeface="Arial"/>
                <a:ea typeface="Arial"/>
                <a:cs typeface="Arial"/>
              </a:defRPr>
            </a:pPr>
            <a:r>
              <a:rPr sz="2100" b="0">
                <a:solidFill>
                  <a:srgbClr val="004A7C"/>
                </a:solidFill>
                <a:latin typeface="Arial"/>
                <a:ea typeface="Arial"/>
                <a:cs typeface="Arial"/>
              </a:rPr>
              <a:t>f: 28.001 Werte von 0 bis 7 s</a:t>
            </a:r>
          </a:p>
          <a:p xmlns:a="http://schemas.openxmlformats.org/drawingml/2006/main">
            <a:pPr algn="l">
              <a:defRPr sz="2100" b="0">
                <a:solidFill>
                  <a:srgbClr val="004A7C"/>
                </a:solidFill>
                <a:latin typeface="Arial"/>
                <a:ea typeface="Arial"/>
                <a:cs typeface="Arial"/>
              </a:defRPr>
            </a:pPr>
            <a:r>
              <a:rPr sz="2100" b="0">
                <a:solidFill>
                  <a:srgbClr val="004A7C"/>
                </a:solidFill>
                <a:latin typeface="Arial"/>
                <a:ea typeface="Arial"/>
                <a:cs typeface="Arial"/>
              </a:rPr>
              <a:t>P_pos: 27.921 Werte von 0,020 bis 7 s</a:t>
            </a:r>
          </a:p>
        </p:txBody>
      </p:sp>
      <p:sp>
        <p:nvSpPr>
          <p:cNvPr id="5" name="text-3">
            <a:extLst xmlns:a="http://schemas.openxmlformats.org/drawingml/2006/main">
              <a:ext uri="{FF2B5EF4-FFF2-40B4-BE49-F238E27FC236}">
                <a16:creationId xmlns:a16="http://schemas.microsoft.com/office/drawing/2014/main" id="{7C6F2A0F-BF34-4FCA-9129-F747F06EB1A4}"/>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Die Fehlerprüfung der Filterfreigabe verwendet das 100-Hz-Schätzraster.</a:t>
            </a:r>
          </a:p>
        </p:txBody>
      </p:sp>
      <p:sp>
        <p:nvSpPr>
          <p:cNvPr id="6" name="text-4">
            <a:extLst xmlns:a="http://schemas.openxmlformats.org/drawingml/2006/main">
              <a:ext uri="{FF2B5EF4-FFF2-40B4-BE49-F238E27FC236}">
                <a16:creationId xmlns:a16="http://schemas.microsoft.com/office/drawing/2014/main" id="{0399E103-E0FA-420C-9288-2920027137E4}"/>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15350647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1DDE7EF-DD55-4792-BBA6-C4F40504FD92}"/>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Modell eines Schwingungsanteils</a:t>
            </a:r>
          </a:p>
        </p:txBody>
      </p:sp>
      <p:sp>
        <p:nvSpPr>
          <p:cNvPr id="2" name="text-1">
            <a:extLst xmlns:a="http://schemas.openxmlformats.org/drawingml/2006/main">
              <a:ext uri="{FF2B5EF4-FFF2-40B4-BE49-F238E27FC236}">
                <a16:creationId xmlns:a16="http://schemas.microsoft.com/office/drawing/2014/main" id="{15CE8341-AD04-4C81-A0B0-5F406D2F6FD6}"/>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06</a:t>
            </a:r>
          </a:p>
        </p:txBody>
      </p:sp>
      <p:sp>
        <p:nvSpPr>
          <p:cNvPr id="3" name="text-2">
            <a:extLst xmlns:a="http://schemas.openxmlformats.org/drawingml/2006/main">
              <a:ext uri="{FF2B5EF4-FFF2-40B4-BE49-F238E27FC236}">
                <a16:creationId xmlns:a16="http://schemas.microsoft.com/office/drawing/2014/main" id="{395218B6-E255-47D1-943D-E493F264A7E8}"/>
              </a:ext>
            </a:extLst>
          </p:cNvPr>
          <p:cNvSpPr>
            <a:spLocks xmlns:a="http://schemas.openxmlformats.org/drawingml/2006/main" noGrp="1"/>
          </p:cNvSpPr>
          <p:nvPr/>
        </p:nvSpPr>
        <p:spPr>
          <a:xfrm xmlns:a="http://schemas.openxmlformats.org/drawingml/2006/main">
            <a:off x="609600" y="156210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0">
                <a:solidFill>
                  <a:srgbClr val="004A7C"/>
                </a:solidFill>
                <a:latin typeface="Arial"/>
                <a:ea typeface="Arial"/>
                <a:cs typeface="Arial"/>
              </a:defRPr>
            </a:defPPr>
          </a:lstStyle>
          <a:p xmlns:a="http://schemas.openxmlformats.org/drawingml/2006/main">
            <a:pPr algn="l">
              <a:buNone/>
              <a:defRPr sz="3225" b="0">
                <a:solidFill>
                  <a:srgbClr val="004A7C"/>
                </a:solidFill>
                <a:latin typeface="Arial"/>
                <a:ea typeface="Arial"/>
                <a:cs typeface="Arial"/>
              </a:defRPr>
            </a:pPr>
            <a:r>
              <a:rPr sz="3225" b="0">
                <a:solidFill>
                  <a:srgbClr val="004A7C"/>
                </a:solidFill>
                <a:latin typeface="Arial"/>
                <a:ea typeface="Arial"/>
                <a:cs typeface="Arial"/>
              </a:rPr>
              <a:t>s(τ) = A exp(στ) cos(2πfτ + φ)</a:t>
            </a:r>
          </a:p>
        </p:txBody>
      </p:sp>
      <p:graphicFrame>
        <p:nvGraphicFramePr>
          <p:cNvPr id="4" name="">
            <a:extLst xmlns:a="http://schemas.openxmlformats.org/drawingml/2006/main">
              <a:ext uri="{FF2B5EF4-FFF2-40B4-BE49-F238E27FC236}">
                <a16:creationId xmlns:a16="http://schemas.microsoft.com/office/drawing/2014/main" id="{EFC45AF8-E260-4FE7-8951-B49834C00E36}"/>
              </a:ext>
            </a:extLst>
          </p:cNvPr>
          <p:cNvGraphicFramePr/>
          <p:nvPr/>
        </p:nvGraphicFramePr>
        <p:xfrm>
          <a:off xmlns:a="http://schemas.openxmlformats.org/drawingml/2006/main" x="609600" y="2714625"/>
          <a:ext xmlns:a="http://schemas.openxmlformats.org/drawingml/2006/main" cx="10972800" cy="2809875"/>
        </p:xfrm>
        <a:graphic xmlns:a="http://schemas.openxmlformats.org/drawingml/2006/main">
          <a:graphicData uri="http://schemas.openxmlformats.org/drawingml/2006/table">
            <a:tbl>
              <a:tblPr/>
              <a:tblGrid>
                <a:gridCol w="1619250"/>
                <a:gridCol w="9353550"/>
              </a:tblGrid>
              <a:tr h="561975">
                <a:tc>
                  <a:txBody>
                    <a:bodyPr/>
                    <a:lstStyle/>
                    <a:p>
                      <a:pPr algn="l">
                        <a:buNone/>
                      </a:pPr>
                      <a:r>
                        <a:rPr sz="1950" b="1">
                          <a:solidFill>
                            <a:srgbClr val="004A7C"/>
                          </a:solidFill>
                          <a:latin typeface="Arial"/>
                          <a:ea typeface="Arial"/>
                          <a:cs typeface="Arial"/>
                        </a:rPr>
                        <a:t>Parameter</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buNone/>
                      </a:pPr>
                      <a:r>
                        <a:rPr sz="1950" b="1">
                          <a:solidFill>
                            <a:srgbClr val="004A7C"/>
                          </a:solidFill>
                          <a:latin typeface="Arial"/>
                          <a:ea typeface="Arial"/>
                          <a:cs typeface="Arial"/>
                        </a:rPr>
                        <a:t>Bedeutung</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561975">
                <a:tc>
                  <a:txBody>
                    <a:bodyPr/>
                    <a:lstStyle/>
                    <a:p>
                      <a:pPr algn="l">
                        <a:buNone/>
                      </a:pPr>
                      <a:r>
                        <a:rPr sz="1950">
                          <a:solidFill>
                            <a:srgbClr val="183344"/>
                          </a:solidFill>
                          <a:latin typeface="Arial"/>
                          <a:ea typeface="Arial"/>
                          <a:cs typeface="Arial"/>
                        </a:rPr>
                        <a:t>f</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1950">
                          <a:solidFill>
                            <a:srgbClr val="183344"/>
                          </a:solidFill>
                          <a:latin typeface="Arial"/>
                          <a:ea typeface="Arial"/>
                          <a:cs typeface="Arial"/>
                        </a:rPr>
                        <a:t>Schwingungsfrequenz in Hz</a:t>
                      </a:r>
                    </a:p>
                  </a:txBody>
                  <a:tcPr marL="142875" marR="114300" marT="114300" marB="95250">
                    <a:lnR w="9525">
                      <a:solidFill>
                        <a:srgbClr val="D8E1E7"/>
                      </a:solidFill>
                      <a:prstDash val="solid"/>
                    </a:lnR>
                    <a:lnB w="9525">
                      <a:solidFill>
                        <a:srgbClr val="D8E1E7"/>
                      </a:solidFill>
                      <a:prstDash val="solid"/>
                    </a:lnB>
                    <a:solidFill>
                      <a:srgbClr val="FFFFFF"/>
                    </a:solidFill>
                  </a:tcPr>
                </a:tc>
              </a:tr>
              <a:tr h="561975">
                <a:tc>
                  <a:txBody>
                    <a:bodyPr/>
                    <a:lstStyle/>
                    <a:p>
                      <a:pPr algn="l">
                        <a:buNone/>
                      </a:pPr>
                      <a:r>
                        <a:rPr sz="1950">
                          <a:solidFill>
                            <a:srgbClr val="183344"/>
                          </a:solidFill>
                          <a:latin typeface="Arial"/>
                          <a:ea typeface="Arial"/>
                          <a:cs typeface="Arial"/>
                        </a:rPr>
                        <a:t>σ</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1950">
                          <a:solidFill>
                            <a:srgbClr val="183344"/>
                          </a:solidFill>
                          <a:latin typeface="Arial"/>
                          <a:ea typeface="Arial"/>
                          <a:cs typeface="Arial"/>
                        </a:rPr>
                        <a:t>Exponentielle Änderungsrate in 1/s, bei σ &lt; 0: Abklingen</a:t>
                      </a:r>
                    </a:p>
                  </a:txBody>
                  <a:tcPr marL="142875" marR="114300" marT="114300" marB="95250">
                    <a:lnR w="9525">
                      <a:solidFill>
                        <a:srgbClr val="D8E1E7"/>
                      </a:solidFill>
                      <a:prstDash val="solid"/>
                    </a:lnR>
                    <a:lnB w="9525">
                      <a:solidFill>
                        <a:srgbClr val="D8E1E7"/>
                      </a:solidFill>
                      <a:prstDash val="solid"/>
                    </a:lnB>
                    <a:solidFill>
                      <a:srgbClr val="FFFFFF"/>
                    </a:solidFill>
                  </a:tcPr>
                </a:tc>
              </a:tr>
              <a:tr h="561975">
                <a:tc>
                  <a:txBody>
                    <a:bodyPr/>
                    <a:lstStyle/>
                    <a:p>
                      <a:pPr algn="l">
                        <a:buNone/>
                      </a:pPr>
                      <a:r>
                        <a:rPr sz="1950">
                          <a:solidFill>
                            <a:srgbClr val="183344"/>
                          </a:solidFill>
                          <a:latin typeface="Arial"/>
                          <a:ea typeface="Arial"/>
                          <a:cs typeface="Arial"/>
                        </a:rPr>
                        <a:t>A</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1950">
                          <a:solidFill>
                            <a:srgbClr val="183344"/>
                          </a:solidFill>
                          <a:latin typeface="Arial"/>
                          <a:ea typeface="Arial"/>
                          <a:cs typeface="Arial"/>
                        </a:rPr>
                        <a:t>Amplitude am Beginn des Ausschnitts</a:t>
                      </a:r>
                    </a:p>
                  </a:txBody>
                  <a:tcPr marL="142875" marR="114300" marT="114300" marB="95250">
                    <a:lnR w="9525">
                      <a:solidFill>
                        <a:srgbClr val="D8E1E7"/>
                      </a:solidFill>
                      <a:prstDash val="solid"/>
                    </a:lnR>
                    <a:lnB w="9525">
                      <a:solidFill>
                        <a:srgbClr val="D8E1E7"/>
                      </a:solidFill>
                      <a:prstDash val="solid"/>
                    </a:lnB>
                    <a:solidFill>
                      <a:srgbClr val="FFFFFF"/>
                    </a:solidFill>
                  </a:tcPr>
                </a:tc>
              </a:tr>
              <a:tr h="561975">
                <a:tc>
                  <a:txBody>
                    <a:bodyPr/>
                    <a:lstStyle/>
                    <a:p>
                      <a:pPr algn="l">
                        <a:buNone/>
                      </a:pPr>
                      <a:r>
                        <a:rPr sz="1950">
                          <a:solidFill>
                            <a:srgbClr val="183344"/>
                          </a:solidFill>
                          <a:latin typeface="Arial"/>
                          <a:ea typeface="Arial"/>
                          <a:cs typeface="Arial"/>
                        </a:rPr>
                        <a:t>φ</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1950">
                          <a:solidFill>
                            <a:srgbClr val="183344"/>
                          </a:solidFill>
                          <a:latin typeface="Arial"/>
                          <a:ea typeface="Arial"/>
                          <a:cs typeface="Arial"/>
                        </a:rPr>
                        <a:t>Anfangsphase in Radiant</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CE7AC77A-98CB-4BA5-A20F-70CD62B7D6B0}"/>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Gesamtmodell: Summe der geschätzten Anteile und des zuvor abgezogenen Grundwerts.</a:t>
            </a:r>
          </a:p>
        </p:txBody>
      </p:sp>
    </p:spTree>
    <p:extLst>
      <p:ext uri="{BB962C8B-B14F-4D97-AF65-F5344CB8AC3E}">
        <p14:creationId xmlns:p14="http://schemas.microsoft.com/office/powerpoint/2010/main" val="3113655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976324F-EAF7-411C-9F55-B66DB2A2A2F0}"/>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Messfolge und verschobene Datenmatrizen</a:t>
            </a:r>
          </a:p>
        </p:txBody>
      </p:sp>
      <p:sp>
        <p:nvSpPr>
          <p:cNvPr id="2" name="text-1">
            <a:extLst xmlns:a="http://schemas.openxmlformats.org/drawingml/2006/main">
              <a:ext uri="{FF2B5EF4-FFF2-40B4-BE49-F238E27FC236}">
                <a16:creationId xmlns:a16="http://schemas.microsoft.com/office/drawing/2014/main" id="{EA0B7558-C045-4410-876A-1ED8EF796A5E}"/>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07</a:t>
            </a:r>
          </a:p>
        </p:txBody>
      </p:sp>
      <p:sp>
        <p:nvSpPr>
          <p:cNvPr id="11" name="text-2">
            <a:extLst xmlns:a="http://schemas.openxmlformats.org/drawingml/2006/main">
              <a:ext uri="{FF2B5EF4-FFF2-40B4-BE49-F238E27FC236}">
                <a16:creationId xmlns:a16="http://schemas.microsoft.com/office/drawing/2014/main" id="{B045617C-84B6-4178-8476-7A586BE7A328}"/>
              </a:ext>
            </a:extLst>
          </p:cNvPr>
          <p:cNvSpPr>
            <a:spLocks xmlns:a="http://schemas.openxmlformats.org/drawingml/2006/main" noGrp="1"/>
          </p:cNvSpPr>
          <p:nvPr/>
        </p:nvSpPr>
        <p:spPr>
          <a:xfrm xmlns:a="http://schemas.openxmlformats.org/drawingml/2006/main">
            <a:off x="609600" y="13811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344"/>
                </a:solidFill>
                <a:latin typeface="Arial"/>
                <a:ea typeface="Arial"/>
                <a:cs typeface="Arial"/>
              </a:defRPr>
            </a:defPPr>
          </a:lstStyle>
          <a:p xmlns:a="http://schemas.openxmlformats.org/drawingml/2006/main">
            <a:pPr algn="l">
              <a:defRPr sz="2100" b="0">
                <a:solidFill>
                  <a:srgbClr val="183344"/>
                </a:solidFill>
                <a:latin typeface="Arial"/>
                <a:ea typeface="Arial"/>
                <a:cs typeface="Arial"/>
              </a:defRPr>
            </a:pPr>
            <a:r>
              <a:rPr sz="2100" b="0">
                <a:solidFill>
                  <a:srgbClr val="183344"/>
                </a:solidFill>
                <a:latin typeface="Arial"/>
                <a:ea typeface="Arial"/>
                <a:cs typeface="Arial"/>
              </a:rPr>
              <a:t>x[k] bezeichnet den Signalwert an Position k nach Mittelwertabzug.</a:t>
            </a:r>
          </a:p>
        </p:txBody>
      </p:sp>
      <p:graphicFrame>
        <p:nvGraphicFramePr>
          <p:cNvPr id="12" name="">
            <a:extLst xmlns:a="http://schemas.openxmlformats.org/drawingml/2006/main">
              <a:ext uri="{FF2B5EF4-FFF2-40B4-BE49-F238E27FC236}">
                <a16:creationId xmlns:a16="http://schemas.microsoft.com/office/drawing/2014/main" id="{8526BF1C-3801-4754-A87F-69243174EC84}"/>
              </a:ext>
            </a:extLst>
          </p:cNvPr>
          <p:cNvGraphicFramePr/>
          <p:nvPr/>
        </p:nvGraphicFramePr>
        <p:xfrm>
          <a:off xmlns:a="http://schemas.openxmlformats.org/drawingml/2006/main" x="609600" y="1990725"/>
          <a:ext xmlns:a="http://schemas.openxmlformats.org/drawingml/2006/main" cx="10972800" cy="895350"/>
        </p:xfrm>
        <a:graphic xmlns:a="http://schemas.openxmlformats.org/drawingml/2006/main">
          <a:graphicData uri="http://schemas.openxmlformats.org/drawingml/2006/table">
            <a:tbl>
              <a:tblPr/>
              <a:tblGrid>
                <a:gridCol w="1943100"/>
                <a:gridCol w="1504950"/>
                <a:gridCol w="1504950"/>
                <a:gridCol w="1504950"/>
                <a:gridCol w="1504950"/>
                <a:gridCol w="1504950"/>
                <a:gridCol w="1504950"/>
              </a:tblGrid>
              <a:tr h="447675">
                <a:tc>
                  <a:txBody>
                    <a:bodyPr/>
                    <a:lstStyle/>
                    <a:p>
                      <a:pPr algn="l"/>
                      <a:r>
                        <a:rPr sz="1875" b="1">
                          <a:solidFill>
                            <a:srgbClr val="004A7C"/>
                          </a:solidFill>
                          <a:latin typeface="Arial"/>
                          <a:ea typeface="Arial"/>
                          <a:cs typeface="Arial"/>
                        </a:rPr>
                        <a:t>Zeit / s</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75" b="1">
                          <a:solidFill>
                            <a:srgbClr val="004A7C"/>
                          </a:solidFill>
                          <a:latin typeface="Arial"/>
                          <a:ea typeface="Arial"/>
                          <a:cs typeface="Arial"/>
                        </a:rPr>
                        <a:t>1,00</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75" b="1">
                          <a:solidFill>
                            <a:srgbClr val="004A7C"/>
                          </a:solidFill>
                          <a:latin typeface="Arial"/>
                          <a:ea typeface="Arial"/>
                          <a:cs typeface="Arial"/>
                        </a:rPr>
                        <a:t>1,01</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75" b="1">
                          <a:solidFill>
                            <a:srgbClr val="004A7C"/>
                          </a:solidFill>
                          <a:latin typeface="Arial"/>
                          <a:ea typeface="Arial"/>
                          <a:cs typeface="Arial"/>
                        </a:rPr>
                        <a:t>1,02</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75" b="1">
                          <a:solidFill>
                            <a:srgbClr val="004A7C"/>
                          </a:solidFill>
                          <a:latin typeface="Arial"/>
                          <a:ea typeface="Arial"/>
                          <a:cs typeface="Arial"/>
                        </a:rPr>
                        <a:t>1,03</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75" b="1">
                          <a:solidFill>
                            <a:srgbClr val="004A7C"/>
                          </a:solidFill>
                          <a:latin typeface="Arial"/>
                          <a:ea typeface="Arial"/>
                          <a:cs typeface="Arial"/>
                        </a:rPr>
                        <a:t>1,04</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75" b="1">
                          <a:solidFill>
                            <a:srgbClr val="004A7C"/>
                          </a:solidFill>
                          <a:latin typeface="Arial"/>
                          <a:ea typeface="Arial"/>
                          <a:cs typeface="Arial"/>
                        </a:rPr>
                        <a:t>1,05</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447675">
                <a:tc>
                  <a:txBody>
                    <a:bodyPr/>
                    <a:lstStyle/>
                    <a:p>
                      <a:pPr algn="l"/>
                      <a:r>
                        <a:rPr sz="1875">
                          <a:solidFill>
                            <a:srgbClr val="183344"/>
                          </a:solidFill>
                          <a:latin typeface="Arial"/>
                          <a:ea typeface="Arial"/>
                          <a:cs typeface="Arial"/>
                        </a:rPr>
                        <a:t>Signalwert</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x[0]</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x[1]</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x[2]</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x[3]</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x[4]</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875">
                          <a:solidFill>
                            <a:srgbClr val="183344"/>
                          </a:solidFill>
                          <a:latin typeface="Arial"/>
                          <a:ea typeface="Arial"/>
                          <a:cs typeface="Arial"/>
                        </a:rPr>
                        <a:t>x[5]</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13" name="text-3">
            <a:extLst xmlns:a="http://schemas.openxmlformats.org/drawingml/2006/main">
              <a:ext uri="{FF2B5EF4-FFF2-40B4-BE49-F238E27FC236}">
                <a16:creationId xmlns:a16="http://schemas.microsoft.com/office/drawing/2014/main" id="{E90E627F-5212-4E57-87CD-EEF95E6F537A}"/>
              </a:ext>
            </a:extLst>
          </p:cNvPr>
          <p:cNvSpPr>
            <a:spLocks xmlns:a="http://schemas.openxmlformats.org/drawingml/2006/main" noGrp="1"/>
          </p:cNvSpPr>
          <p:nvPr/>
        </p:nvSpPr>
        <p:spPr>
          <a:xfrm xmlns:a="http://schemas.openxmlformats.org/drawingml/2006/main">
            <a:off x="714375" y="3209925"/>
            <a:ext cx="5105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4A7C"/>
                </a:solidFill>
                <a:latin typeface="Arial"/>
                <a:ea typeface="Arial"/>
                <a:cs typeface="Arial"/>
              </a:defRPr>
            </a:defPPr>
          </a:lstStyle>
          <a:p xmlns:a="http://schemas.openxmlformats.org/drawingml/2006/main">
            <a:pPr algn="l">
              <a:defRPr sz="1950" b="1">
                <a:solidFill>
                  <a:srgbClr val="004A7C"/>
                </a:solidFill>
                <a:latin typeface="Arial"/>
                <a:ea typeface="Arial"/>
                <a:cs typeface="Arial"/>
              </a:defRPr>
            </a:pPr>
            <a:r>
              <a:rPr sz="1950" b="1">
                <a:solidFill>
                  <a:srgbClr val="004A7C"/>
                </a:solidFill>
                <a:latin typeface="Arial"/>
                <a:ea typeface="Arial"/>
                <a:cs typeface="Arial"/>
              </a:rPr>
              <a:t>H0: drei überlappende Abschnitte</a:t>
            </a:r>
          </a:p>
        </p:txBody>
      </p:sp>
      <p:sp>
        <p:nvSpPr>
          <p:cNvPr id="14" name="text-4">
            <a:extLst xmlns:a="http://schemas.openxmlformats.org/drawingml/2006/main">
              <a:ext uri="{FF2B5EF4-FFF2-40B4-BE49-F238E27FC236}">
                <a16:creationId xmlns:a16="http://schemas.microsoft.com/office/drawing/2014/main" id="{F4A3096B-51D2-47F5-BAD8-EC089AABD000}"/>
              </a:ext>
            </a:extLst>
          </p:cNvPr>
          <p:cNvSpPr>
            <a:spLocks xmlns:a="http://schemas.openxmlformats.org/drawingml/2006/main" noGrp="1"/>
          </p:cNvSpPr>
          <p:nvPr/>
        </p:nvSpPr>
        <p:spPr>
          <a:xfrm xmlns:a="http://schemas.openxmlformats.org/drawingml/2006/main">
            <a:off x="6600825" y="32099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4A7C"/>
                </a:solidFill>
                <a:latin typeface="Arial"/>
                <a:ea typeface="Arial"/>
                <a:cs typeface="Arial"/>
              </a:defRPr>
            </a:defPPr>
          </a:lstStyle>
          <a:p xmlns:a="http://schemas.openxmlformats.org/drawingml/2006/main">
            <a:pPr algn="l">
              <a:defRPr sz="1950" b="1">
                <a:solidFill>
                  <a:srgbClr val="004A7C"/>
                </a:solidFill>
                <a:latin typeface="Arial"/>
                <a:ea typeface="Arial"/>
                <a:cs typeface="Arial"/>
              </a:defRPr>
            </a:pPr>
            <a:r>
              <a:rPr sz="1950" b="1">
                <a:solidFill>
                  <a:srgbClr val="004A7C"/>
                </a:solidFill>
                <a:latin typeface="Arial"/>
                <a:ea typeface="Arial"/>
                <a:cs typeface="Arial"/>
              </a:rPr>
              <a:t>H1: jeweils 0,01 s später</a:t>
            </a:r>
          </a:p>
        </p:txBody>
      </p:sp>
      <p:graphicFrame>
        <p:nvGraphicFramePr>
          <p:cNvPr id="15" name="">
            <a:extLst xmlns:a="http://schemas.openxmlformats.org/drawingml/2006/main">
              <a:ext uri="{FF2B5EF4-FFF2-40B4-BE49-F238E27FC236}">
                <a16:creationId xmlns:a16="http://schemas.microsoft.com/office/drawing/2014/main" id="{D51721CC-3CA8-4616-9F39-12D7E2CABAF5}"/>
              </a:ext>
            </a:extLst>
          </p:cNvPr>
          <p:cNvGraphicFramePr/>
          <p:nvPr/>
        </p:nvGraphicFramePr>
        <p:xfrm>
          <a:off xmlns:a="http://schemas.openxmlformats.org/drawingml/2006/main" x="714375" y="3762375"/>
          <a:ext xmlns:a="http://schemas.openxmlformats.org/drawingml/2006/main" cx="3905250" cy="1485900"/>
        </p:xfrm>
        <a:graphic xmlns:a="http://schemas.openxmlformats.org/drawingml/2006/main">
          <a:graphicData uri="http://schemas.openxmlformats.org/drawingml/2006/table">
            <a:tbl>
              <a:tblPr/>
              <a:tblGrid>
                <a:gridCol w="1301750"/>
                <a:gridCol w="1301750"/>
                <a:gridCol w="1301750"/>
              </a:tblGrid>
              <a:tr h="495300">
                <a:tc>
                  <a:txBody>
                    <a:bodyPr/>
                    <a:lstStyle/>
                    <a:p>
                      <a:pPr algn="l"/>
                      <a:r>
                        <a:rPr sz="2025">
                          <a:solidFill>
                            <a:srgbClr val="183344"/>
                          </a:solidFill>
                          <a:latin typeface="Arial"/>
                          <a:ea typeface="Arial"/>
                          <a:cs typeface="Arial"/>
                        </a:rPr>
                        <a:t>x[0]</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x[1]</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x[2]</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FFFFFF"/>
                    </a:solidFill>
                  </a:tcPr>
                </a:tc>
              </a:tr>
              <a:tr h="495300">
                <a:tc>
                  <a:txBody>
                    <a:bodyPr/>
                    <a:lstStyle/>
                    <a:p>
                      <a:pPr algn="l"/>
                      <a:r>
                        <a:rPr sz="2025">
                          <a:solidFill>
                            <a:srgbClr val="183344"/>
                          </a:solidFill>
                          <a:latin typeface="Arial"/>
                          <a:ea typeface="Arial"/>
                          <a:cs typeface="Arial"/>
                        </a:rPr>
                        <a:t>x[1]</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x[2]</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x[3]</a:t>
                      </a:r>
                    </a:p>
                  </a:txBody>
                  <a:tcPr marL="142875" marR="114300" marT="114300" marB="95250">
                    <a:lnR w="9525">
                      <a:solidFill>
                        <a:srgbClr val="D8E1E7"/>
                      </a:solidFill>
                      <a:prstDash val="solid"/>
                    </a:lnR>
                    <a:lnB w="9525">
                      <a:solidFill>
                        <a:srgbClr val="D8E1E7"/>
                      </a:solidFill>
                      <a:prstDash val="solid"/>
                    </a:lnB>
                    <a:solidFill>
                      <a:srgbClr val="FFFFFF"/>
                    </a:solidFill>
                  </a:tcPr>
                </a:tc>
              </a:tr>
              <a:tr h="495300">
                <a:tc>
                  <a:txBody>
                    <a:bodyPr/>
                    <a:lstStyle/>
                    <a:p>
                      <a:pPr algn="l"/>
                      <a:r>
                        <a:rPr sz="2025">
                          <a:solidFill>
                            <a:srgbClr val="183344"/>
                          </a:solidFill>
                          <a:latin typeface="Arial"/>
                          <a:ea typeface="Arial"/>
                          <a:cs typeface="Arial"/>
                        </a:rPr>
                        <a:t>x[2]</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x[3]</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x[4]</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graphicFrame>
        <p:nvGraphicFramePr>
          <p:cNvPr id="16" name="">
            <a:extLst xmlns:a="http://schemas.openxmlformats.org/drawingml/2006/main">
              <a:ext uri="{FF2B5EF4-FFF2-40B4-BE49-F238E27FC236}">
                <a16:creationId xmlns:a16="http://schemas.microsoft.com/office/drawing/2014/main" id="{8AB2F7F8-9B82-4E41-A7F2-4BBE36B31F0A}"/>
              </a:ext>
            </a:extLst>
          </p:cNvPr>
          <p:cNvGraphicFramePr/>
          <p:nvPr/>
        </p:nvGraphicFramePr>
        <p:xfrm>
          <a:off xmlns:a="http://schemas.openxmlformats.org/drawingml/2006/main" x="6600825" y="3762375"/>
          <a:ext xmlns:a="http://schemas.openxmlformats.org/drawingml/2006/main" cx="3905250" cy="1485900"/>
        </p:xfrm>
        <a:graphic xmlns:a="http://schemas.openxmlformats.org/drawingml/2006/main">
          <a:graphicData uri="http://schemas.openxmlformats.org/drawingml/2006/table">
            <a:tbl>
              <a:tblPr/>
              <a:tblGrid>
                <a:gridCol w="1301750"/>
                <a:gridCol w="1301750"/>
                <a:gridCol w="1301750"/>
              </a:tblGrid>
              <a:tr h="495300">
                <a:tc>
                  <a:txBody>
                    <a:bodyPr/>
                    <a:lstStyle/>
                    <a:p>
                      <a:pPr algn="l"/>
                      <a:r>
                        <a:rPr sz="2025">
                          <a:solidFill>
                            <a:srgbClr val="183344"/>
                          </a:solidFill>
                          <a:latin typeface="Arial"/>
                          <a:ea typeface="Arial"/>
                          <a:cs typeface="Arial"/>
                        </a:rPr>
                        <a:t>x[1]</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x[2]</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x[3]</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FFFFFF"/>
                    </a:solidFill>
                  </a:tcPr>
                </a:tc>
              </a:tr>
              <a:tr h="495300">
                <a:tc>
                  <a:txBody>
                    <a:bodyPr/>
                    <a:lstStyle/>
                    <a:p>
                      <a:pPr algn="l"/>
                      <a:r>
                        <a:rPr sz="2025">
                          <a:solidFill>
                            <a:srgbClr val="183344"/>
                          </a:solidFill>
                          <a:latin typeface="Arial"/>
                          <a:ea typeface="Arial"/>
                          <a:cs typeface="Arial"/>
                        </a:rPr>
                        <a:t>x[2]</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x[3]</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x[4]</a:t>
                      </a:r>
                    </a:p>
                  </a:txBody>
                  <a:tcPr marL="142875" marR="114300" marT="114300" marB="95250">
                    <a:lnR w="9525">
                      <a:solidFill>
                        <a:srgbClr val="D8E1E7"/>
                      </a:solidFill>
                      <a:prstDash val="solid"/>
                    </a:lnR>
                    <a:lnB w="9525">
                      <a:solidFill>
                        <a:srgbClr val="D8E1E7"/>
                      </a:solidFill>
                      <a:prstDash val="solid"/>
                    </a:lnB>
                    <a:solidFill>
                      <a:srgbClr val="FFFFFF"/>
                    </a:solidFill>
                  </a:tcPr>
                </a:tc>
              </a:tr>
              <a:tr h="495300">
                <a:tc>
                  <a:txBody>
                    <a:bodyPr/>
                    <a:lstStyle/>
                    <a:p>
                      <a:pPr algn="l"/>
                      <a:r>
                        <a:rPr sz="2025">
                          <a:solidFill>
                            <a:srgbClr val="183344"/>
                          </a:solidFill>
                          <a:latin typeface="Arial"/>
                          <a:ea typeface="Arial"/>
                          <a:cs typeface="Arial"/>
                        </a:rPr>
                        <a:t>x[3]</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x[4]</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x[5]</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17" name="text-5">
            <a:extLst xmlns:a="http://schemas.openxmlformats.org/drawingml/2006/main">
              <a:ext uri="{FF2B5EF4-FFF2-40B4-BE49-F238E27FC236}">
                <a16:creationId xmlns:a16="http://schemas.microsoft.com/office/drawing/2014/main" id="{A76BFF4D-78BB-40F9-8F91-FD99B5C8BEBF}"/>
              </a:ext>
            </a:extLst>
          </p:cNvPr>
          <p:cNvSpPr>
            <a:spLocks xmlns:a="http://schemas.openxmlformats.org/drawingml/2006/main" noGrp="1"/>
          </p:cNvSpPr>
          <p:nvPr/>
        </p:nvSpPr>
        <p:spPr>
          <a:xfrm xmlns:a="http://schemas.openxmlformats.org/drawingml/2006/main">
            <a:off x="609600" y="55435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4A7C"/>
                </a:solidFill>
                <a:latin typeface="Arial"/>
                <a:ea typeface="Arial"/>
                <a:cs typeface="Arial"/>
              </a:defRPr>
            </a:defPPr>
          </a:lstStyle>
          <a:p xmlns:a="http://schemas.openxmlformats.org/drawingml/2006/main">
            <a:pPr algn="l">
              <a:defRPr sz="2025" b="0">
                <a:solidFill>
                  <a:srgbClr val="004A7C"/>
                </a:solidFill>
                <a:latin typeface="Arial"/>
                <a:ea typeface="Arial"/>
                <a:cs typeface="Arial"/>
              </a:defRPr>
            </a:pPr>
            <a:r>
              <a:rPr sz="2025" b="0">
                <a:solidFill>
                  <a:srgbClr val="004A7C"/>
                </a:solidFill>
                <a:latin typeface="Arial"/>
                <a:ea typeface="Arial"/>
                <a:cs typeface="Arial"/>
              </a:rPr>
              <a:t>Jede Zeile enthält drei benachbarte Werte und rückt um einen Messwert weiter.</a:t>
            </a:r>
          </a:p>
        </p:txBody>
      </p:sp>
      <p:sp>
        <p:nvSpPr>
          <p:cNvPr id="18" name="text-6">
            <a:extLst xmlns:a="http://schemas.openxmlformats.org/drawingml/2006/main">
              <a:ext uri="{FF2B5EF4-FFF2-40B4-BE49-F238E27FC236}">
                <a16:creationId xmlns:a16="http://schemas.microsoft.com/office/drawing/2014/main" id="{96511AC8-A6C2-42CC-AC26-C4CA99EB6A0D}"/>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Verkleinertes Schema. SVD reduziert die Matrizen; ein Eigenwertproblem liefert die Verschiebungsfaktoren z.</a:t>
            </a:r>
          </a:p>
        </p:txBody>
      </p:sp>
      <p:sp>
        <p:nvSpPr>
          <p:cNvPr id="19" name="text-7">
            <a:extLst xmlns:a="http://schemas.openxmlformats.org/drawingml/2006/main">
              <a:ext uri="{FF2B5EF4-FFF2-40B4-BE49-F238E27FC236}">
                <a16:creationId xmlns:a16="http://schemas.microsoft.com/office/drawing/2014/main" id="{455F4911-9905-447F-BE1F-446E0F03E956}"/>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21033261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E223CD8-2479-49DA-86AD-2118CEC122C7}"/>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Warum die Zeitverschiebung hilft</a:t>
            </a:r>
          </a:p>
        </p:txBody>
      </p:sp>
      <p:sp>
        <p:nvSpPr>
          <p:cNvPr id="2" name="text-1">
            <a:extLst xmlns:a="http://schemas.openxmlformats.org/drawingml/2006/main">
              <a:ext uri="{FF2B5EF4-FFF2-40B4-BE49-F238E27FC236}">
                <a16:creationId xmlns:a16="http://schemas.microsoft.com/office/drawing/2014/main" id="{84451E4F-2A78-4201-9A67-EF078C935133}"/>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08</a:t>
            </a:r>
          </a:p>
        </p:txBody>
      </p:sp>
      <p:sp>
        <p:nvSpPr>
          <p:cNvPr id="3" name="text-2">
            <a:extLst xmlns:a="http://schemas.openxmlformats.org/drawingml/2006/main">
              <a:ext uri="{FF2B5EF4-FFF2-40B4-BE49-F238E27FC236}">
                <a16:creationId xmlns:a16="http://schemas.microsoft.com/office/drawing/2014/main" id="{10DF0925-EAF9-48B2-895C-BA91D0449F24}"/>
              </a:ext>
            </a:extLst>
          </p:cNvPr>
          <p:cNvSpPr>
            <a:spLocks xmlns:a="http://schemas.openxmlformats.org/drawingml/2006/main" noGrp="1"/>
          </p:cNvSpPr>
          <p:nvPr/>
        </p:nvSpPr>
        <p:spPr>
          <a:xfrm xmlns:a="http://schemas.openxmlformats.org/drawingml/2006/main">
            <a:off x="609600" y="14287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3344"/>
                </a:solidFill>
                <a:latin typeface="Arial"/>
                <a:ea typeface="Arial"/>
                <a:cs typeface="Arial"/>
              </a:defRPr>
            </a:defPPr>
          </a:lstStyle>
          <a:p xmlns:a="http://schemas.openxmlformats.org/drawingml/2006/main">
            <a:pPr algn="l">
              <a:defRPr sz="2325" b="0">
                <a:solidFill>
                  <a:srgbClr val="183344"/>
                </a:solidFill>
                <a:latin typeface="Arial"/>
                <a:ea typeface="Arial"/>
                <a:cs typeface="Arial"/>
              </a:defRPr>
            </a:pPr>
            <a:r>
              <a:rPr sz="2325" b="0">
                <a:solidFill>
                  <a:srgbClr val="183344"/>
                </a:solidFill>
                <a:latin typeface="Arial"/>
                <a:ea typeface="Arial"/>
                <a:cs typeface="Arial"/>
              </a:rPr>
              <a:t>Ein exponentieller Modellanteil besitzt für jeden Messschritt</a:t>
            </a:r>
          </a:p>
          <a:p xmlns:a="http://schemas.openxmlformats.org/drawingml/2006/main">
            <a:pPr algn="l">
              <a:defRPr sz="2325" b="0">
                <a:solidFill>
                  <a:srgbClr val="183344"/>
                </a:solidFill>
                <a:latin typeface="Arial"/>
                <a:ea typeface="Arial"/>
                <a:cs typeface="Arial"/>
              </a:defRPr>
            </a:pPr>
            <a:r>
              <a:rPr sz="2325" b="0">
                <a:solidFill>
                  <a:srgbClr val="183344"/>
                </a:solidFill>
                <a:latin typeface="Arial"/>
                <a:ea typeface="Arial"/>
                <a:cs typeface="Arial"/>
              </a:rPr>
              <a:t>denselben komplexen Multiplikationsfaktor z.</a:t>
            </a:r>
          </a:p>
        </p:txBody>
      </p:sp>
      <p:sp>
        <p:nvSpPr>
          <p:cNvPr id="4" name="text-3">
            <a:extLst xmlns:a="http://schemas.openxmlformats.org/drawingml/2006/main">
              <a:ext uri="{FF2B5EF4-FFF2-40B4-BE49-F238E27FC236}">
                <a16:creationId xmlns:a16="http://schemas.microsoft.com/office/drawing/2014/main" id="{58489830-6104-4F0B-9955-ED6A6CD811F7}"/>
              </a:ext>
            </a:extLst>
          </p:cNvPr>
          <p:cNvSpPr>
            <a:spLocks xmlns:a="http://schemas.openxmlformats.org/drawingml/2006/main" noGrp="1"/>
          </p:cNvSpPr>
          <p:nvPr/>
        </p:nvSpPr>
        <p:spPr>
          <a:xfrm xmlns:a="http://schemas.openxmlformats.org/drawingml/2006/main">
            <a:off x="609600" y="26384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Ein einzelner Anteil</a:t>
            </a:r>
          </a:p>
        </p:txBody>
      </p:sp>
      <p:sp>
        <p:nvSpPr>
          <p:cNvPr id="5" name="text-4">
            <a:extLst xmlns:a="http://schemas.openxmlformats.org/drawingml/2006/main">
              <a:ext uri="{FF2B5EF4-FFF2-40B4-BE49-F238E27FC236}">
                <a16:creationId xmlns:a16="http://schemas.microsoft.com/office/drawing/2014/main" id="{45BBDB96-3995-47DA-8620-43DF708121E7}"/>
              </a:ext>
            </a:extLst>
          </p:cNvPr>
          <p:cNvSpPr>
            <a:spLocks xmlns:a="http://schemas.openxmlformats.org/drawingml/2006/main" noGrp="1"/>
          </p:cNvSpPr>
          <p:nvPr/>
        </p:nvSpPr>
        <p:spPr>
          <a:xfrm xmlns:a="http://schemas.openxmlformats.org/drawingml/2006/main">
            <a:off x="609600" y="31813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183344"/>
                </a:solidFill>
                <a:latin typeface="Arial"/>
                <a:ea typeface="Arial"/>
                <a:cs typeface="Arial"/>
              </a:defRPr>
            </a:defPPr>
          </a:lstStyle>
          <a:p xmlns:a="http://schemas.openxmlformats.org/drawingml/2006/main">
            <a:pPr algn="l">
              <a:defRPr sz="2775" b="0">
                <a:solidFill>
                  <a:srgbClr val="183344"/>
                </a:solidFill>
                <a:latin typeface="Arial"/>
                <a:ea typeface="Arial"/>
                <a:cs typeface="Arial"/>
              </a:defRPr>
            </a:pPr>
            <a:r>
              <a:rPr sz="2775" b="0">
                <a:solidFill>
                  <a:srgbClr val="183344"/>
                </a:solidFill>
                <a:latin typeface="Arial"/>
                <a:ea typeface="Arial"/>
                <a:cs typeface="Arial"/>
              </a:rPr>
              <a:t>q[k] = c · z^k</a:t>
            </a:r>
          </a:p>
          <a:p xmlns:a="http://schemas.openxmlformats.org/drawingml/2006/main">
            <a:pPr algn="l">
              <a:defRPr sz="2775" b="0">
                <a:solidFill>
                  <a:srgbClr val="183344"/>
                </a:solidFill>
                <a:latin typeface="Arial"/>
                <a:ea typeface="Arial"/>
                <a:cs typeface="Arial"/>
              </a:defRPr>
            </a:pPr>
            <a:r>
              <a:rPr sz="2775" b="0">
                <a:solidFill>
                  <a:srgbClr val="183344"/>
                </a:solidFill>
                <a:latin typeface="Arial"/>
                <a:ea typeface="Arial"/>
                <a:cs typeface="Arial"/>
              </a:rPr>
              <a:t>q[k+1] = z · q[k]</a:t>
            </a:r>
          </a:p>
        </p:txBody>
      </p:sp>
      <p:sp>
        <p:nvSpPr>
          <p:cNvPr id="6" name="text-5">
            <a:extLst xmlns:a="http://schemas.openxmlformats.org/drawingml/2006/main">
              <a:ext uri="{FF2B5EF4-FFF2-40B4-BE49-F238E27FC236}">
                <a16:creationId xmlns:a16="http://schemas.microsoft.com/office/drawing/2014/main" id="{F938D386-6194-4CAA-A473-97D777D7AF67}"/>
              </a:ext>
            </a:extLst>
          </p:cNvPr>
          <p:cNvSpPr>
            <a:spLocks xmlns:a="http://schemas.openxmlformats.org/drawingml/2006/main" noGrp="1"/>
          </p:cNvSpPr>
          <p:nvPr/>
        </p:nvSpPr>
        <p:spPr>
          <a:xfrm xmlns:a="http://schemas.openxmlformats.org/drawingml/2006/main">
            <a:off x="6448425" y="26384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Eine Überlagerung</a:t>
            </a:r>
          </a:p>
        </p:txBody>
      </p:sp>
      <p:sp>
        <p:nvSpPr>
          <p:cNvPr id="7" name="text-6">
            <a:extLst xmlns:a="http://schemas.openxmlformats.org/drawingml/2006/main">
              <a:ext uri="{FF2B5EF4-FFF2-40B4-BE49-F238E27FC236}">
                <a16:creationId xmlns:a16="http://schemas.microsoft.com/office/drawing/2014/main" id="{975879C2-CF46-4DBD-A181-1E1E637BBB2F}"/>
              </a:ext>
            </a:extLst>
          </p:cNvPr>
          <p:cNvSpPr>
            <a:spLocks xmlns:a="http://schemas.openxmlformats.org/drawingml/2006/main" noGrp="1"/>
          </p:cNvSpPr>
          <p:nvPr/>
        </p:nvSpPr>
        <p:spPr>
          <a:xfrm xmlns:a="http://schemas.openxmlformats.org/drawingml/2006/main">
            <a:off x="6448425" y="3181350"/>
            <a:ext cx="5095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Jeder Anteil besitzt seinen eigenen Faktor z.</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Die Eigenwertberechnung bestimmt</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diese Faktoren gemeinsam.</a:t>
            </a:r>
          </a:p>
        </p:txBody>
      </p:sp>
      <p:graphicFrame>
        <p:nvGraphicFramePr>
          <p:cNvPr id="8" name="">
            <a:extLst xmlns:a="http://schemas.openxmlformats.org/drawingml/2006/main">
              <a:ext uri="{FF2B5EF4-FFF2-40B4-BE49-F238E27FC236}">
                <a16:creationId xmlns:a16="http://schemas.microsoft.com/office/drawing/2014/main" id="{868369CA-64DC-4B49-8A2B-B1C187D2DF33}"/>
              </a:ext>
            </a:extLst>
          </p:cNvPr>
          <p:cNvGraphicFramePr/>
          <p:nvPr/>
        </p:nvGraphicFramePr>
        <p:xfrm>
          <a:off xmlns:a="http://schemas.openxmlformats.org/drawingml/2006/main" x="609600" y="4514850"/>
          <a:ext xmlns:a="http://schemas.openxmlformats.org/drawingml/2006/main" cx="10972800" cy="1238250"/>
        </p:xfrm>
        <a:graphic xmlns:a="http://schemas.openxmlformats.org/drawingml/2006/main">
          <a:graphicData uri="http://schemas.openxmlformats.org/drawingml/2006/table">
            <a:tbl>
              <a:tblPr/>
              <a:tblGrid>
                <a:gridCol w="3657600"/>
                <a:gridCol w="3657600"/>
                <a:gridCol w="3657600"/>
              </a:tblGrid>
              <a:tr h="619125">
                <a:tc>
                  <a:txBody>
                    <a:bodyPr/>
                    <a:lstStyle/>
                    <a:p>
                      <a:pPr algn="l"/>
                      <a:r>
                        <a:rPr sz="1800" b="1">
                          <a:solidFill>
                            <a:srgbClr val="004A7C"/>
                          </a:solidFill>
                          <a:latin typeface="Arial"/>
                          <a:ea typeface="Arial"/>
                          <a:cs typeface="Arial"/>
                        </a:rPr>
                        <a:t>Datenmatrizen</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00" b="1">
                          <a:solidFill>
                            <a:srgbClr val="004A7C"/>
                          </a:solidFill>
                          <a:latin typeface="Arial"/>
                          <a:ea typeface="Arial"/>
                          <a:cs typeface="Arial"/>
                        </a:rPr>
                        <a:t>SVD: Ordnung 12</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00" b="1">
                          <a:solidFill>
                            <a:srgbClr val="004A7C"/>
                          </a:solidFill>
                          <a:latin typeface="Arial"/>
                          <a:ea typeface="Arial"/>
                          <a:cs typeface="Arial"/>
                        </a:rPr>
                        <a:t>Eigenwerte von B</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19125">
                <a:tc>
                  <a:txBody>
                    <a:bodyPr/>
                    <a:lstStyle/>
                    <a:p>
                      <a:pPr algn="l"/>
                      <a:r>
                        <a:rPr sz="1800">
                          <a:solidFill>
                            <a:srgbClr val="183344"/>
                          </a:solidFill>
                          <a:latin typeface="Arial"/>
                          <a:ea typeface="Arial"/>
                          <a:cs typeface="Arial"/>
                        </a:rPr>
                        <a:t>H0 und H1</a:t>
                      </a:r>
                    </a:p>
                    <a:p>
                      <a:pPr algn="l"/>
                      <a:r>
                        <a:rPr sz="1800">
                          <a:solidFill>
                            <a:srgbClr val="183344"/>
                          </a:solidFill>
                          <a:latin typeface="Arial"/>
                          <a:ea typeface="Arial"/>
                          <a:cs typeface="Arial"/>
                        </a:rPr>
                        <a:t>je 345 × 256 Einträge</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00">
                          <a:solidFill>
                            <a:srgbClr val="183344"/>
                          </a:solidFill>
                          <a:latin typeface="Arial"/>
                          <a:ea typeface="Arial"/>
                          <a:cs typeface="Arial"/>
                        </a:rPr>
                        <a:t>Reduzierte Matrix B</a:t>
                      </a:r>
                    </a:p>
                    <a:p>
                      <a:pPr algn="l"/>
                      <a:r>
                        <a:rPr sz="1800">
                          <a:solidFill>
                            <a:srgbClr val="183344"/>
                          </a:solidFill>
                          <a:latin typeface="Arial"/>
                          <a:ea typeface="Arial"/>
                          <a:cs typeface="Arial"/>
                        </a:rPr>
                        <a:t>12 × 12 Einträge</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800">
                          <a:solidFill>
                            <a:srgbClr val="183344"/>
                          </a:solidFill>
                          <a:latin typeface="Arial"/>
                          <a:ea typeface="Arial"/>
                          <a:cs typeface="Arial"/>
                        </a:rPr>
                        <a:t>Ein Pol z für jeden</a:t>
                      </a:r>
                    </a:p>
                    <a:p>
                      <a:pPr algn="l"/>
                      <a:r>
                        <a:rPr sz="1800">
                          <a:solidFill>
                            <a:srgbClr val="183344"/>
                          </a:solidFill>
                          <a:latin typeface="Arial"/>
                          <a:ea typeface="Arial"/>
                          <a:cs typeface="Arial"/>
                        </a:rPr>
                        <a:t>Exponentialanteil</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9" name="text-7">
            <a:extLst xmlns:a="http://schemas.openxmlformats.org/drawingml/2006/main">
              <a:ext uri="{FF2B5EF4-FFF2-40B4-BE49-F238E27FC236}">
                <a16:creationId xmlns:a16="http://schemas.microsoft.com/office/drawing/2014/main" id="{DBFC6C38-81F5-4AF2-91B9-A5B915AC84BB}"/>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Größen für die negative Sprungantwort. Die Faktoren z werden aus der Messung geschätzt.</a:t>
            </a:r>
          </a:p>
        </p:txBody>
      </p:sp>
      <p:sp>
        <p:nvSpPr>
          <p:cNvPr id="10" name="text-8">
            <a:extLst xmlns:a="http://schemas.openxmlformats.org/drawingml/2006/main">
              <a:ext uri="{FF2B5EF4-FFF2-40B4-BE49-F238E27FC236}">
                <a16:creationId xmlns:a16="http://schemas.microsoft.com/office/drawing/2014/main" id="{8A938A63-2F3B-4FFE-9486-D7A2E57EBE66}"/>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785448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B46C112-7B94-4B9A-8948-3A6EC6C5EF22}"/>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Betrag und Winkel des berechneten Pols</a:t>
            </a:r>
          </a:p>
        </p:txBody>
      </p:sp>
      <p:sp>
        <p:nvSpPr>
          <p:cNvPr id="2" name="text-1">
            <a:extLst xmlns:a="http://schemas.openxmlformats.org/drawingml/2006/main">
              <a:ext uri="{FF2B5EF4-FFF2-40B4-BE49-F238E27FC236}">
                <a16:creationId xmlns:a16="http://schemas.microsoft.com/office/drawing/2014/main" id="{4DE8391C-9402-437C-A361-B287BBD51D69}"/>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09</a:t>
            </a:r>
          </a:p>
        </p:txBody>
      </p:sp>
      <p:sp>
        <p:nvSpPr>
          <p:cNvPr id="10" name="text-2">
            <a:extLst xmlns:a="http://schemas.openxmlformats.org/drawingml/2006/main">
              <a:ext uri="{FF2B5EF4-FFF2-40B4-BE49-F238E27FC236}">
                <a16:creationId xmlns:a16="http://schemas.microsoft.com/office/drawing/2014/main" id="{94190C86-82FD-459C-80A2-26E2336AE8AC}"/>
              </a:ext>
            </a:extLst>
          </p:cNvPr>
          <p:cNvSpPr>
            <a:spLocks xmlns:a="http://schemas.openxmlformats.org/drawingml/2006/main" noGrp="1"/>
          </p:cNvSpPr>
          <p:nvPr/>
        </p:nvSpPr>
        <p:spPr>
          <a:xfrm xmlns:a="http://schemas.openxmlformats.org/drawingml/2006/main">
            <a:off x="609600" y="1400175"/>
            <a:ext cx="1090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C6F7C"/>
                </a:solidFill>
                <a:latin typeface="Arial"/>
                <a:ea typeface="Arial"/>
                <a:cs typeface="Arial"/>
              </a:defRPr>
            </a:defPPr>
          </a:lstStyle>
          <a:p xmlns:a="http://schemas.openxmlformats.org/drawingml/2006/main">
            <a:pPr algn="l">
              <a:defRPr sz="2100" b="0">
                <a:solidFill>
                  <a:srgbClr val="5C6F7C"/>
                </a:solidFill>
                <a:latin typeface="Arial"/>
                <a:ea typeface="Arial"/>
                <a:cs typeface="Arial"/>
              </a:defRPr>
            </a:pPr>
            <a:r>
              <a:rPr sz="2100" b="0">
                <a:solidFill>
                  <a:srgbClr val="5C6F7C"/>
                </a:solidFill>
                <a:latin typeface="Arial"/>
                <a:ea typeface="Arial"/>
                <a:cs typeface="Arial"/>
              </a:rPr>
              <a:t>Negative Sprungantwort: Ordnung 12, Abtastschritt Δt = 0,01 s</a:t>
            </a:r>
          </a:p>
        </p:txBody>
      </p:sp>
      <p:sp>
        <p:nvSpPr>
          <p:cNvPr id="11" name="text-3">
            <a:extLst xmlns:a="http://schemas.openxmlformats.org/drawingml/2006/main">
              <a:ext uri="{FF2B5EF4-FFF2-40B4-BE49-F238E27FC236}">
                <a16:creationId xmlns:a16="http://schemas.microsoft.com/office/drawing/2014/main" id="{5EEB9C84-25DB-42CF-93BD-204BA687FA6D}"/>
              </a:ext>
            </a:extLst>
          </p:cNvPr>
          <p:cNvSpPr>
            <a:spLocks xmlns:a="http://schemas.openxmlformats.org/drawingml/2006/main" noGrp="1"/>
          </p:cNvSpPr>
          <p:nvPr/>
        </p:nvSpPr>
        <p:spPr>
          <a:xfrm xmlns:a="http://schemas.openxmlformats.org/drawingml/2006/main">
            <a:off x="609600" y="1981200"/>
            <a:ext cx="10906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4A7C"/>
                </a:solidFill>
                <a:latin typeface="Arial"/>
                <a:ea typeface="Arial"/>
                <a:cs typeface="Arial"/>
              </a:defRPr>
            </a:defPPr>
          </a:lstStyle>
          <a:p xmlns:a="http://schemas.openxmlformats.org/drawingml/2006/main">
            <a:pPr algn="l">
              <a:defRPr sz="2550" b="1">
                <a:solidFill>
                  <a:srgbClr val="004A7C"/>
                </a:solidFill>
                <a:latin typeface="Arial"/>
                <a:ea typeface="Arial"/>
                <a:cs typeface="Arial"/>
              </a:defRPr>
            </a:pPr>
            <a:r>
              <a:rPr sz="2550" b="1">
                <a:solidFill>
                  <a:srgbClr val="004A7C"/>
                </a:solidFill>
                <a:latin typeface="Arial"/>
                <a:ea typeface="Arial"/>
                <a:cs typeface="Arial"/>
              </a:rPr>
              <a:t>Ergebnis des Eigenwertproblems: z = 0,987967 + i · 0,141747</a:t>
            </a:r>
          </a:p>
        </p:txBody>
      </p:sp>
      <p:sp>
        <p:nvSpPr>
          <p:cNvPr id="12" name="text-4">
            <a:extLst xmlns:a="http://schemas.openxmlformats.org/drawingml/2006/main">
              <a:ext uri="{FF2B5EF4-FFF2-40B4-BE49-F238E27FC236}">
                <a16:creationId xmlns:a16="http://schemas.microsoft.com/office/drawing/2014/main" id="{F306219C-B067-48EE-93F3-4D13393B9875}"/>
              </a:ext>
            </a:extLst>
          </p:cNvPr>
          <p:cNvSpPr>
            <a:spLocks xmlns:a="http://schemas.openxmlformats.org/drawingml/2006/main" noGrp="1"/>
          </p:cNvSpPr>
          <p:nvPr/>
        </p:nvSpPr>
        <p:spPr>
          <a:xfrm xmlns:a="http://schemas.openxmlformats.org/drawingml/2006/main">
            <a:off x="609600" y="29241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Betrag r: Amplitudenfaktor</a:t>
            </a:r>
          </a:p>
        </p:txBody>
      </p:sp>
      <p:sp>
        <p:nvSpPr>
          <p:cNvPr id="13" name="text-5">
            <a:extLst xmlns:a="http://schemas.openxmlformats.org/drawingml/2006/main">
              <a:ext uri="{FF2B5EF4-FFF2-40B4-BE49-F238E27FC236}">
                <a16:creationId xmlns:a16="http://schemas.microsoft.com/office/drawing/2014/main" id="{A97C75E5-8C72-4304-BA33-39C160854327}"/>
              </a:ext>
            </a:extLst>
          </p:cNvPr>
          <p:cNvSpPr>
            <a:spLocks xmlns:a="http://schemas.openxmlformats.org/drawingml/2006/main" noGrp="1"/>
          </p:cNvSpPr>
          <p:nvPr/>
        </p:nvSpPr>
        <p:spPr>
          <a:xfrm xmlns:a="http://schemas.openxmlformats.org/drawingml/2006/main">
            <a:off x="609600" y="3457575"/>
            <a:ext cx="5257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344"/>
                </a:solidFill>
                <a:latin typeface="Arial"/>
                <a:ea typeface="Arial"/>
                <a:cs typeface="Arial"/>
              </a:defRPr>
            </a:defPPr>
          </a:lstStyle>
          <a:p xmlns:a="http://schemas.openxmlformats.org/drawingml/2006/main">
            <a:pPr algn="l">
              <a:defRPr sz="2175" b="0">
                <a:solidFill>
                  <a:srgbClr val="183344"/>
                </a:solidFill>
                <a:latin typeface="Arial"/>
                <a:ea typeface="Arial"/>
                <a:cs typeface="Arial"/>
              </a:defRPr>
            </a:pPr>
            <a:r>
              <a:rPr sz="2175" b="0">
                <a:solidFill>
                  <a:srgbClr val="183344"/>
                </a:solidFill>
                <a:latin typeface="Arial"/>
                <a:ea typeface="Arial"/>
                <a:cs typeface="Arial"/>
              </a:rPr>
              <a:t>r = √(0,987967² + 0,141747²)</a:t>
            </a:r>
          </a:p>
          <a:p xmlns:a="http://schemas.openxmlformats.org/drawingml/2006/main">
            <a:pPr algn="l">
              <a:defRPr sz="2175" b="0">
                <a:solidFill>
                  <a:srgbClr val="183344"/>
                </a:solidFill>
                <a:latin typeface="Arial"/>
                <a:ea typeface="Arial"/>
                <a:cs typeface="Arial"/>
              </a:defRPr>
            </a:pPr>
            <a:r>
              <a:rPr sz="2175" b="0">
                <a:solidFill>
                  <a:srgbClr val="183344"/>
                </a:solidFill>
                <a:latin typeface="Arial"/>
                <a:ea typeface="Arial"/>
                <a:cs typeface="Arial"/>
              </a:rPr>
              <a:t>r = 0,998084</a:t>
            </a:r>
          </a:p>
        </p:txBody>
      </p:sp>
      <p:sp>
        <p:nvSpPr>
          <p:cNvPr id="14" name="text-6">
            <a:extLst xmlns:a="http://schemas.openxmlformats.org/drawingml/2006/main">
              <a:ext uri="{FF2B5EF4-FFF2-40B4-BE49-F238E27FC236}">
                <a16:creationId xmlns:a16="http://schemas.microsoft.com/office/drawing/2014/main" id="{EC353DF8-BB6C-46EA-8624-1EEFF2348129}"/>
              </a:ext>
            </a:extLst>
          </p:cNvPr>
          <p:cNvSpPr>
            <a:spLocks xmlns:a="http://schemas.openxmlformats.org/drawingml/2006/main" noGrp="1"/>
          </p:cNvSpPr>
          <p:nvPr/>
        </p:nvSpPr>
        <p:spPr>
          <a:xfrm xmlns:a="http://schemas.openxmlformats.org/drawingml/2006/main">
            <a:off x="609600" y="4419600"/>
            <a:ext cx="523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344"/>
                </a:solidFill>
                <a:latin typeface="Arial"/>
                <a:ea typeface="Arial"/>
                <a:cs typeface="Arial"/>
              </a:defRPr>
            </a:defPPr>
          </a:lstStyle>
          <a:p xmlns:a="http://schemas.openxmlformats.org/drawingml/2006/main">
            <a:pPr algn="l">
              <a:defRPr sz="1950" b="0">
                <a:solidFill>
                  <a:srgbClr val="183344"/>
                </a:solidFill>
                <a:latin typeface="Arial"/>
                <a:ea typeface="Arial"/>
                <a:cs typeface="Arial"/>
              </a:defRPr>
            </a:pPr>
            <a:r>
              <a:rPr sz="1950" b="0">
                <a:solidFill>
                  <a:srgbClr val="183344"/>
                </a:solidFill>
                <a:latin typeface="Arial"/>
                <a:ea typeface="Arial"/>
                <a:cs typeface="Arial"/>
              </a:rPr>
              <a:t>Je 0,01 s bleiben 99,8084 %</a:t>
            </a:r>
          </a:p>
          <a:p xmlns:a="http://schemas.openxmlformats.org/drawingml/2006/main">
            <a:pPr algn="l">
              <a:defRPr sz="1950" b="0">
                <a:solidFill>
                  <a:srgbClr val="183344"/>
                </a:solidFill>
                <a:latin typeface="Arial"/>
                <a:ea typeface="Arial"/>
                <a:cs typeface="Arial"/>
              </a:defRPr>
            </a:pPr>
            <a:r>
              <a:rPr sz="1950" b="0">
                <a:solidFill>
                  <a:srgbClr val="183344"/>
                </a:solidFill>
                <a:latin typeface="Arial"/>
                <a:ea typeface="Arial"/>
                <a:cs typeface="Arial"/>
              </a:rPr>
              <a:t>der Amplitude des Anteils erhalten.</a:t>
            </a:r>
          </a:p>
        </p:txBody>
      </p:sp>
      <p:sp>
        <p:nvSpPr>
          <p:cNvPr id="15" name="text-7">
            <a:extLst xmlns:a="http://schemas.openxmlformats.org/drawingml/2006/main">
              <a:ext uri="{FF2B5EF4-FFF2-40B4-BE49-F238E27FC236}">
                <a16:creationId xmlns:a16="http://schemas.microsoft.com/office/drawing/2014/main" id="{49C75542-B23A-4841-8D4B-A9AF3DFA3CF8}"/>
              </a:ext>
            </a:extLst>
          </p:cNvPr>
          <p:cNvSpPr>
            <a:spLocks xmlns:a="http://schemas.openxmlformats.org/drawingml/2006/main" noGrp="1"/>
          </p:cNvSpPr>
          <p:nvPr/>
        </p:nvSpPr>
        <p:spPr>
          <a:xfrm xmlns:a="http://schemas.openxmlformats.org/drawingml/2006/main">
            <a:off x="6448425" y="2924175"/>
            <a:ext cx="5133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Winkel θ: Phasenfortschritt</a:t>
            </a:r>
          </a:p>
        </p:txBody>
      </p:sp>
      <p:sp>
        <p:nvSpPr>
          <p:cNvPr id="16" name="text-8">
            <a:extLst xmlns:a="http://schemas.openxmlformats.org/drawingml/2006/main">
              <a:ext uri="{FF2B5EF4-FFF2-40B4-BE49-F238E27FC236}">
                <a16:creationId xmlns:a16="http://schemas.microsoft.com/office/drawing/2014/main" id="{1D4C666C-C58C-4AC5-8A57-395E93A592AC}"/>
              </a:ext>
            </a:extLst>
          </p:cNvPr>
          <p:cNvSpPr>
            <a:spLocks xmlns:a="http://schemas.openxmlformats.org/drawingml/2006/main" noGrp="1"/>
          </p:cNvSpPr>
          <p:nvPr/>
        </p:nvSpPr>
        <p:spPr>
          <a:xfrm xmlns:a="http://schemas.openxmlformats.org/drawingml/2006/main">
            <a:off x="6448425" y="3457575"/>
            <a:ext cx="5133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344"/>
                </a:solidFill>
                <a:latin typeface="Arial"/>
                <a:ea typeface="Arial"/>
                <a:cs typeface="Arial"/>
              </a:defRPr>
            </a:defPPr>
          </a:lstStyle>
          <a:p xmlns:a="http://schemas.openxmlformats.org/drawingml/2006/main">
            <a:pPr algn="l">
              <a:defRPr sz="2175" b="0">
                <a:solidFill>
                  <a:srgbClr val="183344"/>
                </a:solidFill>
                <a:latin typeface="Arial"/>
                <a:ea typeface="Arial"/>
                <a:cs typeface="Arial"/>
              </a:defRPr>
            </a:pPr>
            <a:r>
              <a:rPr sz="2175" b="0">
                <a:solidFill>
                  <a:srgbClr val="183344"/>
                </a:solidFill>
                <a:latin typeface="Arial"/>
                <a:ea typeface="Arial"/>
                <a:cs typeface="Arial"/>
              </a:rPr>
              <a:t>θ = atan2(0,141747; 0,987967)</a:t>
            </a:r>
          </a:p>
          <a:p xmlns:a="http://schemas.openxmlformats.org/drawingml/2006/main">
            <a:pPr algn="l">
              <a:defRPr sz="2175" b="0">
                <a:solidFill>
                  <a:srgbClr val="183344"/>
                </a:solidFill>
                <a:latin typeface="Arial"/>
                <a:ea typeface="Arial"/>
                <a:cs typeface="Arial"/>
              </a:defRPr>
            </a:pPr>
            <a:r>
              <a:rPr sz="2175" b="0">
                <a:solidFill>
                  <a:srgbClr val="183344"/>
                </a:solidFill>
                <a:latin typeface="Arial"/>
                <a:ea typeface="Arial"/>
                <a:cs typeface="Arial"/>
              </a:rPr>
              <a:t>θ = 0,142501 rad</a:t>
            </a:r>
          </a:p>
        </p:txBody>
      </p:sp>
      <p:sp>
        <p:nvSpPr>
          <p:cNvPr id="17" name="text-9">
            <a:extLst xmlns:a="http://schemas.openxmlformats.org/drawingml/2006/main">
              <a:ext uri="{FF2B5EF4-FFF2-40B4-BE49-F238E27FC236}">
                <a16:creationId xmlns:a16="http://schemas.microsoft.com/office/drawing/2014/main" id="{93153EC0-ABAF-48E9-BBD6-7D00C56AC06A}"/>
              </a:ext>
            </a:extLst>
          </p:cNvPr>
          <p:cNvSpPr>
            <a:spLocks xmlns:a="http://schemas.openxmlformats.org/drawingml/2006/main" noGrp="1"/>
          </p:cNvSpPr>
          <p:nvPr/>
        </p:nvSpPr>
        <p:spPr>
          <a:xfrm xmlns:a="http://schemas.openxmlformats.org/drawingml/2006/main">
            <a:off x="6448425" y="4419600"/>
            <a:ext cx="5133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344"/>
                </a:solidFill>
                <a:latin typeface="Arial"/>
                <a:ea typeface="Arial"/>
                <a:cs typeface="Arial"/>
              </a:defRPr>
            </a:defPPr>
          </a:lstStyle>
          <a:p xmlns:a="http://schemas.openxmlformats.org/drawingml/2006/main">
            <a:pPr algn="l">
              <a:defRPr sz="1950" b="0">
                <a:solidFill>
                  <a:srgbClr val="183344"/>
                </a:solidFill>
                <a:latin typeface="Arial"/>
                <a:ea typeface="Arial"/>
                <a:cs typeface="Arial"/>
              </a:defRPr>
            </a:pPr>
            <a:r>
              <a:rPr sz="1950" b="0">
                <a:solidFill>
                  <a:srgbClr val="183344"/>
                </a:solidFill>
                <a:latin typeface="Arial"/>
                <a:ea typeface="Arial"/>
                <a:cs typeface="Arial"/>
              </a:rPr>
              <a:t>Der Winkel beschreibt die Drehung</a:t>
            </a:r>
          </a:p>
          <a:p xmlns:a="http://schemas.openxmlformats.org/drawingml/2006/main">
            <a:pPr algn="l">
              <a:defRPr sz="1950" b="0">
                <a:solidFill>
                  <a:srgbClr val="183344"/>
                </a:solidFill>
                <a:latin typeface="Arial"/>
                <a:ea typeface="Arial"/>
                <a:cs typeface="Arial"/>
              </a:defRPr>
            </a:pPr>
            <a:r>
              <a:rPr sz="1950" b="0">
                <a:solidFill>
                  <a:srgbClr val="183344"/>
                </a:solidFill>
                <a:latin typeface="Arial"/>
                <a:ea typeface="Arial"/>
                <a:cs typeface="Arial"/>
              </a:rPr>
              <a:t>der Schwingung je 0,01 s.</a:t>
            </a:r>
          </a:p>
        </p:txBody>
      </p:sp>
      <p:sp>
        <p:nvSpPr>
          <p:cNvPr id="18" name="text-10">
            <a:extLst xmlns:a="http://schemas.openxmlformats.org/drawingml/2006/main">
              <a:ext uri="{FF2B5EF4-FFF2-40B4-BE49-F238E27FC236}">
                <a16:creationId xmlns:a16="http://schemas.microsoft.com/office/drawing/2014/main" id="{7AD22215-7548-437C-AF4C-C8595F61E722}"/>
              </a:ext>
            </a:extLst>
          </p:cNvPr>
          <p:cNvSpPr>
            <a:spLocks xmlns:a="http://schemas.openxmlformats.org/drawingml/2006/main" noGrp="1"/>
          </p:cNvSpPr>
          <p:nvPr/>
        </p:nvSpPr>
        <p:spPr>
          <a:xfrm xmlns:a="http://schemas.openxmlformats.org/drawingml/2006/main">
            <a:off x="609600" y="54578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defRPr sz="2175" b="1">
                <a:solidFill>
                  <a:srgbClr val="004A7C"/>
                </a:solidFill>
                <a:latin typeface="Arial"/>
                <a:ea typeface="Arial"/>
                <a:cs typeface="Arial"/>
              </a:defRPr>
            </a:pPr>
            <a:r>
              <a:rPr sz="2175" b="1">
                <a:solidFill>
                  <a:srgbClr val="004A7C"/>
                </a:solidFill>
                <a:latin typeface="Arial"/>
                <a:ea typeface="Arial"/>
                <a:cs typeface="Arial"/>
              </a:rPr>
              <a:t>r beschreibt das Abklingen, θ den Fortschritt der Schwingung pro Schritt.</a:t>
            </a:r>
          </a:p>
        </p:txBody>
      </p:sp>
      <p:sp>
        <p:nvSpPr>
          <p:cNvPr id="19" name="text-11">
            <a:extLst xmlns:a="http://schemas.openxmlformats.org/drawingml/2006/main">
              <a:ext uri="{FF2B5EF4-FFF2-40B4-BE49-F238E27FC236}">
                <a16:creationId xmlns:a16="http://schemas.microsoft.com/office/drawing/2014/main" id="{7E208F75-0E7B-4797-A025-B089FD388F28}"/>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r und θ werden aus dem geschätzten Pol z berechnet. Sie sind keine vorgegebenen Eingabeparameter.</a:t>
            </a:r>
          </a:p>
        </p:txBody>
      </p:sp>
      <p:sp>
        <p:nvSpPr>
          <p:cNvPr id="20" name="text-12">
            <a:extLst xmlns:a="http://schemas.openxmlformats.org/drawingml/2006/main">
              <a:ext uri="{FF2B5EF4-FFF2-40B4-BE49-F238E27FC236}">
                <a16:creationId xmlns:a16="http://schemas.microsoft.com/office/drawing/2014/main" id="{9C3CB8DE-B539-42D5-9F43-229DE0642DB3}"/>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13622009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495790FC-814F-4D91-8C33-35A8D46B6163}"/>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Frequenz und Dämpfung aus dem Pol</a:t>
            </a:r>
          </a:p>
        </p:txBody>
      </p:sp>
      <p:sp>
        <p:nvSpPr>
          <p:cNvPr id="2" name="text-1">
            <a:extLst xmlns:a="http://schemas.openxmlformats.org/drawingml/2006/main">
              <a:ext uri="{FF2B5EF4-FFF2-40B4-BE49-F238E27FC236}">
                <a16:creationId xmlns:a16="http://schemas.microsoft.com/office/drawing/2014/main" id="{CE268AE3-B345-4899-969C-BA89D8658456}"/>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10</a:t>
            </a:r>
          </a:p>
        </p:txBody>
      </p:sp>
      <p:sp>
        <p:nvSpPr>
          <p:cNvPr id="3" name="text-2">
            <a:extLst xmlns:a="http://schemas.openxmlformats.org/drawingml/2006/main">
              <a:ext uri="{FF2B5EF4-FFF2-40B4-BE49-F238E27FC236}">
                <a16:creationId xmlns:a16="http://schemas.microsoft.com/office/drawing/2014/main" id="{476A0F0E-FDED-4080-893F-4D8768DBA739}"/>
              </a:ext>
            </a:extLst>
          </p:cNvPr>
          <p:cNvSpPr>
            <a:spLocks xmlns:a="http://schemas.openxmlformats.org/drawingml/2006/main" noGrp="1"/>
          </p:cNvSpPr>
          <p:nvPr/>
        </p:nvSpPr>
        <p:spPr>
          <a:xfrm xmlns:a="http://schemas.openxmlformats.org/drawingml/2006/main">
            <a:off x="609600" y="14382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C6F7C"/>
                </a:solidFill>
                <a:latin typeface="Arial"/>
                <a:ea typeface="Arial"/>
                <a:cs typeface="Arial"/>
              </a:defRPr>
            </a:defPPr>
          </a:lstStyle>
          <a:p xmlns:a="http://schemas.openxmlformats.org/drawingml/2006/main">
            <a:pPr algn="l">
              <a:defRPr sz="2175" b="0">
                <a:solidFill>
                  <a:srgbClr val="5C6F7C"/>
                </a:solidFill>
                <a:latin typeface="Arial"/>
                <a:ea typeface="Arial"/>
                <a:cs typeface="Arial"/>
              </a:defRPr>
            </a:pPr>
            <a:r>
              <a:rPr sz="2175" b="0">
                <a:solidFill>
                  <a:srgbClr val="5C6F7C"/>
                </a:solidFill>
                <a:latin typeface="Arial"/>
                <a:ea typeface="Arial"/>
                <a:cs typeface="Arial"/>
              </a:rPr>
              <a:t>Ein Schätzschritt dauert Δt = 0,01 s.</a:t>
            </a:r>
          </a:p>
        </p:txBody>
      </p:sp>
      <p:sp>
        <p:nvSpPr>
          <p:cNvPr id="4" name="text-3">
            <a:extLst xmlns:a="http://schemas.openxmlformats.org/drawingml/2006/main">
              <a:ext uri="{FF2B5EF4-FFF2-40B4-BE49-F238E27FC236}">
                <a16:creationId xmlns:a16="http://schemas.microsoft.com/office/drawing/2014/main" id="{4EFAB564-2765-4752-AFE6-E4B945C2ADCB}"/>
              </a:ext>
            </a:extLst>
          </p:cNvPr>
          <p:cNvSpPr>
            <a:spLocks xmlns:a="http://schemas.openxmlformats.org/drawingml/2006/main" noGrp="1"/>
          </p:cNvSpPr>
          <p:nvPr/>
        </p:nvSpPr>
        <p:spPr>
          <a:xfrm xmlns:a="http://schemas.openxmlformats.org/drawingml/2006/main">
            <a:off x="609600" y="2219325"/>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Frequenz: Drehung pro Sekunde</a:t>
            </a:r>
          </a:p>
        </p:txBody>
      </p:sp>
      <p:sp>
        <p:nvSpPr>
          <p:cNvPr id="5" name="text-4">
            <a:extLst xmlns:a="http://schemas.openxmlformats.org/drawingml/2006/main">
              <a:ext uri="{FF2B5EF4-FFF2-40B4-BE49-F238E27FC236}">
                <a16:creationId xmlns:a16="http://schemas.microsoft.com/office/drawing/2014/main" id="{8DB85371-6735-4ED8-8EFD-E634C5F1BC16}"/>
              </a:ext>
            </a:extLst>
          </p:cNvPr>
          <p:cNvSpPr>
            <a:spLocks xmlns:a="http://schemas.openxmlformats.org/drawingml/2006/main" noGrp="1"/>
          </p:cNvSpPr>
          <p:nvPr/>
        </p:nvSpPr>
        <p:spPr>
          <a:xfrm xmlns:a="http://schemas.openxmlformats.org/drawingml/2006/main">
            <a:off x="609600" y="2762250"/>
            <a:ext cx="5410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3344"/>
                </a:solidFill>
                <a:latin typeface="Arial"/>
                <a:ea typeface="Arial"/>
                <a:cs typeface="Arial"/>
              </a:defRPr>
            </a:defPPr>
          </a:lstStyle>
          <a:p xmlns:a="http://schemas.openxmlformats.org/drawingml/2006/main">
            <a:pPr algn="l">
              <a:defRPr sz="2250" b="0">
                <a:solidFill>
                  <a:srgbClr val="183344"/>
                </a:solidFill>
                <a:latin typeface="Arial"/>
                <a:ea typeface="Arial"/>
                <a:cs typeface="Arial"/>
              </a:defRPr>
            </a:pPr>
            <a:r>
              <a:rPr sz="2250" b="0">
                <a:solidFill>
                  <a:srgbClr val="183344"/>
                </a:solidFill>
                <a:latin typeface="Arial"/>
                <a:ea typeface="Arial"/>
                <a:cs typeface="Arial"/>
              </a:rPr>
              <a:t>f = θ / (2π · Δt)</a:t>
            </a:r>
          </a:p>
          <a:p xmlns:a="http://schemas.openxmlformats.org/drawingml/2006/main">
            <a:pPr algn="l">
              <a:defRPr sz="2250" b="0">
                <a:solidFill>
                  <a:srgbClr val="183344"/>
                </a:solidFill>
                <a:latin typeface="Arial"/>
                <a:ea typeface="Arial"/>
                <a:cs typeface="Arial"/>
              </a:defRPr>
            </a:pPr>
            <a:r>
              <a:rPr sz="2250" b="0">
                <a:solidFill>
                  <a:srgbClr val="183344"/>
                </a:solidFill>
                <a:latin typeface="Arial"/>
                <a:ea typeface="Arial"/>
                <a:cs typeface="Arial"/>
              </a:rPr>
              <a:t>  = 0,142501233 / (2π · 0,01)</a:t>
            </a:r>
          </a:p>
          <a:p xmlns:a="http://schemas.openxmlformats.org/drawingml/2006/main">
            <a:pPr algn="l">
              <a:defRPr sz="2250" b="0">
                <a:solidFill>
                  <a:srgbClr val="183344"/>
                </a:solidFill>
                <a:latin typeface="Arial"/>
                <a:ea typeface="Arial"/>
                <a:cs typeface="Arial"/>
              </a:defRPr>
            </a:pPr>
            <a:r>
              <a:rPr sz="2250" b="0">
                <a:solidFill>
                  <a:srgbClr val="183344"/>
                </a:solidFill>
                <a:latin typeface="Arial"/>
                <a:ea typeface="Arial"/>
                <a:cs typeface="Arial"/>
              </a:rPr>
              <a:t>  ≈ 2,267978 Hz</a:t>
            </a:r>
          </a:p>
        </p:txBody>
      </p:sp>
      <p:sp>
        <p:nvSpPr>
          <p:cNvPr id="6" name="text-5">
            <a:extLst xmlns:a="http://schemas.openxmlformats.org/drawingml/2006/main">
              <a:ext uri="{FF2B5EF4-FFF2-40B4-BE49-F238E27FC236}">
                <a16:creationId xmlns:a16="http://schemas.microsoft.com/office/drawing/2014/main" id="{17AEBA63-FC73-485D-B226-F2AB0327CEB5}"/>
              </a:ext>
            </a:extLst>
          </p:cNvPr>
          <p:cNvSpPr>
            <a:spLocks xmlns:a="http://schemas.openxmlformats.org/drawingml/2006/main" noGrp="1"/>
          </p:cNvSpPr>
          <p:nvPr/>
        </p:nvSpPr>
        <p:spPr>
          <a:xfrm xmlns:a="http://schemas.openxmlformats.org/drawingml/2006/main">
            <a:off x="609600" y="4371975"/>
            <a:ext cx="5476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Dämpfung: Abklingen pro Sekunde</a:t>
            </a:r>
          </a:p>
        </p:txBody>
      </p:sp>
      <p:sp>
        <p:nvSpPr>
          <p:cNvPr id="7" name="text-6">
            <a:extLst xmlns:a="http://schemas.openxmlformats.org/drawingml/2006/main">
              <a:ext uri="{FF2B5EF4-FFF2-40B4-BE49-F238E27FC236}">
                <a16:creationId xmlns:a16="http://schemas.microsoft.com/office/drawing/2014/main" id="{E9D8E55C-B9C8-4201-9BC8-05629D3B2FB2}"/>
              </a:ext>
            </a:extLst>
          </p:cNvPr>
          <p:cNvSpPr>
            <a:spLocks xmlns:a="http://schemas.openxmlformats.org/drawingml/2006/main" noGrp="1"/>
          </p:cNvSpPr>
          <p:nvPr/>
        </p:nvSpPr>
        <p:spPr>
          <a:xfrm xmlns:a="http://schemas.openxmlformats.org/drawingml/2006/main">
            <a:off x="609600" y="4867275"/>
            <a:ext cx="5410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344"/>
                </a:solidFill>
                <a:latin typeface="Arial"/>
                <a:ea typeface="Arial"/>
                <a:cs typeface="Arial"/>
              </a:defRPr>
            </a:defPPr>
          </a:lstStyle>
          <a:p xmlns:a="http://schemas.openxmlformats.org/drawingml/2006/main">
            <a:pPr algn="l">
              <a:defRPr sz="2175" b="0">
                <a:solidFill>
                  <a:srgbClr val="183344"/>
                </a:solidFill>
                <a:latin typeface="Arial"/>
                <a:ea typeface="Arial"/>
                <a:cs typeface="Arial"/>
              </a:defRPr>
            </a:pPr>
            <a:r>
              <a:rPr sz="2175" b="0">
                <a:solidFill>
                  <a:srgbClr val="183344"/>
                </a:solidFill>
                <a:latin typeface="Arial"/>
                <a:ea typeface="Arial"/>
                <a:cs typeface="Arial"/>
              </a:rPr>
              <a:t>σ = ln(r) / Δt</a:t>
            </a:r>
          </a:p>
          <a:p xmlns:a="http://schemas.openxmlformats.org/drawingml/2006/main">
            <a:pPr algn="l">
              <a:defRPr sz="2175" b="0">
                <a:solidFill>
                  <a:srgbClr val="183344"/>
                </a:solidFill>
                <a:latin typeface="Arial"/>
                <a:ea typeface="Arial"/>
                <a:cs typeface="Arial"/>
              </a:defRPr>
            </a:pPr>
            <a:r>
              <a:rPr sz="2175" b="0">
                <a:solidFill>
                  <a:srgbClr val="183344"/>
                </a:solidFill>
                <a:latin typeface="Arial"/>
                <a:ea typeface="Arial"/>
                <a:cs typeface="Arial"/>
              </a:rPr>
              <a:t>   = ln(0,998084146) / 0,01</a:t>
            </a:r>
          </a:p>
          <a:p xmlns:a="http://schemas.openxmlformats.org/drawingml/2006/main">
            <a:pPr algn="l">
              <a:defRPr sz="2175" b="0">
                <a:solidFill>
                  <a:srgbClr val="183344"/>
                </a:solidFill>
                <a:latin typeface="Arial"/>
                <a:ea typeface="Arial"/>
                <a:cs typeface="Arial"/>
              </a:defRPr>
            </a:pPr>
            <a:r>
              <a:rPr sz="2175" b="0">
                <a:solidFill>
                  <a:srgbClr val="183344"/>
                </a:solidFill>
                <a:latin typeface="Arial"/>
                <a:ea typeface="Arial"/>
                <a:cs typeface="Arial"/>
              </a:rPr>
              <a:t>   ≈ −0,191769 /s</a:t>
            </a:r>
          </a:p>
        </p:txBody>
      </p:sp>
      <p:graphicFrame>
        <p:nvGraphicFramePr>
          <p:cNvPr id="8" name="Chart">
            <a:extLst xmlns:a="http://schemas.openxmlformats.org/drawingml/2006/main">
              <a:ext uri="{FF2B5EF4-FFF2-40B4-BE49-F238E27FC236}">
                <a16:creationId xmlns:a16="http://schemas.microsoft.com/office/drawing/2014/main" id="{5C893D48-2F1A-4666-A9F0-2FC87C397CE9}"/>
              </a:ext>
            </a:extLst>
          </p:cNvPr>
          <p:cNvGraphicFramePr/>
          <p:nvPr/>
        </p:nvGraphicFramePr>
        <p:xfrm>
          <a:off xmlns:a="http://schemas.openxmlformats.org/drawingml/2006/main" x="6191250" y="2257425"/>
          <a:ext xmlns:a="http://schemas.openxmlformats.org/drawingml/2006/main" cx="5410200" cy="3352800"/>
        </p:xfrm>
        <a:graphic xmlns:a="http://schemas.openxmlformats.org/drawingml/2006/main">
          <a:graphicData uri="http://schemas.openxmlformats.org/drawingml/2006/chart">
            <c:chart xmlns:r="http://schemas.openxmlformats.org/officeDocument/2006/relationships" xmlns:c="http://schemas.openxmlformats.org/drawingml/2006/chart" r:id="Rd04379a8de6c4b1c"/>
          </a:graphicData>
        </a:graphic>
      </p:graphicFrame>
      <p:sp>
        <p:nvSpPr>
          <p:cNvPr id="9" name="text-7">
            <a:extLst xmlns:a="http://schemas.openxmlformats.org/drawingml/2006/main">
              <a:ext uri="{FF2B5EF4-FFF2-40B4-BE49-F238E27FC236}">
                <a16:creationId xmlns:a16="http://schemas.microsoft.com/office/drawing/2014/main" id="{57CB00CC-B9BF-45B4-9731-8A8767A64BC0}"/>
              </a:ext>
            </a:extLst>
          </p:cNvPr>
          <p:cNvSpPr>
            <a:spLocks xmlns:a="http://schemas.openxmlformats.org/drawingml/2006/main" noGrp="1"/>
          </p:cNvSpPr>
          <p:nvPr/>
        </p:nvSpPr>
        <p:spPr>
          <a:xfrm xmlns:a="http://schemas.openxmlformats.org/drawingml/2006/main">
            <a:off x="6219825" y="5743575"/>
            <a:ext cx="5286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4A7C"/>
                </a:solidFill>
                <a:latin typeface="Arial"/>
                <a:ea typeface="Arial"/>
                <a:cs typeface="Arial"/>
              </a:defRPr>
            </a:defPPr>
          </a:lstStyle>
          <a:p xmlns:a="http://schemas.openxmlformats.org/drawingml/2006/main">
            <a:pPr algn="l">
              <a:defRPr sz="1650" b="0">
                <a:solidFill>
                  <a:srgbClr val="004A7C"/>
                </a:solidFill>
                <a:latin typeface="Arial"/>
                <a:ea typeface="Arial"/>
                <a:cs typeface="Arial"/>
              </a:defRPr>
            </a:pPr>
            <a:r>
              <a:rPr sz="1650" b="0">
                <a:solidFill>
                  <a:srgbClr val="004A7C"/>
                </a:solidFill>
                <a:latin typeface="Arial"/>
                <a:ea typeface="Arial"/>
                <a:cs typeface="Arial"/>
              </a:rPr>
              <a:t>2π rad entsprechen einer vollständigen Schwingung.</a:t>
            </a:r>
          </a:p>
        </p:txBody>
      </p:sp>
      <p:sp>
        <p:nvSpPr>
          <p:cNvPr id="10" name="text-8">
            <a:extLst xmlns:a="http://schemas.openxmlformats.org/drawingml/2006/main">
              <a:ext uri="{FF2B5EF4-FFF2-40B4-BE49-F238E27FC236}">
                <a16:creationId xmlns:a16="http://schemas.microsoft.com/office/drawing/2014/main" id="{127E6C55-F071-4889-B214-057958DF02CE}"/>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1768129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AB8C19F-751A-48B1-8E07-8AD5C67B008A}"/>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Modellordnung</a:t>
            </a:r>
          </a:p>
        </p:txBody>
      </p:sp>
      <p:sp>
        <p:nvSpPr>
          <p:cNvPr id="2" name="text-1">
            <a:extLst xmlns:a="http://schemas.openxmlformats.org/drawingml/2006/main">
              <a:ext uri="{FF2B5EF4-FFF2-40B4-BE49-F238E27FC236}">
                <a16:creationId xmlns:a16="http://schemas.microsoft.com/office/drawing/2014/main" id="{5DD77B98-CA77-40A3-B455-D6B97FB57065}"/>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11</a:t>
            </a:r>
          </a:p>
        </p:txBody>
      </p:sp>
      <p:sp>
        <p:nvSpPr>
          <p:cNvPr id="8" name="text-2">
            <a:extLst xmlns:a="http://schemas.openxmlformats.org/drawingml/2006/main">
              <a:ext uri="{FF2B5EF4-FFF2-40B4-BE49-F238E27FC236}">
                <a16:creationId xmlns:a16="http://schemas.microsoft.com/office/drawing/2014/main" id="{5D3E6091-A3D6-4976-B193-A337504E72E8}"/>
              </a:ext>
            </a:extLst>
          </p:cNvPr>
          <p:cNvSpPr>
            <a:spLocks xmlns:a="http://schemas.openxmlformats.org/drawingml/2006/main" noGrp="1"/>
          </p:cNvSpPr>
          <p:nvPr/>
        </p:nvSpPr>
        <p:spPr>
          <a:xfrm xmlns:a="http://schemas.openxmlformats.org/drawingml/2006/main">
            <a:off x="609600" y="1438275"/>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3344"/>
                </a:solidFill>
                <a:latin typeface="Arial"/>
                <a:ea typeface="Arial"/>
                <a:cs typeface="Arial"/>
              </a:defRPr>
            </a:defPPr>
          </a:lstStyle>
          <a:p xmlns:a="http://schemas.openxmlformats.org/drawingml/2006/main">
            <a:pPr algn="l">
              <a:defRPr sz="2325" b="0">
                <a:solidFill>
                  <a:srgbClr val="183344"/>
                </a:solidFill>
                <a:latin typeface="Arial"/>
                <a:ea typeface="Arial"/>
                <a:cs typeface="Arial"/>
              </a:defRPr>
            </a:pPr>
            <a:r>
              <a:rPr sz="2325" b="0">
                <a:solidFill>
                  <a:srgbClr val="183344"/>
                </a:solidFill>
                <a:latin typeface="Arial"/>
                <a:ea typeface="Arial"/>
                <a:cs typeface="Arial"/>
              </a:rPr>
              <a:t>Die Ordnung begrenzt die Zahl der Exponentialanteile.</a:t>
            </a:r>
          </a:p>
          <a:p xmlns:a="http://schemas.openxmlformats.org/drawingml/2006/main">
            <a:pPr algn="l">
              <a:defRPr sz="2325" b="0">
                <a:solidFill>
                  <a:srgbClr val="183344"/>
                </a:solidFill>
                <a:latin typeface="Arial"/>
                <a:ea typeface="Arial"/>
                <a:cs typeface="Arial"/>
              </a:defRPr>
            </a:pPr>
            <a:r>
              <a:rPr sz="2325" b="0">
                <a:solidFill>
                  <a:srgbClr val="183344"/>
                </a:solidFill>
                <a:latin typeface="Arial"/>
                <a:ea typeface="Arial"/>
                <a:cs typeface="Arial"/>
              </a:rPr>
              <a:t>Eine reelle Schwingung benötigt zwei konjugierte Pole.</a:t>
            </a:r>
          </a:p>
        </p:txBody>
      </p:sp>
      <p:graphicFrame>
        <p:nvGraphicFramePr>
          <p:cNvPr id="9" name="">
            <a:extLst xmlns:a="http://schemas.openxmlformats.org/drawingml/2006/main">
              <a:ext uri="{FF2B5EF4-FFF2-40B4-BE49-F238E27FC236}">
                <a16:creationId xmlns:a16="http://schemas.microsoft.com/office/drawing/2014/main" id="{7437B9CA-4D75-4B38-A1AB-BF578CE48DF0}"/>
              </a:ext>
            </a:extLst>
          </p:cNvPr>
          <p:cNvGraphicFramePr/>
          <p:nvPr/>
        </p:nvGraphicFramePr>
        <p:xfrm>
          <a:off xmlns:a="http://schemas.openxmlformats.org/drawingml/2006/main" x="609600" y="2676525"/>
          <a:ext xmlns:a="http://schemas.openxmlformats.org/drawingml/2006/main" cx="10972800" cy="2628900"/>
        </p:xfrm>
        <a:graphic xmlns:a="http://schemas.openxmlformats.org/drawingml/2006/main">
          <a:graphicData uri="http://schemas.openxmlformats.org/drawingml/2006/table">
            <a:tbl>
              <a:tblPr/>
              <a:tblGrid>
                <a:gridCol w="5429250"/>
                <a:gridCol w="2857500"/>
                <a:gridCol w="2686050"/>
              </a:tblGrid>
              <a:tr h="657225">
                <a:tc>
                  <a:txBody>
                    <a:bodyPr/>
                    <a:lstStyle/>
                    <a:p>
                      <a:pPr algn="l"/>
                      <a:r>
                        <a:rPr sz="1950" b="1">
                          <a:solidFill>
                            <a:srgbClr val="004A7C"/>
                          </a:solidFill>
                          <a:latin typeface="Arial"/>
                          <a:ea typeface="Arial"/>
                          <a:cs typeface="Arial"/>
                        </a:rPr>
                        <a:t>Datensatz und Ordnung</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950" b="1">
                          <a:solidFill>
                            <a:srgbClr val="004A7C"/>
                          </a:solidFill>
                          <a:latin typeface="Arial"/>
                          <a:ea typeface="Arial"/>
                          <a:cs typeface="Arial"/>
                        </a:rPr>
                        <a:t>Schwingende Polpaare</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950" b="1">
                          <a:solidFill>
                            <a:srgbClr val="004A7C"/>
                          </a:solidFill>
                          <a:latin typeface="Arial"/>
                          <a:ea typeface="Arial"/>
                          <a:cs typeface="Arial"/>
                        </a:rPr>
                        <a:t>Reelle Anteile</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57225">
                <a:tc>
                  <a:txBody>
                    <a:bodyPr/>
                    <a:lstStyle/>
                    <a:p>
                      <a:pPr algn="l"/>
                      <a:r>
                        <a:rPr sz="1950">
                          <a:solidFill>
                            <a:srgbClr val="183344"/>
                          </a:solidFill>
                          <a:latin typeface="Arial"/>
                          <a:ea typeface="Arial"/>
                          <a:cs typeface="Arial"/>
                        </a:rPr>
                        <a:t>Negative Sprungantwort, Ordnung 12</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4</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4</a:t>
                      </a:r>
                    </a:p>
                  </a:txBody>
                  <a:tcPr marL="142875" marR="114300" marT="114300" marB="95250">
                    <a:lnR w="9525">
                      <a:solidFill>
                        <a:srgbClr val="D8E1E7"/>
                      </a:solidFill>
                      <a:prstDash val="solid"/>
                    </a:lnR>
                    <a:lnB w="9525">
                      <a:solidFill>
                        <a:srgbClr val="D8E1E7"/>
                      </a:solidFill>
                      <a:prstDash val="solid"/>
                    </a:lnB>
                    <a:solidFill>
                      <a:srgbClr val="FFFFFF"/>
                    </a:solidFill>
                  </a:tcPr>
                </a:tc>
              </a:tr>
              <a:tr h="657225">
                <a:tc>
                  <a:txBody>
                    <a:bodyPr/>
                    <a:lstStyle/>
                    <a:p>
                      <a:pPr algn="l"/>
                      <a:r>
                        <a:rPr sz="1950">
                          <a:solidFill>
                            <a:srgbClr val="183344"/>
                          </a:solidFill>
                          <a:latin typeface="Arial"/>
                          <a:ea typeface="Arial"/>
                          <a:cs typeface="Arial"/>
                        </a:rPr>
                        <a:t>Mexiko / ROMA, Ordnung 12</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5</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2</a:t>
                      </a:r>
                    </a:p>
                  </a:txBody>
                  <a:tcPr marL="142875" marR="114300" marT="114300" marB="95250">
                    <a:lnR w="9525">
                      <a:solidFill>
                        <a:srgbClr val="D8E1E7"/>
                      </a:solidFill>
                      <a:prstDash val="solid"/>
                    </a:lnR>
                    <a:lnB w="9525">
                      <a:solidFill>
                        <a:srgbClr val="D8E1E7"/>
                      </a:solidFill>
                      <a:prstDash val="solid"/>
                    </a:lnB>
                    <a:solidFill>
                      <a:srgbClr val="FFFFFF"/>
                    </a:solidFill>
                  </a:tcPr>
                </a:tc>
              </a:tr>
              <a:tr h="657225">
                <a:tc>
                  <a:txBody>
                    <a:bodyPr/>
                    <a:lstStyle/>
                    <a:p>
                      <a:pPr algn="l"/>
                      <a:r>
                        <a:rPr sz="1950">
                          <a:solidFill>
                            <a:srgbClr val="183344"/>
                          </a:solidFill>
                          <a:latin typeface="Arial"/>
                          <a:ea typeface="Arial"/>
                          <a:cs typeface="Arial"/>
                        </a:rPr>
                        <a:t>Mexiko / ROMA, Ordnung 36</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17</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950">
                          <a:solidFill>
                            <a:srgbClr val="183344"/>
                          </a:solidFill>
                          <a:latin typeface="Arial"/>
                          <a:ea typeface="Arial"/>
                          <a:cs typeface="Arial"/>
                        </a:rPr>
                        <a:t>2</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10" name="text-3">
            <a:extLst xmlns:a="http://schemas.openxmlformats.org/drawingml/2006/main">
              <a:ext uri="{FF2B5EF4-FFF2-40B4-BE49-F238E27FC236}">
                <a16:creationId xmlns:a16="http://schemas.microsoft.com/office/drawing/2014/main" id="{5D830C51-8B90-4574-81D8-7BB61B2139C4}"/>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Ordnung 12 bedeutet höchstens zwölf Exponentialanteile; sie ist keine Frequenzangabe.</a:t>
            </a:r>
          </a:p>
        </p:txBody>
      </p:sp>
    </p:spTree>
    <p:extLst>
      <p:ext uri="{BB962C8B-B14F-4D97-AF65-F5344CB8AC3E}">
        <p14:creationId xmlns:p14="http://schemas.microsoft.com/office/powerpoint/2010/main" val="14966154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5FE252A-DEEC-456D-B02B-BE1CF11D539A}"/>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Rekonstruktion und Filterentscheidung</a:t>
            </a:r>
          </a:p>
        </p:txBody>
      </p:sp>
      <p:sp>
        <p:nvSpPr>
          <p:cNvPr id="2" name="text-1">
            <a:extLst xmlns:a="http://schemas.openxmlformats.org/drawingml/2006/main">
              <a:ext uri="{FF2B5EF4-FFF2-40B4-BE49-F238E27FC236}">
                <a16:creationId xmlns:a16="http://schemas.microsoft.com/office/drawing/2014/main" id="{9ED7AACA-419E-4081-9FD2-9B3D74D5BE22}"/>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12</a:t>
            </a:r>
          </a:p>
        </p:txBody>
      </p:sp>
      <p:sp>
        <p:nvSpPr>
          <p:cNvPr id="3" name="text-2">
            <a:extLst xmlns:a="http://schemas.openxmlformats.org/drawingml/2006/main">
              <a:ext uri="{FF2B5EF4-FFF2-40B4-BE49-F238E27FC236}">
                <a16:creationId xmlns:a16="http://schemas.microsoft.com/office/drawing/2014/main" id="{BABFC127-54A6-4633-8A45-6DB6AAB021C7}"/>
              </a:ext>
            </a:extLst>
          </p:cNvPr>
          <p:cNvSpPr>
            <a:spLocks xmlns:a="http://schemas.openxmlformats.org/drawingml/2006/main" noGrp="1"/>
          </p:cNvSpPr>
          <p:nvPr/>
        </p:nvSpPr>
        <p:spPr>
          <a:xfrm xmlns:a="http://schemas.openxmlformats.org/drawingml/2006/main">
            <a:off x="609600" y="1466850"/>
            <a:ext cx="10906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344"/>
                </a:solidFill>
                <a:latin typeface="Arial"/>
                <a:ea typeface="Arial"/>
                <a:cs typeface="Arial"/>
              </a:defRPr>
            </a:defPPr>
          </a:lstStyle>
          <a:p xmlns:a="http://schemas.openxmlformats.org/drawingml/2006/main">
            <a:pPr algn="l">
              <a:defRPr sz="2100" b="0">
                <a:solidFill>
                  <a:srgbClr val="183344"/>
                </a:solidFill>
                <a:latin typeface="Arial"/>
                <a:ea typeface="Arial"/>
                <a:cs typeface="Arial"/>
              </a:defRPr>
            </a:pPr>
            <a:r>
              <a:rPr sz="2100" b="0">
                <a:solidFill>
                  <a:srgbClr val="183344"/>
                </a:solidFill>
                <a:latin typeface="Arial"/>
                <a:ea typeface="Arial"/>
                <a:cs typeface="Arial"/>
              </a:rPr>
              <a:t>Gesamtmodell x̂: Summe aller geschätzten Anteile und des Grundwerts</a:t>
            </a:r>
          </a:p>
        </p:txBody>
      </p:sp>
      <p:sp>
        <p:nvSpPr>
          <p:cNvPr id="4" name="text-3">
            <a:extLst xmlns:a="http://schemas.openxmlformats.org/drawingml/2006/main">
              <a:ext uri="{FF2B5EF4-FFF2-40B4-BE49-F238E27FC236}">
                <a16:creationId xmlns:a16="http://schemas.microsoft.com/office/drawing/2014/main" id="{B30CF68E-8CB7-4CCB-A949-108E283361E9}"/>
              </a:ext>
            </a:extLst>
          </p:cNvPr>
          <p:cNvSpPr>
            <a:spLocks xmlns:a="http://schemas.openxmlformats.org/drawingml/2006/main" noGrp="1"/>
          </p:cNvSpPr>
          <p:nvPr/>
        </p:nvSpPr>
        <p:spPr>
          <a:xfrm xmlns:a="http://schemas.openxmlformats.org/drawingml/2006/main">
            <a:off x="609600" y="2143125"/>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004A7C"/>
                </a:solidFill>
                <a:latin typeface="Arial"/>
                <a:ea typeface="Arial"/>
                <a:cs typeface="Arial"/>
              </a:defRPr>
            </a:defPPr>
          </a:lstStyle>
          <a:p xmlns:a="http://schemas.openxmlformats.org/drawingml/2006/main">
            <a:pPr algn="l">
              <a:defRPr sz="3000" b="0">
                <a:solidFill>
                  <a:srgbClr val="004A7C"/>
                </a:solidFill>
                <a:latin typeface="Arial"/>
                <a:ea typeface="Arial"/>
                <a:cs typeface="Arial"/>
              </a:defRPr>
            </a:pPr>
            <a:r>
              <a:rPr sz="3000" b="0">
                <a:solidFill>
                  <a:srgbClr val="004A7C"/>
                </a:solidFill>
                <a:latin typeface="Arial"/>
                <a:ea typeface="Arial"/>
                <a:cs typeface="Arial"/>
              </a:rPr>
              <a:t>e_rel = ‖x − x̂‖₂ / ‖x − x̄‖₂</a:t>
            </a:r>
          </a:p>
        </p:txBody>
      </p:sp>
      <p:sp>
        <p:nvSpPr>
          <p:cNvPr id="5" name="text-4">
            <a:extLst xmlns:a="http://schemas.openxmlformats.org/drawingml/2006/main">
              <a:ext uri="{FF2B5EF4-FFF2-40B4-BE49-F238E27FC236}">
                <a16:creationId xmlns:a16="http://schemas.microsoft.com/office/drawing/2014/main" id="{C8B420AA-746B-4038-A7E4-23DE9C99B1FB}"/>
              </a:ext>
            </a:extLst>
          </p:cNvPr>
          <p:cNvSpPr>
            <a:spLocks xmlns:a="http://schemas.openxmlformats.org/drawingml/2006/main" noGrp="1"/>
          </p:cNvSpPr>
          <p:nvPr/>
        </p:nvSpPr>
        <p:spPr>
          <a:xfrm xmlns:a="http://schemas.openxmlformats.org/drawingml/2006/main">
            <a:off x="609600" y="2809875"/>
            <a:ext cx="1090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C6F7C"/>
                </a:solidFill>
                <a:latin typeface="Arial"/>
                <a:ea typeface="Arial"/>
                <a:cs typeface="Arial"/>
              </a:defRPr>
            </a:defPPr>
          </a:lstStyle>
          <a:p xmlns:a="http://schemas.openxmlformats.org/drawingml/2006/main">
            <a:pPr algn="l">
              <a:defRPr sz="1575" b="0">
                <a:solidFill>
                  <a:srgbClr val="5C6F7C"/>
                </a:solidFill>
                <a:latin typeface="Arial"/>
                <a:ea typeface="Arial"/>
                <a:cs typeface="Arial"/>
              </a:defRPr>
            </a:pPr>
            <a:r>
              <a:rPr sz="1575" b="0">
                <a:solidFill>
                  <a:srgbClr val="5C6F7C"/>
                </a:solidFill>
                <a:latin typeface="Arial"/>
                <a:ea typeface="Arial"/>
                <a:cs typeface="Arial"/>
              </a:rPr>
              <a:t>x: Messung · x̂: Modell · x̄: Mittelwert · ‖·‖₂: Wurzel aus der Summe der Quadrate</a:t>
            </a:r>
          </a:p>
        </p:txBody>
      </p:sp>
      <p:graphicFrame>
        <p:nvGraphicFramePr>
          <p:cNvPr id="6" name="">
            <a:extLst xmlns:a="http://schemas.openxmlformats.org/drawingml/2006/main">
              <a:ext uri="{FF2B5EF4-FFF2-40B4-BE49-F238E27FC236}">
                <a16:creationId xmlns:a16="http://schemas.microsoft.com/office/drawing/2014/main" id="{42FD4F9A-C3B9-4F01-A82C-6573CDACA403}"/>
              </a:ext>
            </a:extLst>
          </p:cNvPr>
          <p:cNvGraphicFramePr/>
          <p:nvPr/>
        </p:nvGraphicFramePr>
        <p:xfrm>
          <a:off xmlns:a="http://schemas.openxmlformats.org/drawingml/2006/main" x="609600" y="3124200"/>
          <a:ext xmlns:a="http://schemas.openxmlformats.org/drawingml/2006/main" cx="10972800" cy="2000250"/>
        </p:xfrm>
        <a:graphic xmlns:a="http://schemas.openxmlformats.org/drawingml/2006/main">
          <a:graphicData uri="http://schemas.openxmlformats.org/drawingml/2006/table">
            <a:tbl>
              <a:tblPr/>
              <a:tblGrid>
                <a:gridCol w="4714875"/>
                <a:gridCol w="6257925"/>
              </a:tblGrid>
              <a:tr h="666750">
                <a:tc>
                  <a:txBody>
                    <a:bodyPr/>
                    <a:lstStyle/>
                    <a:p>
                      <a:pPr algn="l"/>
                      <a:r>
                        <a:rPr sz="1800" b="1">
                          <a:solidFill>
                            <a:srgbClr val="004A7C"/>
                          </a:solidFill>
                          <a:latin typeface="Arial"/>
                          <a:ea typeface="Arial"/>
                          <a:cs typeface="Arial"/>
                        </a:rPr>
                        <a:t>Prüfung für den Abzug</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800" b="1">
                          <a:solidFill>
                            <a:srgbClr val="004A7C"/>
                          </a:solidFill>
                          <a:latin typeface="Arial"/>
                          <a:ea typeface="Arial"/>
                          <a:cs typeface="Arial"/>
                        </a:rPr>
                        <a:t>Einstellung der Sprungversuche</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66750">
                <a:tc>
                  <a:txBody>
                    <a:bodyPr/>
                    <a:lstStyle/>
                    <a:p>
                      <a:pPr algn="l"/>
                      <a:r>
                        <a:rPr sz="1800">
                          <a:solidFill>
                            <a:srgbClr val="183344"/>
                          </a:solidFill>
                          <a:latin typeface="Arial"/>
                          <a:ea typeface="Arial"/>
                          <a:cs typeface="Arial"/>
                        </a:rPr>
                        <a:t>Frequenz und Dämpfung</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00">
                          <a:solidFill>
                            <a:srgbClr val="183344"/>
                          </a:solidFill>
                          <a:latin typeface="Arial"/>
                          <a:ea typeface="Arial"/>
                          <a:cs typeface="Arial"/>
                        </a:rPr>
                        <a:t>1,76–2,64 Hz; kein Wachstum; relative Dämpfung ≤ 0,3</a:t>
                      </a:r>
                    </a:p>
                  </a:txBody>
                  <a:tcPr marL="142875" marR="114300" marT="114300" marB="95250">
                    <a:lnR w="9525">
                      <a:solidFill>
                        <a:srgbClr val="D8E1E7"/>
                      </a:solidFill>
                      <a:prstDash val="solid"/>
                    </a:lnR>
                    <a:lnB w="9525">
                      <a:solidFill>
                        <a:srgbClr val="D8E1E7"/>
                      </a:solidFill>
                      <a:prstDash val="solid"/>
                    </a:lnB>
                    <a:solidFill>
                      <a:srgbClr val="FFFFFF"/>
                    </a:solidFill>
                  </a:tcPr>
                </a:tc>
              </a:tr>
              <a:tr h="666750">
                <a:tc>
                  <a:txBody>
                    <a:bodyPr/>
                    <a:lstStyle/>
                    <a:p>
                      <a:pPr algn="l"/>
                      <a:r>
                        <a:rPr sz="1800">
                          <a:solidFill>
                            <a:srgbClr val="183344"/>
                          </a:solidFill>
                          <a:latin typeface="Arial"/>
                          <a:ea typeface="Arial"/>
                          <a:cs typeface="Arial"/>
                        </a:rPr>
                        <a:t>Gesamtrekonstruktion und Abzugsnorm</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800">
                          <a:solidFill>
                            <a:srgbClr val="183344"/>
                          </a:solidFill>
                          <a:latin typeface="Arial"/>
                          <a:ea typeface="Arial"/>
                          <a:cs typeface="Arial"/>
                        </a:rPr>
                        <a:t>e_rel ≤ 10 %; ‖Abzug‖₂ ≤ 1,25 · ‖x − x̄‖₂</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C323B408-BE12-411F-8818-67452E1DCABF}"/>
              </a:ext>
            </a:extLst>
          </p:cNvPr>
          <p:cNvSpPr>
            <a:spLocks xmlns:a="http://schemas.openxmlformats.org/drawingml/2006/main" noGrp="1"/>
          </p:cNvSpPr>
          <p:nvPr/>
        </p:nvSpPr>
        <p:spPr>
          <a:xfrm xmlns:a="http://schemas.openxmlformats.org/drawingml/2006/main">
            <a:off x="609600" y="5400675"/>
            <a:ext cx="1085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4A7C"/>
                </a:solidFill>
                <a:latin typeface="Arial"/>
                <a:ea typeface="Arial"/>
                <a:cs typeface="Arial"/>
              </a:defRPr>
            </a:defPPr>
          </a:lstStyle>
          <a:p xmlns:a="http://schemas.openxmlformats.org/drawingml/2006/main">
            <a:pPr algn="l">
              <a:defRPr sz="2325" b="1">
                <a:solidFill>
                  <a:srgbClr val="004A7C"/>
                </a:solidFill>
                <a:latin typeface="Arial"/>
                <a:ea typeface="Arial"/>
                <a:cs typeface="Arial"/>
              </a:defRPr>
            </a:pPr>
            <a:r>
              <a:rPr sz="2325" b="1">
                <a:solidFill>
                  <a:srgbClr val="004A7C"/>
                </a:solidFill>
                <a:latin typeface="Arial"/>
                <a:ea typeface="Arial"/>
                <a:cs typeface="Arial"/>
              </a:rPr>
              <a:t>Filterausgabe = Messung − ausgewählte Modellanteile</a:t>
            </a:r>
          </a:p>
        </p:txBody>
      </p:sp>
      <p:sp>
        <p:nvSpPr>
          <p:cNvPr id="8" name="text-6">
            <a:extLst xmlns:a="http://schemas.openxmlformats.org/drawingml/2006/main">
              <a:ext uri="{FF2B5EF4-FFF2-40B4-BE49-F238E27FC236}">
                <a16:creationId xmlns:a16="http://schemas.microsoft.com/office/drawing/2014/main" id="{2A44FD80-98C3-404D-9854-3025717BEA23}"/>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Die 10-%-Grenze ist eine implementierte Prüfregel. Eine wissenschaftliche Kalibrierung ist nicht dokumentiert.</a:t>
            </a:r>
          </a:p>
        </p:txBody>
      </p:sp>
    </p:spTree>
    <p:extLst>
      <p:ext uri="{BB962C8B-B14F-4D97-AF65-F5344CB8AC3E}">
        <p14:creationId xmlns:p14="http://schemas.microsoft.com/office/powerpoint/2010/main" val="6983086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2C1F92B-54FB-4749-B5FE-300A95D47520}"/>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Prüfung mit einer bekannten Sollkurve</a:t>
            </a:r>
          </a:p>
        </p:txBody>
      </p:sp>
      <p:sp>
        <p:nvSpPr>
          <p:cNvPr id="2" name="text-1">
            <a:extLst xmlns:a="http://schemas.openxmlformats.org/drawingml/2006/main">
              <a:ext uri="{FF2B5EF4-FFF2-40B4-BE49-F238E27FC236}">
                <a16:creationId xmlns:a16="http://schemas.microsoft.com/office/drawing/2014/main" id="{42C60D7D-6597-4C9B-88E4-A51047FF0227}"/>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13</a:t>
            </a:r>
          </a:p>
        </p:txBody>
      </p:sp>
      <p:graphicFrame>
        <p:nvGraphicFramePr>
          <p:cNvPr id="3" name="Chart">
            <a:extLst xmlns:a="http://schemas.openxmlformats.org/drawingml/2006/main">
              <a:ext uri="{FF2B5EF4-FFF2-40B4-BE49-F238E27FC236}">
                <a16:creationId xmlns:a16="http://schemas.microsoft.com/office/drawing/2014/main" id="{372CE290-145E-445D-A6DA-154BFE8AE98B}"/>
              </a:ext>
            </a:extLst>
          </p:cNvPr>
          <p:cNvGraphicFramePr/>
          <p:nvPr/>
        </p:nvGraphicFramePr>
        <p:xfrm>
          <a:off xmlns:a="http://schemas.openxmlformats.org/drawingml/2006/main" x="457200" y="1704975"/>
          <a:ext xmlns:a="http://schemas.openxmlformats.org/drawingml/2006/main" cx="7762875" cy="4000500"/>
        </p:xfrm>
        <a:graphic xmlns:a="http://schemas.openxmlformats.org/drawingml/2006/main">
          <a:graphicData uri="http://schemas.openxmlformats.org/drawingml/2006/chart">
            <c:chart xmlns:r="http://schemas.openxmlformats.org/officeDocument/2006/relationships" xmlns:c="http://schemas.openxmlformats.org/drawingml/2006/chart" r:id="Rdaf8673ff99145b5"/>
          </a:graphicData>
        </a:graphic>
      </p:graphicFrame>
      <p:sp>
        <p:nvSpPr>
          <p:cNvPr id="4" name="text-2">
            <a:extLst xmlns:a="http://schemas.openxmlformats.org/drawingml/2006/main">
              <a:ext uri="{FF2B5EF4-FFF2-40B4-BE49-F238E27FC236}">
                <a16:creationId xmlns:a16="http://schemas.microsoft.com/office/drawing/2014/main" id="{D1D6FE47-C14C-407E-80CA-5F927A8AB718}"/>
              </a:ext>
            </a:extLst>
          </p:cNvPr>
          <p:cNvSpPr>
            <a:spLocks xmlns:a="http://schemas.openxmlformats.org/drawingml/2006/main" noGrp="1"/>
          </p:cNvSpPr>
          <p:nvPr/>
        </p:nvSpPr>
        <p:spPr>
          <a:xfrm xmlns:a="http://schemas.openxmlformats.org/drawingml/2006/main">
            <a:off x="8486775" y="17430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buNone/>
              <a:defRPr sz="2175" b="1">
                <a:solidFill>
                  <a:srgbClr val="004A7C"/>
                </a:solidFill>
                <a:latin typeface="Arial"/>
                <a:ea typeface="Arial"/>
                <a:cs typeface="Arial"/>
              </a:defRPr>
            </a:pPr>
            <a:r>
              <a:rPr sz="2175" b="1">
                <a:solidFill>
                  <a:srgbClr val="004A7C"/>
                </a:solidFill>
                <a:latin typeface="Arial"/>
                <a:ea typeface="Arial"/>
                <a:cs typeface="Arial"/>
              </a:rPr>
              <a:t>2,24 Hz entfernt</a:t>
            </a:r>
          </a:p>
        </p:txBody>
      </p:sp>
      <p:sp>
        <p:nvSpPr>
          <p:cNvPr id="5" name="text-3">
            <a:extLst xmlns:a="http://schemas.openxmlformats.org/drawingml/2006/main">
              <a:ext uri="{FF2B5EF4-FFF2-40B4-BE49-F238E27FC236}">
                <a16:creationId xmlns:a16="http://schemas.microsoft.com/office/drawing/2014/main" id="{5C94D701-3CED-462A-B428-C2591D2F4825}"/>
              </a:ext>
            </a:extLst>
          </p:cNvPr>
          <p:cNvSpPr>
            <a:spLocks xmlns:a="http://schemas.openxmlformats.org/drawingml/2006/main" noGrp="1"/>
          </p:cNvSpPr>
          <p:nvPr/>
        </p:nvSpPr>
        <p:spPr>
          <a:xfrm xmlns:a="http://schemas.openxmlformats.org/drawingml/2006/main">
            <a:off x="8486775" y="2247900"/>
            <a:ext cx="295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Der Anteil bei 5 Hz</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bleibt erhalten.</a:t>
            </a:r>
          </a:p>
        </p:txBody>
      </p:sp>
      <p:sp>
        <p:nvSpPr>
          <p:cNvPr id="6" name="text-4">
            <a:extLst xmlns:a="http://schemas.openxmlformats.org/drawingml/2006/main">
              <a:ext uri="{FF2B5EF4-FFF2-40B4-BE49-F238E27FC236}">
                <a16:creationId xmlns:a16="http://schemas.microsoft.com/office/drawing/2014/main" id="{AF1B940C-92C9-42A8-B5BF-E7FA9C4EEF6D}"/>
              </a:ext>
            </a:extLst>
          </p:cNvPr>
          <p:cNvSpPr>
            <a:spLocks xmlns:a="http://schemas.openxmlformats.org/drawingml/2006/main" noGrp="1"/>
          </p:cNvSpPr>
          <p:nvPr/>
        </p:nvSpPr>
        <p:spPr>
          <a:xfrm xmlns:a="http://schemas.openxmlformats.org/drawingml/2006/main">
            <a:off x="8486775" y="35623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buNone/>
              <a:defRPr sz="2175" b="1">
                <a:solidFill>
                  <a:srgbClr val="004A7C"/>
                </a:solidFill>
                <a:latin typeface="Arial"/>
                <a:ea typeface="Arial"/>
                <a:cs typeface="Arial"/>
              </a:defRPr>
            </a:pPr>
            <a:r>
              <a:rPr sz="2175" b="1">
                <a:solidFill>
                  <a:srgbClr val="004A7C"/>
                </a:solidFill>
                <a:latin typeface="Arial"/>
                <a:ea typeface="Arial"/>
                <a:cs typeface="Arial"/>
              </a:rPr>
              <a:t>Sollkurve bekannt</a:t>
            </a:r>
          </a:p>
        </p:txBody>
      </p:sp>
      <p:sp>
        <p:nvSpPr>
          <p:cNvPr id="7" name="text-5">
            <a:extLst xmlns:a="http://schemas.openxmlformats.org/drawingml/2006/main">
              <a:ext uri="{FF2B5EF4-FFF2-40B4-BE49-F238E27FC236}">
                <a16:creationId xmlns:a16="http://schemas.microsoft.com/office/drawing/2014/main" id="{65979C11-3947-433A-AF5B-3B861CC84AE2}"/>
              </a:ext>
            </a:extLst>
          </p:cNvPr>
          <p:cNvSpPr>
            <a:spLocks xmlns:a="http://schemas.openxmlformats.org/drawingml/2006/main" noGrp="1"/>
          </p:cNvSpPr>
          <p:nvPr/>
        </p:nvSpPr>
        <p:spPr>
          <a:xfrm xmlns:a="http://schemas.openxmlformats.org/drawingml/2006/main">
            <a:off x="8486775" y="4067175"/>
            <a:ext cx="295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Maximale Abweichung</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kleiner als 3 · 10⁻¹³.</a:t>
            </a:r>
          </a:p>
        </p:txBody>
      </p:sp>
      <p:sp>
        <p:nvSpPr>
          <p:cNvPr id="8" name="text-6">
            <a:extLst xmlns:a="http://schemas.openxmlformats.org/drawingml/2006/main">
              <a:ext uri="{FF2B5EF4-FFF2-40B4-BE49-F238E27FC236}">
                <a16:creationId xmlns:a16="http://schemas.microsoft.com/office/drawing/2014/main" id="{58CA487D-86B6-49B5-99A6-00D1DD083657}"/>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Synthetisches Signal ohne Rauschen. Dieser Test prüft den vollständigen Rechenablauf.</a:t>
            </a:r>
          </a:p>
        </p:txBody>
      </p:sp>
      <p:sp>
        <p:nvSpPr>
          <p:cNvPr id="10" name="text-7">
            <a:extLst xmlns:a="http://schemas.openxmlformats.org/drawingml/2006/main">
              <a:ext uri="{FF2B5EF4-FFF2-40B4-BE49-F238E27FC236}">
                <a16:creationId xmlns:a16="http://schemas.microsoft.com/office/drawing/2014/main" id="{90B51845-0236-4E56-9691-1EC6C6C42CD4}"/>
              </a:ext>
            </a:extLst>
          </p:cNvPr>
          <p:cNvSpPr>
            <a:spLocks xmlns:a="http://schemas.openxmlformats.org/drawingml/2006/main" noGrp="1"/>
          </p:cNvSpPr>
          <p:nvPr/>
        </p:nvSpPr>
        <p:spPr>
          <a:xfrm xmlns:a="http://schemas.openxmlformats.org/drawingml/2006/main">
            <a:off x="609600" y="13049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C6F7C"/>
                </a:solidFill>
                <a:latin typeface="Arial"/>
                <a:ea typeface="Arial"/>
                <a:cs typeface="Arial"/>
              </a:defRPr>
            </a:defPPr>
          </a:lstStyle>
          <a:p xmlns:a="http://schemas.openxmlformats.org/drawingml/2006/main">
            <a:pPr algn="l">
              <a:defRPr sz="1725" b="0">
                <a:solidFill>
                  <a:srgbClr val="5C6F7C"/>
                </a:solidFill>
                <a:latin typeface="Arial"/>
                <a:ea typeface="Arial"/>
                <a:cs typeface="Arial"/>
              </a:defRPr>
            </a:pPr>
            <a:r>
              <a:rPr sz="1725" b="0">
                <a:solidFill>
                  <a:srgbClr val="5C6F7C"/>
                </a:solidFill>
                <a:latin typeface="Arial"/>
                <a:ea typeface="Arial"/>
                <a:cs typeface="Arial"/>
              </a:rPr>
              <a:t>Sollkurve: erwarteter Verlauf nach Entfernung des ausgewählten Anteils.</a:t>
            </a:r>
          </a:p>
        </p:txBody>
      </p:sp>
    </p:spTree>
    <p:extLst>
      <p:ext uri="{BB962C8B-B14F-4D97-AF65-F5344CB8AC3E}">
        <p14:creationId xmlns:p14="http://schemas.microsoft.com/office/powerpoint/2010/main" val="16132226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B240E06-13BF-4889-9136-20140D4A426B}"/>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NIST: Vergleich mit bekannten Modellwerten</a:t>
            </a:r>
          </a:p>
        </p:txBody>
      </p:sp>
      <p:sp>
        <p:nvSpPr>
          <p:cNvPr id="2" name="text-1">
            <a:extLst xmlns:a="http://schemas.openxmlformats.org/drawingml/2006/main">
              <a:ext uri="{FF2B5EF4-FFF2-40B4-BE49-F238E27FC236}">
                <a16:creationId xmlns:a16="http://schemas.microsoft.com/office/drawing/2014/main" id="{622E2AA8-6EA2-4AEC-A894-6486874E3E35}"/>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14</a:t>
            </a:r>
          </a:p>
        </p:txBody>
      </p:sp>
      <p:graphicFrame>
        <p:nvGraphicFramePr>
          <p:cNvPr id="3" name="Chart">
            <a:extLst xmlns:a="http://schemas.openxmlformats.org/drawingml/2006/main">
              <a:ext uri="{FF2B5EF4-FFF2-40B4-BE49-F238E27FC236}">
                <a16:creationId xmlns:a16="http://schemas.microsoft.com/office/drawing/2014/main" id="{EA6E0C05-ACE4-41F1-8B45-88F24BCFE281}"/>
              </a:ext>
            </a:extLst>
          </p:cNvPr>
          <p:cNvGraphicFramePr/>
          <p:nvPr/>
        </p:nvGraphicFramePr>
        <p:xfrm>
          <a:off xmlns:a="http://schemas.openxmlformats.org/drawingml/2006/main" x="457200" y="1752600"/>
          <a:ext xmlns:a="http://schemas.openxmlformats.org/drawingml/2006/main" cx="7334250" cy="3905250"/>
        </p:xfrm>
        <a:graphic xmlns:a="http://schemas.openxmlformats.org/drawingml/2006/main">
          <a:graphicData uri="http://schemas.openxmlformats.org/drawingml/2006/chart">
            <c:chart xmlns:r="http://schemas.openxmlformats.org/officeDocument/2006/relationships" xmlns:c="http://schemas.openxmlformats.org/drawingml/2006/chart" r:id="R984319b89f634c9b"/>
          </a:graphicData>
        </a:graphic>
      </p:graphicFrame>
      <p:sp>
        <p:nvSpPr>
          <p:cNvPr id="4" name="text-2">
            <a:extLst xmlns:a="http://schemas.openxmlformats.org/drawingml/2006/main">
              <a:ext uri="{FF2B5EF4-FFF2-40B4-BE49-F238E27FC236}">
                <a16:creationId xmlns:a16="http://schemas.microsoft.com/office/drawing/2014/main" id="{3AAB6480-F65A-44EE-B091-365A9193577E}"/>
              </a:ext>
            </a:extLst>
          </p:cNvPr>
          <p:cNvSpPr>
            <a:spLocks xmlns:a="http://schemas.openxmlformats.org/drawingml/2006/main" noGrp="1"/>
          </p:cNvSpPr>
          <p:nvPr/>
        </p:nvSpPr>
        <p:spPr>
          <a:xfrm xmlns:a="http://schemas.openxmlformats.org/drawingml/2006/main">
            <a:off x="8220075" y="1809750"/>
            <a:ext cx="3314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4A7C"/>
                </a:solidFill>
                <a:latin typeface="Arial"/>
                <a:ea typeface="Arial"/>
                <a:cs typeface="Arial"/>
              </a:defRPr>
            </a:defPPr>
          </a:lstStyle>
          <a:p xmlns:a="http://schemas.openxmlformats.org/drawingml/2006/main">
            <a:pPr algn="l">
              <a:buNone/>
              <a:defRPr sz="2325" b="1">
                <a:solidFill>
                  <a:srgbClr val="004A7C"/>
                </a:solidFill>
                <a:latin typeface="Arial"/>
                <a:ea typeface="Arial"/>
                <a:cs typeface="Arial"/>
              </a:defRPr>
            </a:pPr>
            <a:r>
              <a:rPr sz="2325" b="1">
                <a:solidFill>
                  <a:srgbClr val="004A7C"/>
                </a:solidFill>
                <a:latin typeface="Arial"/>
                <a:ea typeface="Arial"/>
                <a:cs typeface="Arial"/>
              </a:rPr>
              <a:t>24 Werte</a:t>
            </a:r>
          </a:p>
          <a:p xmlns:a="http://schemas.openxmlformats.org/drawingml/2006/main">
            <a:pPr algn="l">
              <a:buNone/>
              <a:defRPr sz="2325" b="1">
                <a:solidFill>
                  <a:srgbClr val="004A7C"/>
                </a:solidFill>
                <a:latin typeface="Arial"/>
                <a:ea typeface="Arial"/>
                <a:cs typeface="Arial"/>
              </a:defRPr>
            </a:pPr>
            <a:r>
              <a:rPr sz="2325" b="1">
                <a:solidFill>
                  <a:srgbClr val="004A7C"/>
                </a:solidFill>
                <a:latin typeface="Arial"/>
                <a:ea typeface="Arial"/>
                <a:cs typeface="Arial"/>
              </a:rPr>
              <a:t>3 Exponentialanteile</a:t>
            </a:r>
          </a:p>
        </p:txBody>
      </p:sp>
      <p:sp>
        <p:nvSpPr>
          <p:cNvPr id="5" name="text-3">
            <a:extLst xmlns:a="http://schemas.openxmlformats.org/drawingml/2006/main">
              <a:ext uri="{FF2B5EF4-FFF2-40B4-BE49-F238E27FC236}">
                <a16:creationId xmlns:a16="http://schemas.microsoft.com/office/drawing/2014/main" id="{E699184C-A950-4D05-9986-087A2002B8F9}"/>
              </a:ext>
            </a:extLst>
          </p:cNvPr>
          <p:cNvSpPr>
            <a:spLocks xmlns:a="http://schemas.openxmlformats.org/drawingml/2006/main" noGrp="1"/>
          </p:cNvSpPr>
          <p:nvPr/>
        </p:nvSpPr>
        <p:spPr>
          <a:xfrm xmlns:a="http://schemas.openxmlformats.org/drawingml/2006/main">
            <a:off x="8220075" y="3333750"/>
            <a:ext cx="331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344"/>
                </a:solidFill>
                <a:latin typeface="Arial"/>
                <a:ea typeface="Arial"/>
                <a:cs typeface="Arial"/>
              </a:defRPr>
            </a:defPPr>
          </a:lstStyle>
          <a:p xmlns:a="http://schemas.openxmlformats.org/drawingml/2006/main">
            <a:pPr algn="l">
              <a:buNone/>
              <a:defRPr sz="2100" b="0">
                <a:solidFill>
                  <a:srgbClr val="183344"/>
                </a:solidFill>
                <a:latin typeface="Arial"/>
                <a:ea typeface="Arial"/>
                <a:cs typeface="Arial"/>
              </a:defRPr>
            </a:pPr>
            <a:r>
              <a:rPr sz="2100" b="0">
                <a:solidFill>
                  <a:srgbClr val="183344"/>
                </a:solidFill>
                <a:latin typeface="Arial"/>
                <a:ea typeface="Arial"/>
                <a:cs typeface="Arial"/>
              </a:rPr>
              <a:t>Relativer Modellfehler</a:t>
            </a:r>
          </a:p>
          <a:p xmlns:a="http://schemas.openxmlformats.org/drawingml/2006/main">
            <a:pPr algn="l">
              <a:buNone/>
              <a:defRPr sz="2100" b="0">
                <a:solidFill>
                  <a:srgbClr val="183344"/>
                </a:solidFill>
                <a:latin typeface="Arial"/>
                <a:ea typeface="Arial"/>
                <a:cs typeface="Arial"/>
              </a:defRPr>
            </a:pPr>
            <a:r>
              <a:rPr sz="2100" b="0">
                <a:solidFill>
                  <a:srgbClr val="183344"/>
                </a:solidFill>
                <a:latin typeface="Arial"/>
                <a:ea typeface="Arial"/>
                <a:cs typeface="Arial"/>
              </a:rPr>
              <a:t>8,74 · 10⁻¹⁴</a:t>
            </a:r>
          </a:p>
        </p:txBody>
      </p:sp>
      <p:sp>
        <p:nvSpPr>
          <p:cNvPr id="6" name="text-4">
            <a:extLst xmlns:a="http://schemas.openxmlformats.org/drawingml/2006/main">
              <a:ext uri="{FF2B5EF4-FFF2-40B4-BE49-F238E27FC236}">
                <a16:creationId xmlns:a16="http://schemas.microsoft.com/office/drawing/2014/main" id="{4809B901-BE99-4EF0-BEDE-70D6134A9596}"/>
              </a:ext>
            </a:extLst>
          </p:cNvPr>
          <p:cNvSpPr>
            <a:spLocks xmlns:a="http://schemas.openxmlformats.org/drawingml/2006/main" noGrp="1"/>
          </p:cNvSpPr>
          <p:nvPr/>
        </p:nvSpPr>
        <p:spPr>
          <a:xfrm xmlns:a="http://schemas.openxmlformats.org/drawingml/2006/main">
            <a:off x="8220075" y="4610100"/>
            <a:ext cx="33623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Gewichte und Abklingraten</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stimmen innerhalb der</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Prüftoleranz überein.</a:t>
            </a:r>
          </a:p>
        </p:txBody>
      </p:sp>
      <p:sp>
        <p:nvSpPr>
          <p:cNvPr id="7" name="text-5">
            <a:extLst xmlns:a="http://schemas.openxmlformats.org/drawingml/2006/main">
              <a:ext uri="{FF2B5EF4-FFF2-40B4-BE49-F238E27FC236}">
                <a16:creationId xmlns:a16="http://schemas.microsoft.com/office/drawing/2014/main" id="{4BF6B2EE-8E2D-4B0F-BB86-AB72ED530FA0}"/>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NIST Lanczos1: künstlich erzeugte Daten mit veröffentlichten Modellparametern.</a:t>
            </a:r>
          </a:p>
        </p:txBody>
      </p:sp>
      <p:sp>
        <p:nvSpPr>
          <p:cNvPr id="9" name="text-6">
            <a:extLst xmlns:a="http://schemas.openxmlformats.org/drawingml/2006/main">
              <a:ext uri="{FF2B5EF4-FFF2-40B4-BE49-F238E27FC236}">
                <a16:creationId xmlns:a16="http://schemas.microsoft.com/office/drawing/2014/main" id="{5941F04B-DEFC-4E29-9030-48982DF4F6A3}"/>
              </a:ext>
            </a:extLst>
          </p:cNvPr>
          <p:cNvSpPr>
            <a:spLocks xmlns:a="http://schemas.openxmlformats.org/drawingml/2006/main" noGrp="1"/>
          </p:cNvSpPr>
          <p:nvPr/>
        </p:nvSpPr>
        <p:spPr>
          <a:xfrm xmlns:a="http://schemas.openxmlformats.org/drawingml/2006/main">
            <a:off x="609600" y="13049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C6F7C"/>
                </a:solidFill>
                <a:latin typeface="Arial"/>
                <a:ea typeface="Arial"/>
                <a:cs typeface="Arial"/>
              </a:defRPr>
            </a:defPPr>
          </a:lstStyle>
          <a:p xmlns:a="http://schemas.openxmlformats.org/drawingml/2006/main">
            <a:pPr algn="l">
              <a:defRPr sz="1725" b="0">
                <a:solidFill>
                  <a:srgbClr val="5C6F7C"/>
                </a:solidFill>
                <a:latin typeface="Arial"/>
                <a:ea typeface="Arial"/>
                <a:cs typeface="Arial"/>
              </a:defRPr>
            </a:pPr>
            <a:r>
              <a:rPr sz="1725" b="0">
                <a:solidFill>
                  <a:srgbClr val="5C6F7C"/>
                </a:solidFill>
                <a:latin typeface="Arial"/>
                <a:ea typeface="Arial"/>
                <a:cs typeface="Arial"/>
              </a:rPr>
              <a:t>Referenzparameter = bekannte Vergleichswerte für die Modellkonstanten</a:t>
            </a:r>
          </a:p>
        </p:txBody>
      </p:sp>
    </p:spTree>
    <p:extLst>
      <p:ext uri="{BB962C8B-B14F-4D97-AF65-F5344CB8AC3E}">
        <p14:creationId xmlns:p14="http://schemas.microsoft.com/office/powerpoint/2010/main" val="5976315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17E8898C-5761-4598-8A98-F8180FC4DBDC}"/>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Schwingungsparameter der Sprungantworten</a:t>
            </a:r>
          </a:p>
        </p:txBody>
      </p:sp>
      <p:sp>
        <p:nvSpPr>
          <p:cNvPr id="2" name="text-1">
            <a:extLst xmlns:a="http://schemas.openxmlformats.org/drawingml/2006/main">
              <a:ext uri="{FF2B5EF4-FFF2-40B4-BE49-F238E27FC236}">
                <a16:creationId xmlns:a16="http://schemas.microsoft.com/office/drawing/2014/main" id="{24849DC5-603C-4A76-A399-3A54DC2DA0D0}"/>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3C989929-8158-4857-AF08-B6B91BC7BE7F}"/>
              </a:ext>
            </a:extLst>
          </p:cNvPr>
          <p:cNvGraphicFramePr/>
          <p:nvPr/>
        </p:nvGraphicFramePr>
        <p:xfrm>
          <a:off xmlns:a="http://schemas.openxmlformats.org/drawingml/2006/main" x="609600" y="1724025"/>
          <a:ext xmlns:a="http://schemas.openxmlformats.org/drawingml/2006/main" cx="10972800" cy="3238500"/>
        </p:xfrm>
        <a:graphic xmlns:a="http://schemas.openxmlformats.org/drawingml/2006/main">
          <a:graphicData uri="http://schemas.openxmlformats.org/drawingml/2006/table">
            <a:tbl>
              <a:tblPr/>
              <a:tblGrid>
                <a:gridCol w="4953000"/>
                <a:gridCol w="3009900"/>
                <a:gridCol w="3009900"/>
              </a:tblGrid>
              <a:tr h="647700">
                <a:tc>
                  <a:txBody>
                    <a:bodyPr/>
                    <a:lstStyle/>
                    <a:p>
                      <a:pPr algn="l"/>
                      <a:r>
                        <a:rPr sz="2025" b="1">
                          <a:solidFill>
                            <a:srgbClr val="004A7C"/>
                          </a:solidFill>
                          <a:latin typeface="Arial"/>
                          <a:ea typeface="Arial"/>
                          <a:cs typeface="Arial"/>
                        </a:rPr>
                        <a:t>Größe bei Ordnung 12</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2025" b="1">
                          <a:solidFill>
                            <a:srgbClr val="004A7C"/>
                          </a:solidFill>
                          <a:latin typeface="Arial"/>
                          <a:ea typeface="Arial"/>
                          <a:cs typeface="Arial"/>
                        </a:rPr>
                        <a:t>Positiver Sprung</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2025" b="1">
                          <a:solidFill>
                            <a:srgbClr val="004A7C"/>
                          </a:solidFill>
                          <a:latin typeface="Arial"/>
                          <a:ea typeface="Arial"/>
                          <a:cs typeface="Arial"/>
                        </a:rPr>
                        <a:t>Negativer Sprung</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47700">
                <a:tc>
                  <a:txBody>
                    <a:bodyPr/>
                    <a:lstStyle/>
                    <a:p>
                      <a:pPr algn="l"/>
                      <a:r>
                        <a:rPr sz="2025">
                          <a:solidFill>
                            <a:srgbClr val="183344"/>
                          </a:solidFill>
                          <a:latin typeface="Arial"/>
                          <a:ea typeface="Arial"/>
                          <a:cs typeface="Arial"/>
                        </a:rPr>
                        <a:t>Dominante Frequenz / Hz</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2,268418</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2,267978</a:t>
                      </a:r>
                    </a:p>
                  </a:txBody>
                  <a:tcPr marL="142875" marR="114300" marT="114300" marB="95250">
                    <a:lnR w="9525">
                      <a:solidFill>
                        <a:srgbClr val="D8E1E7"/>
                      </a:solidFill>
                      <a:prstDash val="solid"/>
                    </a:lnR>
                    <a:lnB w="9525">
                      <a:solidFill>
                        <a:srgbClr val="D8E1E7"/>
                      </a:solidFill>
                      <a:prstDash val="solid"/>
                    </a:lnB>
                    <a:solidFill>
                      <a:srgbClr val="FFFFFF"/>
                    </a:solidFill>
                  </a:tcPr>
                </a:tc>
              </a:tr>
              <a:tr h="647700">
                <a:tc>
                  <a:txBody>
                    <a:bodyPr/>
                    <a:lstStyle/>
                    <a:p>
                      <a:pPr algn="l"/>
                      <a:r>
                        <a:rPr sz="2025">
                          <a:solidFill>
                            <a:srgbClr val="183344"/>
                          </a:solidFill>
                          <a:latin typeface="Arial"/>
                          <a:ea typeface="Arial"/>
                          <a:cs typeface="Arial"/>
                        </a:rPr>
                        <a:t>Änderungsrate σ / (1/s)</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−0,106929</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−0,191769</a:t>
                      </a:r>
                    </a:p>
                  </a:txBody>
                  <a:tcPr marL="142875" marR="114300" marT="114300" marB="95250">
                    <a:lnR w="9525">
                      <a:solidFill>
                        <a:srgbClr val="D8E1E7"/>
                      </a:solidFill>
                      <a:prstDash val="solid"/>
                    </a:lnR>
                    <a:lnB w="9525">
                      <a:solidFill>
                        <a:srgbClr val="D8E1E7"/>
                      </a:solidFill>
                      <a:prstDash val="solid"/>
                    </a:lnB>
                    <a:solidFill>
                      <a:srgbClr val="FFFFFF"/>
                    </a:solidFill>
                  </a:tcPr>
                </a:tc>
              </a:tr>
              <a:tr h="647700">
                <a:tc>
                  <a:txBody>
                    <a:bodyPr/>
                    <a:lstStyle/>
                    <a:p>
                      <a:pPr algn="l"/>
                      <a:r>
                        <a:rPr sz="2025">
                          <a:solidFill>
                            <a:srgbClr val="183344"/>
                          </a:solidFill>
                          <a:latin typeface="Arial"/>
                          <a:ea typeface="Arial"/>
                          <a:cs typeface="Arial"/>
                        </a:rPr>
                        <a:t>Relativer Modellfehler</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0,763 %</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0,594 %</a:t>
                      </a:r>
                    </a:p>
                  </a:txBody>
                  <a:tcPr marL="142875" marR="114300" marT="114300" marB="95250">
                    <a:lnR w="9525">
                      <a:solidFill>
                        <a:srgbClr val="D8E1E7"/>
                      </a:solidFill>
                      <a:prstDash val="solid"/>
                    </a:lnR>
                    <a:lnB w="9525">
                      <a:solidFill>
                        <a:srgbClr val="D8E1E7"/>
                      </a:solidFill>
                      <a:prstDash val="solid"/>
                    </a:lnB>
                    <a:solidFill>
                      <a:srgbClr val="FFFFFF"/>
                    </a:solidFill>
                  </a:tcPr>
                </a:tc>
              </a:tr>
              <a:tr h="647700">
                <a:tc>
                  <a:txBody>
                    <a:bodyPr/>
                    <a:lstStyle/>
                    <a:p>
                      <a:pPr algn="l"/>
                      <a:r>
                        <a:rPr sz="2025">
                          <a:solidFill>
                            <a:srgbClr val="183344"/>
                          </a:solidFill>
                          <a:latin typeface="Arial"/>
                          <a:ea typeface="Arial"/>
                          <a:cs typeface="Arial"/>
                        </a:rPr>
                        <a:t>Abgezogene schwingende Polpaare</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2</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2025">
                          <a:solidFill>
                            <a:srgbClr val="183344"/>
                          </a:solidFill>
                          <a:latin typeface="Arial"/>
                          <a:ea typeface="Arial"/>
                          <a:cs typeface="Arial"/>
                        </a:rPr>
                        <a:t>1</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9989CE2-2508-4451-82EA-3739F8535FE3}"/>
              </a:ext>
            </a:extLst>
          </p:cNvPr>
          <p:cNvSpPr>
            <a:spLocks xmlns:a="http://schemas.openxmlformats.org/drawingml/2006/main" noGrp="1"/>
          </p:cNvSpPr>
          <p:nvPr/>
        </p:nvSpPr>
        <p:spPr>
          <a:xfrm xmlns:a="http://schemas.openxmlformats.org/drawingml/2006/main">
            <a:off x="609600" y="5267325"/>
            <a:ext cx="1090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Positiv: zusätzlicher abgezogener Anteil bei 2,480095 Hz.</a:t>
            </a:r>
          </a:p>
        </p:txBody>
      </p:sp>
      <p:sp>
        <p:nvSpPr>
          <p:cNvPr id="5" name="text-3">
            <a:extLst xmlns:a="http://schemas.openxmlformats.org/drawingml/2006/main">
              <a:ext uri="{FF2B5EF4-FFF2-40B4-BE49-F238E27FC236}">
                <a16:creationId xmlns:a16="http://schemas.microsoft.com/office/drawing/2014/main" id="{37E3421C-18B8-4AC5-B733-A6B4A572F071}"/>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t₀ = 1 s, Analyse bis 7 s, Zielband 1,76–2,64 Hz. Fehlerwerte auf dem Schätzraster mit 100 Hz.</a:t>
            </a:r>
          </a:p>
        </p:txBody>
      </p:sp>
      <p:sp>
        <p:nvSpPr>
          <p:cNvPr id="6" name="text-4">
            <a:extLst xmlns:a="http://schemas.openxmlformats.org/drawingml/2006/main">
              <a:ext uri="{FF2B5EF4-FFF2-40B4-BE49-F238E27FC236}">
                <a16:creationId xmlns:a16="http://schemas.microsoft.com/office/drawing/2014/main" id="{DAC724A6-028E-4CE7-A58F-B01CBAB7C02C}"/>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18701605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7D0AD4D-294F-439F-B534-F87898D670CD}"/>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Filterung der negativen Sprungantwort</a:t>
            </a:r>
          </a:p>
        </p:txBody>
      </p:sp>
      <p:sp>
        <p:nvSpPr>
          <p:cNvPr id="2" name="text-1">
            <a:extLst xmlns:a="http://schemas.openxmlformats.org/drawingml/2006/main">
              <a:ext uri="{FF2B5EF4-FFF2-40B4-BE49-F238E27FC236}">
                <a16:creationId xmlns:a16="http://schemas.microsoft.com/office/drawing/2014/main" id="{6F2429AA-31EC-4B4D-A4BD-A1E1D2B1BF9A}"/>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16</a:t>
            </a:r>
          </a:p>
        </p:txBody>
      </p:sp>
      <p:sp>
        <p:nvSpPr>
          <p:cNvPr id="3" name="text-2">
            <a:extLst xmlns:a="http://schemas.openxmlformats.org/drawingml/2006/main">
              <a:ext uri="{FF2B5EF4-FFF2-40B4-BE49-F238E27FC236}">
                <a16:creationId xmlns:a16="http://schemas.microsoft.com/office/drawing/2014/main" id="{83C6BB4B-8BF5-48FC-9488-6D1582888134}"/>
              </a:ext>
            </a:extLst>
          </p:cNvPr>
          <p:cNvSpPr>
            <a:spLocks xmlns:a="http://schemas.openxmlformats.org/drawingml/2006/main" noGrp="1"/>
          </p:cNvSpPr>
          <p:nvPr/>
        </p:nvSpPr>
        <p:spPr>
          <a:xfrm xmlns:a="http://schemas.openxmlformats.org/drawingml/2006/main">
            <a:off x="628650" y="141922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4A7C"/>
                </a:solidFill>
                <a:latin typeface="Arial"/>
                <a:ea typeface="Arial"/>
                <a:cs typeface="Arial"/>
              </a:defRPr>
            </a:defPPr>
          </a:lstStyle>
          <a:p xmlns:a="http://schemas.openxmlformats.org/drawingml/2006/main">
            <a:pPr algn="l">
              <a:defRPr sz="2025" b="1">
                <a:solidFill>
                  <a:srgbClr val="004A7C"/>
                </a:solidFill>
                <a:latin typeface="Arial"/>
                <a:ea typeface="Arial"/>
                <a:cs typeface="Arial"/>
              </a:defRPr>
            </a:pPr>
            <a:r>
              <a:rPr sz="2025" b="1">
                <a:solidFill>
                  <a:srgbClr val="004A7C"/>
                </a:solidFill>
                <a:latin typeface="Arial"/>
                <a:ea typeface="Arial"/>
                <a:cs typeface="Arial"/>
              </a:rPr>
              <a:t>Gesamter Verlauf</a:t>
            </a:r>
          </a:p>
        </p:txBody>
      </p:sp>
      <p:sp>
        <p:nvSpPr>
          <p:cNvPr id="4" name="text-3">
            <a:extLst xmlns:a="http://schemas.openxmlformats.org/drawingml/2006/main">
              <a:ext uri="{FF2B5EF4-FFF2-40B4-BE49-F238E27FC236}">
                <a16:creationId xmlns:a16="http://schemas.microsoft.com/office/drawing/2014/main" id="{F71970CF-048B-40CA-AFD4-5870D1C674DE}"/>
              </a:ext>
            </a:extLst>
          </p:cNvPr>
          <p:cNvSpPr>
            <a:spLocks xmlns:a="http://schemas.openxmlformats.org/drawingml/2006/main" noGrp="1"/>
          </p:cNvSpPr>
          <p:nvPr/>
        </p:nvSpPr>
        <p:spPr>
          <a:xfrm xmlns:a="http://schemas.openxmlformats.org/drawingml/2006/main">
            <a:off x="6457950" y="1419225"/>
            <a:ext cx="5105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4A7C"/>
                </a:solidFill>
                <a:latin typeface="Arial"/>
                <a:ea typeface="Arial"/>
                <a:cs typeface="Arial"/>
              </a:defRPr>
            </a:defPPr>
          </a:lstStyle>
          <a:p xmlns:a="http://schemas.openxmlformats.org/drawingml/2006/main">
            <a:pPr algn="l">
              <a:defRPr sz="2025" b="1">
                <a:solidFill>
                  <a:srgbClr val="004A7C"/>
                </a:solidFill>
                <a:latin typeface="Arial"/>
                <a:ea typeface="Arial"/>
                <a:cs typeface="Arial"/>
              </a:defRPr>
            </a:pPr>
            <a:r>
              <a:rPr sz="2025" b="1">
                <a:solidFill>
                  <a:srgbClr val="004A7C"/>
                </a:solidFill>
                <a:latin typeface="Arial"/>
                <a:ea typeface="Arial"/>
                <a:cs typeface="Arial"/>
              </a:rPr>
              <a:t>Ausschnitt 4–7 s</a:t>
            </a:r>
          </a:p>
        </p:txBody>
      </p:sp>
      <p:graphicFrame>
        <p:nvGraphicFramePr>
          <p:cNvPr id="5" name="Chart">
            <a:extLst xmlns:a="http://schemas.openxmlformats.org/drawingml/2006/main">
              <a:ext uri="{FF2B5EF4-FFF2-40B4-BE49-F238E27FC236}">
                <a16:creationId xmlns:a16="http://schemas.microsoft.com/office/drawing/2014/main" id="{48EE23C3-487C-4FE0-BBED-6AA128F7CE81}"/>
              </a:ext>
            </a:extLst>
          </p:cNvPr>
          <p:cNvGraphicFramePr/>
          <p:nvPr/>
        </p:nvGraphicFramePr>
        <p:xfrm>
          <a:off xmlns:a="http://schemas.openxmlformats.org/drawingml/2006/main" x="400050" y="2000250"/>
          <a:ext xmlns:a="http://schemas.openxmlformats.org/drawingml/2006/main" cx="5581650" cy="3333750"/>
        </p:xfrm>
        <a:graphic xmlns:a="http://schemas.openxmlformats.org/drawingml/2006/main">
          <a:graphicData uri="http://schemas.openxmlformats.org/drawingml/2006/chart">
            <c:chart xmlns:r="http://schemas.openxmlformats.org/officeDocument/2006/relationships" xmlns:c="http://schemas.openxmlformats.org/drawingml/2006/chart" r:id="Rc588c4ac63aa4ba3"/>
          </a:graphicData>
        </a:graphic>
      </p:graphicFrame>
      <p:graphicFrame>
        <p:nvGraphicFramePr>
          <p:cNvPr id="6" name="Chart">
            <a:extLst xmlns:a="http://schemas.openxmlformats.org/drawingml/2006/main">
              <a:ext uri="{FF2B5EF4-FFF2-40B4-BE49-F238E27FC236}">
                <a16:creationId xmlns:a16="http://schemas.microsoft.com/office/drawing/2014/main" id="{06002CAF-4C06-4475-94D6-803994A1D66D}"/>
              </a:ext>
            </a:extLst>
          </p:cNvPr>
          <p:cNvGraphicFramePr/>
          <p:nvPr/>
        </p:nvGraphicFramePr>
        <p:xfrm>
          <a:off xmlns:a="http://schemas.openxmlformats.org/drawingml/2006/main" x="6229350" y="2000250"/>
          <a:ext xmlns:a="http://schemas.openxmlformats.org/drawingml/2006/main" cx="5524500" cy="3333750"/>
        </p:xfrm>
        <a:graphic xmlns:a="http://schemas.openxmlformats.org/drawingml/2006/main">
          <a:graphicData uri="http://schemas.openxmlformats.org/drawingml/2006/chart">
            <c:chart xmlns:r="http://schemas.openxmlformats.org/officeDocument/2006/relationships" xmlns:c="http://schemas.openxmlformats.org/drawingml/2006/chart" r:id="R797fe02e9a0d4be4"/>
          </a:graphicData>
        </a:graphic>
      </p:graphicFrame>
      <p:sp>
        <p:nvSpPr>
          <p:cNvPr id="7" name="text-4">
            <a:extLst xmlns:a="http://schemas.openxmlformats.org/drawingml/2006/main">
              <a:ext uri="{FF2B5EF4-FFF2-40B4-BE49-F238E27FC236}">
                <a16:creationId xmlns:a16="http://schemas.microsoft.com/office/drawing/2014/main" id="{A54D0A13-926C-4B8E-9F62-E15E17709732}"/>
              </a:ext>
            </a:extLst>
          </p:cNvPr>
          <p:cNvSpPr>
            <a:spLocks xmlns:a="http://schemas.openxmlformats.org/drawingml/2006/main" noGrp="1"/>
          </p:cNvSpPr>
          <p:nvPr/>
        </p:nvSpPr>
        <p:spPr>
          <a:xfrm xmlns:a="http://schemas.openxmlformats.org/drawingml/2006/main">
            <a:off x="609600" y="548640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Der Anteil bei 2,267978 Hz wird vom gemessenen Signal abgezogen.</a:t>
            </a:r>
          </a:p>
        </p:txBody>
      </p:sp>
      <p:sp>
        <p:nvSpPr>
          <p:cNvPr id="8" name="text-5">
            <a:extLst xmlns:a="http://schemas.openxmlformats.org/drawingml/2006/main">
              <a:ext uri="{FF2B5EF4-FFF2-40B4-BE49-F238E27FC236}">
                <a16:creationId xmlns:a16="http://schemas.microsoft.com/office/drawing/2014/main" id="{2CA9446E-3452-4587-B8B2-259A17E380FD}"/>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Vor t₀ = 1 s bleiben die Werte unverändert. Eine unabhängig bekannte bereinigte Sollkurve liegt nicht vor.</a:t>
            </a:r>
          </a:p>
        </p:txBody>
      </p:sp>
      <p:sp>
        <p:nvSpPr>
          <p:cNvPr id="9" name="text-6">
            <a:extLst xmlns:a="http://schemas.openxmlformats.org/drawingml/2006/main">
              <a:ext uri="{FF2B5EF4-FFF2-40B4-BE49-F238E27FC236}">
                <a16:creationId xmlns:a16="http://schemas.microsoft.com/office/drawing/2014/main" id="{644051B4-2F4A-4946-8478-B11C9442BA5C}"/>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67765500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DF4CE9C-5FE3-4798-88C9-3A3150B87A65}"/>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Filterung der positiven Sprungantwort</a:t>
            </a:r>
          </a:p>
        </p:txBody>
      </p:sp>
      <p:sp>
        <p:nvSpPr>
          <p:cNvPr id="2" name="text-1">
            <a:extLst xmlns:a="http://schemas.openxmlformats.org/drawingml/2006/main">
              <a:ext uri="{FF2B5EF4-FFF2-40B4-BE49-F238E27FC236}">
                <a16:creationId xmlns:a16="http://schemas.microsoft.com/office/drawing/2014/main" id="{4DBB8D19-285C-448C-9D93-3CA684BB4FA5}"/>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17</a:t>
            </a:r>
          </a:p>
        </p:txBody>
      </p:sp>
      <p:sp>
        <p:nvSpPr>
          <p:cNvPr id="3" name="text-2">
            <a:extLst xmlns:a="http://schemas.openxmlformats.org/drawingml/2006/main">
              <a:ext uri="{FF2B5EF4-FFF2-40B4-BE49-F238E27FC236}">
                <a16:creationId xmlns:a16="http://schemas.microsoft.com/office/drawing/2014/main" id="{8CC4D629-5A86-4F28-8C59-D9B4551465A7}"/>
              </a:ext>
            </a:extLst>
          </p:cNvPr>
          <p:cNvSpPr>
            <a:spLocks xmlns:a="http://schemas.openxmlformats.org/drawingml/2006/main" noGrp="1"/>
          </p:cNvSpPr>
          <p:nvPr/>
        </p:nvSpPr>
        <p:spPr>
          <a:xfrm xmlns:a="http://schemas.openxmlformats.org/drawingml/2006/main">
            <a:off x="628650" y="141922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4A7C"/>
                </a:solidFill>
                <a:latin typeface="Arial"/>
                <a:ea typeface="Arial"/>
                <a:cs typeface="Arial"/>
              </a:defRPr>
            </a:defPPr>
          </a:lstStyle>
          <a:p xmlns:a="http://schemas.openxmlformats.org/drawingml/2006/main">
            <a:pPr algn="l">
              <a:defRPr sz="2025" b="1">
                <a:solidFill>
                  <a:srgbClr val="004A7C"/>
                </a:solidFill>
                <a:latin typeface="Arial"/>
                <a:ea typeface="Arial"/>
                <a:cs typeface="Arial"/>
              </a:defRPr>
            </a:pPr>
            <a:r>
              <a:rPr sz="2025" b="1">
                <a:solidFill>
                  <a:srgbClr val="004A7C"/>
                </a:solidFill>
                <a:latin typeface="Arial"/>
                <a:ea typeface="Arial"/>
                <a:cs typeface="Arial"/>
              </a:rPr>
              <a:t>Gesamter Verlauf</a:t>
            </a:r>
          </a:p>
        </p:txBody>
      </p:sp>
      <p:sp>
        <p:nvSpPr>
          <p:cNvPr id="4" name="text-3">
            <a:extLst xmlns:a="http://schemas.openxmlformats.org/drawingml/2006/main">
              <a:ext uri="{FF2B5EF4-FFF2-40B4-BE49-F238E27FC236}">
                <a16:creationId xmlns:a16="http://schemas.microsoft.com/office/drawing/2014/main" id="{7475C9F6-1216-4EE5-87C0-1163345475C2}"/>
              </a:ext>
            </a:extLst>
          </p:cNvPr>
          <p:cNvSpPr>
            <a:spLocks xmlns:a="http://schemas.openxmlformats.org/drawingml/2006/main" noGrp="1"/>
          </p:cNvSpPr>
          <p:nvPr/>
        </p:nvSpPr>
        <p:spPr>
          <a:xfrm xmlns:a="http://schemas.openxmlformats.org/drawingml/2006/main">
            <a:off x="6457950" y="1419225"/>
            <a:ext cx="5105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4A7C"/>
                </a:solidFill>
                <a:latin typeface="Arial"/>
                <a:ea typeface="Arial"/>
                <a:cs typeface="Arial"/>
              </a:defRPr>
            </a:defPPr>
          </a:lstStyle>
          <a:p xmlns:a="http://schemas.openxmlformats.org/drawingml/2006/main">
            <a:pPr algn="l">
              <a:defRPr sz="2025" b="1">
                <a:solidFill>
                  <a:srgbClr val="004A7C"/>
                </a:solidFill>
                <a:latin typeface="Arial"/>
                <a:ea typeface="Arial"/>
                <a:cs typeface="Arial"/>
              </a:defRPr>
            </a:pPr>
            <a:r>
              <a:rPr sz="2025" b="1">
                <a:solidFill>
                  <a:srgbClr val="004A7C"/>
                </a:solidFill>
                <a:latin typeface="Arial"/>
                <a:ea typeface="Arial"/>
                <a:cs typeface="Arial"/>
              </a:rPr>
              <a:t>Ausschnitt 4–7 s</a:t>
            </a:r>
          </a:p>
        </p:txBody>
      </p:sp>
      <p:graphicFrame>
        <p:nvGraphicFramePr>
          <p:cNvPr id="5" name="Chart">
            <a:extLst xmlns:a="http://schemas.openxmlformats.org/drawingml/2006/main">
              <a:ext uri="{FF2B5EF4-FFF2-40B4-BE49-F238E27FC236}">
                <a16:creationId xmlns:a16="http://schemas.microsoft.com/office/drawing/2014/main" id="{3D3D44A8-6D86-4F49-9511-C46D21E549AF}"/>
              </a:ext>
            </a:extLst>
          </p:cNvPr>
          <p:cNvGraphicFramePr/>
          <p:nvPr/>
        </p:nvGraphicFramePr>
        <p:xfrm>
          <a:off xmlns:a="http://schemas.openxmlformats.org/drawingml/2006/main" x="400050" y="2000250"/>
          <a:ext xmlns:a="http://schemas.openxmlformats.org/drawingml/2006/main" cx="5581650" cy="3333750"/>
        </p:xfrm>
        <a:graphic xmlns:a="http://schemas.openxmlformats.org/drawingml/2006/main">
          <a:graphicData uri="http://schemas.openxmlformats.org/drawingml/2006/chart">
            <c:chart xmlns:r="http://schemas.openxmlformats.org/officeDocument/2006/relationships" xmlns:c="http://schemas.openxmlformats.org/drawingml/2006/chart" r:id="Rfea1dbf80d7846ef"/>
          </a:graphicData>
        </a:graphic>
      </p:graphicFrame>
      <p:graphicFrame>
        <p:nvGraphicFramePr>
          <p:cNvPr id="6" name="Chart">
            <a:extLst xmlns:a="http://schemas.openxmlformats.org/drawingml/2006/main">
              <a:ext uri="{FF2B5EF4-FFF2-40B4-BE49-F238E27FC236}">
                <a16:creationId xmlns:a16="http://schemas.microsoft.com/office/drawing/2014/main" id="{99496DCA-A00A-4A35-A0B4-BFD360B32FAF}"/>
              </a:ext>
            </a:extLst>
          </p:cNvPr>
          <p:cNvGraphicFramePr/>
          <p:nvPr/>
        </p:nvGraphicFramePr>
        <p:xfrm>
          <a:off xmlns:a="http://schemas.openxmlformats.org/drawingml/2006/main" x="6229350" y="2000250"/>
          <a:ext xmlns:a="http://schemas.openxmlformats.org/drawingml/2006/main" cx="5524500" cy="3333750"/>
        </p:xfrm>
        <a:graphic xmlns:a="http://schemas.openxmlformats.org/drawingml/2006/main">
          <a:graphicData uri="http://schemas.openxmlformats.org/drawingml/2006/chart">
            <c:chart xmlns:r="http://schemas.openxmlformats.org/officeDocument/2006/relationships" xmlns:c="http://schemas.openxmlformats.org/drawingml/2006/chart" r:id="R8925004407c945b7"/>
          </a:graphicData>
        </a:graphic>
      </p:graphicFrame>
      <p:sp>
        <p:nvSpPr>
          <p:cNvPr id="7" name="text-4">
            <a:extLst xmlns:a="http://schemas.openxmlformats.org/drawingml/2006/main">
              <a:ext uri="{FF2B5EF4-FFF2-40B4-BE49-F238E27FC236}">
                <a16:creationId xmlns:a16="http://schemas.microsoft.com/office/drawing/2014/main" id="{526C825E-F5F3-4333-90D4-D1F054EEB398}"/>
              </a:ext>
            </a:extLst>
          </p:cNvPr>
          <p:cNvSpPr>
            <a:spLocks xmlns:a="http://schemas.openxmlformats.org/drawingml/2006/main" noGrp="1"/>
          </p:cNvSpPr>
          <p:nvPr/>
        </p:nvSpPr>
        <p:spPr>
          <a:xfrm xmlns:a="http://schemas.openxmlformats.org/drawingml/2006/main">
            <a:off x="609600" y="548640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4A7C"/>
                </a:solidFill>
                <a:latin typeface="Arial"/>
                <a:ea typeface="Arial"/>
                <a:cs typeface="Arial"/>
              </a:defRPr>
            </a:defPPr>
          </a:lstStyle>
          <a:p xmlns:a="http://schemas.openxmlformats.org/drawingml/2006/main">
            <a:pPr algn="l">
              <a:defRPr sz="2100" b="1">
                <a:solidFill>
                  <a:srgbClr val="004A7C"/>
                </a:solidFill>
                <a:latin typeface="Arial"/>
                <a:ea typeface="Arial"/>
                <a:cs typeface="Arial"/>
              </a:defRPr>
            </a:pPr>
            <a:r>
              <a:rPr sz="2100" b="1">
                <a:solidFill>
                  <a:srgbClr val="004A7C"/>
                </a:solidFill>
                <a:latin typeface="Arial"/>
                <a:ea typeface="Arial"/>
                <a:cs typeface="Arial"/>
              </a:rPr>
              <a:t>Die Anteile bei 2,268418 Hz und 2,480095 Hz werden abgezogen.</a:t>
            </a:r>
          </a:p>
        </p:txBody>
      </p:sp>
      <p:sp>
        <p:nvSpPr>
          <p:cNvPr id="8" name="text-5">
            <a:extLst xmlns:a="http://schemas.openxmlformats.org/drawingml/2006/main">
              <a:ext uri="{FF2B5EF4-FFF2-40B4-BE49-F238E27FC236}">
                <a16:creationId xmlns:a16="http://schemas.microsoft.com/office/drawing/2014/main" id="{D48F5455-C6EA-470F-B614-C4E0D59CDE17}"/>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Vor t₀ = 1 s bleiben die Werte unverändert. Eine unabhängig bekannte bereinigte Sollkurve liegt nicht vor.</a:t>
            </a:r>
          </a:p>
        </p:txBody>
      </p:sp>
      <p:sp>
        <p:nvSpPr>
          <p:cNvPr id="9" name="text-6">
            <a:extLst xmlns:a="http://schemas.openxmlformats.org/drawingml/2006/main">
              <a:ext uri="{FF2B5EF4-FFF2-40B4-BE49-F238E27FC236}">
                <a16:creationId xmlns:a16="http://schemas.microsoft.com/office/drawing/2014/main" id="{ACE66566-2377-4AEE-9B6B-07CD381BA7B5}"/>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Projektmessungen: Leistungskanal P_pos</a:t>
            </a:r>
          </a:p>
        </p:txBody>
      </p:sp>
    </p:spTree>
    <p:extLst>
      <p:ext uri="{BB962C8B-B14F-4D97-AF65-F5344CB8AC3E}">
        <p14:creationId xmlns:p14="http://schemas.microsoft.com/office/powerpoint/2010/main" val="12425190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8B4883E-DA37-4C03-9D3C-17DAE832DFA3}"/>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defRPr sz="3300" b="1">
                <a:solidFill>
                  <a:srgbClr val="004A7C"/>
                </a:solidFill>
                <a:latin typeface="Arial"/>
                <a:ea typeface="Arial"/>
                <a:cs typeface="Arial"/>
              </a:defRPr>
            </a:pPr>
            <a:r>
              <a:rPr sz="3300" b="1">
                <a:solidFill>
                  <a:srgbClr val="004A7C"/>
                </a:solidFill>
                <a:latin typeface="Arial"/>
                <a:ea typeface="Arial"/>
                <a:cs typeface="Arial"/>
              </a:rPr>
              <a:t>Leistungsmessungen und Mexiko im Vergleich</a:t>
            </a:r>
          </a:p>
        </p:txBody>
      </p:sp>
      <p:sp>
        <p:nvSpPr>
          <p:cNvPr id="2" name="text-1">
            <a:extLst xmlns:a="http://schemas.openxmlformats.org/drawingml/2006/main">
              <a:ext uri="{FF2B5EF4-FFF2-40B4-BE49-F238E27FC236}">
                <a16:creationId xmlns:a16="http://schemas.microsoft.com/office/drawing/2014/main" id="{7256F044-6C6E-414A-9E36-E14ABBB8B41D}"/>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defRPr sz="1275" b="0">
                <a:solidFill>
                  <a:srgbClr val="5C6F7C"/>
                </a:solidFill>
                <a:latin typeface="Arial"/>
                <a:ea typeface="Arial"/>
                <a:cs typeface="Arial"/>
              </a:defRPr>
            </a:pPr>
            <a:r>
              <a:rPr sz="1275" b="0">
                <a:solidFill>
                  <a:srgbClr val="5C6F7C"/>
                </a:solidFill>
                <a:latin typeface="Arial"/>
                <a:ea typeface="Arial"/>
                <a:cs typeface="Arial"/>
              </a:rPr>
              <a:t>18</a:t>
            </a:r>
          </a:p>
        </p:txBody>
      </p:sp>
      <p:graphicFrame>
        <p:nvGraphicFramePr>
          <p:cNvPr id="3" name="">
            <a:extLst xmlns:a="http://schemas.openxmlformats.org/drawingml/2006/main">
              <a:ext uri="{FF2B5EF4-FFF2-40B4-BE49-F238E27FC236}">
                <a16:creationId xmlns:a16="http://schemas.microsoft.com/office/drawing/2014/main" id="{A7035EAD-5A3F-48BA-A687-6EC4946B2CB8}"/>
              </a:ext>
            </a:extLst>
          </p:cNvPr>
          <p:cNvGraphicFramePr/>
          <p:nvPr/>
        </p:nvGraphicFramePr>
        <p:xfrm>
          <a:off xmlns:a="http://schemas.openxmlformats.org/drawingml/2006/main" x="609600" y="1571625"/>
          <a:ext xmlns:a="http://schemas.openxmlformats.org/drawingml/2006/main" cx="10972800" cy="3829050"/>
        </p:xfrm>
        <a:graphic xmlns:a="http://schemas.openxmlformats.org/drawingml/2006/main">
          <a:graphicData uri="http://schemas.openxmlformats.org/drawingml/2006/table">
            <a:tbl>
              <a:tblPr/>
              <a:tblGrid>
                <a:gridCol w="2952750"/>
                <a:gridCol w="3905250"/>
                <a:gridCol w="4114800"/>
              </a:tblGrid>
              <a:tr h="638175">
                <a:tc>
                  <a:txBody>
                    <a:bodyPr/>
                    <a:lstStyle/>
                    <a:p>
                      <a:pPr algn="l"/>
                      <a:r>
                        <a:rPr sz="1650" b="1">
                          <a:solidFill>
                            <a:srgbClr val="004A7C"/>
                          </a:solidFill>
                          <a:latin typeface="Arial"/>
                          <a:ea typeface="Arial"/>
                          <a:cs typeface="Arial"/>
                        </a:rPr>
                        <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650" b="1">
                          <a:solidFill>
                            <a:srgbClr val="004A7C"/>
                          </a:solidFill>
                          <a:latin typeface="Arial"/>
                          <a:ea typeface="Arial"/>
                          <a:cs typeface="Arial"/>
                        </a:rPr>
                        <a:t>Projektmessungen</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r>
                        <a:rPr sz="1650" b="1">
                          <a:solidFill>
                            <a:srgbClr val="004A7C"/>
                          </a:solidFill>
                          <a:latin typeface="Arial"/>
                          <a:ea typeface="Arial"/>
                          <a:cs typeface="Arial"/>
                        </a:rPr>
                        <a:t>Mexiko: externer Referenzfall</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38175">
                <a:tc>
                  <a:txBody>
                    <a:bodyPr/>
                    <a:lstStyle/>
                    <a:p>
                      <a:pPr algn="l"/>
                      <a:r>
                        <a:rPr sz="1650">
                          <a:solidFill>
                            <a:srgbClr val="183344"/>
                          </a:solidFill>
                          <a:latin typeface="Arial"/>
                          <a:ea typeface="Arial"/>
                          <a:cs typeface="Arial"/>
                        </a:rPr>
                        <a:t>Analysiertes Signal</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Leistungskanal P_pos</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Netzfrequenz in Hz</a:t>
                      </a:r>
                    </a:p>
                  </a:txBody>
                  <a:tcPr marL="142875" marR="114300" marT="114300" marB="95250">
                    <a:lnR w="9525">
                      <a:solidFill>
                        <a:srgbClr val="D8E1E7"/>
                      </a:solidFill>
                      <a:prstDash val="solid"/>
                    </a:lnR>
                    <a:lnB w="9525">
                      <a:solidFill>
                        <a:srgbClr val="D8E1E7"/>
                      </a:solidFill>
                      <a:prstDash val="solid"/>
                    </a:lnB>
                    <a:solidFill>
                      <a:srgbClr val="FFFFFF"/>
                    </a:solidFill>
                  </a:tcPr>
                </a:tc>
              </a:tr>
              <a:tr h="638175">
                <a:tc>
                  <a:txBody>
                    <a:bodyPr/>
                    <a:lstStyle/>
                    <a:p>
                      <a:pPr algn="l"/>
                      <a:r>
                        <a:rPr sz="1650">
                          <a:solidFill>
                            <a:srgbClr val="183344"/>
                          </a:solidFill>
                          <a:latin typeface="Arial"/>
                          <a:ea typeface="Arial"/>
                          <a:cs typeface="Arial"/>
                        </a:rPr>
                        <a:t>Aufzeichnung</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Positive und negative</a:t>
                      </a:r>
                    </a:p>
                    <a:p>
                      <a:pPr algn="l"/>
                      <a:r>
                        <a:rPr sz="1650">
                          <a:solidFill>
                            <a:srgbClr val="183344"/>
                          </a:solidFill>
                          <a:latin typeface="Arial"/>
                          <a:ea typeface="Arial"/>
                          <a:cs typeface="Arial"/>
                        </a:rPr>
                        <a:t>Frequenzsprungantwort</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Veröffentlichte FNET-Messung</a:t>
                      </a:r>
                    </a:p>
                    <a:p>
                      <a:pPr algn="l"/>
                      <a:r>
                        <a:rPr sz="1650">
                          <a:solidFill>
                            <a:srgbClr val="183344"/>
                          </a:solidFill>
                          <a:latin typeface="Arial"/>
                          <a:ea typeface="Arial"/>
                          <a:cs typeface="Arial"/>
                        </a:rPr>
                        <a:t>vom 28. Dezember 2020</a:t>
                      </a:r>
                    </a:p>
                  </a:txBody>
                  <a:tcPr marL="142875" marR="114300" marT="114300" marB="95250">
                    <a:lnR w="9525">
                      <a:solidFill>
                        <a:srgbClr val="D8E1E7"/>
                      </a:solidFill>
                      <a:prstDash val="solid"/>
                    </a:lnR>
                    <a:lnB w="9525">
                      <a:solidFill>
                        <a:srgbClr val="D8E1E7"/>
                      </a:solidFill>
                      <a:prstDash val="solid"/>
                    </a:lnB>
                    <a:solidFill>
                      <a:srgbClr val="FFFFFF"/>
                    </a:solidFill>
                  </a:tcPr>
                </a:tc>
              </a:tr>
              <a:tr h="638175">
                <a:tc>
                  <a:txBody>
                    <a:bodyPr/>
                    <a:lstStyle/>
                    <a:p>
                      <a:pPr algn="l"/>
                      <a:r>
                        <a:rPr sz="1650">
                          <a:solidFill>
                            <a:srgbClr val="183344"/>
                          </a:solidFill>
                          <a:latin typeface="Arial"/>
                          <a:ea typeface="Arial"/>
                          <a:cs typeface="Arial"/>
                        </a:rPr>
                        <a:t>Grundfrequenz des Netzes</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Etwa 50 Hz</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Etwa 60 Hz</a:t>
                      </a:r>
                    </a:p>
                  </a:txBody>
                  <a:tcPr marL="142875" marR="114300" marT="114300" marB="95250">
                    <a:lnR w="9525">
                      <a:solidFill>
                        <a:srgbClr val="D8E1E7"/>
                      </a:solidFill>
                      <a:prstDash val="solid"/>
                    </a:lnR>
                    <a:lnB w="9525">
                      <a:solidFill>
                        <a:srgbClr val="D8E1E7"/>
                      </a:solidFill>
                      <a:prstDash val="solid"/>
                    </a:lnB>
                    <a:solidFill>
                      <a:srgbClr val="FFFFFF"/>
                    </a:solidFill>
                  </a:tcPr>
                </a:tc>
              </a:tr>
              <a:tr h="638175">
                <a:tc>
                  <a:txBody>
                    <a:bodyPr/>
                    <a:lstStyle/>
                    <a:p>
                      <a:pPr algn="l"/>
                      <a:r>
                        <a:rPr sz="1650">
                          <a:solidFill>
                            <a:srgbClr val="183344"/>
                          </a:solidFill>
                          <a:latin typeface="Arial"/>
                          <a:ea typeface="Arial"/>
                          <a:cs typeface="Arial"/>
                        </a:rPr>
                        <a:t>Geschätzte Pendelfrequenz</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Etwa 2,268 Hz in P_pos</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Etwa 0,317 / 0,617 / 0,720 Hz</a:t>
                      </a:r>
                    </a:p>
                  </a:txBody>
                  <a:tcPr marL="142875" marR="114300" marT="114300" marB="95250">
                    <a:lnR w="9525">
                      <a:solidFill>
                        <a:srgbClr val="D8E1E7"/>
                      </a:solidFill>
                      <a:prstDash val="solid"/>
                    </a:lnR>
                    <a:lnB w="9525">
                      <a:solidFill>
                        <a:srgbClr val="D8E1E7"/>
                      </a:solidFill>
                      <a:prstDash val="solid"/>
                    </a:lnB>
                    <a:solidFill>
                      <a:srgbClr val="FFFFFF"/>
                    </a:solidFill>
                  </a:tcPr>
                </a:tc>
              </a:tr>
              <a:tr h="638175">
                <a:tc>
                  <a:txBody>
                    <a:bodyPr/>
                    <a:lstStyle/>
                    <a:p>
                      <a:pPr algn="l"/>
                      <a:r>
                        <a:rPr sz="1650">
                          <a:solidFill>
                            <a:srgbClr val="183344"/>
                          </a:solidFill>
                          <a:latin typeface="Arial"/>
                          <a:ea typeface="Arial"/>
                          <a:cs typeface="Arial"/>
                        </a:rPr>
                        <a:t>Untersuchungsziel</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Leistungspendelung</a:t>
                      </a:r>
                    </a:p>
                    <a:p>
                      <a:pPr algn="l"/>
                      <a:r>
                        <a:rPr sz="1650">
                          <a:solidFill>
                            <a:srgbClr val="183344"/>
                          </a:solidFill>
                          <a:latin typeface="Arial"/>
                          <a:ea typeface="Arial"/>
                          <a:cs typeface="Arial"/>
                        </a:rPr>
                        <a:t>bestimmen und abziehen</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r>
                        <a:rPr sz="1650">
                          <a:solidFill>
                            <a:srgbClr val="183344"/>
                          </a:solidFill>
                          <a:latin typeface="Arial"/>
                          <a:ea typeface="Arial"/>
                          <a:cs typeface="Arial"/>
                        </a:rPr>
                        <a:t>Parameter mit veröffentlichten</a:t>
                      </a:r>
                    </a:p>
                    <a:p>
                      <a:pPr algn="l"/>
                      <a:r>
                        <a:rPr sz="1650">
                          <a:solidFill>
                            <a:srgbClr val="183344"/>
                          </a:solidFill>
                          <a:latin typeface="Arial"/>
                          <a:ea typeface="Arial"/>
                          <a:cs typeface="Arial"/>
                        </a:rPr>
                        <a:t>ROMA-Ergebnissen vergleichen</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7F2CC55-9081-4056-9F54-B3069871831D}"/>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defRPr sz="1350" b="0">
                <a:solidFill>
                  <a:srgbClr val="5C6F7C"/>
                </a:solidFill>
                <a:latin typeface="Arial"/>
                <a:ea typeface="Arial"/>
                <a:cs typeface="Arial"/>
              </a:defRPr>
            </a:pPr>
            <a:r>
              <a:rPr sz="1350" b="0">
                <a:solidFill>
                  <a:srgbClr val="5C6F7C"/>
                </a:solidFill>
                <a:latin typeface="Arial"/>
                <a:ea typeface="Arial"/>
                <a:cs typeface="Arial"/>
              </a:rPr>
              <a:t>Gleiche Auswertungsmethode, unterschiedliche Messgrößen. Die Einheit von P_pos ist nicht dokumentiert.</a:t>
            </a:r>
          </a:p>
        </p:txBody>
      </p:sp>
    </p:spTree>
    <p:extLst>
      <p:ext uri="{BB962C8B-B14F-4D97-AF65-F5344CB8AC3E}">
        <p14:creationId xmlns:p14="http://schemas.microsoft.com/office/powerpoint/2010/main" val="7764896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87761813-D762-471C-80D4-46DE1F433C9B}"/>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Mexiko: aufgezeichnete Netzfrequenz</a:t>
            </a:r>
          </a:p>
        </p:txBody>
      </p:sp>
      <p:sp>
        <p:nvSpPr>
          <p:cNvPr id="2" name="text-1">
            <a:extLst xmlns:a="http://schemas.openxmlformats.org/drawingml/2006/main">
              <a:ext uri="{FF2B5EF4-FFF2-40B4-BE49-F238E27FC236}">
                <a16:creationId xmlns:a16="http://schemas.microsoft.com/office/drawing/2014/main" id="{31879DFB-5680-42B8-AEEE-497F3C136284}"/>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19</a:t>
            </a:r>
          </a:p>
        </p:txBody>
      </p:sp>
      <p:graphicFrame>
        <p:nvGraphicFramePr>
          <p:cNvPr id="3" name="Chart">
            <a:extLst xmlns:a="http://schemas.openxmlformats.org/drawingml/2006/main">
              <a:ext uri="{FF2B5EF4-FFF2-40B4-BE49-F238E27FC236}">
                <a16:creationId xmlns:a16="http://schemas.microsoft.com/office/drawing/2014/main" id="{2B1FABF6-8DF7-4195-B35F-4944F7894FB7}"/>
              </a:ext>
            </a:extLst>
          </p:cNvPr>
          <p:cNvGraphicFramePr/>
          <p:nvPr/>
        </p:nvGraphicFramePr>
        <p:xfrm>
          <a:off xmlns:a="http://schemas.openxmlformats.org/drawingml/2006/main" x="495300" y="1676400"/>
          <a:ext xmlns:a="http://schemas.openxmlformats.org/drawingml/2006/main" cx="7572375" cy="4000500"/>
        </p:xfrm>
        <a:graphic xmlns:a="http://schemas.openxmlformats.org/drawingml/2006/main">
          <a:graphicData uri="http://schemas.openxmlformats.org/drawingml/2006/chart">
            <c:chart xmlns:r="http://schemas.openxmlformats.org/officeDocument/2006/relationships" xmlns:c="http://schemas.openxmlformats.org/drawingml/2006/chart" r:id="R5a89cffb6bd54109"/>
          </a:graphicData>
        </a:graphic>
      </p:graphicFrame>
      <p:sp>
        <p:nvSpPr>
          <p:cNvPr id="4" name="text-2">
            <a:extLst xmlns:a="http://schemas.openxmlformats.org/drawingml/2006/main">
              <a:ext uri="{FF2B5EF4-FFF2-40B4-BE49-F238E27FC236}">
                <a16:creationId xmlns:a16="http://schemas.microsoft.com/office/drawing/2014/main" id="{62B8459B-C2C8-4EF1-8849-3C5A86596ECB}"/>
              </a:ext>
            </a:extLst>
          </p:cNvPr>
          <p:cNvSpPr>
            <a:spLocks xmlns:a="http://schemas.openxmlformats.org/drawingml/2006/main" noGrp="1"/>
          </p:cNvSpPr>
          <p:nvPr/>
        </p:nvSpPr>
        <p:spPr>
          <a:xfrm xmlns:a="http://schemas.openxmlformats.org/drawingml/2006/main">
            <a:off x="8429625" y="1666875"/>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buNone/>
              <a:defRPr sz="2175" b="1">
                <a:solidFill>
                  <a:srgbClr val="004A7C"/>
                </a:solidFill>
                <a:latin typeface="Arial"/>
                <a:ea typeface="Arial"/>
                <a:cs typeface="Arial"/>
              </a:defRPr>
            </a:pPr>
            <a:r>
              <a:rPr sz="2175" b="1">
                <a:solidFill>
                  <a:srgbClr val="004A7C"/>
                </a:solidFill>
                <a:latin typeface="Arial"/>
                <a:ea typeface="Arial"/>
                <a:cs typeface="Arial"/>
              </a:rPr>
              <a:t>Mazatlán</a:t>
            </a:r>
          </a:p>
        </p:txBody>
      </p:sp>
      <p:sp>
        <p:nvSpPr>
          <p:cNvPr id="5" name="text-3">
            <a:extLst xmlns:a="http://schemas.openxmlformats.org/drawingml/2006/main">
              <a:ext uri="{FF2B5EF4-FFF2-40B4-BE49-F238E27FC236}">
                <a16:creationId xmlns:a16="http://schemas.microsoft.com/office/drawing/2014/main" id="{C9ECD232-1E11-4843-A024-AECE2A7C3ABD}"/>
              </a:ext>
            </a:extLst>
          </p:cNvPr>
          <p:cNvSpPr>
            <a:spLocks xmlns:a="http://schemas.openxmlformats.org/drawingml/2006/main" noGrp="1"/>
          </p:cNvSpPr>
          <p:nvPr/>
        </p:nvSpPr>
        <p:spPr>
          <a:xfrm xmlns:a="http://schemas.openxmlformats.org/drawingml/2006/main">
            <a:off x="8429625" y="2171700"/>
            <a:ext cx="3190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Veröffentlichte Aufzeichnung</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vom 28. Dezember 2020</a:t>
            </a:r>
          </a:p>
        </p:txBody>
      </p:sp>
      <p:sp>
        <p:nvSpPr>
          <p:cNvPr id="6" name="text-4">
            <a:extLst xmlns:a="http://schemas.openxmlformats.org/drawingml/2006/main">
              <a:ext uri="{FF2B5EF4-FFF2-40B4-BE49-F238E27FC236}">
                <a16:creationId xmlns:a16="http://schemas.microsoft.com/office/drawing/2014/main" id="{C4FD96FC-6B94-4C26-9C44-33C4E82C6C5E}"/>
              </a:ext>
            </a:extLst>
          </p:cNvPr>
          <p:cNvSpPr>
            <a:spLocks xmlns:a="http://schemas.openxmlformats.org/drawingml/2006/main" noGrp="1"/>
          </p:cNvSpPr>
          <p:nvPr/>
        </p:nvSpPr>
        <p:spPr>
          <a:xfrm xmlns:a="http://schemas.openxmlformats.org/drawingml/2006/main">
            <a:off x="8429625" y="3524250"/>
            <a:ext cx="319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buNone/>
              <a:defRPr sz="2175" b="1">
                <a:solidFill>
                  <a:srgbClr val="004A7C"/>
                </a:solidFill>
                <a:latin typeface="Arial"/>
                <a:ea typeface="Arial"/>
                <a:cs typeface="Arial"/>
              </a:defRPr>
            </a:pPr>
            <a:r>
              <a:rPr sz="2175" b="1">
                <a:solidFill>
                  <a:srgbClr val="004A7C"/>
                </a:solidFill>
                <a:latin typeface="Arial"/>
                <a:ea typeface="Arial"/>
                <a:cs typeface="Arial"/>
              </a:rPr>
              <a:t>301 Messwerte</a:t>
            </a:r>
          </a:p>
        </p:txBody>
      </p:sp>
      <p:sp>
        <p:nvSpPr>
          <p:cNvPr id="7" name="text-5">
            <a:extLst xmlns:a="http://schemas.openxmlformats.org/drawingml/2006/main">
              <a:ext uri="{FF2B5EF4-FFF2-40B4-BE49-F238E27FC236}">
                <a16:creationId xmlns:a16="http://schemas.microsoft.com/office/drawing/2014/main" id="{070600D2-0975-469A-A825-42D0656FFFF0}"/>
              </a:ext>
            </a:extLst>
          </p:cNvPr>
          <p:cNvSpPr>
            <a:spLocks xmlns:a="http://schemas.openxmlformats.org/drawingml/2006/main" noGrp="1"/>
          </p:cNvSpPr>
          <p:nvPr/>
        </p:nvSpPr>
        <p:spPr>
          <a:xfrm xmlns:a="http://schemas.openxmlformats.org/drawingml/2006/main">
            <a:off x="8429625" y="4029075"/>
            <a:ext cx="3190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30 Sekunden</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Abstand 0,1 Sekunden</a:t>
            </a:r>
          </a:p>
        </p:txBody>
      </p:sp>
      <p:sp>
        <p:nvSpPr>
          <p:cNvPr id="8" name="text-6">
            <a:extLst xmlns:a="http://schemas.openxmlformats.org/drawingml/2006/main">
              <a:ext uri="{FF2B5EF4-FFF2-40B4-BE49-F238E27FC236}">
                <a16:creationId xmlns:a16="http://schemas.microsoft.com/office/drawing/2014/main" id="{C98E8E4E-BCB0-4AA2-B4DB-98FE38B529FA}"/>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Signal: Netzfrequenz nahe 60 Hz. Eine Mode bei 0,317 Hz beschreibt deren langsame Schwankung.</a:t>
            </a:r>
          </a:p>
        </p:txBody>
      </p:sp>
      <p:sp>
        <p:nvSpPr>
          <p:cNvPr id="10" name="text-7">
            <a:extLst xmlns:a="http://schemas.openxmlformats.org/drawingml/2006/main">
              <a:ext uri="{FF2B5EF4-FFF2-40B4-BE49-F238E27FC236}">
                <a16:creationId xmlns:a16="http://schemas.microsoft.com/office/drawing/2014/main" id="{D49AE1CE-2867-462E-84AF-35D8C606F1A3}"/>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Externer Referenzfall: Netzfrequenz aus Mexiko</a:t>
            </a:r>
          </a:p>
        </p:txBody>
      </p:sp>
    </p:spTree>
    <p:extLst>
      <p:ext uri="{BB962C8B-B14F-4D97-AF65-F5344CB8AC3E}">
        <p14:creationId xmlns:p14="http://schemas.microsoft.com/office/powerpoint/2010/main" val="3568695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FC7B606-9F69-42EC-992C-13FF26B36BCC}"/>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Mexiko: Vergleich mit veröffentlichten Schätzwerten</a:t>
            </a:r>
          </a:p>
        </p:txBody>
      </p:sp>
      <p:sp>
        <p:nvSpPr>
          <p:cNvPr id="2" name="text-1">
            <a:extLst xmlns:a="http://schemas.openxmlformats.org/drawingml/2006/main">
              <a:ext uri="{FF2B5EF4-FFF2-40B4-BE49-F238E27FC236}">
                <a16:creationId xmlns:a16="http://schemas.microsoft.com/office/drawing/2014/main" id="{435BF384-63CC-4B90-9FC7-26DCE90E27B5}"/>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20</a:t>
            </a:r>
          </a:p>
        </p:txBody>
      </p:sp>
      <p:sp>
        <p:nvSpPr>
          <p:cNvPr id="3" name="text-2">
            <a:extLst xmlns:a="http://schemas.openxmlformats.org/drawingml/2006/main">
              <a:ext uri="{FF2B5EF4-FFF2-40B4-BE49-F238E27FC236}">
                <a16:creationId xmlns:a16="http://schemas.microsoft.com/office/drawing/2014/main" id="{36CC736D-75E4-4E57-B05D-5F4BF2497AF8}"/>
              </a:ext>
            </a:extLst>
          </p:cNvPr>
          <p:cNvSpPr>
            <a:spLocks xmlns:a="http://schemas.openxmlformats.org/drawingml/2006/main" noGrp="1"/>
          </p:cNvSpPr>
          <p:nvPr/>
        </p:nvSpPr>
        <p:spPr>
          <a:xfrm xmlns:a="http://schemas.openxmlformats.org/drawingml/2006/main">
            <a:off x="609600" y="1428750"/>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C6F7C"/>
                </a:solidFill>
                <a:latin typeface="Arial"/>
                <a:ea typeface="Arial"/>
                <a:cs typeface="Arial"/>
              </a:defRPr>
            </a:defPPr>
          </a:lstStyle>
          <a:p xmlns:a="http://schemas.openxmlformats.org/drawingml/2006/main">
            <a:pPr algn="l">
              <a:buNone/>
              <a:defRPr sz="1875" b="0">
                <a:solidFill>
                  <a:srgbClr val="5C6F7C"/>
                </a:solidFill>
                <a:latin typeface="Arial"/>
                <a:ea typeface="Arial"/>
                <a:cs typeface="Arial"/>
              </a:defRPr>
            </a:pPr>
            <a:r>
              <a:rPr sz="1875" b="0">
                <a:solidFill>
                  <a:srgbClr val="5C6F7C"/>
                </a:solidFill>
                <a:latin typeface="Arial"/>
                <a:ea typeface="Arial"/>
                <a:cs typeface="Arial"/>
              </a:rPr>
              <a:t>Referenzparameter: veröffentlichte Frequenz und Abklingrate.</a:t>
            </a:r>
          </a:p>
          <a:p xmlns:a="http://schemas.openxmlformats.org/drawingml/2006/main">
            <a:pPr algn="l">
              <a:buNone/>
              <a:defRPr sz="1875" b="0">
                <a:solidFill>
                  <a:srgbClr val="5C6F7C"/>
                </a:solidFill>
                <a:latin typeface="Arial"/>
                <a:ea typeface="Arial"/>
                <a:cs typeface="Arial"/>
              </a:defRPr>
            </a:pPr>
            <a:r>
              <a:rPr sz="1875" b="0">
                <a:solidFill>
                  <a:srgbClr val="5C6F7C"/>
                </a:solidFill>
                <a:latin typeface="Arial"/>
                <a:ea typeface="Arial"/>
                <a:cs typeface="Arial"/>
              </a:rPr>
              <a:t>Vergleich derselben Mexiko-Zeitreihe bei Modellordnung 12.</a:t>
            </a:r>
          </a:p>
        </p:txBody>
      </p:sp>
      <p:graphicFrame>
        <p:nvGraphicFramePr>
          <p:cNvPr id="4" name="">
            <a:extLst xmlns:a="http://schemas.openxmlformats.org/drawingml/2006/main">
              <a:ext uri="{FF2B5EF4-FFF2-40B4-BE49-F238E27FC236}">
                <a16:creationId xmlns:a16="http://schemas.microsoft.com/office/drawing/2014/main" id="{8281D6E4-FDF5-419D-9633-E58614252541}"/>
              </a:ext>
            </a:extLst>
          </p:cNvPr>
          <p:cNvGraphicFramePr/>
          <p:nvPr/>
        </p:nvGraphicFramePr>
        <p:xfrm>
          <a:off xmlns:a="http://schemas.openxmlformats.org/drawingml/2006/main" x="609600" y="2362200"/>
          <a:ext xmlns:a="http://schemas.openxmlformats.org/drawingml/2006/main" cx="10972800" cy="2705100"/>
        </p:xfrm>
        <a:graphic xmlns:a="http://schemas.openxmlformats.org/drawingml/2006/main">
          <a:graphicData uri="http://schemas.openxmlformats.org/drawingml/2006/table">
            <a:tbl>
              <a:tblPr/>
              <a:tblGrid>
                <a:gridCol w="2000250"/>
                <a:gridCol w="2428875"/>
                <a:gridCol w="1905000"/>
                <a:gridCol w="2095500"/>
                <a:gridCol w="2543175"/>
              </a:tblGrid>
              <a:tr h="676275">
                <a:tc>
                  <a:txBody>
                    <a:bodyPr/>
                    <a:lstStyle/>
                    <a:p>
                      <a:pPr algn="l">
                        <a:buNone/>
                      </a:pPr>
                      <a:r>
                        <a:rPr sz="1875" b="1">
                          <a:solidFill>
                            <a:srgbClr val="004A7C"/>
                          </a:solidFill>
                          <a:latin typeface="Arial"/>
                          <a:ea typeface="Arial"/>
                          <a:cs typeface="Arial"/>
                        </a:rPr>
                        <a:t>Autoren</a:t>
                      </a:r>
                    </a:p>
                    <a:p>
                      <a:pPr algn="l">
                        <a:buNone/>
                      </a:pPr>
                      <a:r>
                        <a:rPr sz="1875" b="1">
                          <a:solidFill>
                            <a:srgbClr val="004A7C"/>
                          </a:solidFill>
                          <a:latin typeface="Arial"/>
                          <a:ea typeface="Arial"/>
                          <a:cs typeface="Arial"/>
                        </a:rPr>
                        <a:t>f / Hz</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buNone/>
                      </a:pPr>
                      <a:r>
                        <a:rPr sz="1875" b="1">
                          <a:solidFill>
                            <a:srgbClr val="004A7C"/>
                          </a:solidFill>
                          <a:latin typeface="Arial"/>
                          <a:ea typeface="Arial"/>
                          <a:cs typeface="Arial"/>
                        </a:rPr>
                        <a:t>Matrix Pencil</a:t>
                      </a:r>
                    </a:p>
                    <a:p>
                      <a:pPr algn="l">
                        <a:buNone/>
                      </a:pPr>
                      <a:r>
                        <a:rPr sz="1875" b="1">
                          <a:solidFill>
                            <a:srgbClr val="004A7C"/>
                          </a:solidFill>
                          <a:latin typeface="Arial"/>
                          <a:ea typeface="Arial"/>
                          <a:cs typeface="Arial"/>
                        </a:rPr>
                        <a:t>f / Hz</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buNone/>
                      </a:pPr>
                      <a:r>
                        <a:rPr sz="1875" b="1">
                          <a:solidFill>
                            <a:srgbClr val="004A7C"/>
                          </a:solidFill>
                          <a:latin typeface="Arial"/>
                          <a:ea typeface="Arial"/>
                          <a:cs typeface="Arial"/>
                        </a:rPr>
                        <a:t>Differenz</a:t>
                      </a:r>
                    </a:p>
                    <a:p>
                      <a:pPr algn="l">
                        <a:buNone/>
                      </a:pPr>
                      <a:r>
                        <a:rPr sz="1875" b="1">
                          <a:solidFill>
                            <a:srgbClr val="004A7C"/>
                          </a:solidFill>
                          <a:latin typeface="Arial"/>
                          <a:ea typeface="Arial"/>
                          <a:cs typeface="Arial"/>
                        </a:rPr>
                        <a:t>f</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buNone/>
                      </a:pPr>
                      <a:r>
                        <a:rPr sz="1875" b="1">
                          <a:solidFill>
                            <a:srgbClr val="004A7C"/>
                          </a:solidFill>
                          <a:latin typeface="Arial"/>
                          <a:ea typeface="Arial"/>
                          <a:cs typeface="Arial"/>
                        </a:rPr>
                        <a:t>Autoren</a:t>
                      </a:r>
                    </a:p>
                    <a:p>
                      <a:pPr algn="l">
                        <a:buNone/>
                      </a:pPr>
                      <a:r>
                        <a:rPr sz="1875" b="1">
                          <a:solidFill>
                            <a:srgbClr val="004A7C"/>
                          </a:solidFill>
                          <a:latin typeface="Arial"/>
                          <a:ea typeface="Arial"/>
                          <a:cs typeface="Arial"/>
                        </a:rPr>
                        <a:t>σ / (1/s)</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buNone/>
                      </a:pPr>
                      <a:r>
                        <a:rPr sz="1875" b="1">
                          <a:solidFill>
                            <a:srgbClr val="004A7C"/>
                          </a:solidFill>
                          <a:latin typeface="Arial"/>
                          <a:ea typeface="Arial"/>
                          <a:cs typeface="Arial"/>
                        </a:rPr>
                        <a:t>Matrix Pencil</a:t>
                      </a:r>
                    </a:p>
                    <a:p>
                      <a:pPr algn="l">
                        <a:buNone/>
                      </a:pPr>
                      <a:r>
                        <a:rPr sz="1875" b="1">
                          <a:solidFill>
                            <a:srgbClr val="004A7C"/>
                          </a:solidFill>
                          <a:latin typeface="Arial"/>
                          <a:ea typeface="Arial"/>
                          <a:cs typeface="Arial"/>
                        </a:rPr>
                        <a:t>σ / (1/s)</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76275">
                <a:tc>
                  <a:txBody>
                    <a:bodyPr/>
                    <a:lstStyle/>
                    <a:p>
                      <a:pPr algn="l">
                        <a:buNone/>
                      </a:pPr>
                      <a:r>
                        <a:rPr sz="1875">
                          <a:solidFill>
                            <a:srgbClr val="183344"/>
                          </a:solidFill>
                          <a:latin typeface="Arial"/>
                          <a:ea typeface="Arial"/>
                          <a:cs typeface="Arial"/>
                        </a:rPr>
                        <a:t>0,317</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0,316823</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0,056 %</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-0,106</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-0,106312</a:t>
                      </a:r>
                    </a:p>
                  </a:txBody>
                  <a:tcPr marL="142875" marR="114300" marT="114300" marB="95250">
                    <a:lnR w="9525">
                      <a:solidFill>
                        <a:srgbClr val="D8E1E7"/>
                      </a:solidFill>
                      <a:prstDash val="solid"/>
                    </a:lnR>
                    <a:lnB w="9525">
                      <a:solidFill>
                        <a:srgbClr val="D8E1E7"/>
                      </a:solidFill>
                      <a:prstDash val="solid"/>
                    </a:lnB>
                    <a:solidFill>
                      <a:srgbClr val="FFFFFF"/>
                    </a:solidFill>
                  </a:tcPr>
                </a:tc>
              </a:tr>
              <a:tr h="676275">
                <a:tc>
                  <a:txBody>
                    <a:bodyPr/>
                    <a:lstStyle/>
                    <a:p>
                      <a:pPr algn="l">
                        <a:buNone/>
                      </a:pPr>
                      <a:r>
                        <a:rPr sz="1875">
                          <a:solidFill>
                            <a:srgbClr val="183344"/>
                          </a:solidFill>
                          <a:latin typeface="Arial"/>
                          <a:ea typeface="Arial"/>
                          <a:cs typeface="Arial"/>
                        </a:rPr>
                        <a:t>0,617</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0,617288</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0,047 %</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-0,042</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-0,042112</a:t>
                      </a:r>
                    </a:p>
                  </a:txBody>
                  <a:tcPr marL="142875" marR="114300" marT="114300" marB="95250">
                    <a:lnR w="9525">
                      <a:solidFill>
                        <a:srgbClr val="D8E1E7"/>
                      </a:solidFill>
                      <a:prstDash val="solid"/>
                    </a:lnR>
                    <a:lnB w="9525">
                      <a:solidFill>
                        <a:srgbClr val="D8E1E7"/>
                      </a:solidFill>
                      <a:prstDash val="solid"/>
                    </a:lnB>
                    <a:solidFill>
                      <a:srgbClr val="FFFFFF"/>
                    </a:solidFill>
                  </a:tcPr>
                </a:tc>
              </a:tr>
              <a:tr h="676275">
                <a:tc>
                  <a:txBody>
                    <a:bodyPr/>
                    <a:lstStyle/>
                    <a:p>
                      <a:pPr algn="l">
                        <a:buNone/>
                      </a:pPr>
                      <a:r>
                        <a:rPr sz="1875">
                          <a:solidFill>
                            <a:srgbClr val="183344"/>
                          </a:solidFill>
                          <a:latin typeface="Arial"/>
                          <a:ea typeface="Arial"/>
                          <a:cs typeface="Arial"/>
                        </a:rPr>
                        <a:t>0,720</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0,719740</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0,036 %</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-0,043</a:t>
                      </a:r>
                    </a:p>
                  </a:txBody>
                  <a:tcPr marL="142875" marR="114300" marT="114300" marB="95250">
                    <a:lnR w="9525">
                      <a:solidFill>
                        <a:srgbClr val="D8E1E7"/>
                      </a:solidFill>
                      <a:prstDash val="solid"/>
                    </a:lnR>
                    <a:lnB w="9525">
                      <a:solidFill>
                        <a:srgbClr val="D8E1E7"/>
                      </a:solidFill>
                      <a:prstDash val="solid"/>
                    </a:lnB>
                    <a:solidFill>
                      <a:srgbClr val="FFFFFF"/>
                    </a:solidFill>
                  </a:tcPr>
                </a:tc>
                <a:tc>
                  <a:txBody>
                    <a:bodyPr/>
                    <a:lstStyle/>
                    <a:p>
                      <a:pPr algn="l">
                        <a:buNone/>
                      </a:pPr>
                      <a:r>
                        <a:rPr sz="1875">
                          <a:solidFill>
                            <a:srgbClr val="183344"/>
                          </a:solidFill>
                          <a:latin typeface="Arial"/>
                          <a:ea typeface="Arial"/>
                          <a:cs typeface="Arial"/>
                        </a:rPr>
                        <a:t>-0,043313</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BC90525-242A-40A8-A87A-687E8FD056C5}"/>
              </a:ext>
            </a:extLst>
          </p:cNvPr>
          <p:cNvSpPr>
            <a:spLocks xmlns:a="http://schemas.openxmlformats.org/drawingml/2006/main" noGrp="1"/>
          </p:cNvSpPr>
          <p:nvPr/>
        </p:nvSpPr>
        <p:spPr>
          <a:xfrm xmlns:a="http://schemas.openxmlformats.org/drawingml/2006/main">
            <a:off x="609600" y="54102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4A7C"/>
                </a:solidFill>
                <a:latin typeface="Arial"/>
                <a:ea typeface="Arial"/>
                <a:cs typeface="Arial"/>
              </a:defRPr>
            </a:defPPr>
          </a:lstStyle>
          <a:p xmlns:a="http://schemas.openxmlformats.org/drawingml/2006/main">
            <a:pPr algn="l">
              <a:buNone/>
              <a:defRPr sz="2400" b="1">
                <a:solidFill>
                  <a:srgbClr val="004A7C"/>
                </a:solidFill>
                <a:latin typeface="Arial"/>
                <a:ea typeface="Arial"/>
                <a:cs typeface="Arial"/>
              </a:defRPr>
            </a:pPr>
            <a:r>
              <a:rPr sz="2400" b="1">
                <a:solidFill>
                  <a:srgbClr val="004A7C"/>
                </a:solidFill>
                <a:latin typeface="Arial"/>
                <a:ea typeface="Arial"/>
                <a:cs typeface="Arial"/>
              </a:rPr>
              <a:t>Alle drei Frequenzdifferenzen liegen unter 0,06 %.</a:t>
            </a:r>
          </a:p>
        </p:txBody>
      </p:sp>
      <p:sp>
        <p:nvSpPr>
          <p:cNvPr id="6" name="text-4">
            <a:extLst xmlns:a="http://schemas.openxmlformats.org/drawingml/2006/main">
              <a:ext uri="{FF2B5EF4-FFF2-40B4-BE49-F238E27FC236}">
                <a16:creationId xmlns:a16="http://schemas.microsoft.com/office/drawing/2014/main" id="{DA7FF452-2822-4AE0-AA63-41CAB706DE5E}"/>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Referenz: ROMA User Guide, Tabelle 2.1. Gerundete Autorenwerte aus einer ERA-Auswertung.</a:t>
            </a:r>
          </a:p>
        </p:txBody>
      </p:sp>
      <p:sp>
        <p:nvSpPr>
          <p:cNvPr id="8" name="text-5">
            <a:extLst xmlns:a="http://schemas.openxmlformats.org/drawingml/2006/main">
              <a:ext uri="{FF2B5EF4-FFF2-40B4-BE49-F238E27FC236}">
                <a16:creationId xmlns:a16="http://schemas.microsoft.com/office/drawing/2014/main" id="{13CE59ED-0E24-4F32-B2E7-3709B30F9843}"/>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Externer Referenzfall: Netzfrequenz aus Mexiko</a:t>
            </a:r>
          </a:p>
        </p:txBody>
      </p:sp>
    </p:spTree>
    <p:extLst>
      <p:ext uri="{BB962C8B-B14F-4D97-AF65-F5344CB8AC3E}">
        <p14:creationId xmlns:p14="http://schemas.microsoft.com/office/powerpoint/2010/main" val="61400135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6033224-3426-4455-A6E3-6E76C43A0A59}"/>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Mexiko: Rekonstruktion und Restabweichung</a:t>
            </a:r>
          </a:p>
        </p:txBody>
      </p:sp>
      <p:sp>
        <p:nvSpPr>
          <p:cNvPr id="2" name="text-1">
            <a:extLst xmlns:a="http://schemas.openxmlformats.org/drawingml/2006/main">
              <a:ext uri="{FF2B5EF4-FFF2-40B4-BE49-F238E27FC236}">
                <a16:creationId xmlns:a16="http://schemas.microsoft.com/office/drawing/2014/main" id="{1E19EF49-A4EE-488A-9414-09F34CD1243A}"/>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21</a:t>
            </a:r>
          </a:p>
        </p:txBody>
      </p:sp>
      <p:graphicFrame>
        <p:nvGraphicFramePr>
          <p:cNvPr id="3" name="Chart">
            <a:extLst xmlns:a="http://schemas.openxmlformats.org/drawingml/2006/main">
              <a:ext uri="{FF2B5EF4-FFF2-40B4-BE49-F238E27FC236}">
                <a16:creationId xmlns:a16="http://schemas.microsoft.com/office/drawing/2014/main" id="{C4BE6EFD-2FA4-40C5-90A8-55073784C118}"/>
              </a:ext>
            </a:extLst>
          </p:cNvPr>
          <p:cNvGraphicFramePr/>
          <p:nvPr/>
        </p:nvGraphicFramePr>
        <p:xfrm>
          <a:off xmlns:a="http://schemas.openxmlformats.org/drawingml/2006/main" x="457200" y="1438275"/>
          <a:ext xmlns:a="http://schemas.openxmlformats.org/drawingml/2006/main" cx="11087100" cy="2667000"/>
        </p:xfrm>
        <a:graphic xmlns:a="http://schemas.openxmlformats.org/drawingml/2006/main">
          <a:graphicData uri="http://schemas.openxmlformats.org/drawingml/2006/chart">
            <c:chart xmlns:r="http://schemas.openxmlformats.org/officeDocument/2006/relationships" xmlns:c="http://schemas.openxmlformats.org/drawingml/2006/chart" r:id="R255ca03df2d54a7f"/>
          </a:graphicData>
        </a:graphic>
      </p:graphicFrame>
      <p:graphicFrame>
        <p:nvGraphicFramePr>
          <p:cNvPr id="4" name="Chart">
            <a:extLst xmlns:a="http://schemas.openxmlformats.org/drawingml/2006/main">
              <a:ext uri="{FF2B5EF4-FFF2-40B4-BE49-F238E27FC236}">
                <a16:creationId xmlns:a16="http://schemas.microsoft.com/office/drawing/2014/main" id="{CE55ECB3-078C-4561-AAA8-8FFDBFBF36D0}"/>
              </a:ext>
            </a:extLst>
          </p:cNvPr>
          <p:cNvGraphicFramePr/>
          <p:nvPr/>
        </p:nvGraphicFramePr>
        <p:xfrm>
          <a:off xmlns:a="http://schemas.openxmlformats.org/drawingml/2006/main" x="457200" y="4171950"/>
          <a:ext xmlns:a="http://schemas.openxmlformats.org/drawingml/2006/main" cx="11087100" cy="1762125"/>
        </p:xfrm>
        <a:graphic xmlns:a="http://schemas.openxmlformats.org/drawingml/2006/main">
          <a:graphicData uri="http://schemas.openxmlformats.org/drawingml/2006/chart">
            <c:chart xmlns:r="http://schemas.openxmlformats.org/officeDocument/2006/relationships" xmlns:c="http://schemas.openxmlformats.org/drawingml/2006/chart" r:id="R3f067a7afe7741fe"/>
          </a:graphicData>
        </a:graphic>
      </p:graphicFrame>
      <p:sp>
        <p:nvSpPr>
          <p:cNvPr id="5" name="text-2">
            <a:extLst xmlns:a="http://schemas.openxmlformats.org/drawingml/2006/main">
              <a:ext uri="{FF2B5EF4-FFF2-40B4-BE49-F238E27FC236}">
                <a16:creationId xmlns:a16="http://schemas.microsoft.com/office/drawing/2014/main" id="{90E44420-AACC-4AF8-AF64-0B3DE76210DD}"/>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Ordnung 12. Mittelwert 59,773293 Hz abgezogen. Ursache der Abweichung um 240–243 s offen.</a:t>
            </a:r>
          </a:p>
        </p:txBody>
      </p:sp>
      <p:sp>
        <p:nvSpPr>
          <p:cNvPr id="7" name="text-3">
            <a:extLst xmlns:a="http://schemas.openxmlformats.org/drawingml/2006/main">
              <a:ext uri="{FF2B5EF4-FFF2-40B4-BE49-F238E27FC236}">
                <a16:creationId xmlns:a16="http://schemas.microsoft.com/office/drawing/2014/main" id="{A26457D9-1E33-4FDE-A725-892547574122}"/>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Externer Referenzfall: Netzfrequenz aus Mexiko</a:t>
            </a:r>
          </a:p>
        </p:txBody>
      </p:sp>
    </p:spTree>
    <p:extLst>
      <p:ext uri="{BB962C8B-B14F-4D97-AF65-F5344CB8AC3E}">
        <p14:creationId xmlns:p14="http://schemas.microsoft.com/office/powerpoint/2010/main" val="2789345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8EBD0DB-4226-41AE-805B-C3A0752C645D}"/>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Mexiko: Modellfehler von 17,05 %</a:t>
            </a:r>
          </a:p>
        </p:txBody>
      </p:sp>
      <p:sp>
        <p:nvSpPr>
          <p:cNvPr id="2" name="text-1">
            <a:extLst xmlns:a="http://schemas.openxmlformats.org/drawingml/2006/main">
              <a:ext uri="{FF2B5EF4-FFF2-40B4-BE49-F238E27FC236}">
                <a16:creationId xmlns:a16="http://schemas.microsoft.com/office/drawing/2014/main" id="{1B8D3A90-33C2-4956-819E-C8C2A3904E3B}"/>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22</a:t>
            </a:r>
          </a:p>
        </p:txBody>
      </p:sp>
      <p:sp>
        <p:nvSpPr>
          <p:cNvPr id="3" name="text-2">
            <a:extLst xmlns:a="http://schemas.openxmlformats.org/drawingml/2006/main">
              <a:ext uri="{FF2B5EF4-FFF2-40B4-BE49-F238E27FC236}">
                <a16:creationId xmlns:a16="http://schemas.microsoft.com/office/drawing/2014/main" id="{1C5170C2-DFAA-405C-92FC-599AB1385FD6}"/>
              </a:ext>
            </a:extLst>
          </p:cNvPr>
          <p:cNvSpPr>
            <a:spLocks xmlns:a="http://schemas.openxmlformats.org/drawingml/2006/main" noGrp="1"/>
          </p:cNvSpPr>
          <p:nvPr/>
        </p:nvSpPr>
        <p:spPr>
          <a:xfrm xmlns:a="http://schemas.openxmlformats.org/drawingml/2006/main">
            <a:off x="609600" y="1457325"/>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3344"/>
                </a:solidFill>
                <a:latin typeface="Arial"/>
                <a:ea typeface="Arial"/>
                <a:cs typeface="Arial"/>
              </a:defRPr>
            </a:defPPr>
          </a:lstStyle>
          <a:p xmlns:a="http://schemas.openxmlformats.org/drawingml/2006/main">
            <a:pPr algn="l">
              <a:buNone/>
              <a:defRPr sz="2325" b="0">
                <a:solidFill>
                  <a:srgbClr val="183344"/>
                </a:solidFill>
                <a:latin typeface="Arial"/>
                <a:ea typeface="Arial"/>
                <a:cs typeface="Arial"/>
              </a:defRPr>
            </a:pPr>
            <a:r>
              <a:rPr sz="2325" b="0">
                <a:solidFill>
                  <a:srgbClr val="183344"/>
                </a:solidFill>
                <a:latin typeface="Arial"/>
                <a:ea typeface="Arial"/>
                <a:cs typeface="Arial"/>
              </a:rPr>
              <a:t>Messung und Modell werden zu denselben Zeitpunkten verglichen.</a:t>
            </a:r>
          </a:p>
        </p:txBody>
      </p:sp>
      <p:graphicFrame>
        <p:nvGraphicFramePr>
          <p:cNvPr id="4" name="">
            <a:extLst xmlns:a="http://schemas.openxmlformats.org/drawingml/2006/main">
              <a:ext uri="{FF2B5EF4-FFF2-40B4-BE49-F238E27FC236}">
                <a16:creationId xmlns:a16="http://schemas.microsoft.com/office/drawing/2014/main" id="{3D3B777B-EA77-45C7-BE66-6015872853F7}"/>
              </a:ext>
            </a:extLst>
          </p:cNvPr>
          <p:cNvGraphicFramePr/>
          <p:nvPr/>
        </p:nvGraphicFramePr>
        <p:xfrm>
          <a:off xmlns:a="http://schemas.openxmlformats.org/drawingml/2006/main" x="609600" y="2552700"/>
          <a:ext xmlns:a="http://schemas.openxmlformats.org/drawingml/2006/main" cx="10972800" cy="2038350"/>
        </p:xfrm>
        <a:graphic xmlns:a="http://schemas.openxmlformats.org/drawingml/2006/main">
          <a:graphicData uri="http://schemas.openxmlformats.org/drawingml/2006/table">
            <a:tbl>
              <a:tblPr/>
              <a:tblGrid>
                <a:gridCol w="7429500"/>
                <a:gridCol w="3543300"/>
              </a:tblGrid>
              <a:tr h="679450">
                <a:tc>
                  <a:txBody>
                    <a:bodyPr/>
                    <a:lstStyle/>
                    <a:p>
                      <a:pPr algn="l">
                        <a:buNone/>
                      </a:pPr>
                      <a:r>
                        <a:rPr sz="2100" b="1">
                          <a:solidFill>
                            <a:srgbClr val="004A7C"/>
                          </a:solidFill>
                          <a:latin typeface="Arial"/>
                          <a:ea typeface="Arial"/>
                          <a:cs typeface="Arial"/>
                        </a:rPr>
                        <a:t>Größe über alle 301 Punkte</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buNone/>
                      </a:pPr>
                      <a:r>
                        <a:rPr sz="2100" b="1">
                          <a:solidFill>
                            <a:srgbClr val="004A7C"/>
                          </a:solidFill>
                          <a:latin typeface="Arial"/>
                          <a:ea typeface="Arial"/>
                          <a:cs typeface="Arial"/>
                        </a:rPr>
                        <a:t>Wert</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79450">
                <a:tc>
                  <a:txBody>
                    <a:bodyPr/>
                    <a:lstStyle/>
                    <a:p>
                      <a:pPr algn="l">
                        <a:buNone/>
                      </a:pPr>
                      <a:r>
                        <a:rPr sz="2100">
                          <a:solidFill>
                            <a:srgbClr val="183344"/>
                          </a:solidFill>
                          <a:latin typeface="Arial"/>
                          <a:ea typeface="Arial"/>
                          <a:cs typeface="Arial"/>
                        </a:rPr>
                        <a:t>RMSE der Modellabweichung</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2100">
                          <a:solidFill>
                            <a:srgbClr val="183344"/>
                          </a:solidFill>
                          <a:latin typeface="Arial"/>
                          <a:ea typeface="Arial"/>
                          <a:cs typeface="Arial"/>
                        </a:rPr>
                        <a:t>5,565 mHz</a:t>
                      </a:r>
                    </a:p>
                  </a:txBody>
                  <a:tcPr marL="142875" marR="114300" marT="114300" marB="95250">
                    <a:lnR w="9525">
                      <a:solidFill>
                        <a:srgbClr val="D8E1E7"/>
                      </a:solidFill>
                      <a:prstDash val="solid"/>
                    </a:lnR>
                    <a:lnB w="9525">
                      <a:solidFill>
                        <a:srgbClr val="D8E1E7"/>
                      </a:solidFill>
                      <a:prstDash val="solid"/>
                    </a:lnB>
                    <a:solidFill>
                      <a:srgbClr val="FFFFFF"/>
                    </a:solidFill>
                  </a:tcPr>
                </a:tc>
              </a:tr>
              <a:tr h="679450">
                <a:tc>
                  <a:txBody>
                    <a:bodyPr/>
                    <a:lstStyle/>
                    <a:p>
                      <a:pPr algn="l">
                        <a:buNone/>
                      </a:pPr>
                      <a:r>
                        <a:rPr sz="2100">
                          <a:solidFill>
                            <a:srgbClr val="183344"/>
                          </a:solidFill>
                          <a:latin typeface="Arial"/>
                          <a:ea typeface="Arial"/>
                          <a:cs typeface="Arial"/>
                        </a:rPr>
                        <a:t>RMS der Messwerte nach Mittelwertabzug</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2100">
                          <a:solidFill>
                            <a:srgbClr val="183344"/>
                          </a:solidFill>
                          <a:latin typeface="Arial"/>
                          <a:ea typeface="Arial"/>
                          <a:cs typeface="Arial"/>
                        </a:rPr>
                        <a:t>32,646 mHz</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0C614DD9-8A4F-4A38-9A44-8C4941E1BA15}"/>
              </a:ext>
            </a:extLst>
          </p:cNvPr>
          <p:cNvSpPr>
            <a:spLocks xmlns:a="http://schemas.openxmlformats.org/drawingml/2006/main" noGrp="1"/>
          </p:cNvSpPr>
          <p:nvPr/>
        </p:nvSpPr>
        <p:spPr>
          <a:xfrm xmlns:a="http://schemas.openxmlformats.org/drawingml/2006/main">
            <a:off x="609600" y="50196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004A7C"/>
                </a:solidFill>
                <a:latin typeface="Arial"/>
                <a:ea typeface="Arial"/>
                <a:cs typeface="Arial"/>
              </a:defRPr>
            </a:defPPr>
          </a:lstStyle>
          <a:p xmlns:a="http://schemas.openxmlformats.org/drawingml/2006/main">
            <a:pPr algn="l">
              <a:buNone/>
              <a:defRPr sz="3375" b="1">
                <a:solidFill>
                  <a:srgbClr val="004A7C"/>
                </a:solidFill>
                <a:latin typeface="Arial"/>
                <a:ea typeface="Arial"/>
                <a:cs typeface="Arial"/>
              </a:defRPr>
            </a:pPr>
            <a:r>
              <a:rPr sz="3375" b="1">
                <a:solidFill>
                  <a:srgbClr val="004A7C"/>
                </a:solidFill>
                <a:latin typeface="Arial"/>
                <a:ea typeface="Arial"/>
                <a:cs typeface="Arial"/>
              </a:rPr>
              <a:t>5,565 / 32,646 × 100 = 17,05 %</a:t>
            </a:r>
          </a:p>
        </p:txBody>
      </p:sp>
      <p:sp>
        <p:nvSpPr>
          <p:cNvPr id="6" name="text-4">
            <a:extLst xmlns:a="http://schemas.openxmlformats.org/drawingml/2006/main">
              <a:ext uri="{FF2B5EF4-FFF2-40B4-BE49-F238E27FC236}">
                <a16:creationId xmlns:a16="http://schemas.microsoft.com/office/drawing/2014/main" id="{1C7E7989-DF78-4A18-8587-2A0FC5F85B9D}"/>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Bezugsgröße ist die gesamte gemessene Schwankung. RMSE = Wurzel aus dem mittleren Fehlerquadrat.</a:t>
            </a:r>
          </a:p>
        </p:txBody>
      </p:sp>
      <p:sp>
        <p:nvSpPr>
          <p:cNvPr id="8" name="text-5">
            <a:extLst xmlns:a="http://schemas.openxmlformats.org/drawingml/2006/main">
              <a:ext uri="{FF2B5EF4-FFF2-40B4-BE49-F238E27FC236}">
                <a16:creationId xmlns:a16="http://schemas.microsoft.com/office/drawing/2014/main" id="{399328F9-80A6-4CD6-8283-D0995E146168}"/>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Externer Referenzfall: Netzfrequenz aus Mexiko</a:t>
            </a:r>
          </a:p>
        </p:txBody>
      </p:sp>
    </p:spTree>
    <p:extLst>
      <p:ext uri="{BB962C8B-B14F-4D97-AF65-F5344CB8AC3E}">
        <p14:creationId xmlns:p14="http://schemas.microsoft.com/office/powerpoint/2010/main" val="192011277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54F689F-A12D-4F4E-8538-6B2CC7F16E0A}"/>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Mexiko: Filterentscheidung bei Ordnung 12</a:t>
            </a:r>
          </a:p>
        </p:txBody>
      </p:sp>
      <p:sp>
        <p:nvSpPr>
          <p:cNvPr id="2" name="text-1">
            <a:extLst xmlns:a="http://schemas.openxmlformats.org/drawingml/2006/main">
              <a:ext uri="{FF2B5EF4-FFF2-40B4-BE49-F238E27FC236}">
                <a16:creationId xmlns:a16="http://schemas.microsoft.com/office/drawing/2014/main" id="{0E3250BB-54F7-4925-B430-D2BF0711345C}"/>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23</a:t>
            </a:r>
          </a:p>
        </p:txBody>
      </p:sp>
      <p:graphicFrame>
        <p:nvGraphicFramePr>
          <p:cNvPr id="3" name="">
            <a:extLst xmlns:a="http://schemas.openxmlformats.org/drawingml/2006/main">
              <a:ext uri="{FF2B5EF4-FFF2-40B4-BE49-F238E27FC236}">
                <a16:creationId xmlns:a16="http://schemas.microsoft.com/office/drawing/2014/main" id="{A94F6DCF-E24B-44BB-9828-FFBA72304979}"/>
              </a:ext>
            </a:extLst>
          </p:cNvPr>
          <p:cNvGraphicFramePr/>
          <p:nvPr/>
        </p:nvGraphicFramePr>
        <p:xfrm>
          <a:off xmlns:a="http://schemas.openxmlformats.org/drawingml/2006/main" x="609600" y="1847850"/>
          <a:ext xmlns:a="http://schemas.openxmlformats.org/drawingml/2006/main" cx="10972800" cy="2667000"/>
        </p:xfrm>
        <a:graphic xmlns:a="http://schemas.openxmlformats.org/drawingml/2006/main">
          <a:graphicData uri="http://schemas.openxmlformats.org/drawingml/2006/table">
            <a:tbl>
              <a:tblPr/>
              <a:tblGrid>
                <a:gridCol w="6286500"/>
                <a:gridCol w="4686300"/>
              </a:tblGrid>
              <a:tr h="666750">
                <a:tc>
                  <a:txBody>
                    <a:bodyPr/>
                    <a:lstStyle/>
                    <a:p>
                      <a:pPr algn="l">
                        <a:buNone/>
                      </a:pPr>
                      <a:r>
                        <a:rPr sz="2025" b="1">
                          <a:solidFill>
                            <a:srgbClr val="004A7C"/>
                          </a:solidFill>
                          <a:latin typeface="Arial"/>
                          <a:ea typeface="Arial"/>
                          <a:cs typeface="Arial"/>
                        </a:rPr>
                        <a:t>Prüfung</a:t>
                      </a:r>
                    </a:p>
                  </a:txBody>
                  <a:tcPr marL="142875" marR="114300" marT="114300" marB="95250">
                    <a:lnL w="9525">
                      <a:solidFill>
                        <a:srgbClr val="D8E1E7"/>
                      </a:solidFill>
                      <a:prstDash val="solid"/>
                    </a:lnL>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c>
                  <a:txBody>
                    <a:bodyPr/>
                    <a:lstStyle/>
                    <a:p>
                      <a:pPr algn="l">
                        <a:buNone/>
                      </a:pPr>
                      <a:r>
                        <a:rPr sz="2025" b="1">
                          <a:solidFill>
                            <a:srgbClr val="004A7C"/>
                          </a:solidFill>
                          <a:latin typeface="Arial"/>
                          <a:ea typeface="Arial"/>
                          <a:cs typeface="Arial"/>
                        </a:rPr>
                        <a:t>Ergebnis</a:t>
                      </a:r>
                    </a:p>
                  </a:txBody>
                  <a:tcPr marL="142875" marR="114300" marT="114300" marB="95250">
                    <a:lnR w="9525">
                      <a:solidFill>
                        <a:srgbClr val="D8E1E7"/>
                      </a:solidFill>
                      <a:prstDash val="solid"/>
                    </a:lnR>
                    <a:lnT w="9525">
                      <a:solidFill>
                        <a:srgbClr val="D8E1E7"/>
                      </a:solidFill>
                      <a:prstDash val="solid"/>
                    </a:lnT>
                    <a:lnB w="9525">
                      <a:solidFill>
                        <a:srgbClr val="D8E1E7"/>
                      </a:solidFill>
                      <a:prstDash val="solid"/>
                    </a:lnB>
                    <a:solidFill>
                      <a:srgbClr val="EAF1F6"/>
                    </a:solidFill>
                  </a:tcPr>
                </a:tc>
              </a:tr>
              <a:tr h="666750">
                <a:tc>
                  <a:txBody>
                    <a:bodyPr/>
                    <a:lstStyle/>
                    <a:p>
                      <a:pPr algn="l">
                        <a:buNone/>
                      </a:pPr>
                      <a:r>
                        <a:rPr sz="2025">
                          <a:solidFill>
                            <a:srgbClr val="183344"/>
                          </a:solidFill>
                          <a:latin typeface="Arial"/>
                          <a:ea typeface="Arial"/>
                          <a:cs typeface="Arial"/>
                        </a:rPr>
                        <a:t>Zielband 0,30115 bis 0,33285 Hz</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2025">
                          <a:solidFill>
                            <a:srgbClr val="183344"/>
                          </a:solidFill>
                          <a:latin typeface="Arial"/>
                          <a:ea typeface="Arial"/>
                          <a:cs typeface="Arial"/>
                        </a:rPr>
                        <a:t>0,316823 Hz liegt im Band</a:t>
                      </a:r>
                    </a:p>
                  </a:txBody>
                  <a:tcPr marL="142875" marR="114300" marT="114300" marB="95250">
                    <a:lnR w="9525">
                      <a:solidFill>
                        <a:srgbClr val="D8E1E7"/>
                      </a:solidFill>
                      <a:prstDash val="solid"/>
                    </a:lnR>
                    <a:lnB w="9525">
                      <a:solidFill>
                        <a:srgbClr val="D8E1E7"/>
                      </a:solidFill>
                      <a:prstDash val="solid"/>
                    </a:lnB>
                    <a:solidFill>
                      <a:srgbClr val="FFFFFF"/>
                    </a:solidFill>
                  </a:tcPr>
                </a:tc>
              </a:tr>
              <a:tr h="666750">
                <a:tc>
                  <a:txBody>
                    <a:bodyPr/>
                    <a:lstStyle/>
                    <a:p>
                      <a:pPr algn="l">
                        <a:buNone/>
                      </a:pPr>
                      <a:r>
                        <a:rPr sz="2025">
                          <a:solidFill>
                            <a:srgbClr val="183344"/>
                          </a:solidFill>
                          <a:latin typeface="Arial"/>
                          <a:ea typeface="Arial"/>
                          <a:cs typeface="Arial"/>
                        </a:rPr>
                        <a:t>Relativer Modellfehler höchstens 10 %</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2025">
                          <a:solidFill>
                            <a:srgbClr val="183344"/>
                          </a:solidFill>
                          <a:latin typeface="Arial"/>
                          <a:ea typeface="Arial"/>
                          <a:cs typeface="Arial"/>
                        </a:rPr>
                        <a:t>17,05 % überschreitet die Grenze</a:t>
                      </a:r>
                    </a:p>
                  </a:txBody>
                  <a:tcPr marL="142875" marR="114300" marT="114300" marB="95250">
                    <a:lnR w="9525">
                      <a:solidFill>
                        <a:srgbClr val="D8E1E7"/>
                      </a:solidFill>
                      <a:prstDash val="solid"/>
                    </a:lnR>
                    <a:lnB w="9525">
                      <a:solidFill>
                        <a:srgbClr val="D8E1E7"/>
                      </a:solidFill>
                      <a:prstDash val="solid"/>
                    </a:lnB>
                    <a:solidFill>
                      <a:srgbClr val="FFFFFF"/>
                    </a:solidFill>
                  </a:tcPr>
                </a:tc>
              </a:tr>
              <a:tr h="666750">
                <a:tc>
                  <a:txBody>
                    <a:bodyPr/>
                    <a:lstStyle/>
                    <a:p>
                      <a:pPr algn="l">
                        <a:buNone/>
                      </a:pPr>
                      <a:r>
                        <a:rPr sz="2025">
                          <a:solidFill>
                            <a:srgbClr val="183344"/>
                          </a:solidFill>
                          <a:latin typeface="Arial"/>
                          <a:ea typeface="Arial"/>
                          <a:cs typeface="Arial"/>
                        </a:rPr>
                        <a:t>Ausgewählte Komponente abziehen</a:t>
                      </a:r>
                    </a:p>
                  </a:txBody>
                  <a:tcPr marL="142875" marR="114300" marT="114300" marB="95250">
                    <a:lnL w="9525">
                      <a:solidFill>
                        <a:srgbClr val="D8E1E7"/>
                      </a:solidFill>
                      <a:prstDash val="solid"/>
                    </a:lnL>
                    <a:lnR w="9525">
                      <a:solidFill>
                        <a:srgbClr val="D8E1E7"/>
                      </a:solidFill>
                      <a:prstDash val="solid"/>
                    </a:lnR>
                    <a:lnB w="9525">
                      <a:solidFill>
                        <a:srgbClr val="D8E1E7"/>
                      </a:solidFill>
                      <a:prstDash val="solid"/>
                    </a:lnB>
                    <a:solidFill>
                      <a:srgbClr val="FFFFFF"/>
                    </a:solidFill>
                  </a:tcPr>
                </a:tc>
                <a:tc>
                  <a:txBody>
                    <a:bodyPr/>
                    <a:lstStyle/>
                    <a:p>
                      <a:pPr algn="l">
                        <a:buNone/>
                      </a:pPr>
                      <a:r>
                        <a:rPr sz="2025">
                          <a:solidFill>
                            <a:srgbClr val="183344"/>
                          </a:solidFill>
                          <a:latin typeface="Arial"/>
                          <a:ea typeface="Arial"/>
                          <a:cs typeface="Arial"/>
                        </a:rPr>
                        <a:t>Der Code blockiert den Abzug</a:t>
                      </a:r>
                    </a:p>
                  </a:txBody>
                  <a:tcPr marL="142875" marR="114300" marT="114300" marB="95250">
                    <a:lnR w="9525">
                      <a:solidFill>
                        <a:srgbClr val="D8E1E7"/>
                      </a:solidFill>
                      <a:prstDash val="solid"/>
                    </a:lnR>
                    <a:lnB w="9525">
                      <a:solidFill>
                        <a:srgbClr val="D8E1E7"/>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9C1FF53-72C2-4EA2-B954-9268A5E4127F}"/>
              </a:ext>
            </a:extLst>
          </p:cNvPr>
          <p:cNvSpPr>
            <a:spLocks xmlns:a="http://schemas.openxmlformats.org/drawingml/2006/main" noGrp="1"/>
          </p:cNvSpPr>
          <p:nvPr/>
        </p:nvSpPr>
        <p:spPr>
          <a:xfrm xmlns:a="http://schemas.openxmlformats.org/drawingml/2006/main">
            <a:off x="609600" y="496252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A7C"/>
                </a:solidFill>
                <a:latin typeface="Arial"/>
                <a:ea typeface="Arial"/>
                <a:cs typeface="Arial"/>
              </a:defRPr>
            </a:defPPr>
          </a:lstStyle>
          <a:p xmlns:a="http://schemas.openxmlformats.org/drawingml/2006/main">
            <a:pPr algn="l">
              <a:buNone/>
              <a:defRPr sz="3150" b="1">
                <a:solidFill>
                  <a:srgbClr val="004A7C"/>
                </a:solidFill>
                <a:latin typeface="Arial"/>
                <a:ea typeface="Arial"/>
                <a:cs typeface="Arial"/>
              </a:defRPr>
            </a:pPr>
            <a:r>
              <a:rPr sz="3150" b="1">
                <a:solidFill>
                  <a:srgbClr val="004A7C"/>
                </a:solidFill>
                <a:latin typeface="Arial"/>
                <a:ea typeface="Arial"/>
                <a:cs typeface="Arial"/>
              </a:rPr>
              <a:t>Mexiko: Filterausgabe = Eingangssignal</a:t>
            </a:r>
          </a:p>
        </p:txBody>
      </p:sp>
      <p:sp>
        <p:nvSpPr>
          <p:cNvPr id="5" name="text-3">
            <a:extLst xmlns:a="http://schemas.openxmlformats.org/drawingml/2006/main">
              <a:ext uri="{FF2B5EF4-FFF2-40B4-BE49-F238E27FC236}">
                <a16:creationId xmlns:a16="http://schemas.microsoft.com/office/drawing/2014/main" id="{C23045BE-BFBF-4832-9C64-B55C151DBF46}"/>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Die 10-%-Grenze ist eine implementierte Schutzregel. Ihre optimale Wahl ist noch offen.</a:t>
            </a:r>
          </a:p>
        </p:txBody>
      </p:sp>
      <p:sp>
        <p:nvSpPr>
          <p:cNvPr id="7" name="text-4">
            <a:extLst xmlns:a="http://schemas.openxmlformats.org/drawingml/2006/main">
              <a:ext uri="{FF2B5EF4-FFF2-40B4-BE49-F238E27FC236}">
                <a16:creationId xmlns:a16="http://schemas.microsoft.com/office/drawing/2014/main" id="{F5CDAD85-C897-4B65-9B2A-C05A56FE127E}"/>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Externer Referenzfall: Netzfrequenz aus Mexiko</a:t>
            </a:r>
          </a:p>
        </p:txBody>
      </p:sp>
    </p:spTree>
    <p:extLst>
      <p:ext uri="{BB962C8B-B14F-4D97-AF65-F5344CB8AC3E}">
        <p14:creationId xmlns:p14="http://schemas.microsoft.com/office/powerpoint/2010/main" val="14384477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8550E45-828D-4AAD-AC0B-CA451E9CEC82}"/>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Mexiko: Einfluss der Modellordnung</a:t>
            </a:r>
          </a:p>
        </p:txBody>
      </p:sp>
      <p:sp>
        <p:nvSpPr>
          <p:cNvPr id="2" name="text-1">
            <a:extLst xmlns:a="http://schemas.openxmlformats.org/drawingml/2006/main">
              <a:ext uri="{FF2B5EF4-FFF2-40B4-BE49-F238E27FC236}">
                <a16:creationId xmlns:a16="http://schemas.microsoft.com/office/drawing/2014/main" id="{242B43CE-800E-4E73-8BB8-16319A076330}"/>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24</a:t>
            </a:r>
          </a:p>
        </p:txBody>
      </p:sp>
      <p:graphicFrame>
        <p:nvGraphicFramePr>
          <p:cNvPr id="3" name="Chart">
            <a:extLst xmlns:a="http://schemas.openxmlformats.org/drawingml/2006/main">
              <a:ext uri="{FF2B5EF4-FFF2-40B4-BE49-F238E27FC236}">
                <a16:creationId xmlns:a16="http://schemas.microsoft.com/office/drawing/2014/main" id="{A07CBA62-A725-4178-A0D2-FBE4089629AB}"/>
              </a:ext>
            </a:extLst>
          </p:cNvPr>
          <p:cNvGraphicFramePr/>
          <p:nvPr/>
        </p:nvGraphicFramePr>
        <p:xfrm>
          <a:off xmlns:a="http://schemas.openxmlformats.org/drawingml/2006/main" x="457200" y="1724025"/>
          <a:ext xmlns:a="http://schemas.openxmlformats.org/drawingml/2006/main" cx="7096125" cy="3857625"/>
        </p:xfrm>
        <a:graphic xmlns:a="http://schemas.openxmlformats.org/drawingml/2006/main">
          <a:graphicData uri="http://schemas.openxmlformats.org/drawingml/2006/chart">
            <c:chart xmlns:r="http://schemas.openxmlformats.org/officeDocument/2006/relationships" xmlns:c="http://schemas.openxmlformats.org/drawingml/2006/chart" r:id="Rb0db08a0d1554f21"/>
          </a:graphicData>
        </a:graphic>
      </p:graphicFrame>
      <p:sp>
        <p:nvSpPr>
          <p:cNvPr id="4" name="text-2">
            <a:extLst xmlns:a="http://schemas.openxmlformats.org/drawingml/2006/main">
              <a:ext uri="{FF2B5EF4-FFF2-40B4-BE49-F238E27FC236}">
                <a16:creationId xmlns:a16="http://schemas.microsoft.com/office/drawing/2014/main" id="{B22C389C-F3A4-426A-8F22-15DCB5A9D6CA}"/>
              </a:ext>
            </a:extLst>
          </p:cNvPr>
          <p:cNvSpPr>
            <a:spLocks xmlns:a="http://schemas.openxmlformats.org/drawingml/2006/main" noGrp="1"/>
          </p:cNvSpPr>
          <p:nvPr/>
        </p:nvSpPr>
        <p:spPr>
          <a:xfrm xmlns:a="http://schemas.openxmlformats.org/drawingml/2006/main">
            <a:off x="7905750" y="1847850"/>
            <a:ext cx="3619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4A7C"/>
                </a:solidFill>
                <a:latin typeface="Arial"/>
                <a:ea typeface="Arial"/>
                <a:cs typeface="Arial"/>
              </a:defRPr>
            </a:defPPr>
          </a:lstStyle>
          <a:p xmlns:a="http://schemas.openxmlformats.org/drawingml/2006/main">
            <a:pPr algn="l">
              <a:buNone/>
              <a:defRPr sz="2250" b="1">
                <a:solidFill>
                  <a:srgbClr val="004A7C"/>
                </a:solidFill>
                <a:latin typeface="Arial"/>
                <a:ea typeface="Arial"/>
                <a:cs typeface="Arial"/>
              </a:defRPr>
            </a:pPr>
            <a:r>
              <a:rPr sz="2250" b="1">
                <a:solidFill>
                  <a:srgbClr val="004A7C"/>
                </a:solidFill>
                <a:latin typeface="Arial"/>
                <a:ea typeface="Arial"/>
                <a:cs typeface="Arial"/>
              </a:rPr>
              <a:t>Ordnung 12: 17,05 %</a:t>
            </a:r>
          </a:p>
          <a:p xmlns:a="http://schemas.openxmlformats.org/drawingml/2006/main">
            <a:pPr algn="l">
              <a:buNone/>
              <a:defRPr sz="2250" b="1">
                <a:solidFill>
                  <a:srgbClr val="004A7C"/>
                </a:solidFill>
                <a:latin typeface="Arial"/>
                <a:ea typeface="Arial"/>
                <a:cs typeface="Arial"/>
              </a:defRPr>
            </a:pPr>
            <a:r>
              <a:rPr sz="2250" b="1">
                <a:solidFill>
                  <a:srgbClr val="004A7C"/>
                </a:solidFill>
                <a:latin typeface="Arial"/>
                <a:ea typeface="Arial"/>
                <a:cs typeface="Arial"/>
              </a:rPr>
              <a:t>Ordnung 24: 12,83 %</a:t>
            </a:r>
          </a:p>
          <a:p xmlns:a="http://schemas.openxmlformats.org/drawingml/2006/main">
            <a:pPr algn="l">
              <a:buNone/>
              <a:defRPr sz="2250" b="1">
                <a:solidFill>
                  <a:srgbClr val="004A7C"/>
                </a:solidFill>
                <a:latin typeface="Arial"/>
                <a:ea typeface="Arial"/>
                <a:cs typeface="Arial"/>
              </a:defRPr>
            </a:pPr>
            <a:r>
              <a:rPr sz="2250" b="1">
                <a:solidFill>
                  <a:srgbClr val="004A7C"/>
                </a:solidFill>
                <a:latin typeface="Arial"/>
                <a:ea typeface="Arial"/>
                <a:cs typeface="Arial"/>
              </a:rPr>
              <a:t>Ordnung 36:   8,76 %</a:t>
            </a:r>
          </a:p>
        </p:txBody>
      </p:sp>
      <p:sp>
        <p:nvSpPr>
          <p:cNvPr id="5" name="text-3">
            <a:extLst xmlns:a="http://schemas.openxmlformats.org/drawingml/2006/main">
              <a:ext uri="{FF2B5EF4-FFF2-40B4-BE49-F238E27FC236}">
                <a16:creationId xmlns:a16="http://schemas.microsoft.com/office/drawing/2014/main" id="{C305495B-DF73-4D86-A3F1-11D2120F7290}"/>
              </a:ext>
            </a:extLst>
          </p:cNvPr>
          <p:cNvSpPr>
            <a:spLocks xmlns:a="http://schemas.openxmlformats.org/drawingml/2006/main" noGrp="1"/>
          </p:cNvSpPr>
          <p:nvPr/>
        </p:nvSpPr>
        <p:spPr>
          <a:xfrm xmlns:a="http://schemas.openxmlformats.org/drawingml/2006/main">
            <a:off x="7905750" y="3762375"/>
            <a:ext cx="3638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83344"/>
                </a:solidFill>
                <a:latin typeface="Arial"/>
                <a:ea typeface="Arial"/>
                <a:cs typeface="Arial"/>
              </a:defRPr>
            </a:defPPr>
          </a:lstStyle>
          <a:p xmlns:a="http://schemas.openxmlformats.org/drawingml/2006/main">
            <a:pPr algn="l">
              <a:buNone/>
              <a:defRPr sz="1950" b="1">
                <a:solidFill>
                  <a:srgbClr val="183344"/>
                </a:solidFill>
                <a:latin typeface="Arial"/>
                <a:ea typeface="Arial"/>
                <a:cs typeface="Arial"/>
              </a:defRPr>
            </a:pPr>
            <a:r>
              <a:rPr sz="1950" b="1">
                <a:solidFill>
                  <a:srgbClr val="183344"/>
                </a:solidFill>
                <a:latin typeface="Arial"/>
                <a:ea typeface="Arial"/>
                <a:cs typeface="Arial"/>
              </a:rPr>
              <a:t>Amplitude nahe 0,72 Hz</a:t>
            </a:r>
          </a:p>
        </p:txBody>
      </p:sp>
      <p:sp>
        <p:nvSpPr>
          <p:cNvPr id="6" name="text-4">
            <a:extLst xmlns:a="http://schemas.openxmlformats.org/drawingml/2006/main">
              <a:ext uri="{FF2B5EF4-FFF2-40B4-BE49-F238E27FC236}">
                <a16:creationId xmlns:a16="http://schemas.microsoft.com/office/drawing/2014/main" id="{C24D5733-BDE5-4D30-8AF4-E772A5616EF1}"/>
              </a:ext>
            </a:extLst>
          </p:cNvPr>
          <p:cNvSpPr>
            <a:spLocks xmlns:a="http://schemas.openxmlformats.org/drawingml/2006/main" noGrp="1"/>
          </p:cNvSpPr>
          <p:nvPr/>
        </p:nvSpPr>
        <p:spPr>
          <a:xfrm xmlns:a="http://schemas.openxmlformats.org/drawingml/2006/main">
            <a:off x="7905750" y="4305300"/>
            <a:ext cx="3619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344"/>
                </a:solidFill>
                <a:latin typeface="Arial"/>
                <a:ea typeface="Arial"/>
                <a:cs typeface="Arial"/>
              </a:defRPr>
            </a:defPPr>
          </a:lstStyle>
          <a:p xmlns:a="http://schemas.openxmlformats.org/drawingml/2006/main">
            <a:pPr algn="l">
              <a:buNone/>
              <a:defRPr sz="1950" b="0">
                <a:solidFill>
                  <a:srgbClr val="183344"/>
                </a:solidFill>
                <a:latin typeface="Arial"/>
                <a:ea typeface="Arial"/>
                <a:cs typeface="Arial"/>
              </a:defRPr>
            </a:pPr>
            <a:r>
              <a:rPr sz="1950" b="0">
                <a:solidFill>
                  <a:srgbClr val="183344"/>
                </a:solidFill>
                <a:latin typeface="Arial"/>
                <a:ea typeface="Arial"/>
                <a:cs typeface="Arial"/>
              </a:rPr>
              <a:t>Autoren:       0,004 Hz</a:t>
            </a:r>
          </a:p>
          <a:p xmlns:a="http://schemas.openxmlformats.org/drawingml/2006/main">
            <a:pPr algn="l">
              <a:buNone/>
              <a:defRPr sz="1950" b="0">
                <a:solidFill>
                  <a:srgbClr val="183344"/>
                </a:solidFill>
                <a:latin typeface="Arial"/>
                <a:ea typeface="Arial"/>
                <a:cs typeface="Arial"/>
              </a:defRPr>
            </a:pPr>
            <a:r>
              <a:rPr sz="1950" b="0">
                <a:solidFill>
                  <a:srgbClr val="183344"/>
                </a:solidFill>
                <a:latin typeface="Arial"/>
                <a:ea typeface="Arial"/>
                <a:cs typeface="Arial"/>
              </a:rPr>
              <a:t>Ordnung 12: 0,0045 Hz</a:t>
            </a:r>
          </a:p>
          <a:p xmlns:a="http://schemas.openxmlformats.org/drawingml/2006/main">
            <a:pPr algn="l">
              <a:buNone/>
              <a:defRPr sz="1950" b="0">
                <a:solidFill>
                  <a:srgbClr val="183344"/>
                </a:solidFill>
                <a:latin typeface="Arial"/>
                <a:ea typeface="Arial"/>
                <a:cs typeface="Arial"/>
              </a:defRPr>
            </a:pPr>
            <a:r>
              <a:rPr sz="1950" b="0">
                <a:solidFill>
                  <a:srgbClr val="183344"/>
                </a:solidFill>
                <a:latin typeface="Arial"/>
                <a:ea typeface="Arial"/>
                <a:cs typeface="Arial"/>
              </a:rPr>
              <a:t>Ordnung 36: 0,0213 Hz</a:t>
            </a:r>
          </a:p>
        </p:txBody>
      </p:sp>
      <p:sp>
        <p:nvSpPr>
          <p:cNvPr id="7" name="text-5">
            <a:extLst xmlns:a="http://schemas.openxmlformats.org/drawingml/2006/main">
              <a:ext uri="{FF2B5EF4-FFF2-40B4-BE49-F238E27FC236}">
                <a16:creationId xmlns:a16="http://schemas.microsoft.com/office/drawing/2014/main" id="{6E98C78D-C1E1-44E6-8E21-8C2741DC97B2}"/>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Mehr Modellanteile verbessern hier die Gesamtkurve und verändern zugleich einzelne Schwingungsparameter.</a:t>
            </a:r>
          </a:p>
        </p:txBody>
      </p:sp>
      <p:sp>
        <p:nvSpPr>
          <p:cNvPr id="9" name="text-6">
            <a:extLst xmlns:a="http://schemas.openxmlformats.org/drawingml/2006/main">
              <a:ext uri="{FF2B5EF4-FFF2-40B4-BE49-F238E27FC236}">
                <a16:creationId xmlns:a16="http://schemas.microsoft.com/office/drawing/2014/main" id="{4CEE9952-67E2-4497-8C1A-8F89FE06D549}"/>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Externer Referenzfall: Netzfrequenz aus Mexiko</a:t>
            </a:r>
          </a:p>
        </p:txBody>
      </p:sp>
    </p:spTree>
    <p:extLst>
      <p:ext uri="{BB962C8B-B14F-4D97-AF65-F5344CB8AC3E}">
        <p14:creationId xmlns:p14="http://schemas.microsoft.com/office/powerpoint/2010/main" val="12828144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DB63780-2677-4C2B-9F06-B988E6A72990}"/>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Mexiko: Prüfung an ausgelassenen Messpunkten</a:t>
            </a:r>
          </a:p>
        </p:txBody>
      </p:sp>
      <p:sp>
        <p:nvSpPr>
          <p:cNvPr id="2" name="text-1">
            <a:extLst xmlns:a="http://schemas.openxmlformats.org/drawingml/2006/main">
              <a:ext uri="{FF2B5EF4-FFF2-40B4-BE49-F238E27FC236}">
                <a16:creationId xmlns:a16="http://schemas.microsoft.com/office/drawing/2014/main" id="{29A58066-9008-4087-8D59-29FDF9126E26}"/>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25</a:t>
            </a:r>
          </a:p>
        </p:txBody>
      </p:sp>
      <p:graphicFrame>
        <p:nvGraphicFramePr>
          <p:cNvPr id="3" name="Chart">
            <a:extLst xmlns:a="http://schemas.openxmlformats.org/drawingml/2006/main">
              <a:ext uri="{FF2B5EF4-FFF2-40B4-BE49-F238E27FC236}">
                <a16:creationId xmlns:a16="http://schemas.microsoft.com/office/drawing/2014/main" id="{7CDA9DB9-96E3-40E8-9062-91B39B96C8DD}"/>
              </a:ext>
            </a:extLst>
          </p:cNvPr>
          <p:cNvGraphicFramePr/>
          <p:nvPr/>
        </p:nvGraphicFramePr>
        <p:xfrm>
          <a:off xmlns:a="http://schemas.openxmlformats.org/drawingml/2006/main" x="457200" y="1714500"/>
          <a:ext xmlns:a="http://schemas.openxmlformats.org/drawingml/2006/main" cx="7334250" cy="3905250"/>
        </p:xfrm>
        <a:graphic xmlns:a="http://schemas.openxmlformats.org/drawingml/2006/main">
          <a:graphicData uri="http://schemas.openxmlformats.org/drawingml/2006/chart">
            <c:chart xmlns:r="http://schemas.openxmlformats.org/officeDocument/2006/relationships" xmlns:c="http://schemas.openxmlformats.org/drawingml/2006/chart" r:id="R71521020f06b4c56"/>
          </a:graphicData>
        </a:graphic>
      </p:graphicFrame>
      <p:sp>
        <p:nvSpPr>
          <p:cNvPr id="4" name="text-2">
            <a:extLst xmlns:a="http://schemas.openxmlformats.org/drawingml/2006/main">
              <a:ext uri="{FF2B5EF4-FFF2-40B4-BE49-F238E27FC236}">
                <a16:creationId xmlns:a16="http://schemas.microsoft.com/office/drawing/2014/main" id="{1F610546-87F5-480A-A47C-C46E877CB8F3}"/>
              </a:ext>
            </a:extLst>
          </p:cNvPr>
          <p:cNvSpPr>
            <a:spLocks xmlns:a="http://schemas.openxmlformats.org/drawingml/2006/main" noGrp="1"/>
          </p:cNvSpPr>
          <p:nvPr/>
        </p:nvSpPr>
        <p:spPr>
          <a:xfrm xmlns:a="http://schemas.openxmlformats.org/drawingml/2006/main">
            <a:off x="8229600" y="1771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buNone/>
              <a:defRPr sz="2175" b="1">
                <a:solidFill>
                  <a:srgbClr val="004A7C"/>
                </a:solidFill>
                <a:latin typeface="Arial"/>
                <a:ea typeface="Arial"/>
                <a:cs typeface="Arial"/>
              </a:defRPr>
            </a:pPr>
            <a:r>
              <a:rPr sz="2175" b="1">
                <a:solidFill>
                  <a:srgbClr val="004A7C"/>
                </a:solidFill>
                <a:latin typeface="Arial"/>
                <a:ea typeface="Arial"/>
                <a:cs typeface="Arial"/>
              </a:rPr>
              <a:t>151 Punkte verwendet</a:t>
            </a:r>
          </a:p>
        </p:txBody>
      </p:sp>
      <p:sp>
        <p:nvSpPr>
          <p:cNvPr id="5" name="text-3">
            <a:extLst xmlns:a="http://schemas.openxmlformats.org/drawingml/2006/main">
              <a:ext uri="{FF2B5EF4-FFF2-40B4-BE49-F238E27FC236}">
                <a16:creationId xmlns:a16="http://schemas.microsoft.com/office/drawing/2014/main" id="{53616EAB-BEC0-4EA2-8E56-E2B79C65CAF3}"/>
              </a:ext>
            </a:extLst>
          </p:cNvPr>
          <p:cNvSpPr>
            <a:spLocks xmlns:a="http://schemas.openxmlformats.org/drawingml/2006/main" noGrp="1"/>
          </p:cNvSpPr>
          <p:nvPr/>
        </p:nvSpPr>
        <p:spPr>
          <a:xfrm xmlns:a="http://schemas.openxmlformats.org/drawingml/2006/main">
            <a:off x="8229600" y="22764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150 Zwischenpunkte</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bleiben zunächst unbenutzt.</a:t>
            </a:r>
          </a:p>
        </p:txBody>
      </p:sp>
      <p:sp>
        <p:nvSpPr>
          <p:cNvPr id="6" name="text-4">
            <a:extLst xmlns:a="http://schemas.openxmlformats.org/drawingml/2006/main">
              <a:ext uri="{FF2B5EF4-FFF2-40B4-BE49-F238E27FC236}">
                <a16:creationId xmlns:a16="http://schemas.microsoft.com/office/drawing/2014/main" id="{04BDD1EA-DF2B-4EB2-87CA-C1A757FD7161}"/>
              </a:ext>
            </a:extLst>
          </p:cNvPr>
          <p:cNvSpPr>
            <a:spLocks xmlns:a="http://schemas.openxmlformats.org/drawingml/2006/main" noGrp="1"/>
          </p:cNvSpPr>
          <p:nvPr/>
        </p:nvSpPr>
        <p:spPr>
          <a:xfrm xmlns:a="http://schemas.openxmlformats.org/drawingml/2006/main">
            <a:off x="8229600" y="37052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buNone/>
              <a:defRPr sz="2175" b="1">
                <a:solidFill>
                  <a:srgbClr val="004A7C"/>
                </a:solidFill>
                <a:latin typeface="Arial"/>
                <a:ea typeface="Arial"/>
                <a:cs typeface="Arial"/>
              </a:defRPr>
            </a:pPr>
            <a:r>
              <a:rPr sz="2175" b="1">
                <a:solidFill>
                  <a:srgbClr val="004A7C"/>
                </a:solidFill>
                <a:latin typeface="Arial"/>
                <a:ea typeface="Arial"/>
                <a:cs typeface="Arial"/>
              </a:rPr>
              <a:t>Auswahlkriterien</a:t>
            </a:r>
          </a:p>
        </p:txBody>
      </p:sp>
      <p:sp>
        <p:nvSpPr>
          <p:cNvPr id="7" name="text-5">
            <a:extLst xmlns:a="http://schemas.openxmlformats.org/drawingml/2006/main">
              <a:ext uri="{FF2B5EF4-FFF2-40B4-BE49-F238E27FC236}">
                <a16:creationId xmlns:a16="http://schemas.microsoft.com/office/drawing/2014/main" id="{4147F261-2239-4BB5-976F-FB13C8B77D0C}"/>
              </a:ext>
            </a:extLst>
          </p:cNvPr>
          <p:cNvSpPr>
            <a:spLocks xmlns:a="http://schemas.openxmlformats.org/drawingml/2006/main" noGrp="1"/>
          </p:cNvSpPr>
          <p:nvPr/>
        </p:nvSpPr>
        <p:spPr>
          <a:xfrm xmlns:a="http://schemas.openxmlformats.org/drawingml/2006/main">
            <a:off x="8229600" y="421005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Kurvenfehler und Stabilität</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der Schwingungsparameter</a:t>
            </a:r>
          </a:p>
          <a:p xmlns:a="http://schemas.openxmlformats.org/drawingml/2006/main">
            <a:pPr algn="l">
              <a:buNone/>
              <a:defRPr sz="2025" b="0">
                <a:solidFill>
                  <a:srgbClr val="183344"/>
                </a:solidFill>
                <a:latin typeface="Arial"/>
                <a:ea typeface="Arial"/>
                <a:cs typeface="Arial"/>
              </a:defRPr>
            </a:pPr>
            <a:r>
              <a:rPr sz="2025" b="0">
                <a:solidFill>
                  <a:srgbClr val="183344"/>
                </a:solidFill>
                <a:latin typeface="Arial"/>
                <a:ea typeface="Arial"/>
                <a:cs typeface="Arial"/>
              </a:rPr>
              <a:t>gemeinsam beurteilen.</a:t>
            </a:r>
          </a:p>
        </p:txBody>
      </p:sp>
      <p:sp>
        <p:nvSpPr>
          <p:cNvPr id="8" name="text-6">
            <a:extLst xmlns:a="http://schemas.openxmlformats.org/drawingml/2006/main">
              <a:ext uri="{FF2B5EF4-FFF2-40B4-BE49-F238E27FC236}">
                <a16:creationId xmlns:a16="http://schemas.microsoft.com/office/drawing/2014/main" id="{F473DF27-D3C3-4F9C-92A1-A590054B246D}"/>
              </a:ext>
            </a:extLst>
          </p:cNvPr>
          <p:cNvSpPr>
            <a:spLocks xmlns:a="http://schemas.openxmlformats.org/drawingml/2006/main" noGrp="1"/>
          </p:cNvSpPr>
          <p:nvPr/>
        </p:nvSpPr>
        <p:spPr>
          <a:xfrm xmlns:a="http://schemas.openxmlformats.org/drawingml/2006/main">
            <a:off x="609600" y="60293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C6F7C"/>
                </a:solidFill>
                <a:latin typeface="Arial"/>
                <a:ea typeface="Arial"/>
                <a:cs typeface="Arial"/>
              </a:defRPr>
            </a:defPPr>
          </a:lstStyle>
          <a:p xmlns:a="http://schemas.openxmlformats.org/drawingml/2006/main">
            <a:pPr algn="l">
              <a:buNone/>
              <a:defRPr sz="1350" b="0">
                <a:solidFill>
                  <a:srgbClr val="5C6F7C"/>
                </a:solidFill>
                <a:latin typeface="Arial"/>
                <a:ea typeface="Arial"/>
                <a:cs typeface="Arial"/>
              </a:defRPr>
            </a:pPr>
            <a:r>
              <a:rPr sz="1350" b="0">
                <a:solidFill>
                  <a:srgbClr val="5C6F7C"/>
                </a:solidFill>
                <a:latin typeface="Arial"/>
                <a:ea typeface="Arial"/>
                <a:cs typeface="Arial"/>
              </a:rPr>
              <a:t>Interpolationsprüfung mit benachbarten Messpunkten. Eine unabhängige Messung wäre die stärkere Prüfung.</a:t>
            </a:r>
          </a:p>
        </p:txBody>
      </p:sp>
      <p:sp>
        <p:nvSpPr>
          <p:cNvPr id="10" name="text-7">
            <a:extLst xmlns:a="http://schemas.openxmlformats.org/drawingml/2006/main">
              <a:ext uri="{FF2B5EF4-FFF2-40B4-BE49-F238E27FC236}">
                <a16:creationId xmlns:a16="http://schemas.microsoft.com/office/drawing/2014/main" id="{8FC8299B-720E-402F-86D6-AAD03A99CB43}"/>
              </a:ext>
            </a:extLst>
          </p:cNvPr>
          <p:cNvSpPr>
            <a:spLocks xmlns:a="http://schemas.openxmlformats.org/drawingml/2006/main" noGrp="1"/>
          </p:cNvSpPr>
          <p:nvPr/>
        </p:nvSpPr>
        <p:spPr>
          <a:xfrm xmlns:a="http://schemas.openxmlformats.org/drawingml/2006/main">
            <a:off x="609600" y="11049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C6F7C"/>
                </a:solidFill>
                <a:latin typeface="Arial"/>
                <a:ea typeface="Arial"/>
                <a:cs typeface="Arial"/>
              </a:defRPr>
            </a:defPPr>
          </a:lstStyle>
          <a:p xmlns:a="http://schemas.openxmlformats.org/drawingml/2006/main">
            <a:pPr algn="l">
              <a:defRPr sz="1275" b="0">
                <a:solidFill>
                  <a:srgbClr val="5C6F7C"/>
                </a:solidFill>
                <a:latin typeface="Arial"/>
                <a:ea typeface="Arial"/>
                <a:cs typeface="Arial"/>
              </a:defRPr>
            </a:pPr>
            <a:r>
              <a:rPr sz="1275" b="0">
                <a:solidFill>
                  <a:srgbClr val="5C6F7C"/>
                </a:solidFill>
                <a:latin typeface="Arial"/>
                <a:ea typeface="Arial"/>
                <a:cs typeface="Arial"/>
              </a:rPr>
              <a:t>Externer Referenzfall: Netzfrequenz aus Mexiko</a:t>
            </a:r>
          </a:p>
        </p:txBody>
      </p:sp>
    </p:spTree>
    <p:extLst>
      <p:ext uri="{BB962C8B-B14F-4D97-AF65-F5344CB8AC3E}">
        <p14:creationId xmlns:p14="http://schemas.microsoft.com/office/powerpoint/2010/main" val="172628991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B7657383-0CE8-4ED8-BC4E-18051AC352E5}"/>
              </a:ext>
            </a:extLst>
          </p:cNvPr>
          <p:cNvSpPr>
            <a:spLocks xmlns:a="http://schemas.openxmlformats.org/drawingml/2006/main" noGrp="1"/>
          </p:cNvSpPr>
          <p:nvPr/>
        </p:nvSpPr>
        <p:spPr>
          <a:xfrm xmlns:a="http://schemas.openxmlformats.org/drawingml/2006/main">
            <a:off x="609600" y="4095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004A7C"/>
                </a:solidFill>
                <a:latin typeface="Arial"/>
                <a:ea typeface="Arial"/>
                <a:cs typeface="Arial"/>
              </a:defRPr>
            </a:defPPr>
          </a:lstStyle>
          <a:p xmlns:a="http://schemas.openxmlformats.org/drawingml/2006/main">
            <a:pPr algn="l">
              <a:buNone/>
              <a:defRPr sz="3300" b="1">
                <a:solidFill>
                  <a:srgbClr val="004A7C"/>
                </a:solidFill>
                <a:latin typeface="Arial"/>
                <a:ea typeface="Arial"/>
                <a:cs typeface="Arial"/>
              </a:defRPr>
            </a:pPr>
            <a:r>
              <a:rPr sz="3300" b="1">
                <a:solidFill>
                  <a:srgbClr val="004A7C"/>
                </a:solidFill>
                <a:latin typeface="Arial"/>
                <a:ea typeface="Arial"/>
                <a:cs typeface="Arial"/>
              </a:rPr>
              <a:t>Diskussion und Schlussfolgerungen</a:t>
            </a:r>
          </a:p>
        </p:txBody>
      </p:sp>
      <p:sp>
        <p:nvSpPr>
          <p:cNvPr id="2" name="text-1">
            <a:extLst xmlns:a="http://schemas.openxmlformats.org/drawingml/2006/main">
              <a:ext uri="{FF2B5EF4-FFF2-40B4-BE49-F238E27FC236}">
                <a16:creationId xmlns:a16="http://schemas.microsoft.com/office/drawing/2014/main" id="{09B8EEE0-F52E-4881-9679-12889DE9BF1F}"/>
              </a:ext>
            </a:extLst>
          </p:cNvPr>
          <p:cNvSpPr>
            <a:spLocks xmlns:a="http://schemas.openxmlformats.org/drawingml/2006/main" noGrp="1"/>
          </p:cNvSpPr>
          <p:nvPr/>
        </p:nvSpPr>
        <p:spPr>
          <a:xfrm xmlns:a="http://schemas.openxmlformats.org/drawingml/2006/main">
            <a:off x="11049000" y="6429375"/>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C6F7C"/>
                </a:solidFill>
                <a:latin typeface="Arial"/>
                <a:ea typeface="Arial"/>
                <a:cs typeface="Arial"/>
              </a:defRPr>
            </a:defPPr>
          </a:lstStyle>
          <a:p xmlns:a="http://schemas.openxmlformats.org/drawingml/2006/main">
            <a:pPr algn="r">
              <a:buNone/>
              <a:defRPr sz="1275" b="0">
                <a:solidFill>
                  <a:srgbClr val="5C6F7C"/>
                </a:solidFill>
                <a:latin typeface="Arial"/>
                <a:ea typeface="Arial"/>
                <a:cs typeface="Arial"/>
              </a:defRPr>
            </a:pPr>
            <a:r>
              <a:rPr sz="1275" b="0">
                <a:solidFill>
                  <a:srgbClr val="5C6F7C"/>
                </a:solidFill>
                <a:latin typeface="Arial"/>
                <a:ea typeface="Arial"/>
                <a:cs typeface="Arial"/>
              </a:rPr>
              <a:t>26</a:t>
            </a:r>
          </a:p>
        </p:txBody>
      </p:sp>
      <p:sp>
        <p:nvSpPr>
          <p:cNvPr id="10" name="text-2">
            <a:extLst xmlns:a="http://schemas.openxmlformats.org/drawingml/2006/main">
              <a:ext uri="{FF2B5EF4-FFF2-40B4-BE49-F238E27FC236}">
                <a16:creationId xmlns:a16="http://schemas.microsoft.com/office/drawing/2014/main" id="{78E91EA1-E2C3-4715-A5D5-841E4308BECA}"/>
              </a:ext>
            </a:extLst>
          </p:cNvPr>
          <p:cNvSpPr>
            <a:spLocks xmlns:a="http://schemas.openxmlformats.org/drawingml/2006/main" noGrp="1"/>
          </p:cNvSpPr>
          <p:nvPr/>
        </p:nvSpPr>
        <p:spPr>
          <a:xfrm xmlns:a="http://schemas.openxmlformats.org/drawingml/2006/main">
            <a:off x="609600" y="17240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defRPr sz="2175" b="1">
                <a:solidFill>
                  <a:srgbClr val="004A7C"/>
                </a:solidFill>
                <a:latin typeface="Arial"/>
                <a:ea typeface="Arial"/>
                <a:cs typeface="Arial"/>
              </a:defRPr>
            </a:pPr>
            <a:r>
              <a:rPr sz="2175" b="1">
                <a:solidFill>
                  <a:srgbClr val="004A7C"/>
                </a:solidFill>
                <a:latin typeface="Arial"/>
                <a:ea typeface="Arial"/>
                <a:cs typeface="Arial"/>
              </a:rPr>
              <a:t>Projektmessungen: Leistung</a:t>
            </a:r>
          </a:p>
        </p:txBody>
      </p:sp>
      <p:sp>
        <p:nvSpPr>
          <p:cNvPr id="11" name="text-3">
            <a:extLst xmlns:a="http://schemas.openxmlformats.org/drawingml/2006/main">
              <a:ext uri="{FF2B5EF4-FFF2-40B4-BE49-F238E27FC236}">
                <a16:creationId xmlns:a16="http://schemas.microsoft.com/office/drawing/2014/main" id="{C12229C4-92C6-4142-8BF1-FD2C29843F31}"/>
              </a:ext>
            </a:extLst>
          </p:cNvPr>
          <p:cNvSpPr>
            <a:spLocks xmlns:a="http://schemas.openxmlformats.org/drawingml/2006/main" noGrp="1"/>
          </p:cNvSpPr>
          <p:nvPr/>
        </p:nvSpPr>
        <p:spPr>
          <a:xfrm xmlns:a="http://schemas.openxmlformats.org/drawingml/2006/main">
            <a:off x="609600" y="2228850"/>
            <a:ext cx="5143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Beide Sprungantworten werden</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bei Ordnung 12 gefiltert.</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Pendelung um 2,268 Hz.</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Modellfehler: positiv 0,763 %,</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negativ 0,594 %.</a:t>
            </a:r>
          </a:p>
        </p:txBody>
      </p:sp>
      <p:sp>
        <p:nvSpPr>
          <p:cNvPr id="12" name="text-4">
            <a:extLst xmlns:a="http://schemas.openxmlformats.org/drawingml/2006/main">
              <a:ext uri="{FF2B5EF4-FFF2-40B4-BE49-F238E27FC236}">
                <a16:creationId xmlns:a16="http://schemas.microsoft.com/office/drawing/2014/main" id="{E2473757-7CB8-413B-A677-2A35577562C9}"/>
              </a:ext>
            </a:extLst>
          </p:cNvPr>
          <p:cNvSpPr>
            <a:spLocks xmlns:a="http://schemas.openxmlformats.org/drawingml/2006/main" noGrp="1"/>
          </p:cNvSpPr>
          <p:nvPr/>
        </p:nvSpPr>
        <p:spPr>
          <a:xfrm xmlns:a="http://schemas.openxmlformats.org/drawingml/2006/main">
            <a:off x="6448425" y="17240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A7C"/>
                </a:solidFill>
                <a:latin typeface="Arial"/>
                <a:ea typeface="Arial"/>
                <a:cs typeface="Arial"/>
              </a:defRPr>
            </a:defPPr>
          </a:lstStyle>
          <a:p xmlns:a="http://schemas.openxmlformats.org/drawingml/2006/main">
            <a:pPr algn="l">
              <a:defRPr sz="2175" b="1">
                <a:solidFill>
                  <a:srgbClr val="004A7C"/>
                </a:solidFill>
                <a:latin typeface="Arial"/>
                <a:ea typeface="Arial"/>
                <a:cs typeface="Arial"/>
              </a:defRPr>
            </a:pPr>
            <a:r>
              <a:rPr sz="2175" b="1">
                <a:solidFill>
                  <a:srgbClr val="004A7C"/>
                </a:solidFill>
                <a:latin typeface="Arial"/>
                <a:ea typeface="Arial"/>
                <a:cs typeface="Arial"/>
              </a:rPr>
              <a:t>Mexiko: Netzfrequenz</a:t>
            </a:r>
          </a:p>
        </p:txBody>
      </p:sp>
      <p:sp>
        <p:nvSpPr>
          <p:cNvPr id="13" name="text-5">
            <a:extLst xmlns:a="http://schemas.openxmlformats.org/drawingml/2006/main">
              <a:ext uri="{FF2B5EF4-FFF2-40B4-BE49-F238E27FC236}">
                <a16:creationId xmlns:a16="http://schemas.microsoft.com/office/drawing/2014/main" id="{2743E15D-1E50-4ECD-88B1-CEB17C7E5782}"/>
              </a:ext>
            </a:extLst>
          </p:cNvPr>
          <p:cNvSpPr>
            <a:spLocks xmlns:a="http://schemas.openxmlformats.org/drawingml/2006/main" noGrp="1"/>
          </p:cNvSpPr>
          <p:nvPr/>
        </p:nvSpPr>
        <p:spPr>
          <a:xfrm xmlns:a="http://schemas.openxmlformats.org/drawingml/2006/main">
            <a:off x="6448425" y="2228850"/>
            <a:ext cx="5095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344"/>
                </a:solidFill>
                <a:latin typeface="Arial"/>
                <a:ea typeface="Arial"/>
                <a:cs typeface="Arial"/>
              </a:defRPr>
            </a:defPPr>
          </a:lstStyle>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Veröffentlichte Frequenzen</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stimmen gut überein.</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Modellfehler bei Ordnung 12:</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17,05 %. Der Abzug bleibt</a:t>
            </a:r>
          </a:p>
          <a:p xmlns:a="http://schemas.openxmlformats.org/drawingml/2006/main">
            <a:pPr algn="l">
              <a:defRPr sz="2025" b="0">
                <a:solidFill>
                  <a:srgbClr val="183344"/>
                </a:solidFill>
                <a:latin typeface="Arial"/>
                <a:ea typeface="Arial"/>
                <a:cs typeface="Arial"/>
              </a:defRPr>
            </a:pPr>
            <a:r>
              <a:rPr sz="2025" b="0">
                <a:solidFill>
                  <a:srgbClr val="183344"/>
                </a:solidFill>
                <a:latin typeface="Arial"/>
                <a:ea typeface="Arial"/>
                <a:cs typeface="Arial"/>
              </a:rPr>
              <a:t>für diesen Fall blockiert.</a:t>
            </a:r>
          </a:p>
        </p:txBody>
      </p:sp>
      <p:sp>
        <p:nvSpPr>
          <p:cNvPr id="14" name="text-6">
            <a:extLst xmlns:a="http://schemas.openxmlformats.org/drawingml/2006/main">
              <a:ext uri="{FF2B5EF4-FFF2-40B4-BE49-F238E27FC236}">
                <a16:creationId xmlns:a16="http://schemas.microsoft.com/office/drawing/2014/main" id="{3B4D7866-20C1-4DB1-A313-235B14254552}"/>
              </a:ext>
            </a:extLst>
          </p:cNvPr>
          <p:cNvSpPr>
            <a:spLocks xmlns:a="http://schemas.openxmlformats.org/drawingml/2006/main" noGrp="1"/>
          </p:cNvSpPr>
          <p:nvPr/>
        </p:nvSpPr>
        <p:spPr>
          <a:xfrm xmlns:a="http://schemas.openxmlformats.org/drawingml/2006/main">
            <a:off x="609600" y="415290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4A7C"/>
                </a:solidFill>
                <a:latin typeface="Arial"/>
                <a:ea typeface="Arial"/>
                <a:cs typeface="Arial"/>
              </a:defRPr>
            </a:defPPr>
          </a:lstStyle>
          <a:p xmlns:a="http://schemas.openxmlformats.org/drawingml/2006/main">
            <a:pPr algn="l">
              <a:defRPr sz="2550" b="1">
                <a:solidFill>
                  <a:srgbClr val="004A7C"/>
                </a:solidFill>
                <a:latin typeface="Arial"/>
                <a:ea typeface="Arial"/>
                <a:cs typeface="Arial"/>
              </a:defRPr>
            </a:pPr>
            <a:r>
              <a:rPr sz="2550" b="1">
                <a:solidFill>
                  <a:srgbClr val="004A7C"/>
                </a:solidFill>
                <a:latin typeface="Arial"/>
                <a:ea typeface="Arial"/>
                <a:cs typeface="Arial"/>
              </a:rPr>
              <a:t>Frequenzübereinstimmung und Filterfreigabe</a:t>
            </a:r>
          </a:p>
          <a:p xmlns:a="http://schemas.openxmlformats.org/drawingml/2006/main">
            <a:pPr algn="l">
              <a:defRPr sz="2550" b="1">
                <a:solidFill>
                  <a:srgbClr val="004A7C"/>
                </a:solidFill>
                <a:latin typeface="Arial"/>
                <a:ea typeface="Arial"/>
                <a:cs typeface="Arial"/>
              </a:defRPr>
            </a:pPr>
            <a:r>
              <a:rPr sz="2550" b="1">
                <a:solidFill>
                  <a:srgbClr val="004A7C"/>
                </a:solidFill>
                <a:latin typeface="Arial"/>
                <a:ea typeface="Arial"/>
                <a:cs typeface="Arial"/>
              </a:rPr>
              <a:t>sind getrennt zu bewerten.</a:t>
            </a:r>
          </a:p>
        </p:txBody>
      </p:sp>
      <p:sp>
        <p:nvSpPr>
          <p:cNvPr id="15" name="text-7">
            <a:extLst xmlns:a="http://schemas.openxmlformats.org/drawingml/2006/main">
              <a:ext uri="{FF2B5EF4-FFF2-40B4-BE49-F238E27FC236}">
                <a16:creationId xmlns:a16="http://schemas.microsoft.com/office/drawing/2014/main" id="{6EF80B2E-0981-4AB0-8A2A-B3090764EAE8}"/>
              </a:ext>
            </a:extLst>
          </p:cNvPr>
          <p:cNvSpPr>
            <a:spLocks xmlns:a="http://schemas.openxmlformats.org/drawingml/2006/main" noGrp="1"/>
          </p:cNvSpPr>
          <p:nvPr/>
        </p:nvSpPr>
        <p:spPr>
          <a:xfrm xmlns:a="http://schemas.openxmlformats.org/drawingml/2006/main">
            <a:off x="609600" y="52387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344"/>
                </a:solidFill>
                <a:latin typeface="Arial"/>
                <a:ea typeface="Arial"/>
                <a:cs typeface="Arial"/>
              </a:defRPr>
            </a:defPPr>
          </a:lstStyle>
          <a:p xmlns:a="http://schemas.openxmlformats.org/drawingml/2006/main">
            <a:pPr algn="l">
              <a:defRPr sz="2100" b="0">
                <a:solidFill>
                  <a:srgbClr val="183344"/>
                </a:solidFill>
                <a:latin typeface="Arial"/>
                <a:ea typeface="Arial"/>
                <a:cs typeface="Arial"/>
              </a:defRPr>
            </a:pPr>
            <a:r>
              <a:rPr sz="2100" b="0">
                <a:solidFill>
                  <a:srgbClr val="183344"/>
                </a:solidFill>
                <a:latin typeface="Arial"/>
                <a:ea typeface="Arial"/>
                <a:cs typeface="Arial"/>
              </a:rPr>
              <a:t>Für die Messdaten fehlt eine unabhängig bekannte bereinigte Sollkurve.</a:t>
            </a:r>
          </a:p>
          <a:p xmlns:a="http://schemas.openxmlformats.org/drawingml/2006/main">
            <a:pPr algn="l">
              <a:defRPr sz="2100" b="0">
                <a:solidFill>
                  <a:srgbClr val="183344"/>
                </a:solidFill>
                <a:latin typeface="Arial"/>
                <a:ea typeface="Arial"/>
                <a:cs typeface="Arial"/>
              </a:defRPr>
            </a:pPr>
            <a:r>
              <a:rPr sz="2100" b="0">
                <a:solidFill>
                  <a:srgbClr val="183344"/>
                </a:solidFill>
                <a:latin typeface="Arial"/>
                <a:ea typeface="Arial"/>
                <a:cs typeface="Arial"/>
              </a:rPr>
              <a:t>Ein kleiner Kurvenfehler allein belegt keine richtige Zerlegung.</a:t>
            </a:r>
          </a:p>
        </p:txBody>
      </p:sp>
    </p:spTree>
    <p:extLst>
      <p:ext uri="{BB962C8B-B14F-4D97-AF65-F5344CB8AC3E}">
        <p14:creationId xmlns:p14="http://schemas.microsoft.com/office/powerpoint/2010/main" val="734232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2026-10-15T15:22:29.2420000Z</dcterms:created>
  <dcterms:modified xsi:type="dcterms:W3CDTF">2026-10-15T15:22:29.2420000Z</dcterms:modified>
</coreProperties>
</file>